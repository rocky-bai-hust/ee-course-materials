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3"/>
  </p:notesMasterIdLst>
  <p:sldIdLst>
    <p:sldId id="326" r:id="rId2"/>
    <p:sldId id="520" r:id="rId3"/>
    <p:sldId id="258" r:id="rId4"/>
    <p:sldId id="261" r:id="rId5"/>
    <p:sldId id="475" r:id="rId6"/>
    <p:sldId id="522" r:id="rId7"/>
    <p:sldId id="467" r:id="rId8"/>
    <p:sldId id="480" r:id="rId9"/>
    <p:sldId id="481" r:id="rId10"/>
    <p:sldId id="483" r:id="rId11"/>
    <p:sldId id="482" r:id="rId12"/>
    <p:sldId id="478" r:id="rId13"/>
    <p:sldId id="479" r:id="rId14"/>
    <p:sldId id="327" r:id="rId15"/>
    <p:sldId id="332" r:id="rId16"/>
    <p:sldId id="342" r:id="rId17"/>
    <p:sldId id="334" r:id="rId18"/>
    <p:sldId id="341" r:id="rId19"/>
    <p:sldId id="340" r:id="rId20"/>
    <p:sldId id="370" r:id="rId21"/>
    <p:sldId id="438" r:id="rId22"/>
    <p:sldId id="369" r:id="rId23"/>
    <p:sldId id="368" r:id="rId24"/>
    <p:sldId id="343" r:id="rId25"/>
    <p:sldId id="344" r:id="rId26"/>
    <p:sldId id="345" r:id="rId27"/>
    <p:sldId id="346" r:id="rId28"/>
    <p:sldId id="351" r:id="rId29"/>
    <p:sldId id="350" r:id="rId30"/>
    <p:sldId id="347" r:id="rId31"/>
    <p:sldId id="352" r:id="rId32"/>
    <p:sldId id="349" r:id="rId33"/>
    <p:sldId id="353" r:id="rId34"/>
    <p:sldId id="354" r:id="rId35"/>
    <p:sldId id="348" r:id="rId36"/>
    <p:sldId id="339" r:id="rId37"/>
    <p:sldId id="356" r:id="rId38"/>
    <p:sldId id="363" r:id="rId39"/>
    <p:sldId id="374" r:id="rId40"/>
    <p:sldId id="460" r:id="rId41"/>
    <p:sldId id="461" r:id="rId42"/>
    <p:sldId id="361" r:id="rId43"/>
    <p:sldId id="360" r:id="rId44"/>
    <p:sldId id="462" r:id="rId45"/>
    <p:sldId id="465" r:id="rId46"/>
    <p:sldId id="466" r:id="rId47"/>
    <p:sldId id="373" r:id="rId48"/>
    <p:sldId id="366" r:id="rId49"/>
    <p:sldId id="365" r:id="rId50"/>
    <p:sldId id="379" r:id="rId51"/>
    <p:sldId id="474" r:id="rId52"/>
    <p:sldId id="445" r:id="rId53"/>
    <p:sldId id="447" r:id="rId54"/>
    <p:sldId id="448" r:id="rId55"/>
    <p:sldId id="457" r:id="rId56"/>
    <p:sldId id="364" r:id="rId57"/>
    <p:sldId id="377" r:id="rId58"/>
    <p:sldId id="376" r:id="rId59"/>
    <p:sldId id="521" r:id="rId60"/>
    <p:sldId id="375" r:id="rId61"/>
    <p:sldId id="359" r:id="rId62"/>
    <p:sldId id="358" r:id="rId63"/>
    <p:sldId id="357" r:id="rId64"/>
    <p:sldId id="458" r:id="rId65"/>
    <p:sldId id="459" r:id="rId66"/>
    <p:sldId id="328" r:id="rId67"/>
    <p:sldId id="333" r:id="rId68"/>
    <p:sldId id="473" r:id="rId69"/>
    <p:sldId id="472" r:id="rId70"/>
    <p:sldId id="471" r:id="rId71"/>
    <p:sldId id="470" r:id="rId72"/>
    <p:sldId id="469" r:id="rId73"/>
    <p:sldId id="468" r:id="rId74"/>
    <p:sldId id="484" r:id="rId75"/>
    <p:sldId id="485" r:id="rId76"/>
    <p:sldId id="486" r:id="rId77"/>
    <p:sldId id="487" r:id="rId78"/>
    <p:sldId id="488" r:id="rId79"/>
    <p:sldId id="489" r:id="rId80"/>
    <p:sldId id="490" r:id="rId81"/>
    <p:sldId id="495" r:id="rId82"/>
    <p:sldId id="493" r:id="rId83"/>
    <p:sldId id="494" r:id="rId84"/>
    <p:sldId id="491" r:id="rId85"/>
    <p:sldId id="496" r:id="rId86"/>
    <p:sldId id="492" r:id="rId87"/>
    <p:sldId id="329" r:id="rId88"/>
    <p:sldId id="335" r:id="rId89"/>
    <p:sldId id="506" r:id="rId90"/>
    <p:sldId id="505" r:id="rId91"/>
    <p:sldId id="507" r:id="rId92"/>
    <p:sldId id="330" r:id="rId93"/>
    <p:sldId id="504" r:id="rId94"/>
    <p:sldId id="503" r:id="rId95"/>
    <p:sldId id="499" r:id="rId96"/>
    <p:sldId id="502" r:id="rId97"/>
    <p:sldId id="501" r:id="rId98"/>
    <p:sldId id="500" r:id="rId99"/>
    <p:sldId id="331" r:id="rId100"/>
    <p:sldId id="337" r:id="rId101"/>
    <p:sldId id="510" r:id="rId102"/>
    <p:sldId id="513" r:id="rId103"/>
    <p:sldId id="512" r:id="rId104"/>
    <p:sldId id="511" r:id="rId105"/>
    <p:sldId id="509" r:id="rId106"/>
    <p:sldId id="336" r:id="rId107"/>
    <p:sldId id="508" r:id="rId108"/>
    <p:sldId id="514" r:id="rId109"/>
    <p:sldId id="515" r:id="rId110"/>
    <p:sldId id="516" r:id="rId111"/>
    <p:sldId id="519" r:id="rId1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5004" autoAdjust="0"/>
  </p:normalViewPr>
  <p:slideViewPr>
    <p:cSldViewPr snapToGrid="0">
      <p:cViewPr>
        <p:scale>
          <a:sx n="75" d="100"/>
          <a:sy n="75" d="100"/>
        </p:scale>
        <p:origin x="13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E2F20-CA77-4126-970C-B6E87C3E8F2F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826E5-80A1-42BC-965B-5245D7F11B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24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986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787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208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703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01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041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866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29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256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139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871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193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854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508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75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296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0790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790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995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922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12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8924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455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313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0170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4545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6064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892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3320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5979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8615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4312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6700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9470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9681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0430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2182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7443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0100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5982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0455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134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7718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710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C7DFC-2BF5-C89B-BD96-0B7421358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DBDA8B-D063-6657-562E-D18EAE9C0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79E463-BE31-D9E8-922B-77B6D48AA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D4EC37-8A93-64FD-A3F2-526CA208A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420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1411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955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7394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7677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749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6354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94126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1637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72656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40580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31115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400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5412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2530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43005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97089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19494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09634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57992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09064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00349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28512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12554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99603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40258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49542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85131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99627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692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07390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1017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217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43488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7983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19897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27109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82194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88904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95623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6083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11956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50199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7006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08325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12747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57871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868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C2E4D-7768-F020-5188-12A3E886E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3281D9-01B1-8533-5696-7C22206C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22A95B-FC59-3BB6-4680-CEB2143A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4C7226-1C13-8C9A-A479-E528258E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634BF-F520-594D-4A82-90FD2737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34041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C1576-98FE-59F0-D701-133C81E4F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116F09-9239-548A-A6BF-4A1897C33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3F2F6-51D9-3621-9286-2A289A92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C64A3B-F121-9905-EF85-D2C2675B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12D597-D9A0-6E3F-42BD-B7766821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4887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3E2FC-F400-B890-D5FD-3AE03D16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054FBE-1C58-B8B7-D3C9-A96F43CC7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422012-AD68-AA0E-101E-7ED853A6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942BE8-12D2-705A-1AF7-A616F294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B3C080-827F-50CC-9E27-513CCA27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84893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035A6-21B8-49A6-DC7A-4040829C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984C9D-CAB3-4C3B-C65B-E782BB604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0728FC-20E1-ADA8-0BB3-C23A4E4DA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BD6E8-2B75-809F-EC77-40AA3371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AAEC10-C85E-2E48-4210-549DE0CB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445AC0-A719-AD94-99E6-29B9A18D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20301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C3174-D52B-3115-A5E3-D0F8A819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09CA94-9B43-9689-7234-4BF81D925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1DF56F-C5AC-4015-A634-54D419A77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3C316B-E923-01D2-9C6D-23E5FEC42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A955B3-D0A0-2889-0A83-36822A313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D15C5D-EFEE-150F-EAAD-0FA7F69C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A4328C-EE74-E398-DA19-1F5AEBD4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89720B-03D4-5084-4CD7-B90D1759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219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EBE98-705B-2663-6EF5-85B9FDC7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F6D5AA-E227-EA99-1C5A-925F4CE3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08D8F8-E7E0-12F3-5851-535EA6E5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FF59FF-6972-F66A-C0D0-5E294E53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0324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B2F735-6079-B5A6-0742-47D26293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611005-D187-1DD2-1D2C-22CF0C18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3620A6-62B2-847F-649B-0F59069C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26773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FF0C2-427C-521F-684E-CBBBF8FB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9F6628-06E9-5F72-EB6A-C816B795E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5FE379-9CD7-7EB8-3B6B-AA9D407D6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F2FD16-2309-1585-4E89-A708B393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0B2E7B-7FEC-BC05-E695-CB6F107E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FE7091-941C-DF06-7A1C-F686B4C1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72375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25C11-3B1E-ACD7-53CA-3A3504CF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B6E1C4-85F5-2B8B-B89F-2FB1D4A51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91FBD9-D561-AC0E-56AA-E1FDE2831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53BE1-B2D3-1952-E60E-5EBD2083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493A95-705E-B70D-5C1A-4D1263BA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041C11-E6A5-141F-B6CD-1BB1A4EF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684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7AE97-DE19-54E4-0B68-434EB8D8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1E4EBB-2DA2-3381-0DD0-B3995BF48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E219E-0524-8E30-1139-E9E77987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E513A2-1BE3-E15E-9069-BD3AC4BD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0050BF-19F1-585F-BAE3-7A4C4E24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47388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69B790-DD02-4CBC-434E-27EB8C615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FA4FF8-A85A-0C64-606F-DA94D5BE7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FEA67E-48C0-D042-D680-78E36DFC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4F392D-5EF9-988B-5C01-682180CA8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958CA-77F7-BBE3-2F51-E0C07D70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80300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  <a:solidFill>
            <a:srgbClr val="1A92A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FCB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</a:t>
              </a: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2788985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角三角形 17"/>
          <p:cNvSpPr/>
          <p:nvPr userDrawn="1"/>
        </p:nvSpPr>
        <p:spPr>
          <a:xfrm flipH="1">
            <a:off x="11277600" y="6019801"/>
            <a:ext cx="950294" cy="853427"/>
          </a:xfrm>
          <a:prstGeom prst="rtTriangl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9" name="五边形 18"/>
          <p:cNvSpPr/>
          <p:nvPr userDrawn="1"/>
        </p:nvSpPr>
        <p:spPr>
          <a:xfrm flipH="1">
            <a:off x="11382166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775" y="136525"/>
            <a:ext cx="1228090" cy="93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79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58F602-AE90-C448-A29C-3085E492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3B65AF-ACF5-E5CB-6300-E823F46B8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569BFB-F928-921A-C0BB-110EFB286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746E0-F773-4640-A27A-0BBE25D8DAC1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5D76B9-F763-1F59-B8B3-92F503935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B2ED4C-95EE-9E1C-672E-364364651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9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9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2.xml"/><Relationship Id="rId5" Type="http://schemas.openxmlformats.org/officeDocument/2006/relationships/slide" Target="slide87.xml"/><Relationship Id="rId4" Type="http://schemas.openxmlformats.org/officeDocument/2006/relationships/slide" Target="slide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1.emf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6.wmf"/><Relationship Id="rId21" Type="http://schemas.openxmlformats.org/officeDocument/2006/relationships/image" Target="../media/image15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4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7.w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7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37.bin"/><Relationship Id="rId26" Type="http://schemas.openxmlformats.org/officeDocument/2006/relationships/slide" Target="slide64.xml"/><Relationship Id="rId3" Type="http://schemas.openxmlformats.org/officeDocument/2006/relationships/image" Target="../media/image40.emf"/><Relationship Id="rId21" Type="http://schemas.openxmlformats.org/officeDocument/2006/relationships/image" Target="../media/image49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47.emf"/><Relationship Id="rId25" Type="http://schemas.openxmlformats.org/officeDocument/2006/relationships/image" Target="../media/image51.w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29" Type="http://schemas.openxmlformats.org/officeDocument/2006/relationships/oleObject" Target="../embeddings/oleObject4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40.bin"/><Relationship Id="rId32" Type="http://schemas.openxmlformats.org/officeDocument/2006/relationships/image" Target="../media/image54.wmf"/><Relationship Id="rId5" Type="http://schemas.openxmlformats.org/officeDocument/2006/relationships/image" Target="../media/image41.emf"/><Relationship Id="rId15" Type="http://schemas.openxmlformats.org/officeDocument/2006/relationships/image" Target="../media/image46.wmf"/><Relationship Id="rId23" Type="http://schemas.openxmlformats.org/officeDocument/2006/relationships/image" Target="../media/image50.wmf"/><Relationship Id="rId28" Type="http://schemas.openxmlformats.org/officeDocument/2006/relationships/image" Target="../media/image52.e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8.wmf"/><Relationship Id="rId31" Type="http://schemas.openxmlformats.org/officeDocument/2006/relationships/oleObject" Target="../embeddings/oleObject4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Relationship Id="rId27" Type="http://schemas.openxmlformats.org/officeDocument/2006/relationships/oleObject" Target="../embeddings/oleObject41.bin"/><Relationship Id="rId30" Type="http://schemas.openxmlformats.org/officeDocument/2006/relationships/image" Target="../media/image5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79.emf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54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76.emf"/><Relationship Id="rId17" Type="http://schemas.openxmlformats.org/officeDocument/2006/relationships/oleObject" Target="../embeddings/oleObject52.bin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78.emf"/><Relationship Id="rId20" Type="http://schemas.openxmlformats.org/officeDocument/2006/relationships/image" Target="../media/image80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75.e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72.e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77.emf"/><Relationship Id="rId22" Type="http://schemas.openxmlformats.org/officeDocument/2006/relationships/image" Target="../media/image81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86.emf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88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85.emf"/><Relationship Id="rId4" Type="http://schemas.openxmlformats.org/officeDocument/2006/relationships/image" Target="../media/image82.e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87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96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69.bin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95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94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7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98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101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7" Type="http://schemas.openxmlformats.org/officeDocument/2006/relationships/image" Target="../media/image111.e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8.bin"/><Relationship Id="rId5" Type="http://schemas.openxmlformats.org/officeDocument/2006/relationships/image" Target="../media/image110.emf"/><Relationship Id="rId4" Type="http://schemas.openxmlformats.org/officeDocument/2006/relationships/oleObject" Target="../embeddings/oleObject77.bin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emf"/><Relationship Id="rId18" Type="http://schemas.openxmlformats.org/officeDocument/2006/relationships/oleObject" Target="../embeddings/oleObject87.bin"/><Relationship Id="rId26" Type="http://schemas.openxmlformats.org/officeDocument/2006/relationships/oleObject" Target="../embeddings/oleObject91.bin"/><Relationship Id="rId39" Type="http://schemas.openxmlformats.org/officeDocument/2006/relationships/image" Target="../media/image130.emf"/><Relationship Id="rId21" Type="http://schemas.openxmlformats.org/officeDocument/2006/relationships/image" Target="../media/image121.emf"/><Relationship Id="rId34" Type="http://schemas.openxmlformats.org/officeDocument/2006/relationships/oleObject" Target="../embeddings/oleObject95.bin"/><Relationship Id="rId42" Type="http://schemas.openxmlformats.org/officeDocument/2006/relationships/oleObject" Target="../embeddings/oleObject99.bin"/><Relationship Id="rId47" Type="http://schemas.openxmlformats.org/officeDocument/2006/relationships/image" Target="../media/image134.emf"/><Relationship Id="rId7" Type="http://schemas.openxmlformats.org/officeDocument/2006/relationships/image" Target="../media/image114.emf"/><Relationship Id="rId2" Type="http://schemas.openxmlformats.org/officeDocument/2006/relationships/oleObject" Target="../embeddings/oleObject79.bin"/><Relationship Id="rId16" Type="http://schemas.openxmlformats.org/officeDocument/2006/relationships/oleObject" Target="../embeddings/oleObject86.bin"/><Relationship Id="rId29" Type="http://schemas.openxmlformats.org/officeDocument/2006/relationships/image" Target="../media/image125.emf"/><Relationship Id="rId11" Type="http://schemas.openxmlformats.org/officeDocument/2006/relationships/image" Target="../media/image116.emf"/><Relationship Id="rId24" Type="http://schemas.openxmlformats.org/officeDocument/2006/relationships/oleObject" Target="../embeddings/oleObject90.bin"/><Relationship Id="rId32" Type="http://schemas.openxmlformats.org/officeDocument/2006/relationships/oleObject" Target="../embeddings/oleObject94.bin"/><Relationship Id="rId37" Type="http://schemas.openxmlformats.org/officeDocument/2006/relationships/image" Target="../media/image129.emf"/><Relationship Id="rId40" Type="http://schemas.openxmlformats.org/officeDocument/2006/relationships/oleObject" Target="../embeddings/oleObject98.bin"/><Relationship Id="rId45" Type="http://schemas.openxmlformats.org/officeDocument/2006/relationships/image" Target="../media/image133.emf"/><Relationship Id="rId5" Type="http://schemas.openxmlformats.org/officeDocument/2006/relationships/image" Target="../media/image113.emf"/><Relationship Id="rId15" Type="http://schemas.openxmlformats.org/officeDocument/2006/relationships/image" Target="../media/image118.emf"/><Relationship Id="rId23" Type="http://schemas.openxmlformats.org/officeDocument/2006/relationships/image" Target="../media/image122.emf"/><Relationship Id="rId28" Type="http://schemas.openxmlformats.org/officeDocument/2006/relationships/oleObject" Target="../embeddings/oleObject92.bin"/><Relationship Id="rId36" Type="http://schemas.openxmlformats.org/officeDocument/2006/relationships/oleObject" Target="../embeddings/oleObject96.bin"/><Relationship Id="rId49" Type="http://schemas.openxmlformats.org/officeDocument/2006/relationships/image" Target="../media/image135.emf"/><Relationship Id="rId10" Type="http://schemas.openxmlformats.org/officeDocument/2006/relationships/oleObject" Target="../embeddings/oleObject83.bin"/><Relationship Id="rId19" Type="http://schemas.openxmlformats.org/officeDocument/2006/relationships/image" Target="../media/image120.emf"/><Relationship Id="rId31" Type="http://schemas.openxmlformats.org/officeDocument/2006/relationships/image" Target="../media/image126.emf"/><Relationship Id="rId44" Type="http://schemas.openxmlformats.org/officeDocument/2006/relationships/oleObject" Target="../embeddings/oleObject100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115.emf"/><Relationship Id="rId14" Type="http://schemas.openxmlformats.org/officeDocument/2006/relationships/oleObject" Target="../embeddings/oleObject85.bin"/><Relationship Id="rId22" Type="http://schemas.openxmlformats.org/officeDocument/2006/relationships/oleObject" Target="../embeddings/oleObject89.bin"/><Relationship Id="rId27" Type="http://schemas.openxmlformats.org/officeDocument/2006/relationships/image" Target="../media/image124.emf"/><Relationship Id="rId30" Type="http://schemas.openxmlformats.org/officeDocument/2006/relationships/oleObject" Target="../embeddings/oleObject93.bin"/><Relationship Id="rId35" Type="http://schemas.openxmlformats.org/officeDocument/2006/relationships/image" Target="../media/image128.emf"/><Relationship Id="rId43" Type="http://schemas.openxmlformats.org/officeDocument/2006/relationships/image" Target="../media/image132.emf"/><Relationship Id="rId48" Type="http://schemas.openxmlformats.org/officeDocument/2006/relationships/oleObject" Target="../embeddings/oleObject102.bin"/><Relationship Id="rId8" Type="http://schemas.openxmlformats.org/officeDocument/2006/relationships/oleObject" Target="../embeddings/oleObject82.bin"/><Relationship Id="rId3" Type="http://schemas.openxmlformats.org/officeDocument/2006/relationships/image" Target="../media/image112.e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119.emf"/><Relationship Id="rId25" Type="http://schemas.openxmlformats.org/officeDocument/2006/relationships/image" Target="../media/image123.emf"/><Relationship Id="rId33" Type="http://schemas.openxmlformats.org/officeDocument/2006/relationships/image" Target="../media/image127.emf"/><Relationship Id="rId38" Type="http://schemas.openxmlformats.org/officeDocument/2006/relationships/oleObject" Target="../embeddings/oleObject97.bin"/><Relationship Id="rId46" Type="http://schemas.openxmlformats.org/officeDocument/2006/relationships/oleObject" Target="../embeddings/oleObject101.bin"/><Relationship Id="rId20" Type="http://schemas.openxmlformats.org/officeDocument/2006/relationships/oleObject" Target="../embeddings/oleObject88.bin"/><Relationship Id="rId41" Type="http://schemas.openxmlformats.org/officeDocument/2006/relationships/image" Target="../media/image13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41.emf"/><Relationship Id="rId18" Type="http://schemas.openxmlformats.org/officeDocument/2006/relationships/oleObject" Target="../embeddings/oleObject110.bin"/><Relationship Id="rId3" Type="http://schemas.openxmlformats.org/officeDocument/2006/relationships/image" Target="../media/image136.emf"/><Relationship Id="rId21" Type="http://schemas.openxmlformats.org/officeDocument/2006/relationships/image" Target="../media/image145.emf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07.bin"/><Relationship Id="rId17" Type="http://schemas.openxmlformats.org/officeDocument/2006/relationships/image" Target="../media/image143.emf"/><Relationship Id="rId2" Type="http://schemas.openxmlformats.org/officeDocument/2006/relationships/oleObject" Target="../embeddings/oleObject103.bin"/><Relationship Id="rId16" Type="http://schemas.openxmlformats.org/officeDocument/2006/relationships/oleObject" Target="../embeddings/oleObject109.bin"/><Relationship Id="rId20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140.emf"/><Relationship Id="rId5" Type="http://schemas.openxmlformats.org/officeDocument/2006/relationships/image" Target="../media/image137.emf"/><Relationship Id="rId15" Type="http://schemas.openxmlformats.org/officeDocument/2006/relationships/image" Target="../media/image142.emf"/><Relationship Id="rId10" Type="http://schemas.openxmlformats.org/officeDocument/2006/relationships/oleObject" Target="../embeddings/oleObject106.bin"/><Relationship Id="rId19" Type="http://schemas.openxmlformats.org/officeDocument/2006/relationships/image" Target="../media/image144.e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39.emf"/><Relationship Id="rId14" Type="http://schemas.openxmlformats.org/officeDocument/2006/relationships/oleObject" Target="../embeddings/oleObject108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53.emf"/><Relationship Id="rId3" Type="http://schemas.openxmlformats.org/officeDocument/2006/relationships/image" Target="../media/image146.emf"/><Relationship Id="rId21" Type="http://schemas.openxmlformats.org/officeDocument/2006/relationships/oleObject" Target="../embeddings/oleObject121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50.emf"/><Relationship Id="rId17" Type="http://schemas.openxmlformats.org/officeDocument/2006/relationships/oleObject" Target="../embeddings/oleObject119.bin"/><Relationship Id="rId2" Type="http://schemas.openxmlformats.org/officeDocument/2006/relationships/oleObject" Target="../embeddings/oleObject112.bin"/><Relationship Id="rId16" Type="http://schemas.openxmlformats.org/officeDocument/2006/relationships/image" Target="../media/image152.emf"/><Relationship Id="rId20" Type="http://schemas.openxmlformats.org/officeDocument/2006/relationships/image" Target="../media/image154.emf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oleObject" Target="../embeddings/oleObject116.bin"/><Relationship Id="rId5" Type="http://schemas.openxmlformats.org/officeDocument/2006/relationships/image" Target="../media/image147.emf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149.emf"/><Relationship Id="rId19" Type="http://schemas.openxmlformats.org/officeDocument/2006/relationships/oleObject" Target="../embeddings/oleObject120.bin"/><Relationship Id="rId4" Type="http://schemas.openxmlformats.org/officeDocument/2006/relationships/oleObject" Target="../embeddings/oleObject113.bin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51.emf"/><Relationship Id="rId22" Type="http://schemas.openxmlformats.org/officeDocument/2006/relationships/image" Target="../media/image155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1.jp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emf"/><Relationship Id="rId13" Type="http://schemas.openxmlformats.org/officeDocument/2006/relationships/oleObject" Target="../embeddings/oleObject127.bin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66.emf"/><Relationship Id="rId17" Type="http://schemas.openxmlformats.org/officeDocument/2006/relationships/image" Target="../media/image169.emf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168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3.e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10" Type="http://schemas.openxmlformats.org/officeDocument/2006/relationships/image" Target="../media/image165.emf"/><Relationship Id="rId4" Type="http://schemas.openxmlformats.org/officeDocument/2006/relationships/image" Target="../media/image162.e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67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0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2.emf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174.emf"/><Relationship Id="rId4" Type="http://schemas.openxmlformats.org/officeDocument/2006/relationships/image" Target="../media/image171.emf"/><Relationship Id="rId9" Type="http://schemas.openxmlformats.org/officeDocument/2006/relationships/oleObject" Target="../embeddings/oleObject133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13" Type="http://schemas.openxmlformats.org/officeDocument/2006/relationships/image" Target="../media/image179.wmf"/><Relationship Id="rId3" Type="http://schemas.openxmlformats.org/officeDocument/2006/relationships/oleObject" Target="../embeddings/oleObject134.bin"/><Relationship Id="rId7" Type="http://schemas.openxmlformats.org/officeDocument/2006/relationships/image" Target="../media/image176.wmf"/><Relationship Id="rId12" Type="http://schemas.openxmlformats.org/officeDocument/2006/relationships/oleObject" Target="../embeddings/oleObject138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5.bin"/><Relationship Id="rId11" Type="http://schemas.openxmlformats.org/officeDocument/2006/relationships/image" Target="../media/image178.wmf"/><Relationship Id="rId5" Type="http://schemas.openxmlformats.org/officeDocument/2006/relationships/slide" Target="slide78.xml"/><Relationship Id="rId10" Type="http://schemas.openxmlformats.org/officeDocument/2006/relationships/oleObject" Target="../embeddings/oleObject137.bin"/><Relationship Id="rId4" Type="http://schemas.openxmlformats.org/officeDocument/2006/relationships/image" Target="../media/image175.wmf"/><Relationship Id="rId9" Type="http://schemas.openxmlformats.org/officeDocument/2006/relationships/image" Target="../media/image177.w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emf"/><Relationship Id="rId13" Type="http://schemas.openxmlformats.org/officeDocument/2006/relationships/oleObject" Target="../embeddings/oleObject144.bin"/><Relationship Id="rId18" Type="http://schemas.openxmlformats.org/officeDocument/2006/relationships/oleObject" Target="../embeddings/oleObject146.bin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85.emf"/><Relationship Id="rId17" Type="http://schemas.openxmlformats.org/officeDocument/2006/relationships/image" Target="../media/image188.emf"/><Relationship Id="rId2" Type="http://schemas.openxmlformats.org/officeDocument/2006/relationships/notesSlide" Target="../notesSlides/notesSlide55.xml"/><Relationship Id="rId16" Type="http://schemas.openxmlformats.org/officeDocument/2006/relationships/oleObject" Target="../embeddings/oleObject145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2.e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5" Type="http://schemas.openxmlformats.org/officeDocument/2006/relationships/image" Target="../media/image187.emf"/><Relationship Id="rId10" Type="http://schemas.openxmlformats.org/officeDocument/2006/relationships/image" Target="../media/image184.emf"/><Relationship Id="rId19" Type="http://schemas.openxmlformats.org/officeDocument/2006/relationships/image" Target="../media/image189.emf"/><Relationship Id="rId4" Type="http://schemas.openxmlformats.org/officeDocument/2006/relationships/image" Target="../media/image181.e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86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94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1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93.wmf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150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oleObject" Target="../embeddings/oleObject157.bin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99.w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198.wmf"/><Relationship Id="rId4" Type="http://schemas.openxmlformats.org/officeDocument/2006/relationships/image" Target="../media/image195.e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200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8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2.e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201.e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e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207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4.e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206.emf"/><Relationship Id="rId4" Type="http://schemas.openxmlformats.org/officeDocument/2006/relationships/image" Target="../media/image203.emf"/><Relationship Id="rId9" Type="http://schemas.openxmlformats.org/officeDocument/2006/relationships/oleObject" Target="../embeddings/oleObject163.bin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215.wmf"/><Relationship Id="rId26" Type="http://schemas.openxmlformats.org/officeDocument/2006/relationships/image" Target="../media/image219.wmf"/><Relationship Id="rId39" Type="http://schemas.openxmlformats.org/officeDocument/2006/relationships/oleObject" Target="../embeddings/oleObject183.bin"/><Relationship Id="rId21" Type="http://schemas.openxmlformats.org/officeDocument/2006/relationships/oleObject" Target="../embeddings/oleObject174.bin"/><Relationship Id="rId34" Type="http://schemas.openxmlformats.org/officeDocument/2006/relationships/image" Target="../media/image223.wmf"/><Relationship Id="rId42" Type="http://schemas.openxmlformats.org/officeDocument/2006/relationships/image" Target="../media/image227.wmf"/><Relationship Id="rId7" Type="http://schemas.openxmlformats.org/officeDocument/2006/relationships/oleObject" Target="../embeddings/oleObject167.bin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214.wmf"/><Relationship Id="rId29" Type="http://schemas.openxmlformats.org/officeDocument/2006/relationships/oleObject" Target="../embeddings/oleObject178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169.bin"/><Relationship Id="rId24" Type="http://schemas.openxmlformats.org/officeDocument/2006/relationships/image" Target="../media/image218.wmf"/><Relationship Id="rId32" Type="http://schemas.openxmlformats.org/officeDocument/2006/relationships/image" Target="../media/image222.wmf"/><Relationship Id="rId37" Type="http://schemas.openxmlformats.org/officeDocument/2006/relationships/oleObject" Target="../embeddings/oleObject182.bin"/><Relationship Id="rId40" Type="http://schemas.openxmlformats.org/officeDocument/2006/relationships/image" Target="../media/image226.wmf"/><Relationship Id="rId45" Type="http://schemas.openxmlformats.org/officeDocument/2006/relationships/oleObject" Target="../embeddings/oleObject186.bin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23" Type="http://schemas.openxmlformats.org/officeDocument/2006/relationships/oleObject" Target="../embeddings/oleObject175.bin"/><Relationship Id="rId28" Type="http://schemas.openxmlformats.org/officeDocument/2006/relationships/image" Target="../media/image220.wmf"/><Relationship Id="rId36" Type="http://schemas.openxmlformats.org/officeDocument/2006/relationships/image" Target="../media/image224.wmf"/><Relationship Id="rId10" Type="http://schemas.openxmlformats.org/officeDocument/2006/relationships/image" Target="../media/image211.wmf"/><Relationship Id="rId19" Type="http://schemas.openxmlformats.org/officeDocument/2006/relationships/oleObject" Target="../embeddings/oleObject173.bin"/><Relationship Id="rId31" Type="http://schemas.openxmlformats.org/officeDocument/2006/relationships/oleObject" Target="../embeddings/oleObject179.bin"/><Relationship Id="rId44" Type="http://schemas.openxmlformats.org/officeDocument/2006/relationships/image" Target="../media/image228.wmf"/><Relationship Id="rId4" Type="http://schemas.openxmlformats.org/officeDocument/2006/relationships/image" Target="../media/image208.e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213.wmf"/><Relationship Id="rId22" Type="http://schemas.openxmlformats.org/officeDocument/2006/relationships/image" Target="../media/image217.wmf"/><Relationship Id="rId27" Type="http://schemas.openxmlformats.org/officeDocument/2006/relationships/oleObject" Target="../embeddings/oleObject177.bin"/><Relationship Id="rId30" Type="http://schemas.openxmlformats.org/officeDocument/2006/relationships/image" Target="../media/image221.wmf"/><Relationship Id="rId35" Type="http://schemas.openxmlformats.org/officeDocument/2006/relationships/oleObject" Target="../embeddings/oleObject181.bin"/><Relationship Id="rId43" Type="http://schemas.openxmlformats.org/officeDocument/2006/relationships/oleObject" Target="../embeddings/oleObject185.bin"/><Relationship Id="rId8" Type="http://schemas.openxmlformats.org/officeDocument/2006/relationships/image" Target="../media/image210.wmf"/><Relationship Id="rId3" Type="http://schemas.openxmlformats.org/officeDocument/2006/relationships/oleObject" Target="../embeddings/oleObject165.bin"/><Relationship Id="rId12" Type="http://schemas.openxmlformats.org/officeDocument/2006/relationships/image" Target="../media/image212.wmf"/><Relationship Id="rId17" Type="http://schemas.openxmlformats.org/officeDocument/2006/relationships/oleObject" Target="../embeddings/oleObject172.bin"/><Relationship Id="rId25" Type="http://schemas.openxmlformats.org/officeDocument/2006/relationships/oleObject" Target="../embeddings/oleObject176.bin"/><Relationship Id="rId33" Type="http://schemas.openxmlformats.org/officeDocument/2006/relationships/oleObject" Target="../embeddings/oleObject180.bin"/><Relationship Id="rId38" Type="http://schemas.openxmlformats.org/officeDocument/2006/relationships/image" Target="../media/image225.wmf"/><Relationship Id="rId46" Type="http://schemas.openxmlformats.org/officeDocument/2006/relationships/image" Target="../media/image229.wmf"/><Relationship Id="rId20" Type="http://schemas.openxmlformats.org/officeDocument/2006/relationships/image" Target="../media/image216.wmf"/><Relationship Id="rId41" Type="http://schemas.openxmlformats.org/officeDocument/2006/relationships/oleObject" Target="../embeddings/oleObject184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1.wmf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230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oleObject" Target="../embeddings/oleObject195.bin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237.w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4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236.wmf"/><Relationship Id="rId4" Type="http://schemas.openxmlformats.org/officeDocument/2006/relationships/image" Target="../media/image233.w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238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243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00.bin"/><Relationship Id="rId5" Type="http://schemas.openxmlformats.org/officeDocument/2006/relationships/oleObject" Target="../embeddings/oleObject197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199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1.bin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4.w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2.bin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5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3.bin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7.wmf"/><Relationship Id="rId5" Type="http://schemas.openxmlformats.org/officeDocument/2006/relationships/oleObject" Target="../embeddings/oleObject204.bin"/><Relationship Id="rId4" Type="http://schemas.openxmlformats.org/officeDocument/2006/relationships/image" Target="../media/image246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9.wmf"/><Relationship Id="rId5" Type="http://schemas.openxmlformats.org/officeDocument/2006/relationships/oleObject" Target="../embeddings/oleObject206.bin"/><Relationship Id="rId10" Type="http://schemas.openxmlformats.org/officeDocument/2006/relationships/image" Target="../media/image245.emf"/><Relationship Id="rId4" Type="http://schemas.openxmlformats.org/officeDocument/2006/relationships/image" Target="../media/image248.wmf"/><Relationship Id="rId9" Type="http://schemas.openxmlformats.org/officeDocument/2006/relationships/oleObject" Target="../embeddings/oleObject202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e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2.emf"/><Relationship Id="rId5" Type="http://schemas.openxmlformats.org/officeDocument/2006/relationships/oleObject" Target="../embeddings/oleObject209.bin"/><Relationship Id="rId10" Type="http://schemas.openxmlformats.org/officeDocument/2006/relationships/image" Target="../media/image254.emf"/><Relationship Id="rId4" Type="http://schemas.openxmlformats.org/officeDocument/2006/relationships/image" Target="../media/image251.emf"/><Relationship Id="rId9" Type="http://schemas.openxmlformats.org/officeDocument/2006/relationships/oleObject" Target="../embeddings/oleObject211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2.bin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5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7.emf"/><Relationship Id="rId4" Type="http://schemas.openxmlformats.org/officeDocument/2006/relationships/oleObject" Target="../embeddings/oleObject213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oleObject" Target="../embeddings/oleObject219.bin"/><Relationship Id="rId18" Type="http://schemas.openxmlformats.org/officeDocument/2006/relationships/image" Target="../media/image267.wmf"/><Relationship Id="rId3" Type="http://schemas.openxmlformats.org/officeDocument/2006/relationships/oleObject" Target="../embeddings/oleObject214.bin"/><Relationship Id="rId21" Type="http://schemas.openxmlformats.org/officeDocument/2006/relationships/oleObject" Target="../embeddings/oleObject223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264.wmf"/><Relationship Id="rId17" Type="http://schemas.openxmlformats.org/officeDocument/2006/relationships/oleObject" Target="../embeddings/oleObject221.bin"/><Relationship Id="rId2" Type="http://schemas.openxmlformats.org/officeDocument/2006/relationships/notesSlide" Target="../notesSlides/notesSlide73.xml"/><Relationship Id="rId16" Type="http://schemas.openxmlformats.org/officeDocument/2006/relationships/image" Target="../media/image266.wmf"/><Relationship Id="rId20" Type="http://schemas.openxmlformats.org/officeDocument/2006/relationships/image" Target="../media/image268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1.w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0.bin"/><Relationship Id="rId10" Type="http://schemas.openxmlformats.org/officeDocument/2006/relationships/image" Target="../media/image263.wmf"/><Relationship Id="rId19" Type="http://schemas.openxmlformats.org/officeDocument/2006/relationships/oleObject" Target="../embeddings/oleObject222.bin"/><Relationship Id="rId4" Type="http://schemas.openxmlformats.org/officeDocument/2006/relationships/image" Target="../media/image260.w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265.wmf"/><Relationship Id="rId22" Type="http://schemas.openxmlformats.org/officeDocument/2006/relationships/image" Target="../media/image269.e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13" Type="http://schemas.openxmlformats.org/officeDocument/2006/relationships/oleObject" Target="../embeddings/oleObject229.bin"/><Relationship Id="rId18" Type="http://schemas.openxmlformats.org/officeDocument/2006/relationships/image" Target="../media/image277.wmf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274.wmf"/><Relationship Id="rId17" Type="http://schemas.openxmlformats.org/officeDocument/2006/relationships/oleObject" Target="../embeddings/oleObject231.bin"/><Relationship Id="rId2" Type="http://schemas.openxmlformats.org/officeDocument/2006/relationships/notesSlide" Target="../notesSlides/notesSlide74.xml"/><Relationship Id="rId16" Type="http://schemas.openxmlformats.org/officeDocument/2006/relationships/image" Target="../media/image276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228.bin"/><Relationship Id="rId5" Type="http://schemas.openxmlformats.org/officeDocument/2006/relationships/oleObject" Target="../embeddings/oleObject225.bin"/><Relationship Id="rId15" Type="http://schemas.openxmlformats.org/officeDocument/2006/relationships/oleObject" Target="../embeddings/oleObject230.bin"/><Relationship Id="rId10" Type="http://schemas.openxmlformats.org/officeDocument/2006/relationships/image" Target="../media/image273.wmf"/><Relationship Id="rId4" Type="http://schemas.openxmlformats.org/officeDocument/2006/relationships/image" Target="../media/image270.w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275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2.bin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9.wmf"/><Relationship Id="rId5" Type="http://schemas.openxmlformats.org/officeDocument/2006/relationships/oleObject" Target="../embeddings/oleObject233.bin"/><Relationship Id="rId4" Type="http://schemas.openxmlformats.org/officeDocument/2006/relationships/image" Target="../media/image278.w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13" Type="http://schemas.openxmlformats.org/officeDocument/2006/relationships/oleObject" Target="../embeddings/oleObject239.bin"/><Relationship Id="rId18" Type="http://schemas.openxmlformats.org/officeDocument/2006/relationships/image" Target="../media/image288.wmf"/><Relationship Id="rId26" Type="http://schemas.openxmlformats.org/officeDocument/2006/relationships/image" Target="../media/image292.wmf"/><Relationship Id="rId3" Type="http://schemas.openxmlformats.org/officeDocument/2006/relationships/oleObject" Target="../embeddings/oleObject234.bin"/><Relationship Id="rId21" Type="http://schemas.openxmlformats.org/officeDocument/2006/relationships/oleObject" Target="../embeddings/oleObject243.bin"/><Relationship Id="rId7" Type="http://schemas.openxmlformats.org/officeDocument/2006/relationships/oleObject" Target="../embeddings/oleObject236.bin"/><Relationship Id="rId12" Type="http://schemas.openxmlformats.org/officeDocument/2006/relationships/image" Target="../media/image285.wmf"/><Relationship Id="rId17" Type="http://schemas.openxmlformats.org/officeDocument/2006/relationships/oleObject" Target="../embeddings/oleObject241.bin"/><Relationship Id="rId25" Type="http://schemas.openxmlformats.org/officeDocument/2006/relationships/oleObject" Target="../embeddings/oleObject245.bin"/><Relationship Id="rId2" Type="http://schemas.openxmlformats.org/officeDocument/2006/relationships/notesSlide" Target="../notesSlides/notesSlide77.xml"/><Relationship Id="rId16" Type="http://schemas.openxmlformats.org/officeDocument/2006/relationships/image" Target="../media/image287.wmf"/><Relationship Id="rId20" Type="http://schemas.openxmlformats.org/officeDocument/2006/relationships/image" Target="../media/image289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2.wmf"/><Relationship Id="rId11" Type="http://schemas.openxmlformats.org/officeDocument/2006/relationships/oleObject" Target="../embeddings/oleObject238.bin"/><Relationship Id="rId24" Type="http://schemas.openxmlformats.org/officeDocument/2006/relationships/image" Target="../media/image291.wmf"/><Relationship Id="rId5" Type="http://schemas.openxmlformats.org/officeDocument/2006/relationships/oleObject" Target="../embeddings/oleObject235.bin"/><Relationship Id="rId15" Type="http://schemas.openxmlformats.org/officeDocument/2006/relationships/oleObject" Target="../embeddings/oleObject240.bin"/><Relationship Id="rId23" Type="http://schemas.openxmlformats.org/officeDocument/2006/relationships/oleObject" Target="../embeddings/oleObject244.bin"/><Relationship Id="rId10" Type="http://schemas.openxmlformats.org/officeDocument/2006/relationships/image" Target="../media/image284.wmf"/><Relationship Id="rId19" Type="http://schemas.openxmlformats.org/officeDocument/2006/relationships/oleObject" Target="../embeddings/oleObject242.bin"/><Relationship Id="rId4" Type="http://schemas.openxmlformats.org/officeDocument/2006/relationships/image" Target="../media/image281.wmf"/><Relationship Id="rId9" Type="http://schemas.openxmlformats.org/officeDocument/2006/relationships/oleObject" Target="../embeddings/oleObject237.bin"/><Relationship Id="rId14" Type="http://schemas.openxmlformats.org/officeDocument/2006/relationships/image" Target="../media/image286.wmf"/><Relationship Id="rId22" Type="http://schemas.openxmlformats.org/officeDocument/2006/relationships/image" Target="../media/image290.w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3" Type="http://schemas.openxmlformats.org/officeDocument/2006/relationships/oleObject" Target="../embeddings/oleObject246.bin"/><Relationship Id="rId7" Type="http://schemas.openxmlformats.org/officeDocument/2006/relationships/oleObject" Target="../embeddings/oleObject248.bin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4.wmf"/><Relationship Id="rId5" Type="http://schemas.openxmlformats.org/officeDocument/2006/relationships/oleObject" Target="../embeddings/oleObject247.bin"/><Relationship Id="rId4" Type="http://schemas.openxmlformats.org/officeDocument/2006/relationships/image" Target="../media/image293.w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oleObject" Target="../embeddings/oleObject254.bin"/><Relationship Id="rId18" Type="http://schemas.openxmlformats.org/officeDocument/2006/relationships/image" Target="../media/image304.w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301.wmf"/><Relationship Id="rId17" Type="http://schemas.openxmlformats.org/officeDocument/2006/relationships/oleObject" Target="../embeddings/oleObject256.bin"/><Relationship Id="rId2" Type="http://schemas.openxmlformats.org/officeDocument/2006/relationships/notesSlide" Target="../notesSlides/notesSlide80.xml"/><Relationship Id="rId16" Type="http://schemas.openxmlformats.org/officeDocument/2006/relationships/image" Target="../media/image303.wmf"/><Relationship Id="rId20" Type="http://schemas.openxmlformats.org/officeDocument/2006/relationships/image" Target="../media/image305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8.wmf"/><Relationship Id="rId11" Type="http://schemas.openxmlformats.org/officeDocument/2006/relationships/oleObject" Target="../embeddings/oleObject253.bin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10" Type="http://schemas.openxmlformats.org/officeDocument/2006/relationships/image" Target="../media/image300.wmf"/><Relationship Id="rId19" Type="http://schemas.openxmlformats.org/officeDocument/2006/relationships/oleObject" Target="../embeddings/oleObject257.bin"/><Relationship Id="rId4" Type="http://schemas.openxmlformats.org/officeDocument/2006/relationships/image" Target="../media/image297.wmf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302.wmf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3" Type="http://schemas.openxmlformats.org/officeDocument/2006/relationships/oleObject" Target="../embeddings/oleObject258.bin"/><Relationship Id="rId7" Type="http://schemas.openxmlformats.org/officeDocument/2006/relationships/oleObject" Target="../embeddings/oleObject260.bin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7.wmf"/><Relationship Id="rId5" Type="http://schemas.openxmlformats.org/officeDocument/2006/relationships/oleObject" Target="../embeddings/oleObject259.bin"/><Relationship Id="rId4" Type="http://schemas.openxmlformats.org/officeDocument/2006/relationships/image" Target="../media/image306.w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1.bin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0.wmf"/><Relationship Id="rId5" Type="http://schemas.openxmlformats.org/officeDocument/2006/relationships/oleObject" Target="../embeddings/oleObject262.bin"/><Relationship Id="rId4" Type="http://schemas.openxmlformats.org/officeDocument/2006/relationships/image" Target="../media/image309.wmf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3.bin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2.wmf"/><Relationship Id="rId5" Type="http://schemas.openxmlformats.org/officeDocument/2006/relationships/oleObject" Target="../embeddings/oleObject264.bin"/><Relationship Id="rId4" Type="http://schemas.openxmlformats.org/officeDocument/2006/relationships/image" Target="../media/image311.w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13" Type="http://schemas.openxmlformats.org/officeDocument/2006/relationships/oleObject" Target="../embeddings/oleObject270.bin"/><Relationship Id="rId18" Type="http://schemas.openxmlformats.org/officeDocument/2006/relationships/image" Target="../media/image320.wmf"/><Relationship Id="rId3" Type="http://schemas.openxmlformats.org/officeDocument/2006/relationships/oleObject" Target="../embeddings/oleObject265.bin"/><Relationship Id="rId7" Type="http://schemas.openxmlformats.org/officeDocument/2006/relationships/oleObject" Target="../embeddings/oleObject267.bin"/><Relationship Id="rId12" Type="http://schemas.openxmlformats.org/officeDocument/2006/relationships/image" Target="../media/image317.wmf"/><Relationship Id="rId17" Type="http://schemas.openxmlformats.org/officeDocument/2006/relationships/oleObject" Target="../embeddings/oleObject272.bin"/><Relationship Id="rId2" Type="http://schemas.openxmlformats.org/officeDocument/2006/relationships/notesSlide" Target="../notesSlides/notesSlide85.xml"/><Relationship Id="rId16" Type="http://schemas.openxmlformats.org/officeDocument/2006/relationships/image" Target="../media/image319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269.bin"/><Relationship Id="rId5" Type="http://schemas.openxmlformats.org/officeDocument/2006/relationships/oleObject" Target="../embeddings/oleObject266.bin"/><Relationship Id="rId15" Type="http://schemas.openxmlformats.org/officeDocument/2006/relationships/oleObject" Target="../embeddings/oleObject271.bin"/><Relationship Id="rId10" Type="http://schemas.openxmlformats.org/officeDocument/2006/relationships/image" Target="../media/image316.wmf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268.bin"/><Relationship Id="rId14" Type="http://schemas.openxmlformats.org/officeDocument/2006/relationships/image" Target="../media/image318.w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wmf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2.wmf"/><Relationship Id="rId5" Type="http://schemas.openxmlformats.org/officeDocument/2006/relationships/oleObject" Target="../embeddings/oleObject274.bin"/><Relationship Id="rId10" Type="http://schemas.openxmlformats.org/officeDocument/2006/relationships/image" Target="../media/image324.wmf"/><Relationship Id="rId4" Type="http://schemas.openxmlformats.org/officeDocument/2006/relationships/image" Target="../media/image321.wmf"/><Relationship Id="rId9" Type="http://schemas.openxmlformats.org/officeDocument/2006/relationships/oleObject" Target="../embeddings/oleObject276.bin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13" Type="http://schemas.openxmlformats.org/officeDocument/2006/relationships/oleObject" Target="../embeddings/oleObject282.bin"/><Relationship Id="rId18" Type="http://schemas.openxmlformats.org/officeDocument/2006/relationships/image" Target="../media/image332.wmf"/><Relationship Id="rId26" Type="http://schemas.openxmlformats.org/officeDocument/2006/relationships/image" Target="../media/image336.wmf"/><Relationship Id="rId3" Type="http://schemas.openxmlformats.org/officeDocument/2006/relationships/oleObject" Target="../embeddings/oleObject277.bin"/><Relationship Id="rId21" Type="http://schemas.openxmlformats.org/officeDocument/2006/relationships/oleObject" Target="../embeddings/oleObject286.bin"/><Relationship Id="rId7" Type="http://schemas.openxmlformats.org/officeDocument/2006/relationships/oleObject" Target="../embeddings/oleObject279.bin"/><Relationship Id="rId12" Type="http://schemas.openxmlformats.org/officeDocument/2006/relationships/image" Target="../media/image329.wmf"/><Relationship Id="rId17" Type="http://schemas.openxmlformats.org/officeDocument/2006/relationships/oleObject" Target="../embeddings/oleObject284.bin"/><Relationship Id="rId25" Type="http://schemas.openxmlformats.org/officeDocument/2006/relationships/oleObject" Target="../embeddings/oleObject288.bin"/><Relationship Id="rId2" Type="http://schemas.openxmlformats.org/officeDocument/2006/relationships/notesSlide" Target="../notesSlides/notesSlide87.xml"/><Relationship Id="rId16" Type="http://schemas.openxmlformats.org/officeDocument/2006/relationships/image" Target="../media/image331.wmf"/><Relationship Id="rId20" Type="http://schemas.openxmlformats.org/officeDocument/2006/relationships/image" Target="../media/image333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281.bin"/><Relationship Id="rId24" Type="http://schemas.openxmlformats.org/officeDocument/2006/relationships/image" Target="../media/image335.emf"/><Relationship Id="rId5" Type="http://schemas.openxmlformats.org/officeDocument/2006/relationships/oleObject" Target="../embeddings/oleObject278.bin"/><Relationship Id="rId15" Type="http://schemas.openxmlformats.org/officeDocument/2006/relationships/oleObject" Target="../embeddings/oleObject283.bin"/><Relationship Id="rId23" Type="http://schemas.openxmlformats.org/officeDocument/2006/relationships/oleObject" Target="../embeddings/oleObject287.bin"/><Relationship Id="rId10" Type="http://schemas.openxmlformats.org/officeDocument/2006/relationships/image" Target="../media/image328.wmf"/><Relationship Id="rId19" Type="http://schemas.openxmlformats.org/officeDocument/2006/relationships/oleObject" Target="../embeddings/oleObject285.bin"/><Relationship Id="rId4" Type="http://schemas.openxmlformats.org/officeDocument/2006/relationships/image" Target="../media/image325.wmf"/><Relationship Id="rId9" Type="http://schemas.openxmlformats.org/officeDocument/2006/relationships/oleObject" Target="../embeddings/oleObject280.bin"/><Relationship Id="rId14" Type="http://schemas.openxmlformats.org/officeDocument/2006/relationships/image" Target="../media/image330.wmf"/><Relationship Id="rId22" Type="http://schemas.openxmlformats.org/officeDocument/2006/relationships/image" Target="../media/image334.wmf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oleObject" Target="../embeddings/oleObject294.bin"/><Relationship Id="rId18" Type="http://schemas.openxmlformats.org/officeDocument/2006/relationships/image" Target="../media/image344.wmf"/><Relationship Id="rId3" Type="http://schemas.openxmlformats.org/officeDocument/2006/relationships/oleObject" Target="../embeddings/oleObject289.bin"/><Relationship Id="rId7" Type="http://schemas.openxmlformats.org/officeDocument/2006/relationships/oleObject" Target="../embeddings/oleObject291.bin"/><Relationship Id="rId12" Type="http://schemas.openxmlformats.org/officeDocument/2006/relationships/image" Target="../media/image341.wmf"/><Relationship Id="rId17" Type="http://schemas.openxmlformats.org/officeDocument/2006/relationships/oleObject" Target="../embeddings/oleObject296.bin"/><Relationship Id="rId2" Type="http://schemas.openxmlformats.org/officeDocument/2006/relationships/notesSlide" Target="../notesSlides/notesSlide88.xml"/><Relationship Id="rId16" Type="http://schemas.openxmlformats.org/officeDocument/2006/relationships/image" Target="../media/image343.wmf"/><Relationship Id="rId20" Type="http://schemas.openxmlformats.org/officeDocument/2006/relationships/image" Target="../media/image345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8.wmf"/><Relationship Id="rId11" Type="http://schemas.openxmlformats.org/officeDocument/2006/relationships/oleObject" Target="../embeddings/oleObject293.bin"/><Relationship Id="rId5" Type="http://schemas.openxmlformats.org/officeDocument/2006/relationships/oleObject" Target="../embeddings/oleObject290.bin"/><Relationship Id="rId15" Type="http://schemas.openxmlformats.org/officeDocument/2006/relationships/oleObject" Target="../embeddings/oleObject295.bin"/><Relationship Id="rId10" Type="http://schemas.openxmlformats.org/officeDocument/2006/relationships/image" Target="../media/image340.wmf"/><Relationship Id="rId19" Type="http://schemas.openxmlformats.org/officeDocument/2006/relationships/oleObject" Target="../embeddings/oleObject297.bin"/><Relationship Id="rId4" Type="http://schemas.openxmlformats.org/officeDocument/2006/relationships/image" Target="../media/image337.wmf"/><Relationship Id="rId9" Type="http://schemas.openxmlformats.org/officeDocument/2006/relationships/oleObject" Target="../embeddings/oleObject292.bin"/><Relationship Id="rId14" Type="http://schemas.openxmlformats.org/officeDocument/2006/relationships/image" Target="../media/image342.w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6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13" Type="http://schemas.openxmlformats.org/officeDocument/2006/relationships/oleObject" Target="../embeddings/oleObject303.bin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351.wmf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8.wmf"/><Relationship Id="rId11" Type="http://schemas.openxmlformats.org/officeDocument/2006/relationships/oleObject" Target="../embeddings/oleObject302.bin"/><Relationship Id="rId5" Type="http://schemas.openxmlformats.org/officeDocument/2006/relationships/oleObject" Target="../embeddings/oleObject299.bin"/><Relationship Id="rId10" Type="http://schemas.openxmlformats.org/officeDocument/2006/relationships/image" Target="../media/image350.wmf"/><Relationship Id="rId4" Type="http://schemas.openxmlformats.org/officeDocument/2006/relationships/image" Target="../media/image347.e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352.w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4.bin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4.wmf"/><Relationship Id="rId5" Type="http://schemas.openxmlformats.org/officeDocument/2006/relationships/oleObject" Target="../embeddings/oleObject305.bin"/><Relationship Id="rId4" Type="http://schemas.openxmlformats.org/officeDocument/2006/relationships/image" Target="../media/image353.wmf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6.bin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5.wmf"/><Relationship Id="rId5" Type="http://schemas.openxmlformats.org/officeDocument/2006/relationships/oleObject" Target="../embeddings/oleObject307.bin"/><Relationship Id="rId4" Type="http://schemas.openxmlformats.org/officeDocument/2006/relationships/image" Target="../media/image353.wmf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0.bin"/><Relationship Id="rId3" Type="http://schemas.openxmlformats.org/officeDocument/2006/relationships/audio" Target="../media/audio1.wav"/><Relationship Id="rId7" Type="http://schemas.openxmlformats.org/officeDocument/2006/relationships/image" Target="../media/image357.wmf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359.wmf"/><Relationship Id="rId5" Type="http://schemas.openxmlformats.org/officeDocument/2006/relationships/image" Target="../media/image356.wmf"/><Relationship Id="rId10" Type="http://schemas.openxmlformats.org/officeDocument/2006/relationships/oleObject" Target="../embeddings/oleObject311.bin"/><Relationship Id="rId4" Type="http://schemas.openxmlformats.org/officeDocument/2006/relationships/oleObject" Target="../embeddings/oleObject308.bin"/><Relationship Id="rId9" Type="http://schemas.openxmlformats.org/officeDocument/2006/relationships/image" Target="../media/image358.wmf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340" y="-104108"/>
            <a:ext cx="8328629" cy="1137568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81" y="4610613"/>
            <a:ext cx="12188238" cy="2246117"/>
          </a:xfrm>
          <a:prstGeom prst="rect">
            <a:avLst/>
          </a:prstGeom>
          <a:solidFill>
            <a:srgbClr val="111D33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" name="矩形 3"/>
          <p:cNvSpPr/>
          <p:nvPr/>
        </p:nvSpPr>
        <p:spPr>
          <a:xfrm>
            <a:off x="1880" y="3038157"/>
            <a:ext cx="7443531" cy="214164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799" dirty="0"/>
          </a:p>
        </p:txBody>
      </p:sp>
      <p:sp>
        <p:nvSpPr>
          <p:cNvPr id="9" name="文本框 8"/>
          <p:cNvSpPr txBox="1"/>
          <p:nvPr/>
        </p:nvSpPr>
        <p:spPr>
          <a:xfrm>
            <a:off x="189072" y="3180226"/>
            <a:ext cx="9558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概率论考前串讲</a:t>
            </a:r>
            <a:endParaRPr lang="zh-CN" altLang="en-US" sz="9600" spc="400" dirty="0">
              <a:solidFill>
                <a:schemeClr val="tx1">
                  <a:lumMod val="75000"/>
                  <a:lumOff val="2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8890962" y="5533657"/>
            <a:ext cx="2113063" cy="1123712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        白洛琦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2025</a:t>
            </a: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年</a:t>
            </a: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6</a:t>
            </a: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月</a:t>
            </a: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日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34BC98-713B-5803-FE04-AA9FF7FC95F6}"/>
              </a:ext>
            </a:extLst>
          </p:cNvPr>
          <p:cNvSpPr txBox="1"/>
          <p:nvPr/>
        </p:nvSpPr>
        <p:spPr>
          <a:xfrm>
            <a:off x="2269088" y="535631"/>
            <a:ext cx="343624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事件与概率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B06366-A3CB-64CD-56AC-D3FF312D4DAD}"/>
              </a:ext>
            </a:extLst>
          </p:cNvPr>
          <p:cNvSpPr txBox="1"/>
          <p:nvPr/>
        </p:nvSpPr>
        <p:spPr>
          <a:xfrm>
            <a:off x="2269088" y="1240408"/>
            <a:ext cx="481074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随机变量及分布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1E48DC-4C90-9BCC-8AAC-C7381104F45C}"/>
              </a:ext>
            </a:extLst>
          </p:cNvPr>
          <p:cNvSpPr txBox="1"/>
          <p:nvPr/>
        </p:nvSpPr>
        <p:spPr>
          <a:xfrm>
            <a:off x="2269088" y="2074544"/>
            <a:ext cx="27490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数字特征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99F5F7-4303-5198-BA63-8482D5C2975B}"/>
              </a:ext>
            </a:extLst>
          </p:cNvPr>
          <p:cNvSpPr txBox="1"/>
          <p:nvPr/>
        </p:nvSpPr>
        <p:spPr>
          <a:xfrm>
            <a:off x="2269088" y="2908835"/>
            <a:ext cx="548452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大数定理与中心极限定理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31CCD8-74A3-29C2-1B12-6AC62B1F0018}"/>
              </a:ext>
            </a:extLst>
          </p:cNvPr>
          <p:cNvSpPr txBox="1"/>
          <p:nvPr/>
        </p:nvSpPr>
        <p:spPr>
          <a:xfrm>
            <a:off x="1357757" y="505838"/>
            <a:ext cx="10738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FAD475-80C5-75D6-E775-B19C624C84ED}"/>
              </a:ext>
            </a:extLst>
          </p:cNvPr>
          <p:cNvSpPr txBox="1"/>
          <p:nvPr/>
        </p:nvSpPr>
        <p:spPr>
          <a:xfrm>
            <a:off x="1357757" y="1210615"/>
            <a:ext cx="10738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702223-EE35-7294-656E-907A82931227}"/>
              </a:ext>
            </a:extLst>
          </p:cNvPr>
          <p:cNvSpPr txBox="1"/>
          <p:nvPr/>
        </p:nvSpPr>
        <p:spPr>
          <a:xfrm>
            <a:off x="1357757" y="2044751"/>
            <a:ext cx="10738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F2F8AC-AE02-935A-C9FE-836F48DCD2DB}"/>
              </a:ext>
            </a:extLst>
          </p:cNvPr>
          <p:cNvSpPr txBox="1"/>
          <p:nvPr/>
        </p:nvSpPr>
        <p:spPr>
          <a:xfrm>
            <a:off x="1357757" y="2879042"/>
            <a:ext cx="10738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C90E1D-322B-8A66-09E2-16561AEE90E6}"/>
              </a:ext>
            </a:extLst>
          </p:cNvPr>
          <p:cNvSpPr txBox="1"/>
          <p:nvPr/>
        </p:nvSpPr>
        <p:spPr>
          <a:xfrm>
            <a:off x="1273450" y="3638971"/>
            <a:ext cx="4743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05    	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抽样分布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05E9F7-8E3F-F49D-F937-CFC6FC92D6A2}"/>
              </a:ext>
            </a:extLst>
          </p:cNvPr>
          <p:cNvSpPr txBox="1"/>
          <p:nvPr/>
        </p:nvSpPr>
        <p:spPr>
          <a:xfrm>
            <a:off x="1273450" y="4443469"/>
            <a:ext cx="6255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06    	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hlinkClick r:id="rId7" action="ppaction://hlinksldjump"/>
              </a:rPr>
              <a:t>点估计与区间估计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215894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948796" y="2826194"/>
            <a:ext cx="4538086" cy="748640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事件与概率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466670" y="2345541"/>
            <a:ext cx="1615555" cy="170994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4811186" y="2498027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01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D6A03E-3695-5BD3-76B0-08E218DF6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408" y="0"/>
            <a:ext cx="9253442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9E09EB88-979D-5DF4-A82C-DC411D1CB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716" y="756707"/>
            <a:ext cx="8820150" cy="507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66FF33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3200" u="sng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记号</a:t>
            </a:r>
            <a:r>
              <a:rPr lang="zh-CN" altLang="en-US" sz="3200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</a:t>
            </a:r>
            <a:r>
              <a:rPr lang="zh-CN" altLang="en-US" sz="3200" u="sng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概率论</a:t>
            </a:r>
            <a:r>
              <a:rPr lang="zh-CN" altLang="en-US" sz="3200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 </a:t>
            </a:r>
            <a:r>
              <a:rPr lang="zh-CN" altLang="en-US" sz="3200" u="sng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集合论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</a:rPr>
              <a:t>    </a:t>
            </a:r>
            <a:r>
              <a:rPr lang="en-US" altLang="zh-CN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Ω</a:t>
            </a:r>
            <a:r>
              <a:rPr lang="en-US" altLang="zh-CN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en-US" altLang="zh-CN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样本空间</a:t>
            </a:r>
            <a:r>
              <a:rPr lang="en-US" altLang="zh-CN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, 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必然事件         空间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en-US" altLang="zh-CN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φ</a:t>
            </a:r>
            <a:r>
              <a:rPr lang="en-US" altLang="zh-CN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  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不可能事件             空集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00FF00"/>
                </a:solidFill>
                <a:ea typeface="楷体_GB2312" panose="02010609030101010101" pitchFamily="49" charset="-122"/>
                <a:sym typeface="Symbol" panose="05050102010706020507" pitchFamily="18" charset="2"/>
              </a:rPr>
              <a:t>    </a:t>
            </a:r>
            <a:r>
              <a:rPr lang="zh-CN" altLang="en-US" dirty="0">
                <a:solidFill>
                  <a:srgbClr val="00B050"/>
                </a:solidFill>
                <a:ea typeface="楷体_GB2312" panose="02010609030101010101" pitchFamily="49" charset="-122"/>
                <a:sym typeface="Symbol" panose="05050102010706020507" pitchFamily="18" charset="2"/>
              </a:rPr>
              <a:t></a:t>
            </a:r>
            <a:r>
              <a:rPr lang="zh-CN" altLang="en-US" dirty="0">
                <a:solidFill>
                  <a:srgbClr val="00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  </a:t>
            </a:r>
            <a:r>
              <a:rPr lang="zh-CN" altLang="en-US" sz="3200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样本点           </a:t>
            </a:r>
            <a:r>
              <a:rPr lang="zh-CN" altLang="en-US" sz="32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元素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i="1" dirty="0">
                <a:solidFill>
                  <a:srgbClr val="FFFF00"/>
                </a:solidFill>
                <a:ea typeface="楷体_GB2312" panose="02010609030101010101" pitchFamily="49" charset="-122"/>
              </a:rPr>
              <a:t>  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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i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发生必然导致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发生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是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的子集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i="1" dirty="0">
                <a:solidFill>
                  <a:srgbClr val="00FF00"/>
                </a:solidFill>
                <a:ea typeface="楷体_GB2312" panose="02010609030101010101" pitchFamily="49" charset="-122"/>
              </a:rPr>
              <a:t>  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i="1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=</a:t>
            </a:r>
            <a:r>
              <a:rPr lang="en-US" altLang="zh-CN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φ</a:t>
            </a:r>
            <a:r>
              <a:rPr lang="en-US" altLang="zh-CN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互不相容  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无相同元素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i="1" dirty="0">
                <a:solidFill>
                  <a:srgbClr val="FFFF00"/>
                </a:solidFill>
                <a:ea typeface="楷体_GB2312" panose="02010609030101010101" pitchFamily="49" charset="-122"/>
              </a:rPr>
              <a:t>  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</a:rPr>
              <a:t>B</a:t>
            </a:r>
            <a:r>
              <a:rPr lang="en-US" altLang="zh-CN" i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至少有一发生 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的并集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i="1" dirty="0">
                <a:solidFill>
                  <a:srgbClr val="00FF00"/>
                </a:solidFill>
                <a:ea typeface="楷体_GB2312" panose="02010609030101010101" pitchFamily="49" charset="-122"/>
              </a:rPr>
              <a:t>  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00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同时发生     </a:t>
            </a:r>
            <a:r>
              <a:rPr lang="zh-CN" altLang="en-US" sz="1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1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的交集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i="1" dirty="0">
                <a:solidFill>
                  <a:srgbClr val="FFFF00"/>
                </a:solidFill>
                <a:ea typeface="楷体_GB2312" panose="02010609030101010101" pitchFamily="49" charset="-122"/>
              </a:rPr>
              <a:t>  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</a:rPr>
              <a:t>A</a:t>
            </a:r>
            <a:r>
              <a:rPr lang="en-US" altLang="zh-CN" i="1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solidFill>
                  <a:srgbClr val="00B050"/>
                </a:solidFill>
                <a:ea typeface="楷体_GB2312" panose="0201060903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发生且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不发生  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的差集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不发生、对立事件        </a:t>
            </a:r>
            <a:r>
              <a:rPr lang="en-US" altLang="zh-CN" i="1" dirty="0">
                <a:solidFill>
                  <a:schemeClr val="tx1"/>
                </a:solidFill>
                <a:ea typeface="楷体_GB2312" panose="02010609030101010101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的余集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DAB4F79A-73B9-D93C-DAFB-5C7EB2D3AC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11917"/>
              </p:ext>
            </p:extLst>
          </p:nvPr>
        </p:nvGraphicFramePr>
        <p:xfrm>
          <a:off x="2868612" y="5358061"/>
          <a:ext cx="3619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2636" imgH="203200" progId="Equation.DSMT4">
                  <p:embed/>
                </p:oleObj>
              </mc:Choice>
              <mc:Fallback>
                <p:oleObj r:id="rId2" imgW="152636" imgH="203200" progId="Equation.DSMT4">
                  <p:embed/>
                  <p:pic>
                    <p:nvPicPr>
                      <p:cNvPr id="43011" name="Object 3">
                        <a:extLst>
                          <a:ext uri="{FF2B5EF4-FFF2-40B4-BE49-F238E27FC236}">
                            <a16:creationId xmlns:a16="http://schemas.microsoft.com/office/drawing/2014/main" id="{35126C98-9D00-C9E6-4E3B-9B36D8DDEA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2" y="5358061"/>
                        <a:ext cx="3619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F5D30C0A-EC95-0109-E923-C4461866B596}"/>
              </a:ext>
            </a:extLst>
          </p:cNvPr>
          <p:cNvSpPr txBox="1"/>
          <p:nvPr/>
        </p:nvSpPr>
        <p:spPr>
          <a:xfrm>
            <a:off x="4447117" y="6187560"/>
            <a:ext cx="2741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（互逆如何定义？） 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992031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2E69B-8D8C-2111-2599-E6BD2C36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1D0DEE-DCEE-DD91-803E-1F44A981E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2654" y="536771"/>
            <a:ext cx="36415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计算公式</a:t>
            </a:r>
            <a:r>
              <a:rPr lang="zh-CN" altLang="en-US" sz="3600" b="1" dirty="0">
                <a:latin typeface="宋体" panose="02010600030101010101" pitchFamily="2" charset="-122"/>
              </a:rPr>
              <a:t>（★）</a:t>
            </a:r>
          </a:p>
        </p:txBody>
      </p:sp>
      <p:graphicFrame>
        <p:nvGraphicFramePr>
          <p:cNvPr id="4" name="对象 4102">
            <a:extLst>
              <a:ext uri="{FF2B5EF4-FFF2-40B4-BE49-F238E27FC236}">
                <a16:creationId xmlns:a16="http://schemas.microsoft.com/office/drawing/2014/main" id="{2B6787E8-3A74-7117-C9E1-9CF644BB1E76}"/>
              </a:ext>
            </a:extLst>
          </p:cNvPr>
          <p:cNvGraphicFramePr>
            <a:graphicFrameLocks/>
          </p:cNvGraphicFramePr>
          <p:nvPr/>
        </p:nvGraphicFramePr>
        <p:xfrm>
          <a:off x="2928928" y="1498685"/>
          <a:ext cx="22399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79500" imgH="228600" progId="Equation.3">
                  <p:embed/>
                </p:oleObj>
              </mc:Choice>
              <mc:Fallback>
                <p:oleObj r:id="rId2" imgW="1079500" imgH="228600" progId="Equation.3">
                  <p:embed/>
                  <p:pic>
                    <p:nvPicPr>
                      <p:cNvPr id="4" name="对象 4102">
                        <a:extLst>
                          <a:ext uri="{FF2B5EF4-FFF2-40B4-BE49-F238E27FC236}">
                            <a16:creationId xmlns:a16="http://schemas.microsoft.com/office/drawing/2014/main" id="{8B611912-C972-6C27-14E3-E9C82028C3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8" y="1498685"/>
                        <a:ext cx="22399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E30EBD85-F503-8A98-CD86-8A693B468D94}"/>
              </a:ext>
            </a:extLst>
          </p:cNvPr>
          <p:cNvGrpSpPr>
            <a:grpSpLocks/>
          </p:cNvGrpSpPr>
          <p:nvPr/>
        </p:nvGrpSpPr>
        <p:grpSpPr bwMode="auto">
          <a:xfrm>
            <a:off x="2200622" y="3284211"/>
            <a:ext cx="5409764" cy="887118"/>
            <a:chOff x="960" y="2104"/>
            <a:chExt cx="3074" cy="590"/>
          </a:xfrm>
        </p:grpSpPr>
        <p:sp>
          <p:nvSpPr>
            <p:cNvPr id="7" name="文本框 4105">
              <a:extLst>
                <a:ext uri="{FF2B5EF4-FFF2-40B4-BE49-F238E27FC236}">
                  <a16:creationId xmlns:a16="http://schemas.microsoft.com/office/drawing/2014/main" id="{3030EBAE-8716-BB45-73ED-207260CD4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104"/>
              <a:ext cx="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8" name="对象 4106">
              <a:extLst>
                <a:ext uri="{FF2B5EF4-FFF2-40B4-BE49-F238E27FC236}">
                  <a16:creationId xmlns:a16="http://schemas.microsoft.com/office/drawing/2014/main" id="{07D75EBA-945B-CE1D-E7FB-BD8FE28FACF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68" y="2430"/>
            <a:ext cx="276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106372" imgH="203024" progId="Equation.3">
                    <p:embed/>
                  </p:oleObj>
                </mc:Choice>
                <mc:Fallback>
                  <p:oleObj r:id="rId4" imgW="2106372" imgH="203024" progId="Equation.3">
                    <p:embed/>
                    <p:pic>
                      <p:nvPicPr>
                        <p:cNvPr id="8" name="对象 4106">
                          <a:extLst>
                            <a:ext uri="{FF2B5EF4-FFF2-40B4-BE49-F238E27FC236}">
                              <a16:creationId xmlns:a16="http://schemas.microsoft.com/office/drawing/2014/main" id="{AFE82613-93AF-7034-B760-47C17B8D8E0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" y="2430"/>
                          <a:ext cx="276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EABC3B0-72E7-B12E-E861-FF9F0BDC6479}"/>
              </a:ext>
            </a:extLst>
          </p:cNvPr>
          <p:cNvGraphicFramePr>
            <a:graphicFrameLocks/>
          </p:cNvGraphicFramePr>
          <p:nvPr/>
        </p:nvGraphicFramePr>
        <p:xfrm>
          <a:off x="3413238" y="4511918"/>
          <a:ext cx="3096833" cy="365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84611" imgH="203024" progId="Equation.3">
                  <p:embed/>
                </p:oleObj>
              </mc:Choice>
              <mc:Fallback>
                <p:oleObj r:id="rId6" imgW="1484611" imgH="203024" progId="Equation.3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0313E5E-9FF2-4C26-61B5-C96B3E8284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238" y="4511918"/>
                        <a:ext cx="3096833" cy="365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4110">
            <a:extLst>
              <a:ext uri="{FF2B5EF4-FFF2-40B4-BE49-F238E27FC236}">
                <a16:creationId xmlns:a16="http://schemas.microsoft.com/office/drawing/2014/main" id="{49824D40-6071-B6EF-06AF-5464EA07C5A6}"/>
              </a:ext>
            </a:extLst>
          </p:cNvPr>
          <p:cNvGraphicFramePr>
            <a:graphicFrameLocks/>
          </p:cNvGraphicFramePr>
          <p:nvPr/>
        </p:nvGraphicFramePr>
        <p:xfrm>
          <a:off x="3310750" y="5036684"/>
          <a:ext cx="3301811" cy="814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99506" imgH="431613" progId="Equation.DSMT4">
                  <p:embed/>
                </p:oleObj>
              </mc:Choice>
              <mc:Fallback>
                <p:oleObj name="Equation" r:id="rId8" imgW="1599506" imgH="431613" progId="Equation.DSMT4">
                  <p:embed/>
                  <p:pic>
                    <p:nvPicPr>
                      <p:cNvPr id="12" name="对象 4110">
                        <a:extLst>
                          <a:ext uri="{FF2B5EF4-FFF2-40B4-BE49-F238E27FC236}">
                            <a16:creationId xmlns:a16="http://schemas.microsoft.com/office/drawing/2014/main" id="{FD7C2184-8742-C368-F512-5B4C1E5533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0750" y="5036684"/>
                        <a:ext cx="3301811" cy="814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1F4F41A-75E6-AC60-4FD6-62C53C8F8E4B}"/>
              </a:ext>
            </a:extLst>
          </p:cNvPr>
          <p:cNvGraphicFramePr>
            <a:graphicFrameLocks/>
          </p:cNvGraphicFramePr>
          <p:nvPr/>
        </p:nvGraphicFramePr>
        <p:xfrm>
          <a:off x="3254598" y="5954099"/>
          <a:ext cx="3301812" cy="814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25600" imgH="419100" progId="Equation.DSMT4">
                  <p:embed/>
                </p:oleObj>
              </mc:Choice>
              <mc:Fallback>
                <p:oleObj r:id="rId10" imgW="1625600" imgH="4191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43391E0-F155-C29F-247D-DA42455F96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598" y="5954099"/>
                        <a:ext cx="3301812" cy="814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4B10FEC0-BC8D-890F-AA3A-A375DC5C31AD}"/>
              </a:ext>
            </a:extLst>
          </p:cNvPr>
          <p:cNvSpPr txBox="1"/>
          <p:nvPr/>
        </p:nvSpPr>
        <p:spPr>
          <a:xfrm>
            <a:off x="7610386" y="3774381"/>
            <a:ext cx="3746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加法公式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乘法公式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全概率公式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贝叶斯公式</a:t>
            </a: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1A858906-022C-9432-64BD-C73E2431A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5504" y="1414206"/>
          <a:ext cx="4333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71602" imgH="218966" progId="Equation.DSMT4">
                  <p:embed/>
                </p:oleObj>
              </mc:Choice>
              <mc:Fallback>
                <p:oleObj r:id="rId12" imgW="171602" imgH="218966" progId="Equation.DSMT4">
                  <p:embed/>
                  <p:pic>
                    <p:nvPicPr>
                      <p:cNvPr id="22" name="Object 2">
                        <a:extLst>
                          <a:ext uri="{FF2B5EF4-FFF2-40B4-BE49-F238E27FC236}">
                            <a16:creationId xmlns:a16="http://schemas.microsoft.com/office/drawing/2014/main" id="{C6FE52B8-551E-9231-8D4E-EA2CCEC038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504" y="1414206"/>
                        <a:ext cx="433388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10">
            <a:extLst>
              <a:ext uri="{FF2B5EF4-FFF2-40B4-BE49-F238E27FC236}">
                <a16:creationId xmlns:a16="http://schemas.microsoft.com/office/drawing/2014/main" id="{65E02470-347C-12EA-A3A9-A0E7E4499266}"/>
              </a:ext>
            </a:extLst>
          </p:cNvPr>
          <p:cNvGrpSpPr>
            <a:grpSpLocks/>
          </p:cNvGrpSpPr>
          <p:nvPr/>
        </p:nvGrpSpPr>
        <p:grpSpPr bwMode="auto">
          <a:xfrm>
            <a:off x="2851279" y="2166157"/>
            <a:ext cx="2597150" cy="519113"/>
            <a:chOff x="0" y="0"/>
            <a:chExt cx="1636" cy="327"/>
          </a:xfrm>
        </p:grpSpPr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AEB02A35-8438-0CDA-F1DF-71CD1094E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chemeClr val="tx1"/>
                  </a:solidFill>
                  <a:ea typeface="楷体_GB2312" pitchFamily="49" charset="-122"/>
                </a:rPr>
                <a:t>如果</a:t>
              </a:r>
            </a:p>
          </p:txBody>
        </p:sp>
        <p:graphicFrame>
          <p:nvGraphicFramePr>
            <p:cNvPr id="25" name="Object 5">
              <a:extLst>
                <a:ext uri="{FF2B5EF4-FFF2-40B4-BE49-F238E27FC236}">
                  <a16:creationId xmlns:a16="http://schemas.microsoft.com/office/drawing/2014/main" id="{C4B07A34-FF9A-F94D-6B4D-C24AA8929C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48"/>
            <a:ext cx="713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31640" imgH="164880" progId="Equation.DSMT4">
                    <p:embed/>
                  </p:oleObj>
                </mc:Choice>
                <mc:Fallback>
                  <p:oleObj name="Equation" r:id="rId14" imgW="431640" imgH="164880" progId="Equation.DSMT4">
                    <p:embed/>
                    <p:pic>
                      <p:nvPicPr>
                        <p:cNvPr id="25" name="Object 5">
                          <a:extLst>
                            <a:ext uri="{FF2B5EF4-FFF2-40B4-BE49-F238E27FC236}">
                              <a16:creationId xmlns:a16="http://schemas.microsoft.com/office/drawing/2014/main" id="{81BBB6D8-D198-EE53-4F42-A275EC784F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48"/>
                          <a:ext cx="713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13">
              <a:extLst>
                <a:ext uri="{FF2B5EF4-FFF2-40B4-BE49-F238E27FC236}">
                  <a16:creationId xmlns:a16="http://schemas.microsoft.com/office/drawing/2014/main" id="{EB27E1B1-CA71-04C0-34BB-91F9059BB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ea typeface="楷体_GB2312" pitchFamily="49" charset="-122"/>
                </a:rPr>
                <a:t>则</a:t>
              </a:r>
            </a:p>
          </p:txBody>
        </p:sp>
      </p:grpSp>
      <p:grpSp>
        <p:nvGrpSpPr>
          <p:cNvPr id="27" name="Group 14">
            <a:extLst>
              <a:ext uri="{FF2B5EF4-FFF2-40B4-BE49-F238E27FC236}">
                <a16:creationId xmlns:a16="http://schemas.microsoft.com/office/drawing/2014/main" id="{5FE6ACC0-69BF-FF8F-7888-18DF1125B2DD}"/>
              </a:ext>
            </a:extLst>
          </p:cNvPr>
          <p:cNvGrpSpPr>
            <a:grpSpLocks/>
          </p:cNvGrpSpPr>
          <p:nvPr/>
        </p:nvGrpSpPr>
        <p:grpSpPr bwMode="auto">
          <a:xfrm>
            <a:off x="2529724" y="2816990"/>
            <a:ext cx="7674475" cy="561814"/>
            <a:chOff x="0" y="0"/>
            <a:chExt cx="4970" cy="371"/>
          </a:xfrm>
        </p:grpSpPr>
        <p:sp>
          <p:nvSpPr>
            <p:cNvPr id="28" name="Text Box 15">
              <a:extLst>
                <a:ext uri="{FF2B5EF4-FFF2-40B4-BE49-F238E27FC236}">
                  <a16:creationId xmlns:a16="http://schemas.microsoft.com/office/drawing/2014/main" id="{45C572D6-8063-7170-79D8-AC2AB3525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ea typeface="楷体_GB2312" pitchFamily="49" charset="-122"/>
                </a:rPr>
                <a:t>①</a:t>
              </a:r>
            </a:p>
          </p:txBody>
        </p:sp>
        <p:graphicFrame>
          <p:nvGraphicFramePr>
            <p:cNvPr id="29" name="Object 9">
              <a:extLst>
                <a:ext uri="{FF2B5EF4-FFF2-40B4-BE49-F238E27FC236}">
                  <a16:creationId xmlns:a16="http://schemas.microsoft.com/office/drawing/2014/main" id="{455DDB3A-407D-F9B1-6F65-FE7D6B8C3C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0"/>
            <a:ext cx="650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93480" imgH="253800" progId="Equation.DSMT4">
                    <p:embed/>
                  </p:oleObj>
                </mc:Choice>
                <mc:Fallback>
                  <p:oleObj name="Equation" r:id="rId16" imgW="393480" imgH="253800" progId="Equation.DSMT4">
                    <p:embed/>
                    <p:pic>
                      <p:nvPicPr>
                        <p:cNvPr id="29" name="Object 9">
                          <a:extLst>
                            <a:ext uri="{FF2B5EF4-FFF2-40B4-BE49-F238E27FC236}">
                              <a16:creationId xmlns:a16="http://schemas.microsoft.com/office/drawing/2014/main" id="{8511D5FB-6AF8-223E-A3C9-BE262F442F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0"/>
                          <a:ext cx="650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17">
              <a:extLst>
                <a:ext uri="{FF2B5EF4-FFF2-40B4-BE49-F238E27FC236}">
                  <a16:creationId xmlns:a16="http://schemas.microsoft.com/office/drawing/2014/main" id="{2D1D3AF2-1AD6-5795-E404-8B178A136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ea typeface="楷体_GB2312" pitchFamily="49" charset="-122"/>
                </a:rPr>
                <a:t>≤</a:t>
              </a:r>
            </a:p>
          </p:txBody>
        </p:sp>
        <p:graphicFrame>
          <p:nvGraphicFramePr>
            <p:cNvPr id="31" name="Object 11">
              <a:extLst>
                <a:ext uri="{FF2B5EF4-FFF2-40B4-BE49-F238E27FC236}">
                  <a16:creationId xmlns:a16="http://schemas.microsoft.com/office/drawing/2014/main" id="{B9ACA220-DEE7-6F07-656B-539DB9B7D1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0"/>
            <a:ext cx="650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93480" imgH="253800" progId="Equation.DSMT4">
                    <p:embed/>
                  </p:oleObj>
                </mc:Choice>
                <mc:Fallback>
                  <p:oleObj name="Equation" r:id="rId18" imgW="393480" imgH="253800" progId="Equation.DSMT4">
                    <p:embed/>
                    <p:pic>
                      <p:nvPicPr>
                        <p:cNvPr id="31" name="Object 11">
                          <a:extLst>
                            <a:ext uri="{FF2B5EF4-FFF2-40B4-BE49-F238E27FC236}">
                              <a16:creationId xmlns:a16="http://schemas.microsoft.com/office/drawing/2014/main" id="{501CD39B-0287-EAF4-37A3-F74A140FDA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0"/>
                          <a:ext cx="650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Text Box 19">
              <a:extLst>
                <a:ext uri="{FF2B5EF4-FFF2-40B4-BE49-F238E27FC236}">
                  <a16:creationId xmlns:a16="http://schemas.microsoft.com/office/drawing/2014/main" id="{F409AA0C-D82D-E105-7A62-DEB0A8041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ea typeface="楷体_GB2312" pitchFamily="49" charset="-122"/>
                </a:rPr>
                <a:t>②</a:t>
              </a:r>
            </a:p>
          </p:txBody>
        </p:sp>
        <p:graphicFrame>
          <p:nvGraphicFramePr>
            <p:cNvPr id="33" name="Object 13">
              <a:extLst>
                <a:ext uri="{FF2B5EF4-FFF2-40B4-BE49-F238E27FC236}">
                  <a16:creationId xmlns:a16="http://schemas.microsoft.com/office/drawing/2014/main" id="{8FB2ECD6-2E08-E5F4-FDC4-3735D3DC53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0"/>
            <a:ext cx="2621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87240" imgH="253800" progId="Equation.DSMT4">
                    <p:embed/>
                  </p:oleObj>
                </mc:Choice>
                <mc:Fallback>
                  <p:oleObj name="Equation" r:id="rId20" imgW="1587240" imgH="253800" progId="Equation.DSMT4">
                    <p:embed/>
                    <p:pic>
                      <p:nvPicPr>
                        <p:cNvPr id="33" name="Object 13">
                          <a:extLst>
                            <a:ext uri="{FF2B5EF4-FFF2-40B4-BE49-F238E27FC236}">
                              <a16:creationId xmlns:a16="http://schemas.microsoft.com/office/drawing/2014/main" id="{9BF591CC-9299-2C69-4A26-DC4F57E4DA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0"/>
                          <a:ext cx="2621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8584651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6143010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考点一：几何关系与概率计算（★）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FBC28D41-89A0-30D6-F9C0-E6B131138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075" y="1610970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ea typeface="楷体_GB2312" pitchFamily="49" charset="-122"/>
              </a:rPr>
              <a:t>例</a:t>
            </a:r>
            <a:endParaRPr lang="en-US" altLang="zh-CN" b="1" dirty="0">
              <a:ea typeface="楷体_GB2312" pitchFamily="49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5B67CB5-67FB-F71C-7B26-3F04A5074F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504069"/>
              </p:ext>
            </p:extLst>
          </p:nvPr>
        </p:nvGraphicFramePr>
        <p:xfrm>
          <a:off x="3140976" y="1520482"/>
          <a:ext cx="40925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040" imgH="304560" progId="Equation.DSMT4">
                  <p:embed/>
                </p:oleObj>
              </mc:Choice>
              <mc:Fallback>
                <p:oleObj name="Equation" r:id="rId3" imgW="1562040" imgH="304560" progId="Equation.DSMT4">
                  <p:embed/>
                  <p:pic>
                    <p:nvPicPr>
                      <p:cNvPr id="68611" name="Object 3">
                        <a:extLst>
                          <a:ext uri="{FF2B5EF4-FFF2-40B4-BE49-F238E27FC236}">
                            <a16:creationId xmlns:a16="http://schemas.microsoft.com/office/drawing/2014/main" id="{16CB2AF8-F2B1-68AF-6854-14DF630BFF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976" y="1520482"/>
                        <a:ext cx="40925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1">
            <a:extLst>
              <a:ext uri="{FF2B5EF4-FFF2-40B4-BE49-F238E27FC236}">
                <a16:creationId xmlns:a16="http://schemas.microsoft.com/office/drawing/2014/main" id="{1D49168E-C849-F2F0-0678-0009A46C4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0688" y="1520482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/>
                </a:solidFill>
                <a:ea typeface="楷体_GB2312" pitchFamily="49" charset="-122"/>
              </a:rPr>
              <a:t>，求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9350A90-CFB9-9290-F012-6128C73467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860415"/>
              </p:ext>
            </p:extLst>
          </p:nvPr>
        </p:nvGraphicFramePr>
        <p:xfrm>
          <a:off x="8090801" y="1520482"/>
          <a:ext cx="1265237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400" imgH="304560" progId="Equation.DSMT4">
                  <p:embed/>
                </p:oleObj>
              </mc:Choice>
              <mc:Fallback>
                <p:oleObj name="Equation" r:id="rId5" imgW="482400" imgH="304560" progId="Equation.DSMT4">
                  <p:embed/>
                  <p:pic>
                    <p:nvPicPr>
                      <p:cNvPr id="68613" name="Object 5">
                        <a:extLst>
                          <a:ext uri="{FF2B5EF4-FFF2-40B4-BE49-F238E27FC236}">
                            <a16:creationId xmlns:a16="http://schemas.microsoft.com/office/drawing/2014/main" id="{28D2C502-B78F-BDCF-EDAB-D93E9FD9C9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0801" y="1520482"/>
                        <a:ext cx="1265237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3">
            <a:extLst>
              <a:ext uri="{FF2B5EF4-FFF2-40B4-BE49-F238E27FC236}">
                <a16:creationId xmlns:a16="http://schemas.microsoft.com/office/drawing/2014/main" id="{CAE58DE2-0F77-1796-3A8A-3A7472F17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826" y="3385408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b="1">
                <a:ea typeface="楷体_GB2312" pitchFamily="49" charset="-122"/>
              </a:rPr>
              <a:t>解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0EBBC54-2294-1CA1-AEEE-844853C7E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845636"/>
              </p:ext>
            </p:extLst>
          </p:nvPr>
        </p:nvGraphicFramePr>
        <p:xfrm>
          <a:off x="3140976" y="3250471"/>
          <a:ext cx="3925887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8320" imgH="304560" progId="Equation.DSMT4">
                  <p:embed/>
                </p:oleObj>
              </mc:Choice>
              <mc:Fallback>
                <p:oleObj name="Equation" r:id="rId7" imgW="1498320" imgH="304560" progId="Equation.DSMT4">
                  <p:embed/>
                  <p:pic>
                    <p:nvPicPr>
                      <p:cNvPr id="68615" name="Object 7">
                        <a:extLst>
                          <a:ext uri="{FF2B5EF4-FFF2-40B4-BE49-F238E27FC236}">
                            <a16:creationId xmlns:a16="http://schemas.microsoft.com/office/drawing/2014/main" id="{21947809-71F5-F9B7-5A38-494AC7FC58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976" y="3250471"/>
                        <a:ext cx="3925887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6C01E852-4EB6-1F39-2A63-D67467EE4C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982017"/>
              </p:ext>
            </p:extLst>
          </p:nvPr>
        </p:nvGraphicFramePr>
        <p:xfrm>
          <a:off x="3634688" y="4015646"/>
          <a:ext cx="42926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03040" progId="Equation.DSMT4">
                  <p:embed/>
                </p:oleObj>
              </mc:Choice>
              <mc:Fallback>
                <p:oleObj name="Equation" r:id="rId9" imgW="1638000" imgH="203040" progId="Equation.DSMT4">
                  <p:embed/>
                  <p:pic>
                    <p:nvPicPr>
                      <p:cNvPr id="68616" name="Object 8">
                        <a:extLst>
                          <a:ext uri="{FF2B5EF4-FFF2-40B4-BE49-F238E27FC236}">
                            <a16:creationId xmlns:a16="http://schemas.microsoft.com/office/drawing/2014/main" id="{901B0CEB-AF69-6049-6FB7-01A358ACFB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4688" y="4015646"/>
                        <a:ext cx="42926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E81070E-04F0-5366-6836-2BD88B5D9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723855"/>
              </p:ext>
            </p:extLst>
          </p:nvPr>
        </p:nvGraphicFramePr>
        <p:xfrm>
          <a:off x="3229876" y="4599846"/>
          <a:ext cx="1598612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09480" imgH="304560" progId="Equation.DSMT4">
                  <p:embed/>
                </p:oleObj>
              </mc:Choice>
              <mc:Fallback>
                <p:oleObj name="Equation" r:id="rId11" imgW="609480" imgH="304560" progId="Equation.DSMT4">
                  <p:embed/>
                  <p:pic>
                    <p:nvPicPr>
                      <p:cNvPr id="68617" name="Object 9">
                        <a:extLst>
                          <a:ext uri="{FF2B5EF4-FFF2-40B4-BE49-F238E27FC236}">
                            <a16:creationId xmlns:a16="http://schemas.microsoft.com/office/drawing/2014/main" id="{55F8BF7A-CBE0-6786-3C2F-A4AFF6380E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9876" y="4599846"/>
                        <a:ext cx="1598612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9AB07A5-DD09-D1D2-8CB0-7F8D313DF1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844905"/>
              </p:ext>
            </p:extLst>
          </p:nvPr>
        </p:nvGraphicFramePr>
        <p:xfrm>
          <a:off x="4445901" y="5320571"/>
          <a:ext cx="9318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5320" imgH="177480" progId="Equation.DSMT4">
                  <p:embed/>
                </p:oleObj>
              </mc:Choice>
              <mc:Fallback>
                <p:oleObj name="Equation" r:id="rId13" imgW="355320" imgH="177480" progId="Equation.DSMT4">
                  <p:embed/>
                  <p:pic>
                    <p:nvPicPr>
                      <p:cNvPr id="68618" name="Object 10">
                        <a:extLst>
                          <a:ext uri="{FF2B5EF4-FFF2-40B4-BE49-F238E27FC236}">
                            <a16:creationId xmlns:a16="http://schemas.microsoft.com/office/drawing/2014/main" id="{71437F8C-7427-B399-67C8-626921AC2F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901" y="5320571"/>
                        <a:ext cx="9318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22">
            <a:extLst>
              <a:ext uri="{FF2B5EF4-FFF2-40B4-BE49-F238E27FC236}">
                <a16:creationId xmlns:a16="http://schemas.microsoft.com/office/drawing/2014/main" id="{6753A81D-D795-4388-2B27-A941B22F5012}"/>
              </a:ext>
            </a:extLst>
          </p:cNvPr>
          <p:cNvGrpSpPr>
            <a:grpSpLocks/>
          </p:cNvGrpSpPr>
          <p:nvPr/>
        </p:nvGrpSpPr>
        <p:grpSpPr bwMode="auto">
          <a:xfrm>
            <a:off x="8025713" y="3931508"/>
            <a:ext cx="2286000" cy="1447800"/>
            <a:chOff x="0" y="0"/>
            <a:chExt cx="1728" cy="1056"/>
          </a:xfrm>
        </p:grpSpPr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DBCFF1F9-647C-1A0C-A0AA-92AF2FA7D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28" cy="10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chemeClr val="tx1"/>
                  </a:solidFill>
                </a:rPr>
                <a:t>Ω</a:t>
              </a:r>
            </a:p>
          </p:txBody>
        </p:sp>
        <p:grpSp>
          <p:nvGrpSpPr>
            <p:cNvPr id="14" name="Group 24">
              <a:extLst>
                <a:ext uri="{FF2B5EF4-FFF2-40B4-BE49-F238E27FC236}">
                  <a16:creationId xmlns:a16="http://schemas.microsoft.com/office/drawing/2014/main" id="{A506F3C5-0EAE-95E9-7D61-046838761E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86"/>
              <a:ext cx="1056" cy="720"/>
              <a:chOff x="0" y="0"/>
              <a:chExt cx="1056" cy="720"/>
            </a:xfrm>
          </p:grpSpPr>
          <p:sp>
            <p:nvSpPr>
              <p:cNvPr id="15" name="Oval 25">
                <a:extLst>
                  <a:ext uri="{FF2B5EF4-FFF2-40B4-BE49-F238E27FC236}">
                    <a16:creationId xmlns:a16="http://schemas.microsoft.com/office/drawing/2014/main" id="{02F3A85B-2804-A396-0D59-814038E7AF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20" cy="7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n"/>
                  <a:defRPr sz="25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p"/>
                  <a:defRPr sz="2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i="1">
                    <a:solidFill>
                      <a:schemeClr val="tx1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6" name="Oval 26">
                <a:extLst>
                  <a:ext uri="{FF2B5EF4-FFF2-40B4-BE49-F238E27FC236}">
                    <a16:creationId xmlns:a16="http://schemas.microsoft.com/office/drawing/2014/main" id="{2D9C81DB-6755-D427-0589-2903295F0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48"/>
                <a:ext cx="528" cy="5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n"/>
                  <a:defRPr sz="25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p"/>
                  <a:defRPr sz="2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i="1">
                    <a:solidFill>
                      <a:schemeClr val="tx1"/>
                    </a:solidFill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7" name="Line 27">
                <a:extLst>
                  <a:ext uri="{FF2B5EF4-FFF2-40B4-BE49-F238E27FC236}">
                    <a16:creationId xmlns:a16="http://schemas.microsoft.com/office/drawing/2014/main" id="{92F135AF-53D0-DC97-B258-999838E34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9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28">
                <a:extLst>
                  <a:ext uri="{FF2B5EF4-FFF2-40B4-BE49-F238E27FC236}">
                    <a16:creationId xmlns:a16="http://schemas.microsoft.com/office/drawing/2014/main" id="{C75BB2EA-30DC-9F44-1945-BFC11E065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5" y="537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29">
                <a:extLst>
                  <a:ext uri="{FF2B5EF4-FFF2-40B4-BE49-F238E27FC236}">
                    <a16:creationId xmlns:a16="http://schemas.microsoft.com/office/drawing/2014/main" id="{11AE1515-C48C-FF9F-68CD-B386E4066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" y="22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30">
                <a:extLst>
                  <a:ext uri="{FF2B5EF4-FFF2-40B4-BE49-F238E27FC236}">
                    <a16:creationId xmlns:a16="http://schemas.microsoft.com/office/drawing/2014/main" id="{7BEEEDCE-86BF-E35C-E6C3-F656DDDF8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5" y="48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31">
                <a:extLst>
                  <a:ext uri="{FF2B5EF4-FFF2-40B4-BE49-F238E27FC236}">
                    <a16:creationId xmlns:a16="http://schemas.microsoft.com/office/drawing/2014/main" id="{34DEF460-6B81-7FEF-E03F-C824F9955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5" y="45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2">
                <a:extLst>
                  <a:ext uri="{FF2B5EF4-FFF2-40B4-BE49-F238E27FC236}">
                    <a16:creationId xmlns:a16="http://schemas.microsoft.com/office/drawing/2014/main" id="{A8B5598D-D626-28D5-5953-521916056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" y="255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3">
                <a:extLst>
                  <a:ext uri="{FF2B5EF4-FFF2-40B4-BE49-F238E27FC236}">
                    <a16:creationId xmlns:a16="http://schemas.microsoft.com/office/drawing/2014/main" id="{CF6EDC70-2ED3-D66A-0CFF-3AC0DC761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2700000">
                <a:off x="597" y="135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4">
                <a:extLst>
                  <a:ext uri="{FF2B5EF4-FFF2-40B4-BE49-F238E27FC236}">
                    <a16:creationId xmlns:a16="http://schemas.microsoft.com/office/drawing/2014/main" id="{A7DF1957-1141-2D5E-3756-69F0CECBAC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" y="393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5">
                <a:extLst>
                  <a:ext uri="{FF2B5EF4-FFF2-40B4-BE49-F238E27FC236}">
                    <a16:creationId xmlns:a16="http://schemas.microsoft.com/office/drawing/2014/main" id="{BCDCCF28-B92C-E0FF-015A-C2ED8BCC5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" y="30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6">
                <a:extLst>
                  <a:ext uri="{FF2B5EF4-FFF2-40B4-BE49-F238E27FC236}">
                    <a16:creationId xmlns:a16="http://schemas.microsoft.com/office/drawing/2014/main" id="{F759C6B8-C261-339F-C570-16B095895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9" y="336"/>
                <a:ext cx="201" cy="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7" name="Object 30">
            <a:extLst>
              <a:ext uri="{FF2B5EF4-FFF2-40B4-BE49-F238E27FC236}">
                <a16:creationId xmlns:a16="http://schemas.microsoft.com/office/drawing/2014/main" id="{3E0083AB-F3DD-A527-C519-2427381423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515647"/>
              </p:ext>
            </p:extLst>
          </p:nvPr>
        </p:nvGraphicFramePr>
        <p:xfrm>
          <a:off x="4895163" y="4645883"/>
          <a:ext cx="176371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72840" imgH="253800" progId="Equation.DSMT4">
                  <p:embed/>
                </p:oleObj>
              </mc:Choice>
              <mc:Fallback>
                <p:oleObj name="Equation" r:id="rId15" imgW="672840" imgH="253800" progId="Equation.DSMT4">
                  <p:embed/>
                  <p:pic>
                    <p:nvPicPr>
                      <p:cNvPr id="3" name="Object 30">
                        <a:extLst>
                          <a:ext uri="{FF2B5EF4-FFF2-40B4-BE49-F238E27FC236}">
                            <a16:creationId xmlns:a16="http://schemas.microsoft.com/office/drawing/2014/main" id="{B44CE375-5AAE-79C7-56FF-CD3E95FF03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163" y="4645883"/>
                        <a:ext cx="1763713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64735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6145">
            <a:extLst>
              <a:ext uri="{FF2B5EF4-FFF2-40B4-BE49-F238E27FC236}">
                <a16:creationId xmlns:a16="http://schemas.microsoft.com/office/drawing/2014/main" id="{3CEC18ED-C466-C863-E2A0-041F11103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7871" y="1325177"/>
            <a:ext cx="1887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2   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填空：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1C8D738-2D1E-4780-3D88-8E6B57EBD553}"/>
              </a:ext>
            </a:extLst>
          </p:cNvPr>
          <p:cNvGrpSpPr>
            <a:grpSpLocks/>
          </p:cNvGrpSpPr>
          <p:nvPr/>
        </p:nvGrpSpPr>
        <p:grpSpPr bwMode="auto">
          <a:xfrm>
            <a:off x="2887046" y="1806984"/>
            <a:ext cx="6696075" cy="519112"/>
            <a:chOff x="1111" y="799"/>
            <a:chExt cx="4218" cy="327"/>
          </a:xfrm>
        </p:grpSpPr>
        <p:sp>
          <p:nvSpPr>
            <p:cNvPr id="5" name="文本框 6147">
              <a:extLst>
                <a:ext uri="{FF2B5EF4-FFF2-40B4-BE49-F238E27FC236}">
                  <a16:creationId xmlns:a16="http://schemas.microsoft.com/office/drawing/2014/main" id="{7CB238A9-9A33-C332-86F0-EE74A648B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811"/>
              <a:ext cx="4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(1) </a:t>
              </a:r>
              <a:r>
                <a:rPr lang="zh-CN" altLang="en-US" sz="2400">
                  <a:latin typeface="Times New Roman" panose="02020603050405020304" pitchFamily="18" charset="0"/>
                  <a:ea typeface="华文中宋" panose="02010600040101010101" pitchFamily="2" charset="-122"/>
                </a:rPr>
                <a:t>设</a:t>
              </a:r>
              <a:r>
                <a:rPr lang="en-US" altLang="zh-CN" sz="2400" i="1">
                  <a:latin typeface="Times New Roman" panose="02020603050405020304" pitchFamily="18" charset="0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>
                  <a:latin typeface="Times New Roman" panose="02020603050405020304" pitchFamily="18" charset="0"/>
                </a:rPr>
                <a:t>)=0.7</a:t>
              </a:r>
              <a:r>
                <a:rPr lang="zh-CN" altLang="en-US" sz="2400">
                  <a:latin typeface="Times New Roman" panose="02020603050405020304" pitchFamily="18" charset="0"/>
                </a:rPr>
                <a:t>，</a:t>
              </a:r>
              <a:r>
                <a:rPr lang="en-US" altLang="zh-CN" sz="2400" i="1">
                  <a:latin typeface="Times New Roman" panose="02020603050405020304" pitchFamily="18" charset="0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>
                  <a:latin typeface="Symbol" panose="05050102010706020507" pitchFamily="18" charset="2"/>
                </a:rPr>
                <a:t>-</a:t>
              </a:r>
              <a:r>
                <a:rPr lang="en-US" altLang="zh-CN" sz="2400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>
                  <a:latin typeface="Times New Roman" panose="02020603050405020304" pitchFamily="18" charset="0"/>
                </a:rPr>
                <a:t>)=0.3</a:t>
              </a:r>
              <a:r>
                <a:rPr lang="zh-CN" altLang="en-US" sz="2400">
                  <a:latin typeface="Times New Roman" panose="02020603050405020304" pitchFamily="18" charset="0"/>
                </a:rPr>
                <a:t>，</a:t>
              </a:r>
              <a:r>
                <a:rPr lang="zh-CN" altLang="en-US" sz="2400">
                  <a:latin typeface="Times New Roman" panose="02020603050405020304" pitchFamily="18" charset="0"/>
                  <a:ea typeface="华文中宋" panose="02010600040101010101" pitchFamily="2" charset="-122"/>
                </a:rPr>
                <a:t>则</a:t>
              </a:r>
              <a:r>
                <a:rPr lang="zh-CN" altLang="en-US" sz="2400">
                  <a:latin typeface="Times New Roman" panose="02020603050405020304" pitchFamily="18" charset="0"/>
                </a:rPr>
                <a:t>              </a:t>
              </a:r>
              <a:r>
                <a:rPr lang="en-US" altLang="zh-CN" sz="2400">
                  <a:latin typeface="Times New Roman" panose="02020603050405020304" pitchFamily="18" charset="0"/>
                </a:rPr>
                <a:t>=______</a:t>
              </a:r>
            </a:p>
          </p:txBody>
        </p:sp>
        <p:graphicFrame>
          <p:nvGraphicFramePr>
            <p:cNvPr id="6" name="对象 6148">
              <a:extLst>
                <a:ext uri="{FF2B5EF4-FFF2-40B4-BE49-F238E27FC236}">
                  <a16:creationId xmlns:a16="http://schemas.microsoft.com/office/drawing/2014/main" id="{FE9FC738-59C4-DAE9-66D0-4616C8119FD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23" y="799"/>
            <a:ext cx="630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57002" imgH="241195" progId="Equation.3">
                    <p:embed/>
                  </p:oleObj>
                </mc:Choice>
                <mc:Fallback>
                  <p:oleObj r:id="rId3" imgW="457002" imgH="241195" progId="Equation.3">
                    <p:embed/>
                    <p:pic>
                      <p:nvPicPr>
                        <p:cNvPr id="4114" name="对象 6148">
                          <a:extLst>
                            <a:ext uri="{FF2B5EF4-FFF2-40B4-BE49-F238E27FC236}">
                              <a16:creationId xmlns:a16="http://schemas.microsoft.com/office/drawing/2014/main" id="{BAC80579-4511-2FD6-19C3-C8F5347B98D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799"/>
                          <a:ext cx="630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C9F6B6F-A998-9ACE-139C-E8D77EEE75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5317798"/>
              </p:ext>
            </p:extLst>
          </p:nvPr>
        </p:nvGraphicFramePr>
        <p:xfrm>
          <a:off x="2434609" y="2468177"/>
          <a:ext cx="79422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654428" imgH="203024" progId="Equation.3">
                  <p:embed/>
                </p:oleObj>
              </mc:Choice>
              <mc:Fallback>
                <p:oleObj r:id="rId5" imgW="3654428" imgH="203024" progId="Equation.3">
                  <p:embed/>
                  <p:pic>
                    <p:nvPicPr>
                      <p:cNvPr id="6150" name="对象 6149">
                        <a:extLst>
                          <a:ext uri="{FF2B5EF4-FFF2-40B4-BE49-F238E27FC236}">
                            <a16:creationId xmlns:a16="http://schemas.microsoft.com/office/drawing/2014/main" id="{66AE62BF-BEA4-2EA1-EF88-FB97B8C2855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609" y="2468177"/>
                        <a:ext cx="794226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B4F0EFB-BFAE-8750-F281-94978CF8D5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6053285"/>
              </p:ext>
            </p:extLst>
          </p:nvPr>
        </p:nvGraphicFramePr>
        <p:xfrm>
          <a:off x="2698932" y="5352665"/>
          <a:ext cx="419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04860" imgH="203024" progId="Equation.3">
                  <p:embed/>
                </p:oleObj>
              </mc:Choice>
              <mc:Fallback>
                <p:oleObj r:id="rId7" imgW="2004860" imgH="203024" progId="Equation.3">
                  <p:embed/>
                  <p:pic>
                    <p:nvPicPr>
                      <p:cNvPr id="6151" name="对象 6150">
                        <a:extLst>
                          <a:ext uri="{FF2B5EF4-FFF2-40B4-BE49-F238E27FC236}">
                            <a16:creationId xmlns:a16="http://schemas.microsoft.com/office/drawing/2014/main" id="{ADFDF6C0-579A-508F-968D-11FB1973F7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932" y="5352665"/>
                        <a:ext cx="419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A8444CA-D407-EFE2-5B7B-B405153CA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256" y="2882515"/>
            <a:ext cx="9685753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</a:t>
            </a:r>
            <a:r>
              <a:rPr lang="en-US" altLang="zh-CN" sz="2400" dirty="0">
                <a:latin typeface="Times New Roman" panose="02020603050405020304" pitchFamily="18" charset="0"/>
              </a:rPr>
              <a:t>(2)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独立，且</a:t>
            </a:r>
            <a:r>
              <a:rPr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互不相容，则</a:t>
            </a:r>
            <a:r>
              <a:rPr lang="en-US" altLang="zh-CN" sz="2400" dirty="0">
                <a:latin typeface="Times New Roman" panose="02020603050405020304" pitchFamily="18" charset="0"/>
              </a:rPr>
              <a:t>min</a:t>
            </a:r>
            <a:r>
              <a:rPr lang="en-US" altLang="zh-CN" sz="2400" dirty="0">
                <a:latin typeface="宋体" panose="02010600030101010101" pitchFamily="2" charset="-122"/>
              </a:rPr>
              <a:t>{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</a:rPr>
              <a:t>}=____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422EA55-D38F-A4BA-2898-4FC19D2A6F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0595230"/>
              </p:ext>
            </p:extLst>
          </p:nvPr>
        </p:nvGraphicFramePr>
        <p:xfrm>
          <a:off x="3137871" y="3498321"/>
          <a:ext cx="3657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801836" imgH="203024" progId="Equation.3">
                  <p:embed/>
                </p:oleObj>
              </mc:Choice>
              <mc:Fallback>
                <p:oleObj r:id="rId9" imgW="1801836" imgH="203024" progId="Equation.3">
                  <p:embed/>
                  <p:pic>
                    <p:nvPicPr>
                      <p:cNvPr id="6153" name="对象 6152">
                        <a:extLst>
                          <a:ext uri="{FF2B5EF4-FFF2-40B4-BE49-F238E27FC236}">
                            <a16:creationId xmlns:a16="http://schemas.microsoft.com/office/drawing/2014/main" id="{FEA4CAFC-CF91-59A0-2A02-59F5927846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7871" y="3498321"/>
                        <a:ext cx="3657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53895AA-0E51-D2DC-5FFF-4775C8902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8319" y="2907766"/>
            <a:ext cx="187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4A23D6-A0BA-91FE-A54C-C88A8DB40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9208" y="1801469"/>
            <a:ext cx="41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</a:rPr>
              <a:t>0.6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114A3A-BD27-CA96-7E36-5B0A81FD5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257" y="3949315"/>
            <a:ext cx="82296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(3)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已知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)=0.3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)=0.5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则当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相互独立时，有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∪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)=_____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当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不相容时，有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i="1" dirty="0">
                <a:latin typeface="Symbol" panose="05050102010706020507" pitchFamily="18" charset="2"/>
              </a:rPr>
              <a:t>-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)=____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当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A|B</a:t>
            </a:r>
            <a:r>
              <a:rPr lang="en-US" altLang="zh-CN" sz="2400" dirty="0">
                <a:latin typeface="Times New Roman" panose="02020603050405020304" pitchFamily="18" charset="0"/>
              </a:rPr>
              <a:t>)=0.4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时，有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EAABF0A-0CB6-3F77-EB11-7D101291EC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371429"/>
              </p:ext>
            </p:extLst>
          </p:nvPr>
        </p:nvGraphicFramePr>
        <p:xfrm>
          <a:off x="4572182" y="4957378"/>
          <a:ext cx="221773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091726" imgH="228501" progId="Equation.3">
                  <p:embed/>
                </p:oleObj>
              </mc:Choice>
              <mc:Fallback>
                <p:oleObj r:id="rId11" imgW="1091726" imgH="228501" progId="Equation.3">
                  <p:embed/>
                  <p:pic>
                    <p:nvPicPr>
                      <p:cNvPr id="6157" name="对象 6156">
                        <a:extLst>
                          <a:ext uri="{FF2B5EF4-FFF2-40B4-BE49-F238E27FC236}">
                            <a16:creationId xmlns:a16="http://schemas.microsoft.com/office/drawing/2014/main" id="{BE8BCCB4-9F44-703E-59F2-0A99081E05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182" y="4957378"/>
                        <a:ext cx="2217737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4EEF0E2B-2BF7-E4D3-CA05-769296EDA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0032" y="4495415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</a:rPr>
              <a:t>0.65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6B06447-73CA-7113-21F4-CB003034F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6844" y="4495415"/>
            <a:ext cx="41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</a:rPr>
              <a:t>0.5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B62339F-B4A2-EE56-F0C4-B7C5020FBD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1748140"/>
              </p:ext>
            </p:extLst>
          </p:nvPr>
        </p:nvGraphicFramePr>
        <p:xfrm>
          <a:off x="2435407" y="5793990"/>
          <a:ext cx="52784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525108" imgH="203024" progId="Equation.3">
                  <p:embed/>
                </p:oleObj>
              </mc:Choice>
              <mc:Fallback>
                <p:oleObj r:id="rId13" imgW="2525108" imgH="203024" progId="Equation.3">
                  <p:embed/>
                  <p:pic>
                    <p:nvPicPr>
                      <p:cNvPr id="6160" name="对象 6159">
                        <a:extLst>
                          <a:ext uri="{FF2B5EF4-FFF2-40B4-BE49-F238E27FC236}">
                            <a16:creationId xmlns:a16="http://schemas.microsoft.com/office/drawing/2014/main" id="{6E4E07F5-5DA9-C947-1E14-AFF02A674C3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407" y="5793990"/>
                        <a:ext cx="52784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0B9EDEAE-8D58-3CEA-911D-8CE1D9637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7919" y="4933565"/>
            <a:ext cx="41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</a:rPr>
              <a:t>0.4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DDCE191-5B0E-03BE-C686-F481640D29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7898159"/>
              </p:ext>
            </p:extLst>
          </p:nvPr>
        </p:nvGraphicFramePr>
        <p:xfrm>
          <a:off x="2370319" y="6173403"/>
          <a:ext cx="5410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589676" imgH="241195" progId="Equation.3">
                  <p:embed/>
                </p:oleObj>
              </mc:Choice>
              <mc:Fallback>
                <p:oleObj r:id="rId15" imgW="2589676" imgH="241195" progId="Equation.3">
                  <p:embed/>
                  <p:pic>
                    <p:nvPicPr>
                      <p:cNvPr id="6162" name="对象 6161">
                        <a:extLst>
                          <a:ext uri="{FF2B5EF4-FFF2-40B4-BE49-F238E27FC236}">
                            <a16:creationId xmlns:a16="http://schemas.microsoft.com/office/drawing/2014/main" id="{E0D27BEE-D448-200C-9951-D6662A13DC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319" y="6173403"/>
                        <a:ext cx="54102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51220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835234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考点二：全概率公式与贝叶斯公式</a:t>
            </a:r>
          </a:p>
        </p:txBody>
      </p:sp>
      <p:graphicFrame>
        <p:nvGraphicFramePr>
          <p:cNvPr id="3" name="对象 4110">
            <a:extLst>
              <a:ext uri="{FF2B5EF4-FFF2-40B4-BE49-F238E27FC236}">
                <a16:creationId xmlns:a16="http://schemas.microsoft.com/office/drawing/2014/main" id="{7163C28D-34CF-2E4A-8BAC-8B8445965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2291703"/>
              </p:ext>
            </p:extLst>
          </p:nvPr>
        </p:nvGraphicFramePr>
        <p:xfrm>
          <a:off x="2901348" y="1729787"/>
          <a:ext cx="3506788" cy="1020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99506" imgH="431613" progId="Equation.DSMT4">
                  <p:embed/>
                </p:oleObj>
              </mc:Choice>
              <mc:Fallback>
                <p:oleObj name="Equation" r:id="rId3" imgW="1599506" imgH="431613" progId="Equation.DSMT4">
                  <p:embed/>
                  <p:pic>
                    <p:nvPicPr>
                      <p:cNvPr id="12" name="对象 4110">
                        <a:extLst>
                          <a:ext uri="{FF2B5EF4-FFF2-40B4-BE49-F238E27FC236}">
                            <a16:creationId xmlns:a16="http://schemas.microsoft.com/office/drawing/2014/main" id="{FD7C2184-8742-C368-F512-5B4C1E5533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348" y="1729787"/>
                        <a:ext cx="3506788" cy="1020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37B12CE-7339-7281-290D-2384765A8F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3362439"/>
              </p:ext>
            </p:extLst>
          </p:nvPr>
        </p:nvGraphicFramePr>
        <p:xfrm>
          <a:off x="2901348" y="3429000"/>
          <a:ext cx="3678602" cy="1020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25600" imgH="419100" progId="Equation.DSMT4">
                  <p:embed/>
                </p:oleObj>
              </mc:Choice>
              <mc:Fallback>
                <p:oleObj r:id="rId5" imgW="1625600" imgH="4191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43391E0-F155-C29F-247D-DA42455F96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348" y="3429000"/>
                        <a:ext cx="3678602" cy="1020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427679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44D222B-F8D2-FDDC-DD6B-2652004AD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9" b="43962"/>
          <a:stretch>
            <a:fillRect/>
          </a:stretch>
        </p:blipFill>
        <p:spPr>
          <a:xfrm>
            <a:off x="1775362" y="1595680"/>
            <a:ext cx="10214758" cy="175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862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9466EE8-E748-FC36-DB98-C9B5610BE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710" y="0"/>
            <a:ext cx="10325100" cy="30765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E6FFEB2-9304-5AD0-5995-B9BA648E10EC}"/>
              </a:ext>
            </a:extLst>
          </p:cNvPr>
          <p:cNvSpPr txBox="1"/>
          <p:nvPr/>
        </p:nvSpPr>
        <p:spPr>
          <a:xfrm>
            <a:off x="2266950" y="3429000"/>
            <a:ext cx="7829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第一问：全概率公式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第二问：贝叶斯公式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如何理解两个公式？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057487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DEE58E9-1233-B736-E8EB-5D08655E8DA5}"/>
              </a:ext>
            </a:extLst>
          </p:cNvPr>
          <p:cNvSpPr txBox="1"/>
          <p:nvPr/>
        </p:nvSpPr>
        <p:spPr>
          <a:xfrm>
            <a:off x="2611129" y="1389312"/>
            <a:ext cx="7715250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00" indent="-381000" eaLnBrk="1" hangingPunct="1">
              <a:lnSpc>
                <a:spcPct val="160000"/>
              </a:lnSpc>
              <a:spcBef>
                <a:spcPct val="0"/>
              </a:spcBef>
              <a:buClr>
                <a:srgbClr val="00FF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使用全概率公式关键在于寻找另一组事件</a:t>
            </a:r>
          </a:p>
          <a:p>
            <a:pPr marL="381000" indent="-381000" eaLnBrk="1" hangingPunct="1">
              <a:lnSpc>
                <a:spcPct val="11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    来“分割”样本空间</a:t>
            </a:r>
            <a:r>
              <a:rPr lang="en-US" altLang="zh-CN" sz="2400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  <a:p>
            <a:endParaRPr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1C9DA0-9596-AADC-7601-6882E751FA84}"/>
              </a:ext>
            </a:extLst>
          </p:cNvPr>
          <p:cNvSpPr txBox="1"/>
          <p:nvPr/>
        </p:nvSpPr>
        <p:spPr>
          <a:xfrm>
            <a:off x="7732532" y="2278451"/>
            <a:ext cx="241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由因及果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439647-2645-55FB-B405-14560FE05A24}"/>
              </a:ext>
            </a:extLst>
          </p:cNvPr>
          <p:cNvSpPr txBox="1"/>
          <p:nvPr/>
        </p:nvSpPr>
        <p:spPr>
          <a:xfrm>
            <a:off x="2611129" y="3174780"/>
            <a:ext cx="7581900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381000" eaLnBrk="1" hangingPunct="1">
              <a:lnSpc>
                <a:spcPct val="110000"/>
              </a:lnSpc>
              <a:spcBef>
                <a:spcPct val="0"/>
              </a:spcBef>
              <a:buClr>
                <a:srgbClr val="00FF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贝叶斯公式是已知“最后结果” ，求“原因”的概率</a:t>
            </a:r>
            <a:r>
              <a:rPr lang="en-US" altLang="zh-CN" sz="2400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1A1889-D07C-E043-CBC8-A80D1718D57C}"/>
              </a:ext>
            </a:extLst>
          </p:cNvPr>
          <p:cNvSpPr txBox="1"/>
          <p:nvPr/>
        </p:nvSpPr>
        <p:spPr>
          <a:xfrm>
            <a:off x="7732532" y="3888225"/>
            <a:ext cx="241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由果及因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50404EBF-A745-03E7-DE79-CCEB369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729" y="4673654"/>
            <a:ext cx="802005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总结：已知每种原因出现的概率及每种原因导致某结果出现的条件概率，则由全概率公式；</a:t>
            </a:r>
            <a:endParaRPr lang="en-US" altLang="zh-CN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已知每种结果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出现的概率，由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Bayes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公式，可求得结果</a:t>
            </a:r>
            <a:r>
              <a:rPr lang="en-US" altLang="zh-CN" sz="2400" b="1" i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是由某原因引起的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后验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条件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概率。</a:t>
            </a:r>
          </a:p>
        </p:txBody>
      </p:sp>
    </p:spTree>
    <p:extLst>
      <p:ext uri="{BB962C8B-B14F-4D97-AF65-F5344CB8AC3E}">
        <p14:creationId xmlns:p14="http://schemas.microsoft.com/office/powerpoint/2010/main" val="214124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D56AC33-38E4-3E0A-1046-F392FE06E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3136" y="625812"/>
            <a:ext cx="925651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一台机床正常时，产品的合格率为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90%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，非正常时，产品的合格率为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30%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。每天上班开动机床时，机床正常的概率为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75%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。检验人员为检验机床是否正常，开动机床生产出了一件产品，经检验，该产品为不合格品，问此时机床处于正常状态的概率是多少？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D07D6C0D-FBFD-AC64-A68A-B2C62BA46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088" y="3317875"/>
            <a:ext cx="4691062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解  记</a:t>
            </a:r>
            <a:r>
              <a:rPr lang="en-US" altLang="zh-CN" sz="2400" b="1" i="1" dirty="0">
                <a:solidFill>
                  <a:schemeClr val="tx1"/>
                </a:solidFill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机器处于正常状态</a:t>
            </a:r>
            <a:r>
              <a:rPr lang="en-US" altLang="zh-CN" sz="2400" b="1" dirty="0">
                <a:solidFill>
                  <a:schemeClr val="tx1"/>
                </a:solidFill>
              </a:rPr>
              <a:t>}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生产出的一件产品为不合格品</a:t>
            </a:r>
            <a:r>
              <a:rPr lang="en-US" altLang="zh-CN" sz="2400" b="1" dirty="0">
                <a:solidFill>
                  <a:schemeClr val="tx1"/>
                </a:solidFill>
              </a:rPr>
              <a:t>}</a:t>
            </a:r>
          </a:p>
        </p:txBody>
      </p:sp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204BB35E-5158-02AC-1E9D-53ED9296C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326594"/>
              </p:ext>
            </p:extLst>
          </p:nvPr>
        </p:nvGraphicFramePr>
        <p:xfrm>
          <a:off x="3167063" y="4208463"/>
          <a:ext cx="33591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9800" imgH="419040" progId="Equation.DSMT4">
                  <p:embed/>
                </p:oleObj>
              </mc:Choice>
              <mc:Fallback>
                <p:oleObj name="Equation" r:id="rId2" imgW="2539800" imgH="419040" progId="Equation.DSMT4">
                  <p:embed/>
                  <p:pic>
                    <p:nvPicPr>
                      <p:cNvPr id="133134" name="Object 14">
                        <a:extLst>
                          <a:ext uri="{FF2B5EF4-FFF2-40B4-BE49-F238E27FC236}">
                            <a16:creationId xmlns:a16="http://schemas.microsoft.com/office/drawing/2014/main" id="{0F78DF4E-DA7B-0CC0-7B73-48B1146CD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4208463"/>
                        <a:ext cx="335915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5">
            <a:extLst>
              <a:ext uri="{FF2B5EF4-FFF2-40B4-BE49-F238E27FC236}">
                <a16:creationId xmlns:a16="http://schemas.microsoft.com/office/drawing/2014/main" id="{8CC27870-E1DA-E375-A1C0-81CB3A4F0B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428887"/>
              </p:ext>
            </p:extLst>
          </p:nvPr>
        </p:nvGraphicFramePr>
        <p:xfrm>
          <a:off x="3943350" y="4965700"/>
          <a:ext cx="21320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393480" progId="Equation.DSMT4">
                  <p:embed/>
                </p:oleObj>
              </mc:Choice>
              <mc:Fallback>
                <p:oleObj name="Equation" r:id="rId4" imgW="1460160" imgH="393480" progId="Equation.DSMT4">
                  <p:embed/>
                  <p:pic>
                    <p:nvPicPr>
                      <p:cNvPr id="133135" name="Object 15">
                        <a:extLst>
                          <a:ext uri="{FF2B5EF4-FFF2-40B4-BE49-F238E27FC236}">
                            <a16:creationId xmlns:a16="http://schemas.microsoft.com/office/drawing/2014/main" id="{9BACDBAF-5903-398B-9F0A-FE6D1F1D10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4965700"/>
                        <a:ext cx="21320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>
            <a:extLst>
              <a:ext uri="{FF2B5EF4-FFF2-40B4-BE49-F238E27FC236}">
                <a16:creationId xmlns:a16="http://schemas.microsoft.com/office/drawing/2014/main" id="{FEE31245-FE7A-AE02-AC7D-280E17EA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75384"/>
              </p:ext>
            </p:extLst>
          </p:nvPr>
        </p:nvGraphicFramePr>
        <p:xfrm>
          <a:off x="3849688" y="5807075"/>
          <a:ext cx="17764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03040" progId="Equation.DSMT4">
                  <p:embed/>
                </p:oleObj>
              </mc:Choice>
              <mc:Fallback>
                <p:oleObj name="Equation" r:id="rId6" imgW="1231560" imgH="203040" progId="Equation.DSMT4">
                  <p:embed/>
                  <p:pic>
                    <p:nvPicPr>
                      <p:cNvPr id="133136" name="Object 16">
                        <a:extLst>
                          <a:ext uri="{FF2B5EF4-FFF2-40B4-BE49-F238E27FC236}">
                            <a16:creationId xmlns:a16="http://schemas.microsoft.com/office/drawing/2014/main" id="{2D047345-6DD8-115A-A6EC-81CEA0D83F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88" y="5807075"/>
                        <a:ext cx="177641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1">
            <a:extLst>
              <a:ext uri="{FF2B5EF4-FFF2-40B4-BE49-F238E27FC236}">
                <a16:creationId xmlns:a16="http://schemas.microsoft.com/office/drawing/2014/main" id="{BE7CC3FF-0FF2-5322-2076-8BEA7931C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6275388"/>
            <a:ext cx="669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此时机器处于不正常状态的概率为</a:t>
            </a:r>
            <a:r>
              <a:rPr lang="en-US" altLang="zh-CN" sz="2400" b="1">
                <a:solidFill>
                  <a:schemeClr val="tx1"/>
                </a:solidFill>
              </a:rPr>
              <a:t>0.7</a:t>
            </a:r>
            <a:r>
              <a:rPr lang="zh-CN" altLang="en-US" sz="2400" b="1">
                <a:solidFill>
                  <a:schemeClr val="tx1"/>
                </a:solidFill>
              </a:rPr>
              <a:t>，应检修。</a:t>
            </a:r>
          </a:p>
        </p:txBody>
      </p:sp>
    </p:spTree>
    <p:extLst>
      <p:ext uri="{BB962C8B-B14F-4D97-AF65-F5344CB8AC3E}">
        <p14:creationId xmlns:p14="http://schemas.microsoft.com/office/powerpoint/2010/main" val="1805547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3" grpId="1"/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6148042" y="2686152"/>
            <a:ext cx="4538086" cy="748640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随机变量及分布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448175" cy="160199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4926605" y="2466277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02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961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E5CF43-58C6-F431-27EE-5EB16110D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681" y="0"/>
            <a:ext cx="89482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8083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835234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考点一：分布函数和概率密度性质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D7A9B8-1AB9-CD48-14D5-C4815F3A9030}"/>
              </a:ext>
            </a:extLst>
          </p:cNvPr>
          <p:cNvSpPr txBox="1"/>
          <p:nvPr/>
        </p:nvSpPr>
        <p:spPr>
          <a:xfrm>
            <a:off x="2070013" y="1574278"/>
            <a:ext cx="1083945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分布函数 </a:t>
            </a:r>
            <a:r>
              <a:rPr lang="en-US" altLang="zh-CN" sz="32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F(x)</a:t>
            </a:r>
          </a:p>
          <a:p>
            <a:r>
              <a:rPr lang="zh-CN" altLang="en-US" sz="2400" b="1" dirty="0">
                <a:solidFill>
                  <a:srgbClr val="402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endParaRPr lang="en-US" altLang="zh-CN" sz="2400" b="1" dirty="0">
              <a:solidFill>
                <a:srgbClr val="402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）有界性：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0≤F(x)≤1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-∞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)=0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F(+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∞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)=1</a:t>
            </a:r>
          </a:p>
          <a:p>
            <a:r>
              <a:rPr lang="en-US" altLang="zh-CN" sz="2800" b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）单调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不减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endParaRPr lang="en-US" altLang="zh-CN" sz="2800" b="1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）右连续性</a:t>
            </a:r>
            <a:endParaRPr lang="en-US" altLang="zh-CN" sz="2800" b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2828626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574999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用分布函数表示概率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CAF85A-D8EE-3CA8-3C47-654560969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63" y="1366549"/>
            <a:ext cx="733527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3366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概率密度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F5C3F7-6ACB-525A-0F1C-1734FC975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472" y="1390650"/>
            <a:ext cx="10292028" cy="380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310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44836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联合分布函数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F(</a:t>
            </a:r>
            <a:r>
              <a:rPr lang="en-US" altLang="zh-CN" sz="2935" b="1" dirty="0" err="1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0C2B8C-5F87-9F9B-967F-992C36F83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750" y="1371698"/>
            <a:ext cx="9855200" cy="454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106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344167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联合概率密度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f(</a:t>
            </a:r>
            <a:r>
              <a:rPr lang="en-US" altLang="zh-CN" sz="2935" b="1" dirty="0" err="1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6F0AB4-E7F5-080B-3439-63A3BD387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629" y="1289080"/>
            <a:ext cx="8143471" cy="52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556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文本框 557057">
            <a:extLst>
              <a:ext uri="{FF2B5EF4-FFF2-40B4-BE49-F238E27FC236}">
                <a16:creationId xmlns:a16="http://schemas.microsoft.com/office/drawing/2014/main" id="{26CFE86B-9B91-9129-F8F8-5169720DD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60" y="2008837"/>
            <a:ext cx="1476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解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⑴</a:t>
            </a:r>
          </a:p>
        </p:txBody>
      </p:sp>
      <p:sp>
        <p:nvSpPr>
          <p:cNvPr id="557059" name="文本框 557058">
            <a:extLst>
              <a:ext uri="{FF2B5EF4-FFF2-40B4-BE49-F238E27FC236}">
                <a16:creationId xmlns:a16="http://schemas.microsoft.com/office/drawing/2014/main" id="{35F858F3-C9E1-D663-E4C6-5FDA4C03E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9084" y="1648475"/>
            <a:ext cx="7761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⑴ 确定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的值;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⑵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2&lt;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&lt;+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0&lt;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104451" name="标题 557059">
            <a:extLst>
              <a:ext uri="{FF2B5EF4-FFF2-40B4-BE49-F238E27FC236}">
                <a16:creationId xmlns:a16="http://schemas.microsoft.com/office/drawing/2014/main" id="{60094597-CA3A-A37A-B0DB-4B89C2EE21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54684" y="392762"/>
            <a:ext cx="7772400" cy="533400"/>
          </a:xfrm>
        </p:spPr>
        <p:txBody>
          <a:bodyPr anchor="ctr"/>
          <a:lstStyle/>
          <a:p>
            <a:pPr algn="l"/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000" b="1" dirty="0">
                <a:solidFill>
                  <a:srgbClr val="777777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ea typeface="宋体" panose="02010600030101010101" pitchFamily="2" charset="-122"/>
              </a:rPr>
              <a:t>设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i="1" dirty="0"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ea typeface="宋体" panose="02010600030101010101" pitchFamily="2" charset="-122"/>
              </a:rPr>
              <a:t>,</a:t>
            </a:r>
            <a:r>
              <a:rPr lang="en-US" altLang="zh-CN" sz="2000" b="1" i="1" dirty="0">
                <a:ea typeface="宋体" panose="02010600030101010101" pitchFamily="2" charset="-122"/>
              </a:rPr>
              <a:t>Y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ea typeface="宋体" panose="02010600030101010101" pitchFamily="2" charset="-122"/>
              </a:rPr>
              <a:t>的联合分布函数是</a:t>
            </a:r>
          </a:p>
        </p:txBody>
      </p:sp>
      <p:sp>
        <p:nvSpPr>
          <p:cNvPr id="557061" name="文本框 557060">
            <a:extLst>
              <a:ext uri="{FF2B5EF4-FFF2-40B4-BE49-F238E27FC236}">
                <a16:creationId xmlns:a16="http://schemas.microsoft.com/office/drawing/2014/main" id="{4183D5B1-A7C9-72A2-E6D8-EAC07B752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284" y="1277000"/>
            <a:ext cx="316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其中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为常数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557062" name="对象 557061">
            <a:extLst>
              <a:ext uri="{FF2B5EF4-FFF2-40B4-BE49-F238E27FC236}">
                <a16:creationId xmlns:a16="http://schemas.microsoft.com/office/drawing/2014/main" id="{44399F1F-C530-D052-7330-87C2E3D94F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869196"/>
              </p:ext>
            </p:extLst>
          </p:nvPr>
        </p:nvGraphicFramePr>
        <p:xfrm>
          <a:off x="3189809" y="710262"/>
          <a:ext cx="668178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49892" imgH="406048" progId="Equation.3">
                  <p:embed/>
                </p:oleObj>
              </mc:Choice>
              <mc:Fallback>
                <p:oleObj r:id="rId2" imgW="3349892" imgH="406048" progId="Equation.3">
                  <p:embed/>
                  <p:pic>
                    <p:nvPicPr>
                      <p:cNvPr id="557062" name="对象 557061">
                        <a:extLst>
                          <a:ext uri="{FF2B5EF4-FFF2-40B4-BE49-F238E27FC236}">
                            <a16:creationId xmlns:a16="http://schemas.microsoft.com/office/drawing/2014/main" id="{44399F1F-C530-D052-7330-87C2E3D94F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809" y="710262"/>
                        <a:ext cx="668178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3" name="对象 557062">
            <a:extLst>
              <a:ext uri="{FF2B5EF4-FFF2-40B4-BE49-F238E27FC236}">
                <a16:creationId xmlns:a16="http://schemas.microsoft.com/office/drawing/2014/main" id="{C055AEC8-712E-B4FF-64A2-21FC14ED6D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6618046"/>
              </p:ext>
            </p:extLst>
          </p:nvPr>
        </p:nvGraphicFramePr>
        <p:xfrm>
          <a:off x="2183335" y="2539063"/>
          <a:ext cx="17827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51674" imgH="203024" progId="Equation.3">
                  <p:embed/>
                </p:oleObj>
              </mc:Choice>
              <mc:Fallback>
                <p:oleObj r:id="rId4" imgW="951674" imgH="203024" progId="Equation.3">
                  <p:embed/>
                  <p:pic>
                    <p:nvPicPr>
                      <p:cNvPr id="557063" name="对象 557062">
                        <a:extLst>
                          <a:ext uri="{FF2B5EF4-FFF2-40B4-BE49-F238E27FC236}">
                            <a16:creationId xmlns:a16="http://schemas.microsoft.com/office/drawing/2014/main" id="{C055AEC8-712E-B4FF-64A2-21FC14ED6D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3335" y="2539063"/>
                        <a:ext cx="178276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4" name="对象 557063">
            <a:extLst>
              <a:ext uri="{FF2B5EF4-FFF2-40B4-BE49-F238E27FC236}">
                <a16:creationId xmlns:a16="http://schemas.microsoft.com/office/drawing/2014/main" id="{A4C97C61-0030-36E0-376F-CA417FD5DD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2563170"/>
              </p:ext>
            </p:extLst>
          </p:nvPr>
        </p:nvGraphicFramePr>
        <p:xfrm>
          <a:off x="3570810" y="2381900"/>
          <a:ext cx="27717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10644" imgH="393529" progId="Equation.3">
                  <p:embed/>
                </p:oleObj>
              </mc:Choice>
              <mc:Fallback>
                <p:oleObj r:id="rId6" imgW="1510644" imgH="393529" progId="Equation.3">
                  <p:embed/>
                  <p:pic>
                    <p:nvPicPr>
                      <p:cNvPr id="557064" name="对象 557063">
                        <a:extLst>
                          <a:ext uri="{FF2B5EF4-FFF2-40B4-BE49-F238E27FC236}">
                            <a16:creationId xmlns:a16="http://schemas.microsoft.com/office/drawing/2014/main" id="{A4C97C61-0030-36E0-376F-CA417FD5DD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810" y="2381900"/>
                        <a:ext cx="2771775" cy="722312"/>
                      </a:xfrm>
                      <a:prstGeom prst="rect">
                        <a:avLst/>
                      </a:prstGeom>
                      <a:solidFill>
                        <a:srgbClr val="FFFFC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5" name="对象 557064">
            <a:extLst>
              <a:ext uri="{FF2B5EF4-FFF2-40B4-BE49-F238E27FC236}">
                <a16:creationId xmlns:a16="http://schemas.microsoft.com/office/drawing/2014/main" id="{929E1724-DF68-DD14-E55A-2803B79698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1026800"/>
              </p:ext>
            </p:extLst>
          </p:nvPr>
        </p:nvGraphicFramePr>
        <p:xfrm>
          <a:off x="2153172" y="2885138"/>
          <a:ext cx="42608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34230" imgH="393529" progId="Equation.3">
                  <p:embed/>
                </p:oleObj>
              </mc:Choice>
              <mc:Fallback>
                <p:oleObj r:id="rId8" imgW="2234230" imgH="393529" progId="Equation.3">
                  <p:embed/>
                  <p:pic>
                    <p:nvPicPr>
                      <p:cNvPr id="557065" name="对象 557064">
                        <a:extLst>
                          <a:ext uri="{FF2B5EF4-FFF2-40B4-BE49-F238E27FC236}">
                            <a16:creationId xmlns:a16="http://schemas.microsoft.com/office/drawing/2014/main" id="{929E1724-DF68-DD14-E55A-2803B79698C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3172" y="2885138"/>
                        <a:ext cx="426085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6" name="对象 557065">
            <a:extLst>
              <a:ext uri="{FF2B5EF4-FFF2-40B4-BE49-F238E27FC236}">
                <a16:creationId xmlns:a16="http://schemas.microsoft.com/office/drawing/2014/main" id="{97D4CA82-3C82-5B03-B835-2FD01F3F2B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2693414"/>
              </p:ext>
            </p:extLst>
          </p:nvPr>
        </p:nvGraphicFramePr>
        <p:xfrm>
          <a:off x="2119834" y="3389962"/>
          <a:ext cx="42941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234230" imgH="393529" progId="Equation.3">
                  <p:embed/>
                </p:oleObj>
              </mc:Choice>
              <mc:Fallback>
                <p:oleObj r:id="rId10" imgW="2234230" imgH="393529" progId="Equation.3">
                  <p:embed/>
                  <p:pic>
                    <p:nvPicPr>
                      <p:cNvPr id="557066" name="对象 557065">
                        <a:extLst>
                          <a:ext uri="{FF2B5EF4-FFF2-40B4-BE49-F238E27FC236}">
                            <a16:creationId xmlns:a16="http://schemas.microsoft.com/office/drawing/2014/main" id="{97D4CA82-3C82-5B03-B835-2FD01F3F2B6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834" y="3389962"/>
                        <a:ext cx="429418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7" name="对象 557066">
            <a:extLst>
              <a:ext uri="{FF2B5EF4-FFF2-40B4-BE49-F238E27FC236}">
                <a16:creationId xmlns:a16="http://schemas.microsoft.com/office/drawing/2014/main" id="{198E7577-3379-E35D-2768-1EC400029A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3833079"/>
              </p:ext>
            </p:extLst>
          </p:nvPr>
        </p:nvGraphicFramePr>
        <p:xfrm>
          <a:off x="5097985" y="4791725"/>
          <a:ext cx="26638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96394" imgH="393529" progId="Equation.3">
                  <p:embed/>
                </p:oleObj>
              </mc:Choice>
              <mc:Fallback>
                <p:oleObj r:id="rId12" imgW="1396394" imgH="393529" progId="Equation.3">
                  <p:embed/>
                  <p:pic>
                    <p:nvPicPr>
                      <p:cNvPr id="557067" name="对象 557066">
                        <a:extLst>
                          <a:ext uri="{FF2B5EF4-FFF2-40B4-BE49-F238E27FC236}">
                            <a16:creationId xmlns:a16="http://schemas.microsoft.com/office/drawing/2014/main" id="{198E7577-3379-E35D-2768-1EC400029AB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7985" y="4791725"/>
                        <a:ext cx="26638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8" name="对象 557067">
            <a:extLst>
              <a:ext uri="{FF2B5EF4-FFF2-40B4-BE49-F238E27FC236}">
                <a16:creationId xmlns:a16="http://schemas.microsoft.com/office/drawing/2014/main" id="{8F45E777-D05B-B0ED-D3F3-B88AC23FD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0014459"/>
              </p:ext>
            </p:extLst>
          </p:nvPr>
        </p:nvGraphicFramePr>
        <p:xfrm>
          <a:off x="6414023" y="2381901"/>
          <a:ext cx="3673475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993035" imgH="393529" progId="Equation.3">
                  <p:embed/>
                </p:oleObj>
              </mc:Choice>
              <mc:Fallback>
                <p:oleObj r:id="rId14" imgW="1993035" imgH="393529" progId="Equation.3">
                  <p:embed/>
                  <p:pic>
                    <p:nvPicPr>
                      <p:cNvPr id="557068" name="对象 557067">
                        <a:extLst>
                          <a:ext uri="{FF2B5EF4-FFF2-40B4-BE49-F238E27FC236}">
                            <a16:creationId xmlns:a16="http://schemas.microsoft.com/office/drawing/2014/main" id="{8F45E777-D05B-B0ED-D3F3-B88AC23FD6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4023" y="2381901"/>
                        <a:ext cx="3673475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9" name="对象 557068">
            <a:extLst>
              <a:ext uri="{FF2B5EF4-FFF2-40B4-BE49-F238E27FC236}">
                <a16:creationId xmlns:a16="http://schemas.microsoft.com/office/drawing/2014/main" id="{FD797B31-C39A-5F90-E3B1-5C16F6599B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0038082"/>
              </p:ext>
            </p:extLst>
          </p:nvPr>
        </p:nvGraphicFramePr>
        <p:xfrm>
          <a:off x="1730898" y="3893200"/>
          <a:ext cx="27400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574117" imgH="393529" progId="Equation.3">
                  <p:embed/>
                </p:oleObj>
              </mc:Choice>
              <mc:Fallback>
                <p:oleObj r:id="rId16" imgW="1574117" imgH="393529" progId="Equation.3">
                  <p:embed/>
                  <p:pic>
                    <p:nvPicPr>
                      <p:cNvPr id="557069" name="对象 557068">
                        <a:extLst>
                          <a:ext uri="{FF2B5EF4-FFF2-40B4-BE49-F238E27FC236}">
                            <a16:creationId xmlns:a16="http://schemas.microsoft.com/office/drawing/2014/main" id="{FD797B31-C39A-5F90-E3B1-5C16F6599B1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898" y="3893200"/>
                        <a:ext cx="27400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0" name="对象 557069">
            <a:extLst>
              <a:ext uri="{FF2B5EF4-FFF2-40B4-BE49-F238E27FC236}">
                <a16:creationId xmlns:a16="http://schemas.microsoft.com/office/drawing/2014/main" id="{5D5F819A-2F74-311E-E6D8-32F9EE5B01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2609135"/>
              </p:ext>
            </p:extLst>
          </p:nvPr>
        </p:nvGraphicFramePr>
        <p:xfrm>
          <a:off x="6304484" y="3116913"/>
          <a:ext cx="349408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891479" imgH="431613" progId="Equation.3">
                  <p:embed/>
                </p:oleObj>
              </mc:Choice>
              <mc:Fallback>
                <p:oleObj r:id="rId18" imgW="1891479" imgH="431613" progId="Equation.3">
                  <p:embed/>
                  <p:pic>
                    <p:nvPicPr>
                      <p:cNvPr id="557070" name="对象 557069">
                        <a:extLst>
                          <a:ext uri="{FF2B5EF4-FFF2-40B4-BE49-F238E27FC236}">
                            <a16:creationId xmlns:a16="http://schemas.microsoft.com/office/drawing/2014/main" id="{5D5F819A-2F74-311E-E6D8-32F9EE5B01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4484" y="3116913"/>
                        <a:ext cx="3494088" cy="796925"/>
                      </a:xfrm>
                      <a:prstGeom prst="rect">
                        <a:avLst/>
                      </a:prstGeom>
                      <a:solidFill>
                        <a:srgbClr val="FFFFB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1" name="对象 557070">
            <a:extLst>
              <a:ext uri="{FF2B5EF4-FFF2-40B4-BE49-F238E27FC236}">
                <a16:creationId xmlns:a16="http://schemas.microsoft.com/office/drawing/2014/main" id="{3F5A62C9-B137-1D29-BF4D-CD1C08D302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815714"/>
              </p:ext>
            </p:extLst>
          </p:nvPr>
        </p:nvGraphicFramePr>
        <p:xfrm>
          <a:off x="7736409" y="4783787"/>
          <a:ext cx="25923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307532" imgH="393529" progId="Equation.3">
                  <p:embed/>
                </p:oleObj>
              </mc:Choice>
              <mc:Fallback>
                <p:oleObj r:id="rId20" imgW="1307532" imgH="393529" progId="Equation.3">
                  <p:embed/>
                  <p:pic>
                    <p:nvPicPr>
                      <p:cNvPr id="557071" name="对象 557070">
                        <a:extLst>
                          <a:ext uri="{FF2B5EF4-FFF2-40B4-BE49-F238E27FC236}">
                            <a16:creationId xmlns:a16="http://schemas.microsoft.com/office/drawing/2014/main" id="{3F5A62C9-B137-1D29-BF4D-CD1C08D302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6409" y="4783787"/>
                        <a:ext cx="25923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2" name="对象 557071">
            <a:extLst>
              <a:ext uri="{FF2B5EF4-FFF2-40B4-BE49-F238E27FC236}">
                <a16:creationId xmlns:a16="http://schemas.microsoft.com/office/drawing/2014/main" id="{1E04DF6D-18A0-8178-4A0C-065EA32AD3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4844093"/>
              </p:ext>
            </p:extLst>
          </p:nvPr>
        </p:nvGraphicFramePr>
        <p:xfrm>
          <a:off x="5217048" y="5404501"/>
          <a:ext cx="26638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358310" imgH="393529" progId="Equation.3">
                  <p:embed/>
                </p:oleObj>
              </mc:Choice>
              <mc:Fallback>
                <p:oleObj r:id="rId22" imgW="1358310" imgH="393529" progId="Equation.3">
                  <p:embed/>
                  <p:pic>
                    <p:nvPicPr>
                      <p:cNvPr id="557072" name="对象 557071">
                        <a:extLst>
                          <a:ext uri="{FF2B5EF4-FFF2-40B4-BE49-F238E27FC236}">
                            <a16:creationId xmlns:a16="http://schemas.microsoft.com/office/drawing/2014/main" id="{1E04DF6D-18A0-8178-4A0C-065EA32AD3F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7048" y="5404501"/>
                        <a:ext cx="266382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3" name="对象 557072">
            <a:extLst>
              <a:ext uri="{FF2B5EF4-FFF2-40B4-BE49-F238E27FC236}">
                <a16:creationId xmlns:a16="http://schemas.microsoft.com/office/drawing/2014/main" id="{12A7AB90-D734-36F4-2777-48F310CC98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6932129"/>
              </p:ext>
            </p:extLst>
          </p:nvPr>
        </p:nvGraphicFramePr>
        <p:xfrm>
          <a:off x="7844359" y="5399737"/>
          <a:ext cx="26289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307532" imgH="393529" progId="Equation.3">
                  <p:embed/>
                </p:oleObj>
              </mc:Choice>
              <mc:Fallback>
                <p:oleObj r:id="rId24" imgW="1307532" imgH="393529" progId="Equation.3">
                  <p:embed/>
                  <p:pic>
                    <p:nvPicPr>
                      <p:cNvPr id="557073" name="对象 557072">
                        <a:extLst>
                          <a:ext uri="{FF2B5EF4-FFF2-40B4-BE49-F238E27FC236}">
                            <a16:creationId xmlns:a16="http://schemas.microsoft.com/office/drawing/2014/main" id="{12A7AB90-D734-36F4-2777-48F310CC983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4359" y="5399737"/>
                        <a:ext cx="26289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74" name="矩形 557073">
            <a:hlinkClick r:id="rId26" action="ppaction://hlinksldjump"/>
            <a:extLst>
              <a:ext uri="{FF2B5EF4-FFF2-40B4-BE49-F238E27FC236}">
                <a16:creationId xmlns:a16="http://schemas.microsoft.com/office/drawing/2014/main" id="{19E0DAE8-F44F-A2EE-01D4-0EA5534D6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610" y="2100912"/>
            <a:ext cx="3783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由分布函数的特征性质知   </a:t>
            </a:r>
          </a:p>
        </p:txBody>
      </p:sp>
      <p:graphicFrame>
        <p:nvGraphicFramePr>
          <p:cNvPr id="557075" name="对象 557074">
            <a:extLst>
              <a:ext uri="{FF2B5EF4-FFF2-40B4-BE49-F238E27FC236}">
                <a16:creationId xmlns:a16="http://schemas.microsoft.com/office/drawing/2014/main" id="{F1358821-5841-EA0D-6FC0-1CFB909356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7553849"/>
              </p:ext>
            </p:extLst>
          </p:nvPr>
        </p:nvGraphicFramePr>
        <p:xfrm>
          <a:off x="4902722" y="3893201"/>
          <a:ext cx="5795962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3476782" imgH="406048" progId="Equation.3">
                  <p:embed/>
                </p:oleObj>
              </mc:Choice>
              <mc:Fallback>
                <p:oleObj r:id="rId27" imgW="3476782" imgH="406048" progId="Equation.3">
                  <p:embed/>
                  <p:pic>
                    <p:nvPicPr>
                      <p:cNvPr id="557075" name="对象 557074">
                        <a:extLst>
                          <a:ext uri="{FF2B5EF4-FFF2-40B4-BE49-F238E27FC236}">
                            <a16:creationId xmlns:a16="http://schemas.microsoft.com/office/drawing/2014/main" id="{F1358821-5841-EA0D-6FC0-1CFB9093564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722" y="3893201"/>
                        <a:ext cx="5795962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6" name="对象 557075">
            <a:extLst>
              <a:ext uri="{FF2B5EF4-FFF2-40B4-BE49-F238E27FC236}">
                <a16:creationId xmlns:a16="http://schemas.microsoft.com/office/drawing/2014/main" id="{506F990F-DAD7-2618-479B-A4DB93134B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9508064"/>
              </p:ext>
            </p:extLst>
          </p:nvPr>
        </p:nvGraphicFramePr>
        <p:xfrm>
          <a:off x="5085284" y="5982351"/>
          <a:ext cx="71913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393529" imgH="393529" progId="Equation.3">
                  <p:embed/>
                </p:oleObj>
              </mc:Choice>
              <mc:Fallback>
                <p:oleObj r:id="rId29" imgW="393529" imgH="393529" progId="Equation.3">
                  <p:embed/>
                  <p:pic>
                    <p:nvPicPr>
                      <p:cNvPr id="557076" name="对象 557075">
                        <a:extLst>
                          <a:ext uri="{FF2B5EF4-FFF2-40B4-BE49-F238E27FC236}">
                            <a16:creationId xmlns:a16="http://schemas.microsoft.com/office/drawing/2014/main" id="{506F990F-DAD7-2618-479B-A4DB93134B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284" y="5982351"/>
                        <a:ext cx="719138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77" name="矩形 557076">
            <a:hlinkClick r:id="rId26" action="ppaction://hlinksldjump"/>
            <a:extLst>
              <a:ext uri="{FF2B5EF4-FFF2-40B4-BE49-F238E27FC236}">
                <a16:creationId xmlns:a16="http://schemas.microsoft.com/office/drawing/2014/main" id="{E2CC3AF7-F271-D84B-CFC6-2ADD9DEBB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073" y="4469462"/>
            <a:ext cx="3819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⑵  </a:t>
            </a:r>
            <a:r>
              <a:rPr lang="en-US" altLang="zh-CN" sz="2400" b="1" i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="1">
                <a:solidFill>
                  <a:srgbClr val="99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600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1400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1400" b="1" i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1400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0</a:t>
            </a:r>
            <a:r>
              <a:rPr lang="en-US" altLang="zh-CN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1600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b="1" i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1600" b="1" i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b="1">
                <a:solidFill>
                  <a:srgbClr val="99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600" baseline="-25000">
                <a:solidFill>
                  <a:srgbClr val="99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557078" name="对象 557077">
            <a:extLst>
              <a:ext uri="{FF2B5EF4-FFF2-40B4-BE49-F238E27FC236}">
                <a16:creationId xmlns:a16="http://schemas.microsoft.com/office/drawing/2014/main" id="{DF523D28-BD3F-1F55-229F-E6D4E5D7B7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126026"/>
              </p:ext>
            </p:extLst>
          </p:nvPr>
        </p:nvGraphicFramePr>
        <p:xfrm>
          <a:off x="5093222" y="4545662"/>
          <a:ext cx="51435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1" imgW="2639309" imgH="203024" progId="Equation.DSMT4">
                  <p:embed/>
                </p:oleObj>
              </mc:Choice>
              <mc:Fallback>
                <p:oleObj r:id="rId31" imgW="2639309" imgH="203024" progId="Equation.DSMT4">
                  <p:embed/>
                  <p:pic>
                    <p:nvPicPr>
                      <p:cNvPr id="557078" name="对象 557077">
                        <a:extLst>
                          <a:ext uri="{FF2B5EF4-FFF2-40B4-BE49-F238E27FC236}">
                            <a16:creationId xmlns:a16="http://schemas.microsoft.com/office/drawing/2014/main" id="{DF523D28-BD3F-1F55-229F-E6D4E5D7B7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3222" y="4545662"/>
                        <a:ext cx="5143500" cy="395288"/>
                      </a:xfrm>
                      <a:prstGeom prst="rect">
                        <a:avLst/>
                      </a:prstGeom>
                      <a:solidFill>
                        <a:srgbClr val="FFFFAB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5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5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7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7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5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4" dur="500"/>
                                        <p:tgtEl>
                                          <p:spTgt spid="5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5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55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57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57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57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57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1000"/>
                                        <p:tgtEl>
                                          <p:spTgt spid="55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55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55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55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5" dur="500"/>
                                        <p:tgtEl>
                                          <p:spTgt spid="557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0" dur="500"/>
                                        <p:tgtEl>
                                          <p:spTgt spid="55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57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57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58" grpId="0"/>
      <p:bldP spid="557059" grpId="0"/>
      <p:bldP spid="557061" grpId="0"/>
      <p:bldP spid="557074" grpId="0"/>
      <p:bldP spid="55707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1073152-C5B3-D52C-FD68-FF1D66644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774" y="1422261"/>
            <a:ext cx="9234008" cy="24789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55D014-8ABC-32BB-BF82-5005E886F1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527" y="4247638"/>
            <a:ext cx="9166502" cy="118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7501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CB83421-DA8A-153F-8D87-BB0DD945F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449" y="1517582"/>
            <a:ext cx="8417136" cy="289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6862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08182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考点二：常见离散型随机变量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8EF821-9774-67B4-FA3A-ABEA42DC47EA}"/>
              </a:ext>
            </a:extLst>
          </p:cNvPr>
          <p:cNvSpPr txBox="1"/>
          <p:nvPr/>
        </p:nvSpPr>
        <p:spPr>
          <a:xfrm>
            <a:off x="2711607" y="1376224"/>
            <a:ext cx="6667500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单点分布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两点分布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二项分布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泊松分布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超几何分布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几何分布</a:t>
            </a:r>
          </a:p>
        </p:txBody>
      </p:sp>
    </p:spTree>
    <p:extLst>
      <p:ext uri="{BB962C8B-B14F-4D97-AF65-F5344CB8AC3E}">
        <p14:creationId xmlns:p14="http://schemas.microsoft.com/office/powerpoint/2010/main" val="376834462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两点分布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DD2516-0598-8B16-B8A9-64F1E7AA4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58" t="35936"/>
          <a:stretch>
            <a:fillRect/>
          </a:stretch>
        </p:blipFill>
        <p:spPr>
          <a:xfrm>
            <a:off x="2841391" y="1810389"/>
            <a:ext cx="7035992" cy="237403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4C91D16-3D4A-A9CB-9DBC-32D3A9C10B72}"/>
              </a:ext>
            </a:extLst>
          </p:cNvPr>
          <p:cNvSpPr txBox="1"/>
          <p:nvPr/>
        </p:nvSpPr>
        <p:spPr>
          <a:xfrm>
            <a:off x="5318126" y="4438139"/>
            <a:ext cx="4375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X~B(1,P)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89874600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二项分布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501E75-5CC8-C704-BABC-10B488797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2" t="33755"/>
          <a:stretch>
            <a:fillRect/>
          </a:stretch>
        </p:blipFill>
        <p:spPr>
          <a:xfrm>
            <a:off x="2012908" y="1452145"/>
            <a:ext cx="9276966" cy="295973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2C147A1-3623-6339-6A6E-3ABD52FBE1A7}"/>
              </a:ext>
            </a:extLst>
          </p:cNvPr>
          <p:cNvSpPr txBox="1"/>
          <p:nvPr/>
        </p:nvSpPr>
        <p:spPr>
          <a:xfrm>
            <a:off x="2276794" y="4697969"/>
            <a:ext cx="889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的值较大时，二项分布计算较为复杂，考虑转化为泊松分布计算</a:t>
            </a:r>
          </a:p>
        </p:txBody>
      </p:sp>
    </p:spTree>
    <p:extLst>
      <p:ext uri="{BB962C8B-B14F-4D97-AF65-F5344CB8AC3E}">
        <p14:creationId xmlns:p14="http://schemas.microsoft.com/office/powerpoint/2010/main" val="173831142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9147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泊松分布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46D8DF-66EA-A9B9-06DA-A5041C80E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0" t="26712"/>
          <a:stretch>
            <a:fillRect/>
          </a:stretch>
        </p:blipFill>
        <p:spPr>
          <a:xfrm>
            <a:off x="2064970" y="1485100"/>
            <a:ext cx="9061240" cy="38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2210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230B039-C0AD-73C1-4595-2F07F1628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593" y="1484966"/>
            <a:ext cx="9466968" cy="473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0757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E35268F-55C2-FF1E-9F6A-BEB3C6664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301" y="1310377"/>
            <a:ext cx="9484886" cy="20715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828D6E-7E58-B581-BC1F-B95D759A4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813" y="3429000"/>
            <a:ext cx="6767585" cy="343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5894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9147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几何分布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0F5659-89DD-C044-0494-037F4BF61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8" t="36401"/>
          <a:stretch>
            <a:fillRect/>
          </a:stretch>
        </p:blipFill>
        <p:spPr>
          <a:xfrm>
            <a:off x="2228471" y="1622910"/>
            <a:ext cx="8540456" cy="256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049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32841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考点三：常见连续型分布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C7561B-920C-0C1F-9BDE-C4464C985203}"/>
              </a:ext>
            </a:extLst>
          </p:cNvPr>
          <p:cNvSpPr txBox="1"/>
          <p:nvPr/>
        </p:nvSpPr>
        <p:spPr>
          <a:xfrm>
            <a:off x="2609850" y="1670050"/>
            <a:ext cx="5695950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均匀分布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指数分布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正态分布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87452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A899FB-BF34-4FC1-7BF0-BBD1238CB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0"/>
            <a:ext cx="10553391" cy="569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3404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1415E5-0EFB-29F9-6399-8AC9D7C66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01" y="0"/>
            <a:ext cx="10176533" cy="617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1278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77182E-8FEE-80F1-406E-67E488D05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1"/>
            <a:ext cx="10496550" cy="572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9396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9395503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化为标准正态分布（★★★）</a:t>
            </a:r>
            <a:r>
              <a:rPr lang="zh-CN" altLang="en-US" sz="2935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从第五章开始将广泛用到！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461F16-BB23-A890-27DA-CED70DE74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641" y="1303185"/>
            <a:ext cx="8843060" cy="55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966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651971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考点四：求随机变量函数的分布（★）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361DAC-2BD4-6636-7855-AA7340A17AE5}"/>
              </a:ext>
            </a:extLst>
          </p:cNvPr>
          <p:cNvSpPr txBox="1"/>
          <p:nvPr/>
        </p:nvSpPr>
        <p:spPr>
          <a:xfrm>
            <a:off x="2711607" y="2362200"/>
            <a:ext cx="65197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分为两种情况：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）离散型随机变量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）连续型随机变量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重点在于后一种情况的计算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194B67-73F0-EB42-83FD-86938CC373E3}"/>
              </a:ext>
            </a:extLst>
          </p:cNvPr>
          <p:cNvSpPr txBox="1"/>
          <p:nvPr/>
        </p:nvSpPr>
        <p:spPr>
          <a:xfrm>
            <a:off x="2428165" y="1504950"/>
            <a:ext cx="605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情形一：一维随机变量</a:t>
            </a:r>
          </a:p>
        </p:txBody>
      </p:sp>
    </p:spTree>
    <p:extLst>
      <p:ext uri="{BB962C8B-B14F-4D97-AF65-F5344CB8AC3E}">
        <p14:creationId xmlns:p14="http://schemas.microsoft.com/office/powerpoint/2010/main" val="148032584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278170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）离散型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C1F032-5789-6997-307B-B46094EB8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852" y="1540162"/>
            <a:ext cx="10250330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4893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278170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）连续型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C8AAB1-D503-073C-256F-A94B47B32ADD}"/>
              </a:ext>
            </a:extLst>
          </p:cNvPr>
          <p:cNvSpPr txBox="1"/>
          <p:nvPr/>
        </p:nvSpPr>
        <p:spPr>
          <a:xfrm>
            <a:off x="2184400" y="1720850"/>
            <a:ext cx="884555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此时有两种情形先进行判断：</a:t>
            </a:r>
            <a:endParaRPr lang="en-US" altLang="zh-CN" sz="2400" dirty="0"/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Y</a:t>
            </a:r>
            <a:r>
              <a:rPr lang="zh-CN" altLang="en-US" sz="2400" dirty="0"/>
              <a:t>为离散型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方法：先求出</a:t>
            </a:r>
            <a:r>
              <a:rPr lang="en-US" altLang="zh-CN" sz="2400" dirty="0"/>
              <a:t>Y</a:t>
            </a:r>
            <a:r>
              <a:rPr lang="zh-CN" altLang="en-US" sz="2400" dirty="0"/>
              <a:t>能取哪些值</a:t>
            </a:r>
            <a:r>
              <a:rPr lang="en-US" altLang="zh-CN" sz="2400" dirty="0"/>
              <a:t>·</a:t>
            </a:r>
            <a:r>
              <a:rPr lang="zh-CN" altLang="en-US" sz="2400" dirty="0"/>
              <a:t>，通过</a:t>
            </a:r>
            <a:r>
              <a:rPr lang="en-US" altLang="zh-CN" sz="2400" dirty="0"/>
              <a:t>X</a:t>
            </a:r>
            <a:r>
              <a:rPr lang="zh-CN" altLang="en-US" sz="2400" dirty="0"/>
              <a:t>的概率分布求出</a:t>
            </a:r>
            <a:r>
              <a:rPr lang="en-US" altLang="zh-CN" sz="2400" dirty="0"/>
              <a:t>Y</a:t>
            </a:r>
            <a:r>
              <a:rPr lang="zh-CN" altLang="en-US" sz="2400" dirty="0"/>
              <a:t>不同取值对应的概率，即</a:t>
            </a:r>
            <a:r>
              <a:rPr lang="en-US" altLang="zh-CN" sz="2400" dirty="0"/>
              <a:t>Y</a:t>
            </a:r>
            <a:r>
              <a:rPr lang="zh-CN" altLang="en-US" sz="2400" dirty="0"/>
              <a:t>的分布列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Y</a:t>
            </a:r>
            <a:r>
              <a:rPr lang="zh-CN" altLang="en-US" sz="2400" dirty="0"/>
              <a:t>为连续型随机变量        </a:t>
            </a:r>
            <a:endParaRPr lang="en-US" altLang="zh-CN" sz="2400" dirty="0"/>
          </a:p>
          <a:p>
            <a:r>
              <a:rPr lang="en-US" altLang="zh-CN" sz="2400" b="1" dirty="0"/>
              <a:t>     </a:t>
            </a:r>
            <a:endParaRPr lang="en-US" altLang="zh-CN" sz="2800" b="1" u="sng" dirty="0"/>
          </a:p>
          <a:p>
            <a:r>
              <a:rPr lang="en-US" altLang="zh-CN" sz="2800" b="1" dirty="0"/>
              <a:t>        </a:t>
            </a:r>
            <a:r>
              <a:rPr lang="zh-CN" altLang="en-US" sz="2800" b="1" u="sng" dirty="0"/>
              <a:t>分布函数法</a:t>
            </a:r>
          </a:p>
        </p:txBody>
      </p:sp>
    </p:spTree>
    <p:extLst>
      <p:ext uri="{BB962C8B-B14F-4D97-AF65-F5344CB8AC3E}">
        <p14:creationId xmlns:p14="http://schemas.microsoft.com/office/powerpoint/2010/main" val="336477983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068177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分布函数法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E77818-168F-B39C-BD8D-2D9201C87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865" y="1528737"/>
            <a:ext cx="9812867" cy="429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0980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165BB44-2586-BB09-7979-2F01D1738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1970" y="1762382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en-US" altLang="zh-CN" b="1" dirty="0">
              <a:solidFill>
                <a:srgbClr val="77777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DC6A6E-4E02-B23A-F2BC-DF1DEBB4F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395" y="1797307"/>
            <a:ext cx="2684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具有概率密度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504DD3C-C8B9-76F1-DB0B-946ED52FD1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7460102"/>
              </p:ext>
            </p:extLst>
          </p:nvPr>
        </p:nvGraphicFramePr>
        <p:xfrm>
          <a:off x="6730958" y="1644907"/>
          <a:ext cx="3011487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09088" imgH="393529" progId="Equation.3">
                  <p:embed/>
                </p:oleObj>
              </mc:Choice>
              <mc:Fallback>
                <p:oleObj r:id="rId3" imgW="1409088" imgH="393529" progId="Equation.3">
                  <p:embed/>
                  <p:pic>
                    <p:nvPicPr>
                      <p:cNvPr id="538630" name="对象 538629">
                        <a:extLst>
                          <a:ext uri="{FF2B5EF4-FFF2-40B4-BE49-F238E27FC236}">
                            <a16:creationId xmlns:a16="http://schemas.microsoft.com/office/drawing/2014/main" id="{780C6E83-030D-1863-C369-B1EF5B9574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0958" y="1644907"/>
                        <a:ext cx="3011487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417221C-E125-A50D-9664-E467DF3B7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795" y="2241807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1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的概率密度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00100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244C97F-CEFC-410E-CEFA-D0A3B9C66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346" y="2311529"/>
            <a:ext cx="30353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118800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 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1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y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1E885A-3668-52EA-BE01-4E4CF241B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0996" y="1890841"/>
            <a:ext cx="4999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8280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的分布函数为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F6565FD-94CE-1E43-51C4-934761155F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4873733"/>
              </p:ext>
            </p:extLst>
          </p:nvPr>
        </p:nvGraphicFramePr>
        <p:xfrm>
          <a:off x="4106434" y="2683004"/>
          <a:ext cx="20891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4781" imgH="393529" progId="Equation.3">
                  <p:embed/>
                </p:oleObj>
              </mc:Choice>
              <mc:Fallback>
                <p:oleObj r:id="rId3" imgW="964781" imgH="393529" progId="Equation.3">
                  <p:embed/>
                  <p:pic>
                    <p:nvPicPr>
                      <p:cNvPr id="538632" name="对象 538631">
                        <a:extLst>
                          <a:ext uri="{FF2B5EF4-FFF2-40B4-BE49-F238E27FC236}">
                            <a16:creationId xmlns:a16="http://schemas.microsoft.com/office/drawing/2014/main" id="{D0898B4D-E9D9-E60D-9423-C7E6845AD6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6434" y="2683004"/>
                        <a:ext cx="20891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4007AF3-35B8-3DBB-7D05-66ADF02F2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546" y="3283079"/>
            <a:ext cx="296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于是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的概率密度为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EA3866A-9641-5B01-E08D-B4D181A8FC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6064586"/>
              </p:ext>
            </p:extLst>
          </p:nvPr>
        </p:nvGraphicFramePr>
        <p:xfrm>
          <a:off x="2726896" y="3679954"/>
          <a:ext cx="19923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40948" imgH="418918" progId="Equation.3">
                  <p:embed/>
                </p:oleObj>
              </mc:Choice>
              <mc:Fallback>
                <p:oleObj r:id="rId5" imgW="1040948" imgH="418918" progId="Equation.3">
                  <p:embed/>
                  <p:pic>
                    <p:nvPicPr>
                      <p:cNvPr id="538634" name="对象 538633">
                        <a:extLst>
                          <a:ext uri="{FF2B5EF4-FFF2-40B4-BE49-F238E27FC236}">
                            <a16:creationId xmlns:a16="http://schemas.microsoft.com/office/drawing/2014/main" id="{A3BD99C0-2DF9-6C08-81E8-49BFEF2B11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896" y="3679954"/>
                        <a:ext cx="19923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C405C16-26F3-AFCE-A195-2C2B41F2A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246" y="4413379"/>
            <a:ext cx="3171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注意到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 4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4CCDE6D-D5D0-A499-F146-CC789553FB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9731188"/>
              </p:ext>
            </p:extLst>
          </p:nvPr>
        </p:nvGraphicFramePr>
        <p:xfrm>
          <a:off x="4984321" y="4426079"/>
          <a:ext cx="14398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96641" imgH="190417" progId="Equation.3">
                  <p:embed/>
                </p:oleObj>
              </mc:Choice>
              <mc:Fallback>
                <p:oleObj r:id="rId7" imgW="596641" imgH="190417" progId="Equation.3">
                  <p:embed/>
                  <p:pic>
                    <p:nvPicPr>
                      <p:cNvPr id="538637" name="对象 538636">
                        <a:extLst>
                          <a:ext uri="{FF2B5EF4-FFF2-40B4-BE49-F238E27FC236}">
                            <a16:creationId xmlns:a16="http://schemas.microsoft.com/office/drawing/2014/main" id="{3B0E48DE-DA38-C4B7-51F7-FC1A58D808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321" y="4426079"/>
                        <a:ext cx="143986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A761F05-48FF-526B-3F89-D961DFB7A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9146" y="4413379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即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 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B8ED551-74C2-892B-3003-C5EE27EB55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1997219"/>
              </p:ext>
            </p:extLst>
          </p:nvPr>
        </p:nvGraphicFramePr>
        <p:xfrm>
          <a:off x="8846709" y="4283204"/>
          <a:ext cx="16573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52087" imgH="393529" progId="Equation.3">
                  <p:embed/>
                </p:oleObj>
              </mc:Choice>
              <mc:Fallback>
                <p:oleObj r:id="rId9" imgW="952087" imgH="393529" progId="Equation.3">
                  <p:embed/>
                  <p:pic>
                    <p:nvPicPr>
                      <p:cNvPr id="538639" name="对象 538638">
                        <a:extLst>
                          <a:ext uri="{FF2B5EF4-FFF2-40B4-BE49-F238E27FC236}">
                            <a16:creationId xmlns:a16="http://schemas.microsoft.com/office/drawing/2014/main" id="{06F6CF13-615A-3421-D4B2-EA60771B3C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6709" y="4283204"/>
                        <a:ext cx="165735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E005BB5-CF62-908D-66A7-F5F429204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46" y="5243641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此时  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9CFC180-043E-E8A0-3E4F-E207F7D06C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1461536"/>
              </p:ext>
            </p:extLst>
          </p:nvPr>
        </p:nvGraphicFramePr>
        <p:xfrm>
          <a:off x="3158696" y="5105529"/>
          <a:ext cx="237648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205977" imgH="393529" progId="Equation.3">
                  <p:embed/>
                </p:oleObj>
              </mc:Choice>
              <mc:Fallback>
                <p:oleObj r:id="rId11" imgW="1205977" imgH="393529" progId="Equation.3">
                  <p:embed/>
                  <p:pic>
                    <p:nvPicPr>
                      <p:cNvPr id="538641" name="对象 538640">
                        <a:extLst>
                          <a:ext uri="{FF2B5EF4-FFF2-40B4-BE49-F238E27FC236}">
                            <a16:creationId xmlns:a16="http://schemas.microsoft.com/office/drawing/2014/main" id="{5B1B2CE0-97EB-EBC5-17D5-5A0CAF0938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696" y="5105529"/>
                        <a:ext cx="2376488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BDE085E-919C-46D2-3F4C-6E02D6CA28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6164335"/>
              </p:ext>
            </p:extLst>
          </p:nvPr>
        </p:nvGraphicFramePr>
        <p:xfrm>
          <a:off x="5679646" y="4846766"/>
          <a:ext cx="381635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878785" imgH="622030" progId="Equation.3">
                  <p:embed/>
                </p:oleObj>
              </mc:Choice>
              <mc:Fallback>
                <p:oleObj r:id="rId13" imgW="1878785" imgH="622030" progId="Equation.3">
                  <p:embed/>
                  <p:pic>
                    <p:nvPicPr>
                      <p:cNvPr id="538642" name="对象 538641">
                        <a:extLst>
                          <a:ext uri="{FF2B5EF4-FFF2-40B4-BE49-F238E27FC236}">
                            <a16:creationId xmlns:a16="http://schemas.microsoft.com/office/drawing/2014/main" id="{5D3D09A9-73A7-73D3-01C6-FC41F2CF19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9646" y="4846766"/>
                        <a:ext cx="381635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9B03A78-429D-580D-3EE0-8D622FD0A4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4594362"/>
              </p:ext>
            </p:extLst>
          </p:nvPr>
        </p:nvGraphicFramePr>
        <p:xfrm>
          <a:off x="6205109" y="2746504"/>
          <a:ext cx="212566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927100" imgH="368300" progId="Equation.3">
                  <p:embed/>
                </p:oleObj>
              </mc:Choice>
              <mc:Fallback>
                <p:oleObj r:id="rId15" imgW="927100" imgH="368300" progId="Equation.3">
                  <p:embed/>
                  <p:pic>
                    <p:nvPicPr>
                      <p:cNvPr id="538644" name="对象 538643">
                        <a:extLst>
                          <a:ext uri="{FF2B5EF4-FFF2-40B4-BE49-F238E27FC236}">
                            <a16:creationId xmlns:a16="http://schemas.microsoft.com/office/drawing/2014/main" id="{8C6EF3AA-149B-C4CC-BB73-57A8304B76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109" y="2746504"/>
                        <a:ext cx="212566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9E6311B-F4F5-4381-EBA5-BF7D2363EC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639312"/>
              </p:ext>
            </p:extLst>
          </p:nvPr>
        </p:nvGraphicFramePr>
        <p:xfrm>
          <a:off x="6784546" y="3679954"/>
          <a:ext cx="24272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421783" imgH="393529" progId="Equation.3">
                  <p:embed/>
                </p:oleObj>
              </mc:Choice>
              <mc:Fallback>
                <p:oleObj r:id="rId17" imgW="1421783" imgH="393529" progId="Equation.3">
                  <p:embed/>
                  <p:pic>
                    <p:nvPicPr>
                      <p:cNvPr id="538645" name="对象 538644">
                        <a:extLst>
                          <a:ext uri="{FF2B5EF4-FFF2-40B4-BE49-F238E27FC236}">
                            <a16:creationId xmlns:a16="http://schemas.microsoft.com/office/drawing/2014/main" id="{5484FA42-920F-4053-7621-0DE90BDA3D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546" y="3679954"/>
                        <a:ext cx="24272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FC47259-E6B2-8BF7-AB9C-48DD9B4CA5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6800242"/>
              </p:ext>
            </p:extLst>
          </p:nvPr>
        </p:nvGraphicFramePr>
        <p:xfrm>
          <a:off x="4671584" y="3679954"/>
          <a:ext cx="213201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66800" imgH="419100" progId="Equation.3">
                  <p:embed/>
                </p:oleObj>
              </mc:Choice>
              <mc:Fallback>
                <p:oleObj r:id="rId19" imgW="1066800" imgH="419100" progId="Equation.3">
                  <p:embed/>
                  <p:pic>
                    <p:nvPicPr>
                      <p:cNvPr id="538646" name="对象 538645">
                        <a:extLst>
                          <a:ext uri="{FF2B5EF4-FFF2-40B4-BE49-F238E27FC236}">
                            <a16:creationId xmlns:a16="http://schemas.microsoft.com/office/drawing/2014/main" id="{CE6B71F7-3001-FAE9-3E37-2C99563D3B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584" y="3679954"/>
                        <a:ext cx="2132012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BB4B014-924A-5866-622F-FAF1DFEBE3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548439"/>
              </p:ext>
            </p:extLst>
          </p:nvPr>
        </p:nvGraphicFramePr>
        <p:xfrm>
          <a:off x="9227709" y="3678366"/>
          <a:ext cx="16478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964781" imgH="393529" progId="Equation.3">
                  <p:embed/>
                </p:oleObj>
              </mc:Choice>
              <mc:Fallback>
                <p:oleObj r:id="rId21" imgW="964781" imgH="393529" progId="Equation.3">
                  <p:embed/>
                  <p:pic>
                    <p:nvPicPr>
                      <p:cNvPr id="538647" name="对象 538646">
                        <a:extLst>
                          <a:ext uri="{FF2B5EF4-FFF2-40B4-BE49-F238E27FC236}">
                            <a16:creationId xmlns:a16="http://schemas.microsoft.com/office/drawing/2014/main" id="{DAB90D0D-4B5E-CDAE-EB99-E641300FB7B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7709" y="3678366"/>
                        <a:ext cx="164782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82D81EA0-27FD-5B8A-DD6A-EF70305BE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746" y="2324229"/>
            <a:ext cx="2243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P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(-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+8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930206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10" grpId="0"/>
      <p:bldP spid="12" grpId="0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925783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多维随机变量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53F99A-E8F7-8FAC-62CC-0287A767D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132" y="1401377"/>
            <a:ext cx="56359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X ,Y 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为离散</a:t>
            </a:r>
            <a:r>
              <a:rPr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r.v.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也离散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31480A1-B72D-B552-77E4-70F56FE172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4869218"/>
              </p:ext>
            </p:extLst>
          </p:nvPr>
        </p:nvGraphicFramePr>
        <p:xfrm>
          <a:off x="2345567" y="2163931"/>
          <a:ext cx="2845715" cy="514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46678" imgH="533169" progId="Equation.3">
                  <p:embed/>
                </p:oleObj>
              </mc:Choice>
              <mc:Fallback>
                <p:oleObj r:id="rId3" imgW="3046678" imgH="533169" progId="Equation.3">
                  <p:embed/>
                  <p:pic>
                    <p:nvPicPr>
                      <p:cNvPr id="619523" name="对象 619522">
                        <a:extLst>
                          <a:ext uri="{FF2B5EF4-FFF2-40B4-BE49-F238E27FC236}">
                            <a16:creationId xmlns:a16="http://schemas.microsoft.com/office/drawing/2014/main" id="{077B6013-DEAF-3E11-3E5F-8DF62E02CA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567" y="2163931"/>
                        <a:ext cx="2845715" cy="514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8675185-B4B7-4179-7CD2-5973049343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8133680"/>
              </p:ext>
            </p:extLst>
          </p:nvPr>
        </p:nvGraphicFramePr>
        <p:xfrm>
          <a:off x="5724682" y="2227161"/>
          <a:ext cx="56388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194911" imgH="850531" progId="Equation.3">
                  <p:embed/>
                </p:oleObj>
              </mc:Choice>
              <mc:Fallback>
                <p:oleObj r:id="rId5" imgW="6194911" imgH="850531" progId="Equation.3">
                  <p:embed/>
                  <p:pic>
                    <p:nvPicPr>
                      <p:cNvPr id="619524" name="对象 619523">
                        <a:extLst>
                          <a:ext uri="{FF2B5EF4-FFF2-40B4-BE49-F238E27FC236}">
                            <a16:creationId xmlns:a16="http://schemas.microsoft.com/office/drawing/2014/main" id="{D12D3600-ACC4-8C9B-B390-180E02BAE3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682" y="2227161"/>
                        <a:ext cx="56388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66DCCC5-1C0E-0CD2-576F-2288ED1741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201492"/>
              </p:ext>
            </p:extLst>
          </p:nvPr>
        </p:nvGraphicFramePr>
        <p:xfrm>
          <a:off x="9306082" y="2768593"/>
          <a:ext cx="1627874" cy="401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62100" imgH="419100" progId="Equation.3">
                  <p:embed/>
                </p:oleObj>
              </mc:Choice>
              <mc:Fallback>
                <p:oleObj r:id="rId7" imgW="1562100" imgH="419100" progId="Equation.3">
                  <p:embed/>
                  <p:pic>
                    <p:nvPicPr>
                      <p:cNvPr id="619525" name="对象 619524">
                        <a:extLst>
                          <a:ext uri="{FF2B5EF4-FFF2-40B4-BE49-F238E27FC236}">
                            <a16:creationId xmlns:a16="http://schemas.microsoft.com/office/drawing/2014/main" id="{EB87DEBF-BEBC-879E-0F6C-78A7F906A49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6082" y="2768593"/>
                        <a:ext cx="1627874" cy="401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0F553AF-107A-AAF7-9922-8B3A3D29E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132" y="3344390"/>
            <a:ext cx="42797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X ,Y 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为连续</a:t>
            </a:r>
            <a:r>
              <a:rPr lang="en-US" altLang="zh-CN" sz="3200" i="1" dirty="0" err="1">
                <a:latin typeface="Times New Roman" panose="02020603050405020304" pitchFamily="18" charset="0"/>
                <a:ea typeface="楷体_GB2312" pitchFamily="49" charset="-122"/>
              </a:rPr>
              <a:t>r.v.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870BE79-D8C2-3208-3FED-206B329A42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840095"/>
              </p:ext>
            </p:extLst>
          </p:nvPr>
        </p:nvGraphicFramePr>
        <p:xfrm>
          <a:off x="2345567" y="4189017"/>
          <a:ext cx="2936875" cy="527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794000" imgH="469900" progId="Equation.3">
                  <p:embed/>
                </p:oleObj>
              </mc:Choice>
              <mc:Fallback>
                <p:oleObj r:id="rId9" imgW="2794000" imgH="469900" progId="Equation.3">
                  <p:embed/>
                  <p:pic>
                    <p:nvPicPr>
                      <p:cNvPr id="619527" name="对象 619526">
                        <a:extLst>
                          <a:ext uri="{FF2B5EF4-FFF2-40B4-BE49-F238E27FC236}">
                            <a16:creationId xmlns:a16="http://schemas.microsoft.com/office/drawing/2014/main" id="{3875071D-8DCB-FA4F-A499-300D6F7FEA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567" y="4189017"/>
                        <a:ext cx="2936875" cy="527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3D70831-357E-056A-C75F-682DFB00A1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4715501"/>
              </p:ext>
            </p:extLst>
          </p:nvPr>
        </p:nvGraphicFramePr>
        <p:xfrm>
          <a:off x="5282442" y="4189017"/>
          <a:ext cx="3086858" cy="514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780093" imgH="431613" progId="Equation.3">
                  <p:embed/>
                </p:oleObj>
              </mc:Choice>
              <mc:Fallback>
                <p:oleObj r:id="rId11" imgW="2780093" imgH="431613" progId="Equation.3">
                  <p:embed/>
                  <p:pic>
                    <p:nvPicPr>
                      <p:cNvPr id="619528" name="对象 619527">
                        <a:extLst>
                          <a:ext uri="{FF2B5EF4-FFF2-40B4-BE49-F238E27FC236}">
                            <a16:creationId xmlns:a16="http://schemas.microsoft.com/office/drawing/2014/main" id="{BE898337-F556-9B41-23B9-3BAD42E9A51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2442" y="4189017"/>
                        <a:ext cx="3086858" cy="514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26A70DF-94E5-2F1E-B966-34F339225F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3487477"/>
              </p:ext>
            </p:extLst>
          </p:nvPr>
        </p:nvGraphicFramePr>
        <p:xfrm>
          <a:off x="2473467" y="4982020"/>
          <a:ext cx="3004465" cy="96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640454" imgH="901309" progId="Equation.3">
                  <p:embed/>
                </p:oleObj>
              </mc:Choice>
              <mc:Fallback>
                <p:oleObj r:id="rId13" imgW="2640454" imgH="901309" progId="Equation.3">
                  <p:embed/>
                  <p:pic>
                    <p:nvPicPr>
                      <p:cNvPr id="619529" name="对象 619528">
                        <a:extLst>
                          <a:ext uri="{FF2B5EF4-FFF2-40B4-BE49-F238E27FC236}">
                            <a16:creationId xmlns:a16="http://schemas.microsoft.com/office/drawing/2014/main" id="{EF60E473-B163-D237-0D2A-C0D965552F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467" y="4982020"/>
                        <a:ext cx="3004465" cy="96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3C58B8F-5810-E15B-D148-F3CD83E5EA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8508913"/>
              </p:ext>
            </p:extLst>
          </p:nvPr>
        </p:nvGraphicFramePr>
        <p:xfrm>
          <a:off x="3214308" y="5707800"/>
          <a:ext cx="3810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692400" imgH="469900" progId="Equation.3">
                  <p:embed/>
                </p:oleObj>
              </mc:Choice>
              <mc:Fallback>
                <p:oleObj r:id="rId15" imgW="2692400" imgH="469900" progId="Equation.3">
                  <p:embed/>
                  <p:pic>
                    <p:nvPicPr>
                      <p:cNvPr id="619530" name="对象 619529">
                        <a:extLst>
                          <a:ext uri="{FF2B5EF4-FFF2-40B4-BE49-F238E27FC236}">
                            <a16:creationId xmlns:a16="http://schemas.microsoft.com/office/drawing/2014/main" id="{4D0E7DC4-F779-A00C-7FCF-DA3F34AF70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308" y="5707800"/>
                        <a:ext cx="3810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158A5652-F008-06B5-34F3-7F37E88D2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905" y="5923125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</a:p>
        </p:txBody>
      </p:sp>
    </p:spTree>
    <p:extLst>
      <p:ext uri="{BB962C8B-B14F-4D97-AF65-F5344CB8AC3E}">
        <p14:creationId xmlns:p14="http://schemas.microsoft.com/office/powerpoint/2010/main" val="1222472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547748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Z=X+Y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的分布（★）</a:t>
            </a:r>
          </a:p>
        </p:txBody>
      </p:sp>
      <p:sp>
        <p:nvSpPr>
          <p:cNvPr id="14" name="圆角矩形标注 703490">
            <a:extLst>
              <a:ext uri="{FF2B5EF4-FFF2-40B4-BE49-F238E27FC236}">
                <a16:creationId xmlns:a16="http://schemas.microsoft.com/office/drawing/2014/main" id="{EC397459-4547-68A5-2FCA-5B2387942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507" y="4093562"/>
            <a:ext cx="1589088" cy="879475"/>
          </a:xfrm>
          <a:prstGeom prst="wedgeRoundRectCallout">
            <a:avLst>
              <a:gd name="adj1" fmla="val 27421"/>
              <a:gd name="adj2" fmla="val -105056"/>
              <a:gd name="adj3" fmla="val 16667"/>
            </a:avLst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90000" tIns="46800" rIns="90000" bIns="46800"/>
          <a:lstStyle/>
          <a:p>
            <a:pPr algn="ctr"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" name="内容占位符 703492">
            <a:extLst>
              <a:ext uri="{FF2B5EF4-FFF2-40B4-BE49-F238E27FC236}">
                <a16:creationId xmlns:a16="http://schemas.microsoft.com/office/drawing/2014/main" id="{488969B9-805F-8A60-1113-EBFDF2E387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7066023"/>
              </p:ext>
            </p:extLst>
          </p:nvPr>
        </p:nvGraphicFramePr>
        <p:xfrm>
          <a:off x="2711607" y="1659924"/>
          <a:ext cx="32305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91307" imgH="215619" progId="Equation.DSMT4">
                  <p:embed/>
                </p:oleObj>
              </mc:Choice>
              <mc:Fallback>
                <p:oleObj r:id="rId3" imgW="1991307" imgH="215619" progId="Equation.DSMT4">
                  <p:embed/>
                  <p:pic>
                    <p:nvPicPr>
                      <p:cNvPr id="703493" name="内容占位符 703492">
                        <a:extLst>
                          <a:ext uri="{FF2B5EF4-FFF2-40B4-BE49-F238E27FC236}">
                            <a16:creationId xmlns:a16="http://schemas.microsoft.com/office/drawing/2014/main" id="{EC62D4CA-0C6C-4601-DA38-AC4528431B2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07" y="1659924"/>
                        <a:ext cx="3230563" cy="4381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十字星 703495">
            <a:extLst>
              <a:ext uri="{FF2B5EF4-FFF2-40B4-BE49-F238E27FC236}">
                <a16:creationId xmlns:a16="http://schemas.microsoft.com/office/drawing/2014/main" id="{E34BEAE3-E590-C2F0-4229-3037416B1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582" y="5057174"/>
            <a:ext cx="314325" cy="249238"/>
          </a:xfrm>
          <a:prstGeom prst="star4">
            <a:avLst>
              <a:gd name="adj" fmla="val 125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81AE10E-1E49-7F3E-B87C-AA99AC27D4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6652553"/>
              </p:ext>
            </p:extLst>
          </p:nvPr>
        </p:nvGraphicFramePr>
        <p:xfrm>
          <a:off x="5912007" y="1659924"/>
          <a:ext cx="36576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751080" imgH="203024" progId="Equation.DSMT4">
                  <p:embed/>
                </p:oleObj>
              </mc:Choice>
              <mc:Fallback>
                <p:oleObj r:id="rId5" imgW="1751080" imgH="203024" progId="Equation.DSMT4">
                  <p:embed/>
                  <p:pic>
                    <p:nvPicPr>
                      <p:cNvPr id="703497" name="对象 703496">
                        <a:extLst>
                          <a:ext uri="{FF2B5EF4-FFF2-40B4-BE49-F238E27FC236}">
                            <a16:creationId xmlns:a16="http://schemas.microsoft.com/office/drawing/2014/main" id="{D4A31066-6AA6-9CD8-44C7-3636040AFC2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2007" y="1659924"/>
                        <a:ext cx="36576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2A90BAC-4C47-C12B-87F6-310EA5FD39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6224531"/>
              </p:ext>
            </p:extLst>
          </p:nvPr>
        </p:nvGraphicFramePr>
        <p:xfrm>
          <a:off x="2787807" y="2269524"/>
          <a:ext cx="729138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719486" imgH="444307" progId="Equation.DSMT4">
                  <p:embed/>
                </p:oleObj>
              </mc:Choice>
              <mc:Fallback>
                <p:oleObj r:id="rId7" imgW="3719486" imgH="444307" progId="Equation.DSMT4">
                  <p:embed/>
                  <p:pic>
                    <p:nvPicPr>
                      <p:cNvPr id="703498" name="对象 703497">
                        <a:extLst>
                          <a:ext uri="{FF2B5EF4-FFF2-40B4-BE49-F238E27FC236}">
                            <a16:creationId xmlns:a16="http://schemas.microsoft.com/office/drawing/2014/main" id="{6C4C7C38-270D-79CC-16F4-67A5129AB07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807" y="2269524"/>
                        <a:ext cx="7291388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0DF11DF7-91B6-C72E-D057-EFE8B035F6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6850994"/>
              </p:ext>
            </p:extLst>
          </p:nvPr>
        </p:nvGraphicFramePr>
        <p:xfrm>
          <a:off x="2476657" y="2966437"/>
          <a:ext cx="337502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675673" imgH="380835" progId="Equation.DSMT4">
                  <p:embed/>
                </p:oleObj>
              </mc:Choice>
              <mc:Fallback>
                <p:oleObj r:id="rId9" imgW="1675673" imgH="380835" progId="Equation.DSMT4">
                  <p:embed/>
                  <p:pic>
                    <p:nvPicPr>
                      <p:cNvPr id="703499" name="对象 703498">
                        <a:extLst>
                          <a:ext uri="{FF2B5EF4-FFF2-40B4-BE49-F238E27FC236}">
                            <a16:creationId xmlns:a16="http://schemas.microsoft.com/office/drawing/2014/main" id="{053E9CD4-7BEF-3F94-2A72-CEB996E88E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657" y="2966437"/>
                        <a:ext cx="337502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1C96631-747B-ACA4-5171-0DC1BCF094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8247262"/>
              </p:ext>
            </p:extLst>
          </p:nvPr>
        </p:nvGraphicFramePr>
        <p:xfrm>
          <a:off x="5724682" y="3075974"/>
          <a:ext cx="48831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513509" imgH="380835" progId="Equation.DSMT4">
                  <p:embed/>
                </p:oleObj>
              </mc:Choice>
              <mc:Fallback>
                <p:oleObj r:id="rId11" imgW="2513509" imgH="380835" progId="Equation.DSMT4">
                  <p:embed/>
                  <p:pic>
                    <p:nvPicPr>
                      <p:cNvPr id="703500" name="对象 703499">
                        <a:extLst>
                          <a:ext uri="{FF2B5EF4-FFF2-40B4-BE49-F238E27FC236}">
                            <a16:creationId xmlns:a16="http://schemas.microsoft.com/office/drawing/2014/main" id="{176F0855-282E-8C4E-8CE7-4B25724332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682" y="3075974"/>
                        <a:ext cx="48831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4B70A65-853B-2D61-7098-F0461BBF65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3226229"/>
              </p:ext>
            </p:extLst>
          </p:nvPr>
        </p:nvGraphicFramePr>
        <p:xfrm>
          <a:off x="4326888" y="4280093"/>
          <a:ext cx="54546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805482" imgH="330057" progId="Equation.DSMT4">
                  <p:embed/>
                </p:oleObj>
              </mc:Choice>
              <mc:Fallback>
                <p:oleObj r:id="rId13" imgW="2805482" imgH="330057" progId="Equation.DSMT4">
                  <p:embed/>
                  <p:pic>
                    <p:nvPicPr>
                      <p:cNvPr id="703501" name="对象 703500">
                        <a:extLst>
                          <a:ext uri="{FF2B5EF4-FFF2-40B4-BE49-F238E27FC236}">
                            <a16:creationId xmlns:a16="http://schemas.microsoft.com/office/drawing/2014/main" id="{0D3130D9-6A8B-674E-5826-3F66041E166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6888" y="4280093"/>
                        <a:ext cx="54546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5440E45-73CD-F71D-E231-1655591280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0428519"/>
              </p:ext>
            </p:extLst>
          </p:nvPr>
        </p:nvGraphicFramePr>
        <p:xfrm>
          <a:off x="4164169" y="5125008"/>
          <a:ext cx="62468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3554457" imgH="330057" progId="Equation.DSMT4">
                  <p:embed/>
                </p:oleObj>
              </mc:Choice>
              <mc:Fallback>
                <p:oleObj r:id="rId15" imgW="3554457" imgH="330057" progId="Equation.DSMT4">
                  <p:embed/>
                  <p:pic>
                    <p:nvPicPr>
                      <p:cNvPr id="703502" name="对象 703501">
                        <a:extLst>
                          <a:ext uri="{FF2B5EF4-FFF2-40B4-BE49-F238E27FC236}">
                            <a16:creationId xmlns:a16="http://schemas.microsoft.com/office/drawing/2014/main" id="{413B60A9-CBA7-929E-79EF-8D6A4417B86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169" y="5125008"/>
                        <a:ext cx="624681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AF38B42-C479-D9F7-2AEB-CB1E551445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9198420"/>
              </p:ext>
            </p:extLst>
          </p:nvPr>
        </p:nvGraphicFramePr>
        <p:xfrm>
          <a:off x="2219482" y="4122137"/>
          <a:ext cx="135096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723586" imgH="457002" progId="Equation.DSMT4">
                  <p:embed/>
                </p:oleObj>
              </mc:Choice>
              <mc:Fallback>
                <p:oleObj r:id="rId17" imgW="723586" imgH="457002" progId="Equation.DSMT4">
                  <p:embed/>
                  <p:pic>
                    <p:nvPicPr>
                      <p:cNvPr id="703503" name="对象 703502">
                        <a:extLst>
                          <a:ext uri="{FF2B5EF4-FFF2-40B4-BE49-F238E27FC236}">
                            <a16:creationId xmlns:a16="http://schemas.microsoft.com/office/drawing/2014/main" id="{F17A3947-4D43-1B1F-59C5-02A4FCDBE1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482" y="4122137"/>
                        <a:ext cx="1350963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36935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763FCF9-6BF3-C1D1-AF61-811AFED40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644" y="1422629"/>
            <a:ext cx="633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b="1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 已知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 X ,Y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的联合 </a:t>
            </a:r>
            <a:r>
              <a:rPr lang="en-US" altLang="zh-CN" sz="4000" i="1">
                <a:latin typeface="Times New Roman" panose="02020603050405020304" pitchFamily="18" charset="0"/>
                <a:ea typeface="黑体" panose="02010609060101010101" pitchFamily="49" charset="-122"/>
              </a:rPr>
              <a:t>d.f.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为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9424102-510A-ABFD-FB83-92F7F6B0C4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3318462"/>
              </p:ext>
            </p:extLst>
          </p:nvPr>
        </p:nvGraphicFramePr>
        <p:xfrm>
          <a:off x="3314700" y="2337029"/>
          <a:ext cx="6547194" cy="1339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09800" imgH="457200" progId="Equation.3">
                  <p:embed/>
                </p:oleObj>
              </mc:Choice>
              <mc:Fallback>
                <p:oleObj r:id="rId3" imgW="2209800" imgH="457200" progId="Equation.3">
                  <p:embed/>
                  <p:pic>
                    <p:nvPicPr>
                      <p:cNvPr id="629763" name="对象 629762">
                        <a:extLst>
                          <a:ext uri="{FF2B5EF4-FFF2-40B4-BE49-F238E27FC236}">
                            <a16:creationId xmlns:a16="http://schemas.microsoft.com/office/drawing/2014/main" id="{ED229398-4AC6-BD80-04CD-3A5030318B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2337029"/>
                        <a:ext cx="6547194" cy="13396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37D45C9-C14E-CFC4-B845-9BABDDBCE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1194" y="3738791"/>
            <a:ext cx="42243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i="1" dirty="0">
                <a:latin typeface="Times New Roman" panose="02020603050405020304" pitchFamily="18" charset="0"/>
                <a:ea typeface="楷体_GB2312" pitchFamily="49" charset="-122"/>
              </a:rPr>
              <a:t>Z = X + Y ,</a:t>
            </a:r>
            <a:r>
              <a:rPr lang="zh-CN" altLang="en-US" sz="4000" dirty="0">
                <a:latin typeface="Times New Roman" panose="02020603050405020304" pitchFamily="18" charset="0"/>
                <a:ea typeface="楷体_GB2312" pitchFamily="49" charset="-122"/>
              </a:rPr>
              <a:t>求 </a:t>
            </a:r>
            <a:r>
              <a:rPr lang="en-US" altLang="zh-CN" sz="4000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4000" i="1" baseline="-25000" dirty="0"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en-US" altLang="zh-CN" sz="40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40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4000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2023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45062EF-2DE5-BAA3-582E-C518D0D00228}"/>
              </a:ext>
            </a:extLst>
          </p:cNvPr>
          <p:cNvGrpSpPr>
            <a:grpSpLocks/>
          </p:cNvGrpSpPr>
          <p:nvPr/>
        </p:nvGrpSpPr>
        <p:grpSpPr bwMode="auto">
          <a:xfrm>
            <a:off x="8096250" y="1429093"/>
            <a:ext cx="2474913" cy="3657600"/>
            <a:chOff x="3984" y="144"/>
            <a:chExt cx="1559" cy="2304"/>
          </a:xfrm>
        </p:grpSpPr>
        <p:sp>
          <p:nvSpPr>
            <p:cNvPr id="5" name="直接连接符 630786">
              <a:extLst>
                <a:ext uri="{FF2B5EF4-FFF2-40B4-BE49-F238E27FC236}">
                  <a16:creationId xmlns:a16="http://schemas.microsoft.com/office/drawing/2014/main" id="{4D1ACC3D-78EC-0E8D-BFE8-C9799AD37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88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630787">
              <a:extLst>
                <a:ext uri="{FF2B5EF4-FFF2-40B4-BE49-F238E27FC236}">
                  <a16:creationId xmlns:a16="http://schemas.microsoft.com/office/drawing/2014/main" id="{7018C690-21E9-A4BB-8222-9138BD202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44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  <p:grpSp>
          <p:nvGrpSpPr>
            <p:cNvPr id="7" name="组合 630788">
              <a:extLst>
                <a:ext uri="{FF2B5EF4-FFF2-40B4-BE49-F238E27FC236}">
                  <a16:creationId xmlns:a16="http://schemas.microsoft.com/office/drawing/2014/main" id="{D292B267-5D4D-F746-26F1-B804247C92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054"/>
              <a:ext cx="1511" cy="365"/>
              <a:chOff x="4032" y="2054"/>
              <a:chExt cx="1511" cy="365"/>
            </a:xfrm>
          </p:grpSpPr>
          <p:sp>
            <p:nvSpPr>
              <p:cNvPr id="8" name="直接连接符 630789">
                <a:extLst>
                  <a:ext uri="{FF2B5EF4-FFF2-40B4-BE49-F238E27FC236}">
                    <a16:creationId xmlns:a16="http://schemas.microsoft.com/office/drawing/2014/main" id="{D0A62DA8-CB25-1415-01FA-8DA03658B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112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文本框 630790">
                <a:extLst>
                  <a:ext uri="{FF2B5EF4-FFF2-40B4-BE49-F238E27FC236}">
                    <a16:creationId xmlns:a16="http://schemas.microsoft.com/office/drawing/2014/main" id="{D3AA90AC-F7AD-BA76-68E6-DAC35DAC7D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3" y="2054"/>
                <a:ext cx="23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3200" i="1"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77B19B7-AFC6-4A78-ECB5-B2EA796DF163}"/>
              </a:ext>
            </a:extLst>
          </p:cNvPr>
          <p:cNvGrpSpPr>
            <a:grpSpLocks/>
          </p:cNvGrpSpPr>
          <p:nvPr/>
        </p:nvGrpSpPr>
        <p:grpSpPr bwMode="auto">
          <a:xfrm>
            <a:off x="8035925" y="3029293"/>
            <a:ext cx="2270125" cy="1905000"/>
            <a:chOff x="3984" y="1152"/>
            <a:chExt cx="1430" cy="1200"/>
          </a:xfrm>
        </p:grpSpPr>
        <p:sp>
          <p:nvSpPr>
            <p:cNvPr id="11" name="直接连接符 630792">
              <a:extLst>
                <a:ext uri="{FF2B5EF4-FFF2-40B4-BE49-F238E27FC236}">
                  <a16:creationId xmlns:a16="http://schemas.microsoft.com/office/drawing/2014/main" id="{67882F33-A3BF-B20C-83CA-F77D9ADEF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1152"/>
              <a:ext cx="1200" cy="120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文本框 630793">
              <a:extLst>
                <a:ext uri="{FF2B5EF4-FFF2-40B4-BE49-F238E27FC236}">
                  <a16:creationId xmlns:a16="http://schemas.microsoft.com/office/drawing/2014/main" id="{A3C66058-255D-92FA-4614-77FCBB4F9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617043">
              <a:off x="4783" y="1192"/>
              <a:ext cx="6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Times New Roman" panose="02020603050405020304" pitchFamily="18" charset="0"/>
                  <a:ea typeface="楷体_GB2312" pitchFamily="49" charset="-122"/>
                </a:rPr>
                <a:t>z = x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96FB1A-DFB8-3AF8-2E1E-922B2B52212A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1329081"/>
            <a:ext cx="1447800" cy="3713162"/>
            <a:chOff x="4080" y="5"/>
            <a:chExt cx="912" cy="2339"/>
          </a:xfrm>
        </p:grpSpPr>
        <p:sp>
          <p:nvSpPr>
            <p:cNvPr id="14" name="直接连接符 630795">
              <a:extLst>
                <a:ext uri="{FF2B5EF4-FFF2-40B4-BE49-F238E27FC236}">
                  <a16:creationId xmlns:a16="http://schemas.microsoft.com/office/drawing/2014/main" id="{517274D5-A328-4CD3-8188-B0EF2D480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376"/>
              <a:ext cx="912" cy="1968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文本框 630796">
              <a:extLst>
                <a:ext uri="{FF2B5EF4-FFF2-40B4-BE49-F238E27FC236}">
                  <a16:creationId xmlns:a16="http://schemas.microsoft.com/office/drawing/2014/main" id="{6D2B3B2D-07D0-1B05-1591-3C49131C5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990862">
              <a:off x="4420" y="201"/>
              <a:ext cx="75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Times New Roman" panose="02020603050405020304" pitchFamily="18" charset="0"/>
                  <a:ea typeface="楷体_GB2312" pitchFamily="49" charset="-122"/>
                </a:rPr>
                <a:t>z = 2x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852C12F-E9DF-A857-5208-DE4DFE73D71F}"/>
              </a:ext>
            </a:extLst>
          </p:cNvPr>
          <p:cNvGrpSpPr>
            <a:grpSpLocks/>
          </p:cNvGrpSpPr>
          <p:nvPr/>
        </p:nvGrpSpPr>
        <p:grpSpPr bwMode="auto">
          <a:xfrm>
            <a:off x="8936038" y="2408581"/>
            <a:ext cx="1046162" cy="3054350"/>
            <a:chOff x="4512" y="768"/>
            <a:chExt cx="659" cy="1924"/>
          </a:xfrm>
        </p:grpSpPr>
        <p:sp>
          <p:nvSpPr>
            <p:cNvPr id="17" name="直接连接符 630798">
              <a:extLst>
                <a:ext uri="{FF2B5EF4-FFF2-40B4-BE49-F238E27FC236}">
                  <a16:creationId xmlns:a16="http://schemas.microsoft.com/office/drawing/2014/main" id="{CBE94C82-50D5-33A4-C07F-926DA3A2A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768"/>
              <a:ext cx="0" cy="1632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文本框 630799">
              <a:extLst>
                <a:ext uri="{FF2B5EF4-FFF2-40B4-BE49-F238E27FC236}">
                  <a16:creationId xmlns:a16="http://schemas.microsoft.com/office/drawing/2014/main" id="{43F4B1E5-20D6-0D88-8987-BAD43F475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327"/>
              <a:ext cx="65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 = </a:t>
              </a:r>
              <a:r>
                <a:rPr lang="en-US" altLang="zh-CN" sz="3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AAF5A1C-9E3C-4F91-467E-CCCC7D78A0F3}"/>
              </a:ext>
            </a:extLst>
          </p:cNvPr>
          <p:cNvGrpSpPr>
            <a:grpSpLocks/>
          </p:cNvGrpSpPr>
          <p:nvPr/>
        </p:nvGrpSpPr>
        <p:grpSpPr bwMode="auto">
          <a:xfrm>
            <a:off x="8080375" y="3353143"/>
            <a:ext cx="1311275" cy="579438"/>
            <a:chOff x="3974" y="1356"/>
            <a:chExt cx="826" cy="365"/>
          </a:xfrm>
        </p:grpSpPr>
        <p:sp>
          <p:nvSpPr>
            <p:cNvPr id="20" name="直接连接符 630801">
              <a:extLst>
                <a:ext uri="{FF2B5EF4-FFF2-40B4-BE49-F238E27FC236}">
                  <a16:creationId xmlns:a16="http://schemas.microsoft.com/office/drawing/2014/main" id="{9E374DD6-C8E9-E615-F197-402F6B0F3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53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文本框 630802">
              <a:extLst>
                <a:ext uri="{FF2B5EF4-FFF2-40B4-BE49-F238E27FC236}">
                  <a16:creationId xmlns:a16="http://schemas.microsoft.com/office/drawing/2014/main" id="{4E511475-2E9C-C205-B67C-FF22D8723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" y="1356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B443D73-6C72-A7FE-9148-6DEAAAAB9DD8}"/>
              </a:ext>
            </a:extLst>
          </p:cNvPr>
          <p:cNvGrpSpPr>
            <a:grpSpLocks/>
          </p:cNvGrpSpPr>
          <p:nvPr/>
        </p:nvGrpSpPr>
        <p:grpSpPr bwMode="auto">
          <a:xfrm>
            <a:off x="8080375" y="2238718"/>
            <a:ext cx="1311275" cy="579438"/>
            <a:chOff x="3974" y="732"/>
            <a:chExt cx="826" cy="365"/>
          </a:xfrm>
        </p:grpSpPr>
        <p:sp>
          <p:nvSpPr>
            <p:cNvPr id="23" name="直接连接符 630804">
              <a:extLst>
                <a:ext uri="{FF2B5EF4-FFF2-40B4-BE49-F238E27FC236}">
                  <a16:creationId xmlns:a16="http://schemas.microsoft.com/office/drawing/2014/main" id="{CD4C3577-6A06-E776-811C-CF4F667952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96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文本框 630805">
              <a:extLst>
                <a:ext uri="{FF2B5EF4-FFF2-40B4-BE49-F238E27FC236}">
                  <a16:creationId xmlns:a16="http://schemas.microsoft.com/office/drawing/2014/main" id="{101AA9A8-DC8A-0853-5C8A-C15E9894F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" y="7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</p:grpSp>
      <p:sp>
        <p:nvSpPr>
          <p:cNvPr id="25" name="任意多边形 630806">
            <a:extLst>
              <a:ext uri="{FF2B5EF4-FFF2-40B4-BE49-F238E27FC236}">
                <a16:creationId xmlns:a16="http://schemas.microsoft.com/office/drawing/2014/main" id="{39ED4F24-865D-C181-FAC3-80C6383F0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2654643"/>
            <a:ext cx="914400" cy="1828800"/>
          </a:xfrm>
          <a:custGeom>
            <a:avLst/>
            <a:gdLst>
              <a:gd name="T0" fmla="*/ 576 w 576"/>
              <a:gd name="T1" fmla="*/ 0 h 1152"/>
              <a:gd name="T2" fmla="*/ 0 w 576"/>
              <a:gd name="T3" fmla="*/ 1152 h 1152"/>
              <a:gd name="T4" fmla="*/ 576 w 576"/>
              <a:gd name="T5" fmla="*/ 576 h 1152"/>
              <a:gd name="T6" fmla="*/ 576 w 576"/>
              <a:gd name="T7" fmla="*/ 0 h 1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1152">
                <a:moveTo>
                  <a:pt x="576" y="0"/>
                </a:moveTo>
                <a:lnTo>
                  <a:pt x="0" y="1152"/>
                </a:lnTo>
                <a:lnTo>
                  <a:pt x="576" y="576"/>
                </a:lnTo>
                <a:lnTo>
                  <a:pt x="576" y="0"/>
                </a:lnTo>
                <a:close/>
              </a:path>
            </a:pathLst>
          </a:custGeom>
          <a:pattFill prst="dkHorz">
            <a:fgClr>
              <a:srgbClr val="FFFF00"/>
            </a:fgClr>
            <a:bgClr>
              <a:schemeClr val="bg2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645176B-047A-F140-25DE-0AC6C2CCA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50" y="1603718"/>
            <a:ext cx="382027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lang="en-US" altLang="zh-CN" sz="3600" i="1">
                <a:latin typeface="Times New Roman" panose="02020603050405020304" pitchFamily="18" charset="0"/>
                <a:ea typeface="楷体_GB2312" pitchFamily="49" charset="-122"/>
              </a:rPr>
              <a:t>z &lt; </a:t>
            </a:r>
            <a:r>
              <a:rPr lang="en-US" altLang="zh-CN" sz="360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lang="zh-CN" altLang="en-US" sz="3600">
                <a:latin typeface="Times New Roman" panose="02020603050405020304" pitchFamily="18" charset="0"/>
                <a:ea typeface="楷体_GB2312" pitchFamily="49" charset="-122"/>
              </a:rPr>
              <a:t>或 </a:t>
            </a:r>
            <a:r>
              <a:rPr lang="en-US" altLang="zh-CN" sz="3600" i="1">
                <a:latin typeface="Times New Roman" panose="02020603050405020304" pitchFamily="18" charset="0"/>
                <a:ea typeface="楷体_GB2312" pitchFamily="49" charset="-122"/>
              </a:rPr>
              <a:t>z &gt; </a:t>
            </a:r>
            <a:r>
              <a:rPr lang="en-US" altLang="zh-CN" sz="3600">
                <a:latin typeface="Times New Roman" panose="02020603050405020304" pitchFamily="18" charset="0"/>
                <a:ea typeface="楷体_GB2312" pitchFamily="49" charset="-122"/>
              </a:rPr>
              <a:t>2 ,  </a:t>
            </a:r>
            <a:endParaRPr lang="en-US" altLang="zh-CN" sz="3600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78C31AC-9A8C-90A5-1F88-95D98B9EADA6}"/>
              </a:ext>
            </a:extLst>
          </p:cNvPr>
          <p:cNvGrpSpPr>
            <a:grpSpLocks/>
          </p:cNvGrpSpPr>
          <p:nvPr/>
        </p:nvGrpSpPr>
        <p:grpSpPr bwMode="auto">
          <a:xfrm>
            <a:off x="7486650" y="4553293"/>
            <a:ext cx="2835275" cy="579438"/>
            <a:chOff x="3600" y="2112"/>
            <a:chExt cx="1786" cy="365"/>
          </a:xfrm>
        </p:grpSpPr>
        <p:sp>
          <p:nvSpPr>
            <p:cNvPr id="28" name="直接连接符 630809">
              <a:extLst>
                <a:ext uri="{FF2B5EF4-FFF2-40B4-BE49-F238E27FC236}">
                  <a16:creationId xmlns:a16="http://schemas.microsoft.com/office/drawing/2014/main" id="{4B89362A-05E2-7A65-C2DB-16305A5B0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2292"/>
              <a:ext cx="1488" cy="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文本框 630810">
              <a:extLst>
                <a:ext uri="{FF2B5EF4-FFF2-40B4-BE49-F238E27FC236}">
                  <a16:creationId xmlns:a16="http://schemas.microsoft.com/office/drawing/2014/main" id="{8DC099B5-8724-0F12-D63D-C51752B37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112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1F8CDCC-A2E2-D270-1762-6E2B399498CB}"/>
              </a:ext>
            </a:extLst>
          </p:cNvPr>
          <p:cNvGrpSpPr>
            <a:grpSpLocks/>
          </p:cNvGrpSpPr>
          <p:nvPr/>
        </p:nvGrpSpPr>
        <p:grpSpPr bwMode="auto">
          <a:xfrm>
            <a:off x="7486650" y="3772243"/>
            <a:ext cx="2819400" cy="579438"/>
            <a:chOff x="3600" y="1620"/>
            <a:chExt cx="1776" cy="365"/>
          </a:xfrm>
        </p:grpSpPr>
        <p:sp>
          <p:nvSpPr>
            <p:cNvPr id="31" name="直接连接符 630812">
              <a:extLst>
                <a:ext uri="{FF2B5EF4-FFF2-40B4-BE49-F238E27FC236}">
                  <a16:creationId xmlns:a16="http://schemas.microsoft.com/office/drawing/2014/main" id="{AFE3BBA4-746D-5761-64F8-F74396442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812"/>
              <a:ext cx="1488" cy="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文本框 630813">
              <a:extLst>
                <a:ext uri="{FF2B5EF4-FFF2-40B4-BE49-F238E27FC236}">
                  <a16:creationId xmlns:a16="http://schemas.microsoft.com/office/drawing/2014/main" id="{4A929A04-CF63-20F3-4A07-648A03B43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620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D844504-6F87-9121-5B98-10BC10E0984E}"/>
              </a:ext>
            </a:extLst>
          </p:cNvPr>
          <p:cNvGrpSpPr>
            <a:grpSpLocks/>
          </p:cNvGrpSpPr>
          <p:nvPr/>
        </p:nvGrpSpPr>
        <p:grpSpPr bwMode="auto">
          <a:xfrm>
            <a:off x="7486650" y="2724493"/>
            <a:ext cx="2819400" cy="579438"/>
            <a:chOff x="3600" y="960"/>
            <a:chExt cx="1776" cy="365"/>
          </a:xfrm>
        </p:grpSpPr>
        <p:sp>
          <p:nvSpPr>
            <p:cNvPr id="34" name="直接连接符 630815">
              <a:extLst>
                <a:ext uri="{FF2B5EF4-FFF2-40B4-BE49-F238E27FC236}">
                  <a16:creationId xmlns:a16="http://schemas.microsoft.com/office/drawing/2014/main" id="{223AE1AE-CC00-6973-5C44-88EFA3921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152"/>
              <a:ext cx="1488" cy="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文本框 630816">
              <a:extLst>
                <a:ext uri="{FF2B5EF4-FFF2-40B4-BE49-F238E27FC236}">
                  <a16:creationId xmlns:a16="http://schemas.microsoft.com/office/drawing/2014/main" id="{E97FDD40-9EF5-69D8-794B-1BEAA7F5E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960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A72263E-E38B-94C9-D13C-AA98A3B1B451}"/>
              </a:ext>
            </a:extLst>
          </p:cNvPr>
          <p:cNvGrpSpPr>
            <a:grpSpLocks/>
          </p:cNvGrpSpPr>
          <p:nvPr/>
        </p:nvGrpSpPr>
        <p:grpSpPr bwMode="auto">
          <a:xfrm>
            <a:off x="7486650" y="1810093"/>
            <a:ext cx="2819400" cy="579438"/>
            <a:chOff x="3600" y="384"/>
            <a:chExt cx="1776" cy="365"/>
          </a:xfrm>
        </p:grpSpPr>
        <p:sp>
          <p:nvSpPr>
            <p:cNvPr id="37" name="直接连接符 630818">
              <a:extLst>
                <a:ext uri="{FF2B5EF4-FFF2-40B4-BE49-F238E27FC236}">
                  <a16:creationId xmlns:a16="http://schemas.microsoft.com/office/drawing/2014/main" id="{EEDEB5FF-AD22-8ACD-5FD3-B19718E67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576"/>
              <a:ext cx="1488" cy="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文本框 630819">
              <a:extLst>
                <a:ext uri="{FF2B5EF4-FFF2-40B4-BE49-F238E27FC236}">
                  <a16:creationId xmlns:a16="http://schemas.microsoft.com/office/drawing/2014/main" id="{8082D95F-ACEC-2EF9-9B97-9ABEFD873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84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89D91E4A-F03A-35A7-EA7D-FE568D53E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3035643"/>
            <a:ext cx="27751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0 ≤ </a:t>
            </a:r>
            <a:r>
              <a:rPr lang="en-US" altLang="zh-CN" sz="3600" i="1" dirty="0">
                <a:latin typeface="Times New Roman" panose="02020603050405020304" pitchFamily="18" charset="0"/>
                <a:ea typeface="楷体_GB2312" pitchFamily="49" charset="-122"/>
              </a:rPr>
              <a:t>z &lt; </a:t>
            </a:r>
            <a:r>
              <a:rPr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1,  </a:t>
            </a:r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BFA4F2F4-D493-7F88-8683-EB3D949EDC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7547581"/>
              </p:ext>
            </p:extLst>
          </p:nvPr>
        </p:nvGraphicFramePr>
        <p:xfrm>
          <a:off x="2635335" y="3723140"/>
          <a:ext cx="3846512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810000" imgH="939800" progId="Equation.3">
                  <p:embed/>
                </p:oleObj>
              </mc:Choice>
              <mc:Fallback>
                <p:oleObj r:id="rId3" imgW="3810000" imgH="939800" progId="Equation.3">
                  <p:embed/>
                  <p:pic>
                    <p:nvPicPr>
                      <p:cNvPr id="630822" name="对象 630821">
                        <a:extLst>
                          <a:ext uri="{FF2B5EF4-FFF2-40B4-BE49-F238E27FC236}">
                            <a16:creationId xmlns:a16="http://schemas.microsoft.com/office/drawing/2014/main" id="{A383FBF3-EAA4-E5E3-EC2F-F77F055872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335" y="3723140"/>
                        <a:ext cx="3846512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40">
            <a:extLst>
              <a:ext uri="{FF2B5EF4-FFF2-40B4-BE49-F238E27FC236}">
                <a16:creationId xmlns:a16="http://schemas.microsoft.com/office/drawing/2014/main" id="{C9084F05-CED1-C9C7-2F23-D55C1EC5D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4772368"/>
            <a:ext cx="27751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lang="en-US" altLang="zh-CN" sz="3600">
                <a:latin typeface="Times New Roman" panose="02020603050405020304" pitchFamily="18" charset="0"/>
                <a:ea typeface="楷体_GB2312" pitchFamily="49" charset="-122"/>
              </a:rPr>
              <a:t>1 ≤ </a:t>
            </a:r>
            <a:r>
              <a:rPr lang="en-US" altLang="zh-CN" sz="3600" i="1">
                <a:latin typeface="Times New Roman" panose="02020603050405020304" pitchFamily="18" charset="0"/>
                <a:ea typeface="楷体_GB2312" pitchFamily="49" charset="-122"/>
              </a:rPr>
              <a:t>z &lt; </a:t>
            </a:r>
            <a:r>
              <a:rPr lang="en-US" altLang="zh-CN" sz="3600">
                <a:latin typeface="Times New Roman" panose="02020603050405020304" pitchFamily="18" charset="0"/>
                <a:ea typeface="楷体_GB2312" pitchFamily="49" charset="-122"/>
              </a:rPr>
              <a:t>2,  </a:t>
            </a:r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D708014E-1AF8-6164-D5E6-CF95EFC92A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9858938"/>
              </p:ext>
            </p:extLst>
          </p:nvPr>
        </p:nvGraphicFramePr>
        <p:xfrm>
          <a:off x="2686050" y="5672371"/>
          <a:ext cx="4533900" cy="94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60900" imgH="977900" progId="Equation.3">
                  <p:embed/>
                </p:oleObj>
              </mc:Choice>
              <mc:Fallback>
                <p:oleObj r:id="rId5" imgW="4660900" imgH="977900" progId="Equation.3">
                  <p:embed/>
                  <p:pic>
                    <p:nvPicPr>
                      <p:cNvPr id="630824" name="对象 630823">
                        <a:extLst>
                          <a:ext uri="{FF2B5EF4-FFF2-40B4-BE49-F238E27FC236}">
                            <a16:creationId xmlns:a16="http://schemas.microsoft.com/office/drawing/2014/main" id="{11110094-0B54-4044-81D3-ECDC4F6F7F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5672371"/>
                        <a:ext cx="4533900" cy="944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>
            <a:extLst>
              <a:ext uri="{FF2B5EF4-FFF2-40B4-BE49-F238E27FC236}">
                <a16:creationId xmlns:a16="http://schemas.microsoft.com/office/drawing/2014/main" id="{1F3D8779-2622-E9CE-1765-E697EB44F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273643"/>
            <a:ext cx="19239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3600" i="1" baseline="-2500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36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36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3600" i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3600">
                <a:latin typeface="Times New Roman" panose="02020603050405020304" pitchFamily="18" charset="0"/>
                <a:ea typeface="楷体_GB2312" pitchFamily="49" charset="-122"/>
              </a:rPr>
              <a:t>) = 0</a:t>
            </a:r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38DD00A1-12A9-8DAE-771B-093889B4BD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7335855"/>
              </p:ext>
            </p:extLst>
          </p:nvPr>
        </p:nvGraphicFramePr>
        <p:xfrm>
          <a:off x="2930525" y="216245"/>
          <a:ext cx="6057900" cy="955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463800" imgH="457200" progId="Equation.3">
                  <p:embed/>
                </p:oleObj>
              </mc:Choice>
              <mc:Fallback>
                <p:oleObj r:id="rId7" imgW="2463800" imgH="457200" progId="Equation.3">
                  <p:embed/>
                  <p:pic>
                    <p:nvPicPr>
                      <p:cNvPr id="630826" name="对象 630825">
                        <a:extLst>
                          <a:ext uri="{FF2B5EF4-FFF2-40B4-BE49-F238E27FC236}">
                            <a16:creationId xmlns:a16="http://schemas.microsoft.com/office/drawing/2014/main" id="{0289F3EB-8FEC-063D-CCAA-4D96B6ED13B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5" y="216245"/>
                        <a:ext cx="6057900" cy="955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9147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9" grpId="0"/>
      <p:bldP spid="41" grpId="0"/>
      <p:bldP spid="4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86411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商的分布：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Z = X / Y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1704D54-D76A-7738-54A0-EECFC8D96F29}"/>
              </a:ext>
            </a:extLst>
          </p:cNvPr>
          <p:cNvGrpSpPr>
            <a:grpSpLocks/>
          </p:cNvGrpSpPr>
          <p:nvPr/>
        </p:nvGrpSpPr>
        <p:grpSpPr bwMode="auto">
          <a:xfrm>
            <a:off x="2445180" y="1915297"/>
            <a:ext cx="7777163" cy="1311275"/>
            <a:chOff x="326" y="1282"/>
            <a:chExt cx="4899" cy="826"/>
          </a:xfrm>
        </p:grpSpPr>
        <p:sp>
          <p:nvSpPr>
            <p:cNvPr id="6" name="文本框 640002">
              <a:extLst>
                <a:ext uri="{FF2B5EF4-FFF2-40B4-BE49-F238E27FC236}">
                  <a16:creationId xmlns:a16="http://schemas.microsoft.com/office/drawing/2014/main" id="{F87F9784-6068-1400-CEFC-F5C6E9031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" y="1282"/>
              <a:ext cx="489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4000" dirty="0">
                  <a:latin typeface="Times New Roman" panose="02020603050405020304" pitchFamily="18" charset="0"/>
                  <a:ea typeface="楷体_GB2312" pitchFamily="49" charset="-122"/>
                </a:rPr>
                <a:t>例如  已知</a:t>
              </a:r>
              <a:r>
                <a:rPr lang="en-US" altLang="zh-CN" sz="4000" dirty="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4000" i="1" dirty="0">
                  <a:latin typeface="Times New Roman" panose="02020603050405020304" pitchFamily="18" charset="0"/>
                  <a:ea typeface="楷体_GB2312" pitchFamily="49" charset="-122"/>
                </a:rPr>
                <a:t>X ,Y </a:t>
              </a:r>
              <a:r>
                <a:rPr lang="en-US" altLang="zh-CN" sz="4000" dirty="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sz="4000" dirty="0">
                  <a:latin typeface="Times New Roman" panose="02020603050405020304" pitchFamily="18" charset="0"/>
                  <a:ea typeface="楷体_GB2312" pitchFamily="49" charset="-122"/>
                </a:rPr>
                <a:t>的联合</a:t>
              </a:r>
              <a:r>
                <a:rPr lang="en-US" altLang="zh-CN" sz="4000" i="1" dirty="0" err="1">
                  <a:latin typeface="Times New Roman" panose="02020603050405020304" pitchFamily="18" charset="0"/>
                  <a:ea typeface="黑体" panose="02010609060101010101" pitchFamily="49" charset="-122"/>
                </a:rPr>
                <a:t>d.f</a:t>
              </a:r>
              <a:r>
                <a:rPr lang="en-US" altLang="zh-CN" sz="4000" dirty="0" err="1">
                  <a:latin typeface="Times New Roman" panose="02020603050405020304" pitchFamily="18" charset="0"/>
                  <a:ea typeface="黑体" panose="02010609060101010101" pitchFamily="49" charset="-122"/>
                </a:rPr>
                <a:t>.</a:t>
              </a:r>
              <a:r>
                <a:rPr lang="en-US" altLang="zh-CN" sz="4000" i="1" dirty="0">
                  <a:latin typeface="Times New Roman" panose="02020603050405020304" pitchFamily="18" charset="0"/>
                  <a:ea typeface="楷体_GB2312" pitchFamily="49" charset="-122"/>
                </a:rPr>
                <a:t> f </a:t>
              </a:r>
              <a:r>
                <a:rPr lang="en-US" altLang="zh-CN" sz="4000" dirty="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4000" i="1" dirty="0" err="1">
                  <a:latin typeface="Times New Roman" panose="02020603050405020304" pitchFamily="18" charset="0"/>
                  <a:ea typeface="楷体_GB2312" pitchFamily="49" charset="-122"/>
                </a:rPr>
                <a:t>x,y</a:t>
              </a:r>
              <a:r>
                <a:rPr lang="en-US" altLang="zh-CN" sz="4000" dirty="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sz="4000" dirty="0"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</a:p>
            <a:p>
              <a:r>
                <a:rPr lang="zh-CN" altLang="en-US" sz="4000" dirty="0">
                  <a:latin typeface="Times New Roman" panose="02020603050405020304" pitchFamily="18" charset="0"/>
                  <a:ea typeface="楷体_GB2312" pitchFamily="49" charset="-122"/>
                </a:rPr>
                <a:t>          </a:t>
              </a:r>
              <a:r>
                <a:rPr lang="en-US" altLang="zh-CN" sz="4000" i="1" dirty="0">
                  <a:latin typeface="Times New Roman" panose="02020603050405020304" pitchFamily="18" charset="0"/>
                  <a:ea typeface="楷体_GB2312" pitchFamily="49" charset="-122"/>
                </a:rPr>
                <a:t>Z = X / Y , </a:t>
              </a:r>
              <a:r>
                <a:rPr lang="zh-CN" altLang="en-US" sz="4000" dirty="0">
                  <a:latin typeface="Times New Roman" panose="02020603050405020304" pitchFamily="18" charset="0"/>
                  <a:ea typeface="楷体_GB2312" pitchFamily="49" charset="-122"/>
                </a:rPr>
                <a:t>求 </a:t>
              </a:r>
              <a:r>
                <a:rPr lang="en-US" altLang="zh-CN" sz="4000" i="1" dirty="0">
                  <a:latin typeface="Times New Roman" panose="02020603050405020304" pitchFamily="18" charset="0"/>
                  <a:ea typeface="楷体_GB2312" pitchFamily="49" charset="-122"/>
                </a:rPr>
                <a:t>f </a:t>
              </a:r>
              <a:r>
                <a:rPr lang="en-US" altLang="zh-CN" sz="4000" i="1" baseline="-25000" dirty="0">
                  <a:latin typeface="Times New Roman" panose="02020603050405020304" pitchFamily="18" charset="0"/>
                  <a:ea typeface="楷体_GB2312" pitchFamily="49" charset="-122"/>
                </a:rPr>
                <a:t>Z </a:t>
              </a:r>
              <a:r>
                <a:rPr lang="en-US" altLang="zh-CN" sz="4000" dirty="0">
                  <a:latin typeface="Times New Roman" panose="02020603050405020304" pitchFamily="18" charset="0"/>
                  <a:ea typeface="楷体_GB2312" pitchFamily="49" charset="-122"/>
                </a:rPr>
                <a:t>(z)</a:t>
              </a:r>
            </a:p>
          </p:txBody>
        </p:sp>
        <p:sp>
          <p:nvSpPr>
            <p:cNvPr id="7" name="文本框 640003">
              <a:extLst>
                <a:ext uri="{FF2B5EF4-FFF2-40B4-BE49-F238E27FC236}">
                  <a16:creationId xmlns:a16="http://schemas.microsoft.com/office/drawing/2014/main" id="{8FAC280C-F15B-68AC-9524-9829C261A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" y="1585"/>
              <a:ext cx="4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4000">
                  <a:latin typeface="Times New Roman" panose="02020603050405020304" pitchFamily="18" charset="0"/>
                  <a:ea typeface="楷体_GB2312" pitchFamily="49" charset="-122"/>
                </a:rPr>
                <a:t>令</a:t>
              </a:r>
            </a:p>
          </p:txBody>
        </p: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7B40A7D-B2C8-71CA-1C35-15345BD825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088356"/>
              </p:ext>
            </p:extLst>
          </p:nvPr>
        </p:nvGraphicFramePr>
        <p:xfrm>
          <a:off x="3043668" y="3612335"/>
          <a:ext cx="113506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93188" imgH="215619" progId="Equation.3">
                  <p:embed/>
                </p:oleObj>
              </mc:Choice>
              <mc:Fallback>
                <p:oleObj r:id="rId3" imgW="393188" imgH="215619" progId="Equation.3">
                  <p:embed/>
                  <p:pic>
                    <p:nvPicPr>
                      <p:cNvPr id="640005" name="对象 640004">
                        <a:extLst>
                          <a:ext uri="{FF2B5EF4-FFF2-40B4-BE49-F238E27FC236}">
                            <a16:creationId xmlns:a16="http://schemas.microsoft.com/office/drawing/2014/main" id="{CF4E987E-BF07-84C3-D504-28BB1119239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668" y="3612335"/>
                        <a:ext cx="1135062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ECAEDAA-2711-794F-56AC-B231DF400F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326392"/>
              </p:ext>
            </p:extLst>
          </p:nvPr>
        </p:nvGraphicFramePr>
        <p:xfrm>
          <a:off x="4123168" y="3396435"/>
          <a:ext cx="44132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82144" imgH="330057" progId="Equation.3">
                  <p:embed/>
                </p:oleObj>
              </mc:Choice>
              <mc:Fallback>
                <p:oleObj r:id="rId5" imgW="1282144" imgH="330057" progId="Equation.3">
                  <p:embed/>
                  <p:pic>
                    <p:nvPicPr>
                      <p:cNvPr id="640007" name="对象 640006">
                        <a:extLst>
                          <a:ext uri="{FF2B5EF4-FFF2-40B4-BE49-F238E27FC236}">
                            <a16:creationId xmlns:a16="http://schemas.microsoft.com/office/drawing/2014/main" id="{5BE1E70A-9925-A926-397F-CD23E7E8CF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3168" y="3396435"/>
                        <a:ext cx="4413250" cy="1136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68317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846255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考点五：求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F(</a:t>
            </a:r>
            <a:r>
              <a:rPr lang="en-US" altLang="zh-CN" sz="2935" b="1" dirty="0" err="1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f(</a:t>
            </a:r>
            <a:r>
              <a:rPr lang="en-US" altLang="zh-CN" sz="2935" b="1" dirty="0" err="1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边缘分布综合题目（★）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EEB514-A3BC-F3F9-32BB-B898DA48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0" y="1457016"/>
            <a:ext cx="9700344" cy="223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495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44433A6-B622-A020-23E6-7F0D08103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967" y="2884803"/>
            <a:ext cx="9024116" cy="23970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0AE0FCD-7E99-245C-65A8-391280E3C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967" y="1711231"/>
            <a:ext cx="9024116" cy="126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0513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CDCCC78-A1F1-D0EC-8737-F88F1F6D1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492251"/>
            <a:ext cx="7613650" cy="361442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8703E37-9192-F5F4-1022-D26C090C882A}"/>
              </a:ext>
            </a:extLst>
          </p:cNvPr>
          <p:cNvSpPr txBox="1"/>
          <p:nvPr/>
        </p:nvSpPr>
        <p:spPr>
          <a:xfrm>
            <a:off x="3168650" y="5365749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如何求</a:t>
            </a:r>
            <a:r>
              <a:rPr lang="en-US" altLang="zh-CN" b="1" dirty="0"/>
              <a:t>F(</a:t>
            </a:r>
            <a:r>
              <a:rPr lang="en-US" altLang="zh-CN" b="1" dirty="0" err="1"/>
              <a:t>x,y</a:t>
            </a:r>
            <a:r>
              <a:rPr lang="en-US" altLang="zh-CN" b="1" dirty="0"/>
              <a:t>)?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22340782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B5E57C1-B980-4111-C6D0-24D28631D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400" y="1550846"/>
            <a:ext cx="6997700" cy="508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61579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F0B825E-67E5-E4C1-9E8A-3A327D078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189" y="1377950"/>
            <a:ext cx="7435495" cy="502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6252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灯片编号占位符 1">
            <a:extLst>
              <a:ext uri="{FF2B5EF4-FFF2-40B4-BE49-F238E27FC236}">
                <a16:creationId xmlns:a16="http://schemas.microsoft.com/office/drawing/2014/main" id="{41039792-FE84-8028-AAE6-711325D78E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E01D05C-9C40-4F04-B29E-7BBFEB6619AF}" type="slidenum">
              <a:rPr lang="zh-CN" altLang="en-US"/>
              <a:pPr/>
              <a:t>52</a:t>
            </a:fld>
            <a:endParaRPr lang="zh-CN" altLang="en-US"/>
          </a:p>
        </p:txBody>
      </p:sp>
      <p:sp>
        <p:nvSpPr>
          <p:cNvPr id="112642" name="矩形 564225">
            <a:extLst>
              <a:ext uri="{FF2B5EF4-FFF2-40B4-BE49-F238E27FC236}">
                <a16:creationId xmlns:a16="http://schemas.microsoft.com/office/drawing/2014/main" id="{CF271116-98BD-5C55-CE08-48077C222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1092200"/>
            <a:ext cx="525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400" b="1">
                <a:latin typeface="Book Antiqua" panose="0204060205030503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400" b="1">
                <a:latin typeface="Book Antiqua" panose="02040602050305030304" pitchFamily="18" charset="0"/>
                <a:ea typeface="宋体" panose="02010600030101010101" pitchFamily="2" charset="-122"/>
              </a:rPr>
              <a:t>2    </a:t>
            </a:r>
            <a:r>
              <a:rPr lang="zh-CN" altLang="en-US" sz="2400" b="1">
                <a:latin typeface="Book Antiqua" panose="0204060205030503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400" b="1">
                <a:latin typeface="Book Antiqua" panose="0204060205030503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latin typeface="Book Antiqua" panose="0204060205030503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latin typeface="Book Antiqua" panose="0204060205030503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latin typeface="Book Antiqua" panose="0204060205030503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>
                <a:latin typeface="Book Antiqua" panose="0204060205030503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>
                <a:latin typeface="Book Antiqua" panose="02040602050305030304" pitchFamily="18" charset="0"/>
                <a:ea typeface="宋体" panose="02010600030101010101" pitchFamily="2" charset="-122"/>
              </a:rPr>
              <a:t>的概率密度是</a:t>
            </a:r>
          </a:p>
        </p:txBody>
      </p:sp>
      <p:sp>
        <p:nvSpPr>
          <p:cNvPr id="112643" name="文本框 564226">
            <a:extLst>
              <a:ext uri="{FF2B5EF4-FFF2-40B4-BE49-F238E27FC236}">
                <a16:creationId xmlns:a16="http://schemas.microsoft.com/office/drawing/2014/main" id="{514B3F4C-F7D4-6085-8ADC-EA67BB3FF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3573463"/>
            <a:ext cx="3513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求分布函数                </a:t>
            </a:r>
            <a:endParaRPr lang="zh-CN" altLang="en-US" sz="2800" b="1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644" name="对象 564227">
            <a:extLst>
              <a:ext uri="{FF2B5EF4-FFF2-40B4-BE49-F238E27FC236}">
                <a16:creationId xmlns:a16="http://schemas.microsoft.com/office/drawing/2014/main" id="{6FFDE826-7E88-7F7E-B547-5A9AE4EAB9E6}"/>
              </a:ext>
            </a:extLst>
          </p:cNvPr>
          <p:cNvGraphicFramePr>
            <a:graphicFrameLocks/>
          </p:cNvGraphicFramePr>
          <p:nvPr/>
        </p:nvGraphicFramePr>
        <p:xfrm>
          <a:off x="2917825" y="2087563"/>
          <a:ext cx="5143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143500" imgH="1054100" progId="Equation.DSMT4">
                  <p:embed/>
                </p:oleObj>
              </mc:Choice>
              <mc:Fallback>
                <p:oleObj r:id="rId2" imgW="5143500" imgH="1054100" progId="Equation.DSMT4">
                  <p:embed/>
                  <p:pic>
                    <p:nvPicPr>
                      <p:cNvPr id="112644" name="对象 564227">
                        <a:extLst>
                          <a:ext uri="{FF2B5EF4-FFF2-40B4-BE49-F238E27FC236}">
                            <a16:creationId xmlns:a16="http://schemas.microsoft.com/office/drawing/2014/main" id="{6FFDE826-7E88-7F7E-B547-5A9AE4EAB9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2087563"/>
                        <a:ext cx="51435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5" name="对象 564228">
            <a:extLst>
              <a:ext uri="{FF2B5EF4-FFF2-40B4-BE49-F238E27FC236}">
                <a16:creationId xmlns:a16="http://schemas.microsoft.com/office/drawing/2014/main" id="{C31977E8-B2F1-1266-B531-61241F8282CB}"/>
              </a:ext>
            </a:extLst>
          </p:cNvPr>
          <p:cNvGraphicFramePr>
            <a:graphicFrameLocks/>
          </p:cNvGraphicFramePr>
          <p:nvPr/>
        </p:nvGraphicFramePr>
        <p:xfrm>
          <a:off x="4459288" y="3654425"/>
          <a:ext cx="1333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32921" imgH="495085" progId="Equation.DSMT4">
                  <p:embed/>
                </p:oleObj>
              </mc:Choice>
              <mc:Fallback>
                <p:oleObj r:id="rId4" imgW="1332921" imgH="495085" progId="Equation.DSMT4">
                  <p:embed/>
                  <p:pic>
                    <p:nvPicPr>
                      <p:cNvPr id="112645" name="对象 564228">
                        <a:extLst>
                          <a:ext uri="{FF2B5EF4-FFF2-40B4-BE49-F238E27FC236}">
                            <a16:creationId xmlns:a16="http://schemas.microsoft.com/office/drawing/2014/main" id="{C31977E8-B2F1-1266-B531-61241F8282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88" y="3654425"/>
                        <a:ext cx="13335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6" name="对象 564229">
            <a:extLst>
              <a:ext uri="{FF2B5EF4-FFF2-40B4-BE49-F238E27FC236}">
                <a16:creationId xmlns:a16="http://schemas.microsoft.com/office/drawing/2014/main" id="{424094BE-1C20-A564-C37A-A00C20F2967C}"/>
              </a:ext>
            </a:extLst>
          </p:cNvPr>
          <p:cNvGraphicFramePr>
            <a:graphicFrameLocks/>
          </p:cNvGraphicFramePr>
          <p:nvPr/>
        </p:nvGraphicFramePr>
        <p:xfrm>
          <a:off x="3813175" y="4508500"/>
          <a:ext cx="156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61422" imgH="495085" progId="Equation.DSMT4">
                  <p:embed/>
                </p:oleObj>
              </mc:Choice>
              <mc:Fallback>
                <p:oleObj r:id="rId6" imgW="1561422" imgH="495085" progId="Equation.DSMT4">
                  <p:embed/>
                  <p:pic>
                    <p:nvPicPr>
                      <p:cNvPr id="112646" name="对象 564229">
                        <a:extLst>
                          <a:ext uri="{FF2B5EF4-FFF2-40B4-BE49-F238E27FC236}">
                            <a16:creationId xmlns:a16="http://schemas.microsoft.com/office/drawing/2014/main" id="{424094BE-1C20-A564-C37A-A00C20F296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5" y="4508500"/>
                        <a:ext cx="1562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7" name="矩形 564230">
            <a:extLst>
              <a:ext uri="{FF2B5EF4-FFF2-40B4-BE49-F238E27FC236}">
                <a16:creationId xmlns:a16="http://schemas.microsoft.com/office/drawing/2014/main" id="{C26324A3-8036-7892-BA04-A0A9190FB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4437063"/>
            <a:ext cx="3571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求概率                  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1">
            <a:extLst>
              <a:ext uri="{FF2B5EF4-FFF2-40B4-BE49-F238E27FC236}">
                <a16:creationId xmlns:a16="http://schemas.microsoft.com/office/drawing/2014/main" id="{80CBF2CF-8435-0B8E-CCCD-24FEAD99D6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581724" y="6750985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AFC76C5-87DB-4973-BF41-52DC793E558B}" type="slidenum">
              <a:rPr lang="zh-CN" altLang="en-US"/>
              <a:pPr/>
              <a:t>53</a:t>
            </a:fld>
            <a:endParaRPr lang="zh-CN" altLang="en-US"/>
          </a:p>
        </p:txBody>
      </p:sp>
      <p:graphicFrame>
        <p:nvGraphicFramePr>
          <p:cNvPr id="566274" name="对象 566273">
            <a:extLst>
              <a:ext uri="{FF2B5EF4-FFF2-40B4-BE49-F238E27FC236}">
                <a16:creationId xmlns:a16="http://schemas.microsoft.com/office/drawing/2014/main" id="{EAB99583-D995-512B-BD54-A4F12C8841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746203"/>
              </p:ext>
            </p:extLst>
          </p:nvPr>
        </p:nvGraphicFramePr>
        <p:xfrm>
          <a:off x="2754012" y="5496860"/>
          <a:ext cx="66167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616700" imgH="1206500" progId="Equation.DSMT4">
                  <p:embed/>
                </p:oleObj>
              </mc:Choice>
              <mc:Fallback>
                <p:oleObj r:id="rId2" imgW="6616700" imgH="1206500" progId="Equation.DSMT4">
                  <p:embed/>
                  <p:pic>
                    <p:nvPicPr>
                      <p:cNvPr id="566274" name="对象 566273">
                        <a:extLst>
                          <a:ext uri="{FF2B5EF4-FFF2-40B4-BE49-F238E27FC236}">
                            <a16:creationId xmlns:a16="http://schemas.microsoft.com/office/drawing/2014/main" id="{EAB99583-D995-512B-BD54-A4F12C8841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012" y="5496860"/>
                        <a:ext cx="66167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6275" name="组合 566274">
            <a:extLst>
              <a:ext uri="{FF2B5EF4-FFF2-40B4-BE49-F238E27FC236}">
                <a16:creationId xmlns:a16="http://schemas.microsoft.com/office/drawing/2014/main" id="{2586EE78-CBE2-6CEC-8099-4B179A6F9F46}"/>
              </a:ext>
            </a:extLst>
          </p:cNvPr>
          <p:cNvGrpSpPr>
            <a:grpSpLocks/>
          </p:cNvGrpSpPr>
          <p:nvPr/>
        </p:nvGrpSpPr>
        <p:grpSpPr bwMode="auto">
          <a:xfrm>
            <a:off x="2611138" y="4117323"/>
            <a:ext cx="3455987" cy="519112"/>
            <a:chOff x="703" y="2345"/>
            <a:chExt cx="2177" cy="327"/>
          </a:xfrm>
        </p:grpSpPr>
        <p:graphicFrame>
          <p:nvGraphicFramePr>
            <p:cNvPr id="114692" name="对象 566275">
              <a:extLst>
                <a:ext uri="{FF2B5EF4-FFF2-40B4-BE49-F238E27FC236}">
                  <a16:creationId xmlns:a16="http://schemas.microsoft.com/office/drawing/2014/main" id="{66A51DD5-DBC7-4191-D49C-6304D595782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58" y="2382"/>
            <a:ext cx="12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955800" imgH="419100" progId="Equation.DSMT4">
                    <p:embed/>
                  </p:oleObj>
                </mc:Choice>
                <mc:Fallback>
                  <p:oleObj r:id="rId4" imgW="1955800" imgH="419100" progId="Equation.DSMT4">
                    <p:embed/>
                    <p:pic>
                      <p:nvPicPr>
                        <p:cNvPr id="114692" name="对象 566275">
                          <a:extLst>
                            <a:ext uri="{FF2B5EF4-FFF2-40B4-BE49-F238E27FC236}">
                              <a16:creationId xmlns:a16="http://schemas.microsoft.com/office/drawing/2014/main" id="{66A51DD5-DBC7-4191-D49C-6304D595782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" y="2382"/>
                          <a:ext cx="123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693" name="文本框 566276">
              <a:extLst>
                <a:ext uri="{FF2B5EF4-FFF2-40B4-BE49-F238E27FC236}">
                  <a16:creationId xmlns:a16="http://schemas.microsoft.com/office/drawing/2014/main" id="{8F4FDAD7-7A0F-712B-AC9D-2EFF17F0B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2345"/>
              <a:ext cx="21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当                         时</a:t>
              </a: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</a:p>
          </p:txBody>
        </p:sp>
      </p:grpSp>
      <p:graphicFrame>
        <p:nvGraphicFramePr>
          <p:cNvPr id="566278" name="对象 566277">
            <a:extLst>
              <a:ext uri="{FF2B5EF4-FFF2-40B4-BE49-F238E27FC236}">
                <a16:creationId xmlns:a16="http://schemas.microsoft.com/office/drawing/2014/main" id="{B7FFD463-4FBA-82E5-2D8D-AB3338E827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1006460"/>
              </p:ext>
            </p:extLst>
          </p:nvPr>
        </p:nvGraphicFramePr>
        <p:xfrm>
          <a:off x="2682574" y="4709460"/>
          <a:ext cx="449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495800" imgH="698500" progId="Equation.DSMT4">
                  <p:embed/>
                </p:oleObj>
              </mc:Choice>
              <mc:Fallback>
                <p:oleObj r:id="rId6" imgW="4495800" imgH="698500" progId="Equation.DSMT4">
                  <p:embed/>
                  <p:pic>
                    <p:nvPicPr>
                      <p:cNvPr id="566278" name="对象 566277">
                        <a:extLst>
                          <a:ext uri="{FF2B5EF4-FFF2-40B4-BE49-F238E27FC236}">
                            <a16:creationId xmlns:a16="http://schemas.microsoft.com/office/drawing/2014/main" id="{B7FFD463-4FBA-82E5-2D8D-AB3338E827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574" y="4709460"/>
                        <a:ext cx="449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9" name="对象 566278">
            <a:extLst>
              <a:ext uri="{FF2B5EF4-FFF2-40B4-BE49-F238E27FC236}">
                <a16:creationId xmlns:a16="http://schemas.microsoft.com/office/drawing/2014/main" id="{5E44C466-120A-A9E3-C48F-75F4670AD0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8539926"/>
              </p:ext>
            </p:extLst>
          </p:nvPr>
        </p:nvGraphicFramePr>
        <p:xfrm>
          <a:off x="7291087" y="4904723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94870" imgH="317225" progId="Equation.DSMT4">
                  <p:embed/>
                </p:oleObj>
              </mc:Choice>
              <mc:Fallback>
                <p:oleObj r:id="rId8" imgW="494870" imgH="317225" progId="Equation.DSMT4">
                  <p:embed/>
                  <p:pic>
                    <p:nvPicPr>
                      <p:cNvPr id="566279" name="对象 566278">
                        <a:extLst>
                          <a:ext uri="{FF2B5EF4-FFF2-40B4-BE49-F238E27FC236}">
                            <a16:creationId xmlns:a16="http://schemas.microsoft.com/office/drawing/2014/main" id="{5E44C466-120A-A9E3-C48F-75F4670AD0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087" y="4904723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280" name="文本框 566279">
            <a:extLst>
              <a:ext uri="{FF2B5EF4-FFF2-40B4-BE49-F238E27FC236}">
                <a16:creationId xmlns:a16="http://schemas.microsoft.com/office/drawing/2014/main" id="{5851DA7D-6A22-369C-08DF-31EEB9363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975" y="5752448"/>
            <a:ext cx="504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566281" name="对象 566280">
            <a:extLst>
              <a:ext uri="{FF2B5EF4-FFF2-40B4-BE49-F238E27FC236}">
                <a16:creationId xmlns:a16="http://schemas.microsoft.com/office/drawing/2014/main" id="{6E06219A-3C86-4BF6-75A1-61705A5A8D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2869447"/>
              </p:ext>
            </p:extLst>
          </p:nvPr>
        </p:nvGraphicFramePr>
        <p:xfrm>
          <a:off x="3763662" y="2439335"/>
          <a:ext cx="321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213100" imgH="736600" progId="Equation.DSMT4">
                  <p:embed/>
                </p:oleObj>
              </mc:Choice>
              <mc:Fallback>
                <p:oleObj r:id="rId10" imgW="3213100" imgH="736600" progId="Equation.DSMT4">
                  <p:embed/>
                  <p:pic>
                    <p:nvPicPr>
                      <p:cNvPr id="566281" name="对象 566280">
                        <a:extLst>
                          <a:ext uri="{FF2B5EF4-FFF2-40B4-BE49-F238E27FC236}">
                            <a16:creationId xmlns:a16="http://schemas.microsoft.com/office/drawing/2014/main" id="{6E06219A-3C86-4BF6-75A1-61705A5A8D4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662" y="2439335"/>
                        <a:ext cx="3213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82" name="对象 566281">
            <a:extLst>
              <a:ext uri="{FF2B5EF4-FFF2-40B4-BE49-F238E27FC236}">
                <a16:creationId xmlns:a16="http://schemas.microsoft.com/office/drawing/2014/main" id="{075B108C-5DFE-17F3-5EFC-8B85DDB2B2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8321706"/>
              </p:ext>
            </p:extLst>
          </p:nvPr>
        </p:nvGraphicFramePr>
        <p:xfrm>
          <a:off x="7003749" y="2388535"/>
          <a:ext cx="334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340100" imgH="736600" progId="Equation.DSMT4">
                  <p:embed/>
                </p:oleObj>
              </mc:Choice>
              <mc:Fallback>
                <p:oleObj r:id="rId12" imgW="3340100" imgH="736600" progId="Equation.DSMT4">
                  <p:embed/>
                  <p:pic>
                    <p:nvPicPr>
                      <p:cNvPr id="566282" name="对象 566281">
                        <a:extLst>
                          <a:ext uri="{FF2B5EF4-FFF2-40B4-BE49-F238E27FC236}">
                            <a16:creationId xmlns:a16="http://schemas.microsoft.com/office/drawing/2014/main" id="{075B108C-5DFE-17F3-5EFC-8B85DDB2B2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3749" y="2388535"/>
                        <a:ext cx="3340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83" name="对象 566282">
            <a:extLst>
              <a:ext uri="{FF2B5EF4-FFF2-40B4-BE49-F238E27FC236}">
                <a16:creationId xmlns:a16="http://schemas.microsoft.com/office/drawing/2014/main" id="{0692967F-0699-83AA-A7B3-6444D6A257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1977513"/>
              </p:ext>
            </p:extLst>
          </p:nvPr>
        </p:nvGraphicFramePr>
        <p:xfrm>
          <a:off x="3763662" y="3371198"/>
          <a:ext cx="2984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984500" imgH="596900" progId="Equation.DSMT4">
                  <p:embed/>
                </p:oleObj>
              </mc:Choice>
              <mc:Fallback>
                <p:oleObj r:id="rId14" imgW="2984500" imgH="596900" progId="Equation.DSMT4">
                  <p:embed/>
                  <p:pic>
                    <p:nvPicPr>
                      <p:cNvPr id="566283" name="对象 566282">
                        <a:extLst>
                          <a:ext uri="{FF2B5EF4-FFF2-40B4-BE49-F238E27FC236}">
                            <a16:creationId xmlns:a16="http://schemas.microsoft.com/office/drawing/2014/main" id="{0692967F-0699-83AA-A7B3-6444D6A2578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662" y="3371198"/>
                        <a:ext cx="2984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4700" name="组合 566283">
            <a:extLst>
              <a:ext uri="{FF2B5EF4-FFF2-40B4-BE49-F238E27FC236}">
                <a16:creationId xmlns:a16="http://schemas.microsoft.com/office/drawing/2014/main" id="{F6194F4E-821C-C6F2-5ABF-6A8301851774}"/>
              </a:ext>
            </a:extLst>
          </p:cNvPr>
          <p:cNvGrpSpPr>
            <a:grpSpLocks/>
          </p:cNvGrpSpPr>
          <p:nvPr/>
        </p:nvGrpSpPr>
        <p:grpSpPr bwMode="auto">
          <a:xfrm>
            <a:off x="2538113" y="994711"/>
            <a:ext cx="3095625" cy="525463"/>
            <a:chOff x="1397" y="287"/>
            <a:chExt cx="1950" cy="331"/>
          </a:xfrm>
        </p:grpSpPr>
        <p:graphicFrame>
          <p:nvGraphicFramePr>
            <p:cNvPr id="114701" name="对象 566284">
              <a:extLst>
                <a:ext uri="{FF2B5EF4-FFF2-40B4-BE49-F238E27FC236}">
                  <a16:creationId xmlns:a16="http://schemas.microsoft.com/office/drawing/2014/main" id="{668FB0DF-4EC2-BCDF-537C-052AD2CDDB8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746" y="370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662978" imgH="393529" progId="Equation.DSMT4">
                    <p:embed/>
                  </p:oleObj>
                </mc:Choice>
                <mc:Fallback>
                  <p:oleObj r:id="rId16" imgW="1662978" imgH="393529" progId="Equation.DSMT4">
                    <p:embed/>
                    <p:pic>
                      <p:nvPicPr>
                        <p:cNvPr id="114701" name="对象 566284">
                          <a:extLst>
                            <a:ext uri="{FF2B5EF4-FFF2-40B4-BE49-F238E27FC236}">
                              <a16:creationId xmlns:a16="http://schemas.microsoft.com/office/drawing/2014/main" id="{668FB0DF-4EC2-BCDF-537C-052AD2CDDB8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70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02" name="文本框 566285">
              <a:extLst>
                <a:ext uri="{FF2B5EF4-FFF2-40B4-BE49-F238E27FC236}">
                  <a16:creationId xmlns:a16="http://schemas.microsoft.com/office/drawing/2014/main" id="{B1E5577C-6235-D818-4827-B19ED1F06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7" y="287"/>
              <a:ext cx="19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当                     时</a:t>
              </a: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</a:p>
          </p:txBody>
        </p:sp>
      </p:grpSp>
      <p:graphicFrame>
        <p:nvGraphicFramePr>
          <p:cNvPr id="566287" name="对象 566286">
            <a:extLst>
              <a:ext uri="{FF2B5EF4-FFF2-40B4-BE49-F238E27FC236}">
                <a16:creationId xmlns:a16="http://schemas.microsoft.com/office/drawing/2014/main" id="{3C073ABA-35BC-BD99-15BE-888B35F1E6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232882"/>
              </p:ext>
            </p:extLst>
          </p:nvPr>
        </p:nvGraphicFramePr>
        <p:xfrm>
          <a:off x="2538112" y="1591610"/>
          <a:ext cx="449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4495800" imgH="698500" progId="Equation.DSMT4">
                  <p:embed/>
                </p:oleObj>
              </mc:Choice>
              <mc:Fallback>
                <p:oleObj r:id="rId18" imgW="4495800" imgH="698500" progId="Equation.DSMT4">
                  <p:embed/>
                  <p:pic>
                    <p:nvPicPr>
                      <p:cNvPr id="566287" name="对象 566286">
                        <a:extLst>
                          <a:ext uri="{FF2B5EF4-FFF2-40B4-BE49-F238E27FC236}">
                            <a16:creationId xmlns:a16="http://schemas.microsoft.com/office/drawing/2014/main" id="{3C073ABA-35BC-BD99-15BE-888B35F1E6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112" y="1591610"/>
                        <a:ext cx="449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288" name="矩形 566287">
            <a:extLst>
              <a:ext uri="{FF2B5EF4-FFF2-40B4-BE49-F238E27FC236}">
                <a16:creationId xmlns:a16="http://schemas.microsoft.com/office/drawing/2014/main" id="{9E2648E7-D36E-064A-0B2B-8C4258C50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050" y="728011"/>
            <a:ext cx="1584325" cy="1223963"/>
          </a:xfrm>
          <a:prstGeom prst="rect">
            <a:avLst/>
          </a:prstGeom>
          <a:solidFill>
            <a:srgbClr val="FF6600">
              <a:alpha val="28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566289" name="组合 566288">
            <a:extLst>
              <a:ext uri="{FF2B5EF4-FFF2-40B4-BE49-F238E27FC236}">
                <a16:creationId xmlns:a16="http://schemas.microsoft.com/office/drawing/2014/main" id="{C77033E1-B776-0583-33E9-3068101B2CBB}"/>
              </a:ext>
            </a:extLst>
          </p:cNvPr>
          <p:cNvGrpSpPr>
            <a:grpSpLocks/>
          </p:cNvGrpSpPr>
          <p:nvPr/>
        </p:nvGrpSpPr>
        <p:grpSpPr bwMode="auto">
          <a:xfrm>
            <a:off x="7867350" y="151747"/>
            <a:ext cx="2505075" cy="2416176"/>
            <a:chOff x="3969" y="366"/>
            <a:chExt cx="1578" cy="1522"/>
          </a:xfrm>
        </p:grpSpPr>
        <p:sp>
          <p:nvSpPr>
            <p:cNvPr id="114706" name="直接连接符 566289">
              <a:extLst>
                <a:ext uri="{FF2B5EF4-FFF2-40B4-BE49-F238E27FC236}">
                  <a16:creationId xmlns:a16="http://schemas.microsoft.com/office/drawing/2014/main" id="{E6260529-28E0-112B-15AE-6CFB5C3BC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25"/>
              <a:ext cx="14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7" name="直接连接符 566290">
              <a:extLst>
                <a:ext uri="{FF2B5EF4-FFF2-40B4-BE49-F238E27FC236}">
                  <a16:creationId xmlns:a16="http://schemas.microsoft.com/office/drawing/2014/main" id="{E498DA1E-138F-A7DE-9992-E7EECA86C8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5" y="482"/>
              <a:ext cx="2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08" name="对象 566291">
              <a:extLst>
                <a:ext uri="{FF2B5EF4-FFF2-40B4-BE49-F238E27FC236}">
                  <a16:creationId xmlns:a16="http://schemas.microsoft.com/office/drawing/2014/main" id="{8993B2E2-C29B-5635-0ED7-D9F41A3F7E8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77" y="1525"/>
            <a:ext cx="16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91847" imgH="317225" progId="Equation.3">
                    <p:embed/>
                  </p:oleObj>
                </mc:Choice>
                <mc:Fallback>
                  <p:oleObj r:id="rId20" imgW="291847" imgH="317225" progId="Equation.3">
                    <p:embed/>
                    <p:pic>
                      <p:nvPicPr>
                        <p:cNvPr id="114708" name="对象 566291">
                          <a:extLst>
                            <a:ext uri="{FF2B5EF4-FFF2-40B4-BE49-F238E27FC236}">
                              <a16:creationId xmlns:a16="http://schemas.microsoft.com/office/drawing/2014/main" id="{8993B2E2-C29B-5635-0ED7-D9F41A3F7E8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525"/>
                          <a:ext cx="16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09" name="对象 566292">
              <a:extLst>
                <a:ext uri="{FF2B5EF4-FFF2-40B4-BE49-F238E27FC236}">
                  <a16:creationId xmlns:a16="http://schemas.microsoft.com/office/drawing/2014/main" id="{A79F4234-2EA5-173A-CED8-B31815E3CB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382" y="1570"/>
            <a:ext cx="16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28501" imgH="241195" progId="Equation.DSMT4">
                    <p:embed/>
                  </p:oleObj>
                </mc:Choice>
                <mc:Fallback>
                  <p:oleObj r:id="rId22" imgW="228501" imgH="241195" progId="Equation.DSMT4">
                    <p:embed/>
                    <p:pic>
                      <p:nvPicPr>
                        <p:cNvPr id="114709" name="对象 566292">
                          <a:extLst>
                            <a:ext uri="{FF2B5EF4-FFF2-40B4-BE49-F238E27FC236}">
                              <a16:creationId xmlns:a16="http://schemas.microsoft.com/office/drawing/2014/main" id="{A79F4234-2EA5-173A-CED8-B31815E3CB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" y="1570"/>
                          <a:ext cx="16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10" name="对象 566293">
              <a:extLst>
                <a:ext uri="{FF2B5EF4-FFF2-40B4-BE49-F238E27FC236}">
                  <a16:creationId xmlns:a16="http://schemas.microsoft.com/office/drawing/2014/main" id="{201A92EB-9168-A6E6-1304-5563F764A95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38" y="366"/>
            <a:ext cx="146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203024" imgH="241091" progId="Equation.DSMT4">
                    <p:embed/>
                  </p:oleObj>
                </mc:Choice>
                <mc:Fallback>
                  <p:oleObj r:id="rId24" imgW="203024" imgH="241091" progId="Equation.DSMT4">
                    <p:embed/>
                    <p:pic>
                      <p:nvPicPr>
                        <p:cNvPr id="114710" name="对象 566293">
                          <a:extLst>
                            <a:ext uri="{FF2B5EF4-FFF2-40B4-BE49-F238E27FC236}">
                              <a16:creationId xmlns:a16="http://schemas.microsoft.com/office/drawing/2014/main" id="{201A92EB-9168-A6E6-1304-5563F764A95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8" y="366"/>
                          <a:ext cx="146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6295" name="组合 566294">
            <a:extLst>
              <a:ext uri="{FF2B5EF4-FFF2-40B4-BE49-F238E27FC236}">
                <a16:creationId xmlns:a16="http://schemas.microsoft.com/office/drawing/2014/main" id="{CC7A7095-B244-90B4-BF3E-445B20F6B240}"/>
              </a:ext>
            </a:extLst>
          </p:cNvPr>
          <p:cNvGrpSpPr>
            <a:grpSpLocks/>
          </p:cNvGrpSpPr>
          <p:nvPr/>
        </p:nvGrpSpPr>
        <p:grpSpPr bwMode="auto">
          <a:xfrm>
            <a:off x="7291088" y="943910"/>
            <a:ext cx="2636837" cy="1728788"/>
            <a:chOff x="794" y="935"/>
            <a:chExt cx="1661" cy="1089"/>
          </a:xfrm>
        </p:grpSpPr>
        <p:sp>
          <p:nvSpPr>
            <p:cNvPr id="114712" name="直接连接符 566295">
              <a:extLst>
                <a:ext uri="{FF2B5EF4-FFF2-40B4-BE49-F238E27FC236}">
                  <a16:creationId xmlns:a16="http://schemas.microsoft.com/office/drawing/2014/main" id="{BBEE030D-D431-0655-9FFD-1621F09F4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4" y="1117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3" name="椭圆 566296">
              <a:extLst>
                <a:ext uri="{FF2B5EF4-FFF2-40B4-BE49-F238E27FC236}">
                  <a16:creationId xmlns:a16="http://schemas.microsoft.com/office/drawing/2014/main" id="{4D599909-ACFC-7D64-7E66-A8D046671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106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14714" name="对象 566297">
              <a:extLst>
                <a:ext uri="{FF2B5EF4-FFF2-40B4-BE49-F238E27FC236}">
                  <a16:creationId xmlns:a16="http://schemas.microsoft.com/office/drawing/2014/main" id="{D861BCC9-E317-1E1B-2178-11520E23B7D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429" y="935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53780" imgH="317225" progId="Equation.3">
                    <p:embed/>
                  </p:oleObj>
                </mc:Choice>
                <mc:Fallback>
                  <p:oleObj r:id="rId26" imgW="253780" imgH="317225" progId="Equation.3">
                    <p:embed/>
                    <p:pic>
                      <p:nvPicPr>
                        <p:cNvPr id="114714" name="对象 566297">
                          <a:extLst>
                            <a:ext uri="{FF2B5EF4-FFF2-40B4-BE49-F238E27FC236}">
                              <a16:creationId xmlns:a16="http://schemas.microsoft.com/office/drawing/2014/main" id="{D861BCC9-E317-1E1B-2178-11520E23B7D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935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15" name="椭圆 566298">
              <a:extLst>
                <a:ext uri="{FF2B5EF4-FFF2-40B4-BE49-F238E27FC236}">
                  <a16:creationId xmlns:a16="http://schemas.microsoft.com/office/drawing/2014/main" id="{B6309394-A56A-D58D-E65B-749A6F874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071"/>
              <a:ext cx="54" cy="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16" name="矩形 566299">
              <a:extLst>
                <a:ext uri="{FF2B5EF4-FFF2-40B4-BE49-F238E27FC236}">
                  <a16:creationId xmlns:a16="http://schemas.microsoft.com/office/drawing/2014/main" id="{131031F8-FD18-DACA-E91A-BCE6E7AAF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1117"/>
              <a:ext cx="908" cy="726"/>
            </a:xfrm>
            <a:prstGeom prst="rect">
              <a:avLst/>
            </a:prstGeom>
            <a:solidFill>
              <a:srgbClr val="FF00FF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17" name="椭圆 566300">
              <a:extLst>
                <a:ext uri="{FF2B5EF4-FFF2-40B4-BE49-F238E27FC236}">
                  <a16:creationId xmlns:a16="http://schemas.microsoft.com/office/drawing/2014/main" id="{F24E55F8-1751-3C7F-E606-26F706CC3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1490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18" name="直接连接符 566301">
              <a:extLst>
                <a:ext uri="{FF2B5EF4-FFF2-40B4-BE49-F238E27FC236}">
                  <a16:creationId xmlns:a16="http://schemas.microsoft.com/office/drawing/2014/main" id="{994852ED-10ED-96A3-3EEE-2CB02A679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2" y="1117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19" name="对象 566302">
              <a:extLst>
                <a:ext uri="{FF2B5EF4-FFF2-40B4-BE49-F238E27FC236}">
                  <a16:creationId xmlns:a16="http://schemas.microsoft.com/office/drawing/2014/main" id="{B91D88AD-81A4-BFC8-5598-C221762F54B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27" y="981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838200" imgH="419100" progId="Equation.3">
                    <p:embed/>
                  </p:oleObj>
                </mc:Choice>
                <mc:Fallback>
                  <p:oleObj r:id="rId28" imgW="838200" imgH="419100" progId="Equation.3">
                    <p:embed/>
                    <p:pic>
                      <p:nvPicPr>
                        <p:cNvPr id="114719" name="对象 566302">
                          <a:extLst>
                            <a:ext uri="{FF2B5EF4-FFF2-40B4-BE49-F238E27FC236}">
                              <a16:creationId xmlns:a16="http://schemas.microsoft.com/office/drawing/2014/main" id="{B91D88AD-81A4-BFC8-5598-C221762F54B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981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20" name="对象 566303">
              <a:extLst>
                <a:ext uri="{FF2B5EF4-FFF2-40B4-BE49-F238E27FC236}">
                  <a16:creationId xmlns:a16="http://schemas.microsoft.com/office/drawing/2014/main" id="{7A5F4F12-DE20-AAD2-E278-27D5F1AD3D1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28" y="1547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253780" imgH="241091" progId="Equation.3">
                    <p:embed/>
                  </p:oleObj>
                </mc:Choice>
                <mc:Fallback>
                  <p:oleObj r:id="rId30" imgW="253780" imgH="241091" progId="Equation.3">
                    <p:embed/>
                    <p:pic>
                      <p:nvPicPr>
                        <p:cNvPr id="114720" name="对象 566303">
                          <a:extLst>
                            <a:ext uri="{FF2B5EF4-FFF2-40B4-BE49-F238E27FC236}">
                              <a16:creationId xmlns:a16="http://schemas.microsoft.com/office/drawing/2014/main" id="{7A5F4F12-DE20-AAD2-E278-27D5F1AD3D1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" y="1547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6305" name="组合 566304">
            <a:extLst>
              <a:ext uri="{FF2B5EF4-FFF2-40B4-BE49-F238E27FC236}">
                <a16:creationId xmlns:a16="http://schemas.microsoft.com/office/drawing/2014/main" id="{9A1C162A-B0ED-5D0C-C4EF-863F8CA69CC1}"/>
              </a:ext>
            </a:extLst>
          </p:cNvPr>
          <p:cNvGrpSpPr>
            <a:grpSpLocks/>
          </p:cNvGrpSpPr>
          <p:nvPr/>
        </p:nvGrpSpPr>
        <p:grpSpPr bwMode="auto">
          <a:xfrm>
            <a:off x="8299150" y="3102910"/>
            <a:ext cx="2505075" cy="2414588"/>
            <a:chOff x="3969" y="367"/>
            <a:chExt cx="1578" cy="1521"/>
          </a:xfrm>
        </p:grpSpPr>
        <p:sp>
          <p:nvSpPr>
            <p:cNvPr id="114722" name="直接连接符 566305">
              <a:extLst>
                <a:ext uri="{FF2B5EF4-FFF2-40B4-BE49-F238E27FC236}">
                  <a16:creationId xmlns:a16="http://schemas.microsoft.com/office/drawing/2014/main" id="{C2D6F514-00AC-ABFF-E447-DC90BFEC8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25"/>
              <a:ext cx="14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23" name="直接连接符 566306">
              <a:extLst>
                <a:ext uri="{FF2B5EF4-FFF2-40B4-BE49-F238E27FC236}">
                  <a16:creationId xmlns:a16="http://schemas.microsoft.com/office/drawing/2014/main" id="{46459ACF-497B-C6E0-DE44-5D1BEAF79E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5" y="482"/>
              <a:ext cx="2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24" name="对象 566307">
              <a:extLst>
                <a:ext uri="{FF2B5EF4-FFF2-40B4-BE49-F238E27FC236}">
                  <a16:creationId xmlns:a16="http://schemas.microsoft.com/office/drawing/2014/main" id="{B4173728-E01F-C3BF-0D38-8896F4A7299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77" y="1525"/>
            <a:ext cx="16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291847" imgH="317225" progId="Equation.3">
                    <p:embed/>
                  </p:oleObj>
                </mc:Choice>
                <mc:Fallback>
                  <p:oleObj r:id="rId32" imgW="291847" imgH="317225" progId="Equation.3">
                    <p:embed/>
                    <p:pic>
                      <p:nvPicPr>
                        <p:cNvPr id="114724" name="对象 566307">
                          <a:extLst>
                            <a:ext uri="{FF2B5EF4-FFF2-40B4-BE49-F238E27FC236}">
                              <a16:creationId xmlns:a16="http://schemas.microsoft.com/office/drawing/2014/main" id="{B4173728-E01F-C3BF-0D38-8896F4A7299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525"/>
                          <a:ext cx="16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25" name="对象 566308">
              <a:extLst>
                <a:ext uri="{FF2B5EF4-FFF2-40B4-BE49-F238E27FC236}">
                  <a16:creationId xmlns:a16="http://schemas.microsoft.com/office/drawing/2014/main" id="{60D70174-ADE3-F9D4-EA9C-175B2DC6BAB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382" y="1570"/>
            <a:ext cx="16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228501" imgH="241195" progId="Equation.DSMT4">
                    <p:embed/>
                  </p:oleObj>
                </mc:Choice>
                <mc:Fallback>
                  <p:oleObj r:id="rId34" imgW="228501" imgH="241195" progId="Equation.DSMT4">
                    <p:embed/>
                    <p:pic>
                      <p:nvPicPr>
                        <p:cNvPr id="114725" name="对象 566308">
                          <a:extLst>
                            <a:ext uri="{FF2B5EF4-FFF2-40B4-BE49-F238E27FC236}">
                              <a16:creationId xmlns:a16="http://schemas.microsoft.com/office/drawing/2014/main" id="{60D70174-ADE3-F9D4-EA9C-175B2DC6BAB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" y="1570"/>
                          <a:ext cx="16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26" name="对象 566309">
              <a:extLst>
                <a:ext uri="{FF2B5EF4-FFF2-40B4-BE49-F238E27FC236}">
                  <a16:creationId xmlns:a16="http://schemas.microsoft.com/office/drawing/2014/main" id="{D9092749-EB94-3EED-7799-A52B8D7CF3A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38" y="367"/>
            <a:ext cx="14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203024" imgH="241091" progId="Equation.DSMT4">
                    <p:embed/>
                  </p:oleObj>
                </mc:Choice>
                <mc:Fallback>
                  <p:oleObj r:id="rId36" imgW="203024" imgH="241091" progId="Equation.DSMT4">
                    <p:embed/>
                    <p:pic>
                      <p:nvPicPr>
                        <p:cNvPr id="114726" name="对象 566309">
                          <a:extLst>
                            <a:ext uri="{FF2B5EF4-FFF2-40B4-BE49-F238E27FC236}">
                              <a16:creationId xmlns:a16="http://schemas.microsoft.com/office/drawing/2014/main" id="{D9092749-EB94-3EED-7799-A52B8D7CF3A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8" y="367"/>
                          <a:ext cx="14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6311" name="矩形 566310">
            <a:extLst>
              <a:ext uri="{FF2B5EF4-FFF2-40B4-BE49-F238E27FC236}">
                <a16:creationId xmlns:a16="http://schemas.microsoft.com/office/drawing/2014/main" id="{8B859C2C-94F1-770C-81AC-B53832AA6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5413" y="3536298"/>
            <a:ext cx="1584325" cy="1223962"/>
          </a:xfrm>
          <a:prstGeom prst="rect">
            <a:avLst/>
          </a:prstGeom>
          <a:solidFill>
            <a:srgbClr val="FF6600">
              <a:alpha val="28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566312" name="组合 566311">
            <a:extLst>
              <a:ext uri="{FF2B5EF4-FFF2-40B4-BE49-F238E27FC236}">
                <a16:creationId xmlns:a16="http://schemas.microsoft.com/office/drawing/2014/main" id="{093CD508-F446-7D59-3078-8D2A83AD8FC7}"/>
              </a:ext>
            </a:extLst>
          </p:cNvPr>
          <p:cNvGrpSpPr>
            <a:grpSpLocks/>
          </p:cNvGrpSpPr>
          <p:nvPr/>
        </p:nvGrpSpPr>
        <p:grpSpPr bwMode="auto">
          <a:xfrm>
            <a:off x="7003750" y="3391836"/>
            <a:ext cx="2447925" cy="1871663"/>
            <a:chOff x="2699" y="981"/>
            <a:chExt cx="1542" cy="1179"/>
          </a:xfrm>
        </p:grpSpPr>
        <p:sp>
          <p:nvSpPr>
            <p:cNvPr id="114729" name="直接连接符 566312">
              <a:extLst>
                <a:ext uri="{FF2B5EF4-FFF2-40B4-BE49-F238E27FC236}">
                  <a16:creationId xmlns:a16="http://schemas.microsoft.com/office/drawing/2014/main" id="{86CC49BD-2A57-B0AA-FDAA-B52C5492AC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9" y="1253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30" name="椭圆 566313">
              <a:extLst>
                <a:ext uri="{FF2B5EF4-FFF2-40B4-BE49-F238E27FC236}">
                  <a16:creationId xmlns:a16="http://schemas.microsoft.com/office/drawing/2014/main" id="{65F6088D-4F2E-37C5-6CF0-81D2B5DDD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0" y="1242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14731" name="对象 566314">
              <a:extLst>
                <a:ext uri="{FF2B5EF4-FFF2-40B4-BE49-F238E27FC236}">
                  <a16:creationId xmlns:a16="http://schemas.microsoft.com/office/drawing/2014/main" id="{D3F66D48-2DF3-6776-7CCD-5D9C25B2737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81" y="1071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8" imgW="253780" imgH="317225" progId="Equation.3">
                    <p:embed/>
                  </p:oleObj>
                </mc:Choice>
                <mc:Fallback>
                  <p:oleObj r:id="rId38" imgW="253780" imgH="317225" progId="Equation.3">
                    <p:embed/>
                    <p:pic>
                      <p:nvPicPr>
                        <p:cNvPr id="114731" name="对象 566314">
                          <a:extLst>
                            <a:ext uri="{FF2B5EF4-FFF2-40B4-BE49-F238E27FC236}">
                              <a16:creationId xmlns:a16="http://schemas.microsoft.com/office/drawing/2014/main" id="{D3F66D48-2DF3-6776-7CCD-5D9C25B2737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1" y="1071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32" name="椭圆 566315">
              <a:extLst>
                <a:ext uri="{FF2B5EF4-FFF2-40B4-BE49-F238E27FC236}">
                  <a16:creationId xmlns:a16="http://schemas.microsoft.com/office/drawing/2014/main" id="{ECCBF576-EED1-3E6B-14ED-038FCBDFD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1212"/>
              <a:ext cx="54" cy="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33" name="矩形 566316">
              <a:extLst>
                <a:ext uri="{FF2B5EF4-FFF2-40B4-BE49-F238E27FC236}">
                  <a16:creationId xmlns:a16="http://schemas.microsoft.com/office/drawing/2014/main" id="{9A7D9C69-D8AA-7A90-99CE-522159590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253"/>
              <a:ext cx="908" cy="726"/>
            </a:xfrm>
            <a:prstGeom prst="rect">
              <a:avLst/>
            </a:prstGeom>
            <a:solidFill>
              <a:srgbClr val="FF00FF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34" name="椭圆 566317">
              <a:extLst>
                <a:ext uri="{FF2B5EF4-FFF2-40B4-BE49-F238E27FC236}">
                  <a16:creationId xmlns:a16="http://schemas.microsoft.com/office/drawing/2014/main" id="{C487FA71-A420-43B6-1D16-E37A9CE2C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513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35" name="直接连接符 566318">
              <a:extLst>
                <a:ext uri="{FF2B5EF4-FFF2-40B4-BE49-F238E27FC236}">
                  <a16:creationId xmlns:a16="http://schemas.microsoft.com/office/drawing/2014/main" id="{DD5E0135-9E8C-21DB-A40A-4C4494079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253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36" name="对象 566319">
              <a:extLst>
                <a:ext uri="{FF2B5EF4-FFF2-40B4-BE49-F238E27FC236}">
                  <a16:creationId xmlns:a16="http://schemas.microsoft.com/office/drawing/2014/main" id="{1D8D7923-AF3F-2E47-0588-90C81CC937E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88" y="981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0" imgW="838200" imgH="419100" progId="Equation.3">
                    <p:embed/>
                  </p:oleObj>
                </mc:Choice>
                <mc:Fallback>
                  <p:oleObj r:id="rId40" imgW="838200" imgH="419100" progId="Equation.3">
                    <p:embed/>
                    <p:pic>
                      <p:nvPicPr>
                        <p:cNvPr id="114736" name="对象 566319">
                          <a:extLst>
                            <a:ext uri="{FF2B5EF4-FFF2-40B4-BE49-F238E27FC236}">
                              <a16:creationId xmlns:a16="http://schemas.microsoft.com/office/drawing/2014/main" id="{1D8D7923-AF3F-2E47-0588-90C81CC937E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981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37" name="对象 566320">
              <a:extLst>
                <a:ext uri="{FF2B5EF4-FFF2-40B4-BE49-F238E27FC236}">
                  <a16:creationId xmlns:a16="http://schemas.microsoft.com/office/drawing/2014/main" id="{C277DD40-E904-3A28-2649-02D3CC92480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33" y="1570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2" imgW="253780" imgH="241091" progId="Equation.3">
                    <p:embed/>
                  </p:oleObj>
                </mc:Choice>
                <mc:Fallback>
                  <p:oleObj r:id="rId42" imgW="253780" imgH="241091" progId="Equation.3">
                    <p:embed/>
                    <p:pic>
                      <p:nvPicPr>
                        <p:cNvPr id="114737" name="对象 566320">
                          <a:extLst>
                            <a:ext uri="{FF2B5EF4-FFF2-40B4-BE49-F238E27FC236}">
                              <a16:creationId xmlns:a16="http://schemas.microsoft.com/office/drawing/2014/main" id="{C277DD40-E904-3A28-2649-02D3CC92480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1570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38" name="直接连接符 566321">
              <a:extLst>
                <a:ext uri="{FF2B5EF4-FFF2-40B4-BE49-F238E27FC236}">
                  <a16:creationId xmlns:a16="http://schemas.microsoft.com/office/drawing/2014/main" id="{EB2A8AE4-2B98-0EF3-5661-F8A7AF9783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253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6323" name="组合 566322">
            <a:extLst>
              <a:ext uri="{FF2B5EF4-FFF2-40B4-BE49-F238E27FC236}">
                <a16:creationId xmlns:a16="http://schemas.microsoft.com/office/drawing/2014/main" id="{751A3E18-EF4D-28D1-B88A-35C630EBDE98}"/>
              </a:ext>
            </a:extLst>
          </p:cNvPr>
          <p:cNvGrpSpPr>
            <a:grpSpLocks/>
          </p:cNvGrpSpPr>
          <p:nvPr/>
        </p:nvGrpSpPr>
        <p:grpSpPr bwMode="auto">
          <a:xfrm>
            <a:off x="8227713" y="4976160"/>
            <a:ext cx="2638425" cy="1854200"/>
            <a:chOff x="3833" y="2851"/>
            <a:chExt cx="1662" cy="1168"/>
          </a:xfrm>
        </p:grpSpPr>
        <p:sp>
          <p:nvSpPr>
            <p:cNvPr id="114740" name="直接连接符 566323">
              <a:extLst>
                <a:ext uri="{FF2B5EF4-FFF2-40B4-BE49-F238E27FC236}">
                  <a16:creationId xmlns:a16="http://schemas.microsoft.com/office/drawing/2014/main" id="{FE0BB731-3200-E358-8690-8EA9A8658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3" y="3112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41" name="椭圆 566324">
              <a:extLst>
                <a:ext uri="{FF2B5EF4-FFF2-40B4-BE49-F238E27FC236}">
                  <a16:creationId xmlns:a16="http://schemas.microsoft.com/office/drawing/2014/main" id="{18BBBC2B-308D-354E-9E3F-D5242ADEC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01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14742" name="对象 566325">
              <a:extLst>
                <a:ext uri="{FF2B5EF4-FFF2-40B4-BE49-F238E27FC236}">
                  <a16:creationId xmlns:a16="http://schemas.microsoft.com/office/drawing/2014/main" id="{36E336C1-3807-D8B4-7E39-CE4BF69C1AB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241" y="3113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4" imgW="253780" imgH="317225" progId="Equation.3">
                    <p:embed/>
                  </p:oleObj>
                </mc:Choice>
                <mc:Fallback>
                  <p:oleObj r:id="rId44" imgW="253780" imgH="317225" progId="Equation.3">
                    <p:embed/>
                    <p:pic>
                      <p:nvPicPr>
                        <p:cNvPr id="114742" name="对象 566325">
                          <a:extLst>
                            <a:ext uri="{FF2B5EF4-FFF2-40B4-BE49-F238E27FC236}">
                              <a16:creationId xmlns:a16="http://schemas.microsoft.com/office/drawing/2014/main" id="{36E336C1-3807-D8B4-7E39-CE4BF69C1AB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113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43" name="椭圆 566326">
              <a:extLst>
                <a:ext uri="{FF2B5EF4-FFF2-40B4-BE49-F238E27FC236}">
                  <a16:creationId xmlns:a16="http://schemas.microsoft.com/office/drawing/2014/main" id="{891363F9-B22D-E2E7-6000-F2953A574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3071"/>
              <a:ext cx="54" cy="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44" name="矩形 566327">
              <a:extLst>
                <a:ext uri="{FF2B5EF4-FFF2-40B4-BE49-F238E27FC236}">
                  <a16:creationId xmlns:a16="http://schemas.microsoft.com/office/drawing/2014/main" id="{6C07051A-4555-6AA4-0925-DE1310501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3112"/>
              <a:ext cx="908" cy="726"/>
            </a:xfrm>
            <a:prstGeom prst="rect">
              <a:avLst/>
            </a:prstGeom>
            <a:solidFill>
              <a:srgbClr val="FF00FF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45" name="椭圆 566328">
              <a:extLst>
                <a:ext uri="{FF2B5EF4-FFF2-40B4-BE49-F238E27FC236}">
                  <a16:creationId xmlns:a16="http://schemas.microsoft.com/office/drawing/2014/main" id="{44FE4858-EB65-7E3C-8D14-D36051E69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7" y="2851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46" name="直接连接符 566329">
              <a:extLst>
                <a:ext uri="{FF2B5EF4-FFF2-40B4-BE49-F238E27FC236}">
                  <a16:creationId xmlns:a16="http://schemas.microsoft.com/office/drawing/2014/main" id="{2EF9F4FB-CFFC-4654-8A3B-3F26E6667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3112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47" name="对象 566330">
              <a:extLst>
                <a:ext uri="{FF2B5EF4-FFF2-40B4-BE49-F238E27FC236}">
                  <a16:creationId xmlns:a16="http://schemas.microsoft.com/office/drawing/2014/main" id="{16550049-1F1C-1A11-6AB0-DF4349F36C1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67" y="3113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6" imgW="838200" imgH="419100" progId="Equation.3">
                    <p:embed/>
                  </p:oleObj>
                </mc:Choice>
                <mc:Fallback>
                  <p:oleObj r:id="rId46" imgW="838200" imgH="419100" progId="Equation.3">
                    <p:embed/>
                    <p:pic>
                      <p:nvPicPr>
                        <p:cNvPr id="114747" name="对象 566330">
                          <a:extLst>
                            <a:ext uri="{FF2B5EF4-FFF2-40B4-BE49-F238E27FC236}">
                              <a16:creationId xmlns:a16="http://schemas.microsoft.com/office/drawing/2014/main" id="{16550049-1F1C-1A11-6AB0-DF4349F36C1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3113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48" name="对象 566331">
              <a:extLst>
                <a:ext uri="{FF2B5EF4-FFF2-40B4-BE49-F238E27FC236}">
                  <a16:creationId xmlns:a16="http://schemas.microsoft.com/office/drawing/2014/main" id="{6F6612ED-2A5D-5FEC-A09C-4305C689F71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21" y="2908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8" imgW="253780" imgH="241091" progId="Equation.3">
                    <p:embed/>
                  </p:oleObj>
                </mc:Choice>
                <mc:Fallback>
                  <p:oleObj r:id="rId48" imgW="253780" imgH="241091" progId="Equation.3">
                    <p:embed/>
                    <p:pic>
                      <p:nvPicPr>
                        <p:cNvPr id="114748" name="对象 566331">
                          <a:extLst>
                            <a:ext uri="{FF2B5EF4-FFF2-40B4-BE49-F238E27FC236}">
                              <a16:creationId xmlns:a16="http://schemas.microsoft.com/office/drawing/2014/main" id="{6F6612ED-2A5D-5FEC-A09C-4305C689F71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2908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49" name="直接连接符 566332">
              <a:extLst>
                <a:ext uri="{FF2B5EF4-FFF2-40B4-BE49-F238E27FC236}">
                  <a16:creationId xmlns:a16="http://schemas.microsoft.com/office/drawing/2014/main" id="{7AB54075-0695-3AD5-FA25-B115789695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1" y="2886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6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6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6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6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6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6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66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66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6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8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灯片编号占位符 1">
            <a:extLst>
              <a:ext uri="{FF2B5EF4-FFF2-40B4-BE49-F238E27FC236}">
                <a16:creationId xmlns:a16="http://schemas.microsoft.com/office/drawing/2014/main" id="{10301982-93A2-D93F-B4F9-1A1B3E0D13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66AF73B-5290-493F-84BB-CBE366586F29}" type="slidenum">
              <a:rPr lang="zh-CN" altLang="en-US"/>
              <a:pPr/>
              <a:t>54</a:t>
            </a:fld>
            <a:endParaRPr lang="zh-CN" altLang="en-US"/>
          </a:p>
        </p:txBody>
      </p:sp>
      <p:graphicFrame>
        <p:nvGraphicFramePr>
          <p:cNvPr id="567298" name="对象 567297">
            <a:extLst>
              <a:ext uri="{FF2B5EF4-FFF2-40B4-BE49-F238E27FC236}">
                <a16:creationId xmlns:a16="http://schemas.microsoft.com/office/drawing/2014/main" id="{B49AE842-BEE4-45B8-0E01-E88EF1566CF1}"/>
              </a:ext>
            </a:extLst>
          </p:cNvPr>
          <p:cNvGraphicFramePr>
            <a:graphicFrameLocks/>
          </p:cNvGraphicFramePr>
          <p:nvPr/>
        </p:nvGraphicFramePr>
        <p:xfrm>
          <a:off x="3359150" y="4795838"/>
          <a:ext cx="3187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87700" imgH="698500" progId="Equation.DSMT4">
                  <p:embed/>
                </p:oleObj>
              </mc:Choice>
              <mc:Fallback>
                <p:oleObj r:id="rId2" imgW="3187700" imgH="698500" progId="Equation.DSMT4">
                  <p:embed/>
                  <p:pic>
                    <p:nvPicPr>
                      <p:cNvPr id="567298" name="对象 567297">
                        <a:extLst>
                          <a:ext uri="{FF2B5EF4-FFF2-40B4-BE49-F238E27FC236}">
                            <a16:creationId xmlns:a16="http://schemas.microsoft.com/office/drawing/2014/main" id="{B49AE842-BEE4-45B8-0E01-E88EF1566C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4795838"/>
                        <a:ext cx="3187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299" name="对象 567298">
            <a:extLst>
              <a:ext uri="{FF2B5EF4-FFF2-40B4-BE49-F238E27FC236}">
                <a16:creationId xmlns:a16="http://schemas.microsoft.com/office/drawing/2014/main" id="{69DD7979-2405-0149-1974-E0136D8843C0}"/>
              </a:ext>
            </a:extLst>
          </p:cNvPr>
          <p:cNvGraphicFramePr>
            <a:graphicFrameLocks/>
          </p:cNvGraphicFramePr>
          <p:nvPr/>
        </p:nvGraphicFramePr>
        <p:xfrm>
          <a:off x="3335338" y="5661025"/>
          <a:ext cx="67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72808" imgH="837836" progId="Equation.DSMT4">
                  <p:embed/>
                </p:oleObj>
              </mc:Choice>
              <mc:Fallback>
                <p:oleObj r:id="rId4" imgW="672808" imgH="837836" progId="Equation.DSMT4">
                  <p:embed/>
                  <p:pic>
                    <p:nvPicPr>
                      <p:cNvPr id="567299" name="对象 567298">
                        <a:extLst>
                          <a:ext uri="{FF2B5EF4-FFF2-40B4-BE49-F238E27FC236}">
                            <a16:creationId xmlns:a16="http://schemas.microsoft.com/office/drawing/2014/main" id="{69DD7979-2405-0149-1974-E0136D8843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338" y="5661025"/>
                        <a:ext cx="673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6" name="矩形 567299">
            <a:extLst>
              <a:ext uri="{FF2B5EF4-FFF2-40B4-BE49-F238E27FC236}">
                <a16:creationId xmlns:a16="http://schemas.microsoft.com/office/drawing/2014/main" id="{C2777847-2905-F865-71DC-F396259EA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1" y="836613"/>
            <a:ext cx="600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</p:txBody>
      </p:sp>
      <p:graphicFrame>
        <p:nvGraphicFramePr>
          <p:cNvPr id="115717" name="对象 567300">
            <a:extLst>
              <a:ext uri="{FF2B5EF4-FFF2-40B4-BE49-F238E27FC236}">
                <a16:creationId xmlns:a16="http://schemas.microsoft.com/office/drawing/2014/main" id="{357773EE-5BB9-4064-135F-337D0A83F3D0}"/>
              </a:ext>
            </a:extLst>
          </p:cNvPr>
          <p:cNvGraphicFramePr>
            <a:graphicFrameLocks/>
          </p:cNvGraphicFramePr>
          <p:nvPr/>
        </p:nvGraphicFramePr>
        <p:xfrm>
          <a:off x="3863975" y="908050"/>
          <a:ext cx="156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61422" imgH="495085" progId="Equation.DSMT4">
                  <p:embed/>
                </p:oleObj>
              </mc:Choice>
              <mc:Fallback>
                <p:oleObj r:id="rId6" imgW="1561422" imgH="495085" progId="Equation.DSMT4">
                  <p:embed/>
                  <p:pic>
                    <p:nvPicPr>
                      <p:cNvPr id="115717" name="对象 567300">
                        <a:extLst>
                          <a:ext uri="{FF2B5EF4-FFF2-40B4-BE49-F238E27FC236}">
                            <a16:creationId xmlns:a16="http://schemas.microsoft.com/office/drawing/2014/main" id="{357773EE-5BB9-4064-135F-337D0A83F3D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908050"/>
                        <a:ext cx="1562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2" name="对象 567301">
            <a:extLst>
              <a:ext uri="{FF2B5EF4-FFF2-40B4-BE49-F238E27FC236}">
                <a16:creationId xmlns:a16="http://schemas.microsoft.com/office/drawing/2014/main" id="{5E40FE97-8086-5AFE-82CB-9CA60E0D6AD5}"/>
              </a:ext>
            </a:extLst>
          </p:cNvPr>
          <p:cNvGraphicFramePr>
            <a:graphicFrameLocks/>
          </p:cNvGraphicFramePr>
          <p:nvPr/>
        </p:nvGraphicFramePr>
        <p:xfrm>
          <a:off x="3413125" y="1701800"/>
          <a:ext cx="2667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65843" imgH="863225" progId="Equation.DSMT4">
                  <p:embed/>
                </p:oleObj>
              </mc:Choice>
              <mc:Fallback>
                <p:oleObj r:id="rId8" imgW="2665843" imgH="863225" progId="Equation.DSMT4">
                  <p:embed/>
                  <p:pic>
                    <p:nvPicPr>
                      <p:cNvPr id="567302" name="对象 567301">
                        <a:extLst>
                          <a:ext uri="{FF2B5EF4-FFF2-40B4-BE49-F238E27FC236}">
                            <a16:creationId xmlns:a16="http://schemas.microsoft.com/office/drawing/2014/main" id="{5E40FE97-8086-5AFE-82CB-9CA60E0D6A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5" y="1701800"/>
                        <a:ext cx="2667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3" name="对象 567302">
            <a:extLst>
              <a:ext uri="{FF2B5EF4-FFF2-40B4-BE49-F238E27FC236}">
                <a16:creationId xmlns:a16="http://schemas.microsoft.com/office/drawing/2014/main" id="{9C7F054D-6B64-3074-77F9-69E5A2FA9524}"/>
              </a:ext>
            </a:extLst>
          </p:cNvPr>
          <p:cNvGraphicFramePr>
            <a:graphicFrameLocks/>
          </p:cNvGraphicFramePr>
          <p:nvPr/>
        </p:nvGraphicFramePr>
        <p:xfrm>
          <a:off x="3359150" y="2781300"/>
          <a:ext cx="336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365500" imgH="698500" progId="Equation.DSMT4">
                  <p:embed/>
                </p:oleObj>
              </mc:Choice>
              <mc:Fallback>
                <p:oleObj r:id="rId10" imgW="3365500" imgH="698500" progId="Equation.DSMT4">
                  <p:embed/>
                  <p:pic>
                    <p:nvPicPr>
                      <p:cNvPr id="567303" name="对象 567302">
                        <a:extLst>
                          <a:ext uri="{FF2B5EF4-FFF2-40B4-BE49-F238E27FC236}">
                            <a16:creationId xmlns:a16="http://schemas.microsoft.com/office/drawing/2014/main" id="{9C7F054D-6B64-3074-77F9-69E5A2FA95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781300"/>
                        <a:ext cx="3365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4" name="对象 567303">
            <a:extLst>
              <a:ext uri="{FF2B5EF4-FFF2-40B4-BE49-F238E27FC236}">
                <a16:creationId xmlns:a16="http://schemas.microsoft.com/office/drawing/2014/main" id="{9B298258-71D8-A0A5-3765-F6C29B14C51E}"/>
              </a:ext>
            </a:extLst>
          </p:cNvPr>
          <p:cNvGraphicFramePr>
            <a:graphicFrameLocks/>
          </p:cNvGraphicFramePr>
          <p:nvPr/>
        </p:nvGraphicFramePr>
        <p:xfrm>
          <a:off x="3359150" y="3859213"/>
          <a:ext cx="3352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352800" imgH="698500" progId="Equation.DSMT4">
                  <p:embed/>
                </p:oleObj>
              </mc:Choice>
              <mc:Fallback>
                <p:oleObj r:id="rId12" imgW="3352800" imgH="698500" progId="Equation.DSMT4">
                  <p:embed/>
                  <p:pic>
                    <p:nvPicPr>
                      <p:cNvPr id="567304" name="对象 567303">
                        <a:extLst>
                          <a:ext uri="{FF2B5EF4-FFF2-40B4-BE49-F238E27FC236}">
                            <a16:creationId xmlns:a16="http://schemas.microsoft.com/office/drawing/2014/main" id="{9B298258-71D8-A0A5-3765-F6C29B14C5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859213"/>
                        <a:ext cx="3352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7305" name="组合 567304">
            <a:extLst>
              <a:ext uri="{FF2B5EF4-FFF2-40B4-BE49-F238E27FC236}">
                <a16:creationId xmlns:a16="http://schemas.microsoft.com/office/drawing/2014/main" id="{110E92E8-A925-5476-CFCD-57372105B980}"/>
              </a:ext>
            </a:extLst>
          </p:cNvPr>
          <p:cNvGrpSpPr>
            <a:grpSpLocks/>
          </p:cNvGrpSpPr>
          <p:nvPr/>
        </p:nvGrpSpPr>
        <p:grpSpPr bwMode="auto">
          <a:xfrm>
            <a:off x="7319964" y="2205039"/>
            <a:ext cx="2852737" cy="2447925"/>
            <a:chOff x="3651" y="1389"/>
            <a:chExt cx="1797" cy="1542"/>
          </a:xfrm>
        </p:grpSpPr>
        <p:sp>
          <p:nvSpPr>
            <p:cNvPr id="115722" name="直接连接符 567305">
              <a:extLst>
                <a:ext uri="{FF2B5EF4-FFF2-40B4-BE49-F238E27FC236}">
                  <a16:creationId xmlns:a16="http://schemas.microsoft.com/office/drawing/2014/main" id="{016E8FFD-0006-3DC8-3306-D8F0AEF66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432"/>
              <a:ext cx="14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23" name="直接连接符 567306">
              <a:extLst>
                <a:ext uri="{FF2B5EF4-FFF2-40B4-BE49-F238E27FC236}">
                  <a16:creationId xmlns:a16="http://schemas.microsoft.com/office/drawing/2014/main" id="{161E8F0C-BDC9-DC10-5926-A6311EFD0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9" y="1616"/>
              <a:ext cx="17" cy="1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24" name="直接连接符 567307">
              <a:extLst>
                <a:ext uri="{FF2B5EF4-FFF2-40B4-BE49-F238E27FC236}">
                  <a16:creationId xmlns:a16="http://schemas.microsoft.com/office/drawing/2014/main" id="{C04E706F-8767-4541-B957-833DA4F317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5" y="1707"/>
              <a:ext cx="1180" cy="1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5725" name="对象 567308">
              <a:extLst>
                <a:ext uri="{FF2B5EF4-FFF2-40B4-BE49-F238E27FC236}">
                  <a16:creationId xmlns:a16="http://schemas.microsoft.com/office/drawing/2014/main" id="{D98E6231-B2A2-488C-FB76-522447E332B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20" y="1434"/>
            <a:ext cx="5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837473" imgH="317225" progId="Equation.DSMT4">
                    <p:embed/>
                  </p:oleObj>
                </mc:Choice>
                <mc:Fallback>
                  <p:oleObj r:id="rId14" imgW="837473" imgH="317225" progId="Equation.DSMT4">
                    <p:embed/>
                    <p:pic>
                      <p:nvPicPr>
                        <p:cNvPr id="115725" name="对象 567308">
                          <a:extLst>
                            <a:ext uri="{FF2B5EF4-FFF2-40B4-BE49-F238E27FC236}">
                              <a16:creationId xmlns:a16="http://schemas.microsoft.com/office/drawing/2014/main" id="{D98E6231-B2A2-488C-FB76-522447E332B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0" y="1434"/>
                          <a:ext cx="5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726" name="直角三角形 567309">
              <a:extLst>
                <a:ext uri="{FF2B5EF4-FFF2-40B4-BE49-F238E27FC236}">
                  <a16:creationId xmlns:a16="http://schemas.microsoft.com/office/drawing/2014/main" id="{C5EE0722-F594-5160-8191-F4B9476072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855" y="1756"/>
              <a:ext cx="1097" cy="1088"/>
            </a:xfrm>
            <a:prstGeom prst="rtTriangle">
              <a:avLst/>
            </a:prstGeom>
            <a:solidFill>
              <a:srgbClr val="FF0000">
                <a:alpha val="37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15727" name="对象 567310">
              <a:extLst>
                <a:ext uri="{FF2B5EF4-FFF2-40B4-BE49-F238E27FC236}">
                  <a16:creationId xmlns:a16="http://schemas.microsoft.com/office/drawing/2014/main" id="{8517B62B-8FAB-9E77-54C6-508EA9DA444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176" y="238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53780" imgH="241091" progId="Equation.DSMT4">
                    <p:embed/>
                  </p:oleObj>
                </mc:Choice>
                <mc:Fallback>
                  <p:oleObj r:id="rId16" imgW="253780" imgH="241091" progId="Equation.DSMT4">
                    <p:embed/>
                    <p:pic>
                      <p:nvPicPr>
                        <p:cNvPr id="115727" name="对象 567310">
                          <a:extLst>
                            <a:ext uri="{FF2B5EF4-FFF2-40B4-BE49-F238E27FC236}">
                              <a16:creationId xmlns:a16="http://schemas.microsoft.com/office/drawing/2014/main" id="{8517B62B-8FAB-9E77-54C6-508EA9DA444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6" y="2387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728" name="对象 567311">
              <a:extLst>
                <a:ext uri="{FF2B5EF4-FFF2-40B4-BE49-F238E27FC236}">
                  <a16:creationId xmlns:a16="http://schemas.microsoft.com/office/drawing/2014/main" id="{26DEEB33-5A07-FBB0-6298-880BE30F25B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78" y="1389"/>
            <a:ext cx="18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53780" imgH="317225" progId="Equation.DSMT4">
                    <p:embed/>
                  </p:oleObj>
                </mc:Choice>
                <mc:Fallback>
                  <p:oleObj r:id="rId18" imgW="253780" imgH="317225" progId="Equation.DSMT4">
                    <p:embed/>
                    <p:pic>
                      <p:nvPicPr>
                        <p:cNvPr id="115728" name="对象 567311">
                          <a:extLst>
                            <a:ext uri="{FF2B5EF4-FFF2-40B4-BE49-F238E27FC236}">
                              <a16:creationId xmlns:a16="http://schemas.microsoft.com/office/drawing/2014/main" id="{26DEEB33-5A07-FBB0-6298-880BE30F25B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8" y="1389"/>
                          <a:ext cx="181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729" name="对象 567312">
              <a:extLst>
                <a:ext uri="{FF2B5EF4-FFF2-40B4-BE49-F238E27FC236}">
                  <a16:creationId xmlns:a16="http://schemas.microsoft.com/office/drawing/2014/main" id="{7FE2F05E-2BDC-B4D2-CE45-64EB0C9D72A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87" y="2251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15619" imgH="240986" progId="Equation.DSMT4">
                    <p:embed/>
                  </p:oleObj>
                </mc:Choice>
                <mc:Fallback>
                  <p:oleObj r:id="rId20" imgW="215619" imgH="240986" progId="Equation.DSMT4">
                    <p:embed/>
                    <p:pic>
                      <p:nvPicPr>
                        <p:cNvPr id="115729" name="对象 567312">
                          <a:extLst>
                            <a:ext uri="{FF2B5EF4-FFF2-40B4-BE49-F238E27FC236}">
                              <a16:creationId xmlns:a16="http://schemas.microsoft.com/office/drawing/2014/main" id="{7FE2F05E-2BDC-B4D2-CE45-64EB0C9D72A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" y="2251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7314" name="矩形 567313">
            <a:extLst>
              <a:ext uri="{FF2B5EF4-FFF2-40B4-BE49-F238E27FC236}">
                <a16:creationId xmlns:a16="http://schemas.microsoft.com/office/drawing/2014/main" id="{B90C1538-6ABF-C363-0092-116D82C7D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6" y="2781300"/>
            <a:ext cx="1223963" cy="1079500"/>
          </a:xfrm>
          <a:prstGeom prst="rect">
            <a:avLst/>
          </a:prstGeom>
          <a:solidFill>
            <a:srgbClr val="00FF00">
              <a:alpha val="22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6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6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标题 576513">
            <a:extLst>
              <a:ext uri="{FF2B5EF4-FFF2-40B4-BE49-F238E27FC236}">
                <a16:creationId xmlns:a16="http://schemas.microsoft.com/office/drawing/2014/main" id="{C508B0B2-4788-B49E-3A4E-2BEC9B79A7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19288" y="637118"/>
            <a:ext cx="5580062" cy="576263"/>
          </a:xfrm>
        </p:spPr>
        <p:txBody>
          <a:bodyPr anchor="ctr"/>
          <a:lstStyle/>
          <a:p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3   </a:t>
            </a: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ea typeface="宋体" panose="02010600030101010101" pitchFamily="2" charset="-122"/>
              </a:rPr>
              <a:t>设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i="1" dirty="0"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ea typeface="宋体" panose="02010600030101010101" pitchFamily="2" charset="-122"/>
              </a:rPr>
              <a:t>,</a:t>
            </a:r>
            <a:r>
              <a:rPr lang="en-US" altLang="zh-CN" sz="2000" b="1" i="1" dirty="0">
                <a:ea typeface="宋体" panose="02010600030101010101" pitchFamily="2" charset="-122"/>
              </a:rPr>
              <a:t>Y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ea typeface="宋体" panose="02010600030101010101" pitchFamily="2" charset="-122"/>
              </a:rPr>
              <a:t>的概率密度是</a:t>
            </a:r>
          </a:p>
        </p:txBody>
      </p:sp>
      <p:graphicFrame>
        <p:nvGraphicFramePr>
          <p:cNvPr id="576515" name="对象 576514">
            <a:extLst>
              <a:ext uri="{FF2B5EF4-FFF2-40B4-BE49-F238E27FC236}">
                <a16:creationId xmlns:a16="http://schemas.microsoft.com/office/drawing/2014/main" id="{EB524C5A-1A4F-46F0-2303-5E065103B0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1843808"/>
              </p:ext>
            </p:extLst>
          </p:nvPr>
        </p:nvGraphicFramePr>
        <p:xfrm>
          <a:off x="2711451" y="1141943"/>
          <a:ext cx="453707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95500" imgH="457200" progId="Equation.3">
                  <p:embed/>
                </p:oleObj>
              </mc:Choice>
              <mc:Fallback>
                <p:oleObj r:id="rId2" imgW="2095500" imgH="457200" progId="Equation.3">
                  <p:embed/>
                  <p:pic>
                    <p:nvPicPr>
                      <p:cNvPr id="576515" name="对象 576514">
                        <a:extLst>
                          <a:ext uri="{FF2B5EF4-FFF2-40B4-BE49-F238E27FC236}">
                            <a16:creationId xmlns:a16="http://schemas.microsoft.com/office/drawing/2014/main" id="{EB524C5A-1A4F-46F0-2303-5E065103B0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141943"/>
                        <a:ext cx="453707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16" name="文本框 576515">
            <a:extLst>
              <a:ext uri="{FF2B5EF4-FFF2-40B4-BE49-F238E27FC236}">
                <a16:creationId xmlns:a16="http://schemas.microsoft.com/office/drawing/2014/main" id="{78021227-371F-BE33-8625-7CB66C3A5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713" y="242623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</a:t>
            </a:r>
            <a:endParaRPr lang="zh-CN" altLang="en-US" sz="2800" b="1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76517" name="对象 576516">
            <a:extLst>
              <a:ext uri="{FF2B5EF4-FFF2-40B4-BE49-F238E27FC236}">
                <a16:creationId xmlns:a16="http://schemas.microsoft.com/office/drawing/2014/main" id="{8AAC3AAF-53BB-F79E-4DD0-88396347E6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7870802"/>
              </p:ext>
            </p:extLst>
          </p:nvPr>
        </p:nvGraphicFramePr>
        <p:xfrm>
          <a:off x="2784475" y="2345267"/>
          <a:ext cx="29527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93715" imgH="266353" progId="Equation.3">
                  <p:embed/>
                </p:oleObj>
              </mc:Choice>
              <mc:Fallback>
                <p:oleObj r:id="rId4" imgW="1293715" imgH="266353" progId="Equation.3">
                  <p:embed/>
                  <p:pic>
                    <p:nvPicPr>
                      <p:cNvPr id="576517" name="对象 576516">
                        <a:extLst>
                          <a:ext uri="{FF2B5EF4-FFF2-40B4-BE49-F238E27FC236}">
                            <a16:creationId xmlns:a16="http://schemas.microsoft.com/office/drawing/2014/main" id="{8AAC3AAF-53BB-F79E-4DD0-88396347E6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2345267"/>
                        <a:ext cx="29527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18" name="矩形 576517">
            <a:hlinkClick r:id="rId6" action="ppaction://hlinksldjump"/>
            <a:extLst>
              <a:ext uri="{FF2B5EF4-FFF2-40B4-BE49-F238E27FC236}">
                <a16:creationId xmlns:a16="http://schemas.microsoft.com/office/drawing/2014/main" id="{4C0FE502-3D22-139B-7EF7-57209C549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889" y="1500718"/>
            <a:ext cx="20393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  <a:r>
              <a:rPr lang="zh-CN" altLang="en-US" sz="2400" b="1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边缘密度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.   </a:t>
            </a:r>
            <a:endParaRPr lang="en-US" altLang="zh-CN" sz="2400" b="1">
              <a:solidFill>
                <a:srgbClr val="99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76519" name="对象 576518">
            <a:extLst>
              <a:ext uri="{FF2B5EF4-FFF2-40B4-BE49-F238E27FC236}">
                <a16:creationId xmlns:a16="http://schemas.microsoft.com/office/drawing/2014/main" id="{05DD2461-23DF-48E8-73DC-687C31715E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3069413"/>
              </p:ext>
            </p:extLst>
          </p:nvPr>
        </p:nvGraphicFramePr>
        <p:xfrm>
          <a:off x="1992314" y="3466042"/>
          <a:ext cx="27574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70410" imgH="253780" progId="Equation.3">
                  <p:embed/>
                </p:oleObj>
              </mc:Choice>
              <mc:Fallback>
                <p:oleObj r:id="rId7" imgW="1370410" imgH="253780" progId="Equation.3">
                  <p:embed/>
                  <p:pic>
                    <p:nvPicPr>
                      <p:cNvPr id="576519" name="对象 576518">
                        <a:extLst>
                          <a:ext uri="{FF2B5EF4-FFF2-40B4-BE49-F238E27FC236}">
                            <a16:creationId xmlns:a16="http://schemas.microsoft.com/office/drawing/2014/main" id="{05DD2461-23DF-48E8-73DC-687C31715E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466042"/>
                        <a:ext cx="27574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20" name="矩形标注 576519">
            <a:extLst>
              <a:ext uri="{FF2B5EF4-FFF2-40B4-BE49-F238E27FC236}">
                <a16:creationId xmlns:a16="http://schemas.microsoft.com/office/drawing/2014/main" id="{66CDA686-3025-89C3-0CFC-CFDEA5540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781580"/>
            <a:ext cx="3671888" cy="457200"/>
          </a:xfrm>
          <a:prstGeom prst="wedgeRectCallout">
            <a:avLst>
              <a:gd name="adj1" fmla="val -68375"/>
              <a:gd name="adj2" fmla="val 55556"/>
            </a:avLst>
          </a:prstGeom>
          <a:solidFill>
            <a:srgbClr val="FFCCCC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srgbClr val="BC004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分段函数积分应注意其表达式 </a:t>
            </a:r>
          </a:p>
        </p:txBody>
      </p:sp>
      <p:graphicFrame>
        <p:nvGraphicFramePr>
          <p:cNvPr id="576521" name="对象 576520">
            <a:extLst>
              <a:ext uri="{FF2B5EF4-FFF2-40B4-BE49-F238E27FC236}">
                <a16:creationId xmlns:a16="http://schemas.microsoft.com/office/drawing/2014/main" id="{8A7B5861-9036-04F2-BE7D-7CB9C26067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2072110"/>
              </p:ext>
            </p:extLst>
          </p:nvPr>
        </p:nvGraphicFramePr>
        <p:xfrm>
          <a:off x="7607300" y="2284942"/>
          <a:ext cx="12969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622030" imgH="190417" progId="Equation.3">
                  <p:embed/>
                </p:oleObj>
              </mc:Choice>
              <mc:Fallback>
                <p:oleObj r:id="rId9" imgW="622030" imgH="190417" progId="Equation.3">
                  <p:embed/>
                  <p:pic>
                    <p:nvPicPr>
                      <p:cNvPr id="576521" name="对象 576520">
                        <a:extLst>
                          <a:ext uri="{FF2B5EF4-FFF2-40B4-BE49-F238E27FC236}">
                            <a16:creationId xmlns:a16="http://schemas.microsoft.com/office/drawing/2014/main" id="{8A7B5861-9036-04F2-BE7D-7CB9C26067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2284942"/>
                        <a:ext cx="12969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6522" name="对象 576521">
            <a:extLst>
              <a:ext uri="{FF2B5EF4-FFF2-40B4-BE49-F238E27FC236}">
                <a16:creationId xmlns:a16="http://schemas.microsoft.com/office/drawing/2014/main" id="{60C195A1-0AFA-E0F6-FC85-274D6B2ABF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4530246"/>
              </p:ext>
            </p:extLst>
          </p:nvPr>
        </p:nvGraphicFramePr>
        <p:xfrm>
          <a:off x="6575426" y="3329517"/>
          <a:ext cx="13493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647419" imgH="190417" progId="Equation.3">
                  <p:embed/>
                </p:oleObj>
              </mc:Choice>
              <mc:Fallback>
                <p:oleObj r:id="rId11" imgW="647419" imgH="190417" progId="Equation.3">
                  <p:embed/>
                  <p:pic>
                    <p:nvPicPr>
                      <p:cNvPr id="576522" name="对象 576521">
                        <a:extLst>
                          <a:ext uri="{FF2B5EF4-FFF2-40B4-BE49-F238E27FC236}">
                            <a16:creationId xmlns:a16="http://schemas.microsoft.com/office/drawing/2014/main" id="{60C195A1-0AFA-E0F6-FC85-274D6B2ABF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6" y="3329517"/>
                        <a:ext cx="13493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6523" name="对象 576522">
            <a:extLst>
              <a:ext uri="{FF2B5EF4-FFF2-40B4-BE49-F238E27FC236}">
                <a16:creationId xmlns:a16="http://schemas.microsoft.com/office/drawing/2014/main" id="{295D275B-6077-715C-4992-E36BC9757F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128646"/>
              </p:ext>
            </p:extLst>
          </p:nvPr>
        </p:nvGraphicFramePr>
        <p:xfrm>
          <a:off x="5778500" y="2150006"/>
          <a:ext cx="18288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825142" imgH="495085" progId="Equation.3">
                  <p:embed/>
                </p:oleObj>
              </mc:Choice>
              <mc:Fallback>
                <p:oleObj r:id="rId13" imgW="825142" imgH="495085" progId="Equation.3">
                  <p:embed/>
                  <p:pic>
                    <p:nvPicPr>
                      <p:cNvPr id="576523" name="对象 576522">
                        <a:extLst>
                          <a:ext uri="{FF2B5EF4-FFF2-40B4-BE49-F238E27FC236}">
                            <a16:creationId xmlns:a16="http://schemas.microsoft.com/office/drawing/2014/main" id="{295D275B-6077-715C-4992-E36BC9757F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0" y="2150006"/>
                        <a:ext cx="18288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24" name="直接连接符 576523">
            <a:extLst>
              <a:ext uri="{FF2B5EF4-FFF2-40B4-BE49-F238E27FC236}">
                <a16:creationId xmlns:a16="http://schemas.microsoft.com/office/drawing/2014/main" id="{5054B8AF-02D2-183E-1D1E-7342072B2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7575" y="1573742"/>
            <a:ext cx="2401888" cy="0"/>
          </a:xfrm>
          <a:prstGeom prst="line">
            <a:avLst/>
          </a:prstGeom>
          <a:noFill/>
          <a:ln w="1905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6525" name="对象 576524">
            <a:extLst>
              <a:ext uri="{FF2B5EF4-FFF2-40B4-BE49-F238E27FC236}">
                <a16:creationId xmlns:a16="http://schemas.microsoft.com/office/drawing/2014/main" id="{B580E7CD-D698-0278-44C2-851FFEECF7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9525625"/>
              </p:ext>
            </p:extLst>
          </p:nvPr>
        </p:nvGraphicFramePr>
        <p:xfrm>
          <a:off x="4765676" y="3232681"/>
          <a:ext cx="1738313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825142" imgH="533169" progId="Equation.3">
                  <p:embed/>
                </p:oleObj>
              </mc:Choice>
              <mc:Fallback>
                <p:oleObj r:id="rId15" imgW="825142" imgH="533169" progId="Equation.3">
                  <p:embed/>
                  <p:pic>
                    <p:nvPicPr>
                      <p:cNvPr id="576525" name="对象 576524">
                        <a:extLst>
                          <a:ext uri="{FF2B5EF4-FFF2-40B4-BE49-F238E27FC236}">
                            <a16:creationId xmlns:a16="http://schemas.microsoft.com/office/drawing/2014/main" id="{B580E7CD-D698-0278-44C2-851FFEECF7D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76" y="3232681"/>
                        <a:ext cx="1738313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6526" name="组合 576525">
            <a:extLst>
              <a:ext uri="{FF2B5EF4-FFF2-40B4-BE49-F238E27FC236}">
                <a16:creationId xmlns:a16="http://schemas.microsoft.com/office/drawing/2014/main" id="{71E544C3-A3DA-28DF-866C-8591F457CDA9}"/>
              </a:ext>
            </a:extLst>
          </p:cNvPr>
          <p:cNvGrpSpPr>
            <a:grpSpLocks/>
          </p:cNvGrpSpPr>
          <p:nvPr/>
        </p:nvGrpSpPr>
        <p:grpSpPr bwMode="auto">
          <a:xfrm>
            <a:off x="8401051" y="3013605"/>
            <a:ext cx="2055813" cy="1752600"/>
            <a:chOff x="204" y="2614"/>
            <a:chExt cx="1295" cy="1104"/>
          </a:xfrm>
        </p:grpSpPr>
        <p:sp>
          <p:nvSpPr>
            <p:cNvPr id="124942" name="矩形 576526">
              <a:extLst>
                <a:ext uri="{FF2B5EF4-FFF2-40B4-BE49-F238E27FC236}">
                  <a16:creationId xmlns:a16="http://schemas.microsoft.com/office/drawing/2014/main" id="{D9264992-00DA-0123-1326-3F059E699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614"/>
              <a:ext cx="2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y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943" name="文本框 576527">
              <a:extLst>
                <a:ext uri="{FF2B5EF4-FFF2-40B4-BE49-F238E27FC236}">
                  <a16:creationId xmlns:a16="http://schemas.microsoft.com/office/drawing/2014/main" id="{6BBF4C93-25F5-C431-3701-0777DCEF2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7" y="3452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x  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944" name="文本框 576528">
              <a:extLst>
                <a:ext uri="{FF2B5EF4-FFF2-40B4-BE49-F238E27FC236}">
                  <a16:creationId xmlns:a16="http://schemas.microsoft.com/office/drawing/2014/main" id="{1D6AF5AC-06DB-C60D-91C3-10A80551E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" y="3487"/>
              <a:ext cx="9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0                1   </a:t>
              </a:r>
            </a:p>
          </p:txBody>
        </p:sp>
        <p:sp>
          <p:nvSpPr>
            <p:cNvPr id="124945" name="直接连接符 576529">
              <a:extLst>
                <a:ext uri="{FF2B5EF4-FFF2-40B4-BE49-F238E27FC236}">
                  <a16:creationId xmlns:a16="http://schemas.microsoft.com/office/drawing/2014/main" id="{5CEFAB71-9622-4B43-CCF0-5B77272B5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3521"/>
              <a:ext cx="113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6" name="直接连接符 576530">
              <a:extLst>
                <a:ext uri="{FF2B5EF4-FFF2-40B4-BE49-F238E27FC236}">
                  <a16:creationId xmlns:a16="http://schemas.microsoft.com/office/drawing/2014/main" id="{F9CC2456-4403-DE3C-9308-EB96CE3FC3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" y="2704"/>
              <a:ext cx="0" cy="95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6532" name="直接连接符 576531">
            <a:extLst>
              <a:ext uri="{FF2B5EF4-FFF2-40B4-BE49-F238E27FC236}">
                <a16:creationId xmlns:a16="http://schemas.microsoft.com/office/drawing/2014/main" id="{22FACC3A-A3C3-1214-25FB-24D5B4C244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6950" y="3385080"/>
            <a:ext cx="1295400" cy="1187450"/>
          </a:xfrm>
          <a:prstGeom prst="line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6533" name="任意多边形 576532">
            <a:extLst>
              <a:ext uri="{FF2B5EF4-FFF2-40B4-BE49-F238E27FC236}">
                <a16:creationId xmlns:a16="http://schemas.microsoft.com/office/drawing/2014/main" id="{A2BBE49C-6EFD-A7C3-A3DF-D6E5C9FE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6014" y="3258081"/>
            <a:ext cx="1093787" cy="1195387"/>
          </a:xfrm>
          <a:custGeom>
            <a:avLst/>
            <a:gdLst>
              <a:gd name="T0" fmla="*/ 0 w 689"/>
              <a:gd name="T1" fmla="*/ 753 h 753"/>
              <a:gd name="T2" fmla="*/ 129 w 689"/>
              <a:gd name="T3" fmla="*/ 711 h 753"/>
              <a:gd name="T4" fmla="*/ 345 w 689"/>
              <a:gd name="T5" fmla="*/ 585 h 753"/>
              <a:gd name="T6" fmla="*/ 496 w 689"/>
              <a:gd name="T7" fmla="*/ 431 h 753"/>
              <a:gd name="T8" fmla="*/ 574 w 689"/>
              <a:gd name="T9" fmla="*/ 307 h 753"/>
              <a:gd name="T10" fmla="*/ 628 w 689"/>
              <a:gd name="T11" fmla="*/ 182 h 753"/>
              <a:gd name="T12" fmla="*/ 689 w 689"/>
              <a:gd name="T13" fmla="*/ 0 h 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9" h="753">
                <a:moveTo>
                  <a:pt x="0" y="753"/>
                </a:moveTo>
                <a:cubicBezTo>
                  <a:pt x="36" y="746"/>
                  <a:pt x="72" y="738"/>
                  <a:pt x="129" y="711"/>
                </a:cubicBezTo>
                <a:cubicBezTo>
                  <a:pt x="187" y="683"/>
                  <a:pt x="284" y="632"/>
                  <a:pt x="345" y="585"/>
                </a:cubicBezTo>
                <a:cubicBezTo>
                  <a:pt x="406" y="538"/>
                  <a:pt x="458" y="477"/>
                  <a:pt x="496" y="431"/>
                </a:cubicBezTo>
                <a:cubicBezTo>
                  <a:pt x="534" y="385"/>
                  <a:pt x="552" y="348"/>
                  <a:pt x="574" y="307"/>
                </a:cubicBezTo>
                <a:cubicBezTo>
                  <a:pt x="596" y="266"/>
                  <a:pt x="609" y="233"/>
                  <a:pt x="628" y="182"/>
                </a:cubicBezTo>
                <a:cubicBezTo>
                  <a:pt x="647" y="131"/>
                  <a:pt x="676" y="38"/>
                  <a:pt x="689" y="0"/>
                </a:cubicBezTo>
              </a:path>
            </a:pathLst>
          </a:custGeom>
          <a:noFill/>
          <a:ln w="1905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6534" name="文本框 576533">
            <a:extLst>
              <a:ext uri="{FF2B5EF4-FFF2-40B4-BE49-F238E27FC236}">
                <a16:creationId xmlns:a16="http://schemas.microsoft.com/office/drawing/2014/main" id="{EE968C5C-F1A8-40B9-E6BD-FEAA1EB04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26" y="3445405"/>
            <a:ext cx="695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i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1200" b="1" i="1" baseline="-250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700" b="1" i="1" baseline="-250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 </a:t>
            </a:r>
          </a:p>
        </p:txBody>
      </p:sp>
      <p:sp>
        <p:nvSpPr>
          <p:cNvPr id="576535" name="文本框 576534">
            <a:extLst>
              <a:ext uri="{FF2B5EF4-FFF2-40B4-BE49-F238E27FC236}">
                <a16:creationId xmlns:a16="http://schemas.microsoft.com/office/drawing/2014/main" id="{84CA62C5-ABD5-3724-38DD-604C05EF3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2451" y="3985155"/>
            <a:ext cx="792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i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12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7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baseline="30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</a:t>
            </a:r>
            <a:endParaRPr lang="en-US" altLang="zh-CN" b="1" i="1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6536" name="任意多边形 576535">
            <a:extLst>
              <a:ext uri="{FF2B5EF4-FFF2-40B4-BE49-F238E27FC236}">
                <a16:creationId xmlns:a16="http://schemas.microsoft.com/office/drawing/2014/main" id="{7016A48A-8CC4-3DD4-C3FE-CF0BF3E2B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6013" y="3554943"/>
            <a:ext cx="996950" cy="906463"/>
          </a:xfrm>
          <a:custGeom>
            <a:avLst/>
            <a:gdLst>
              <a:gd name="T0" fmla="*/ 0 w 628"/>
              <a:gd name="T1" fmla="*/ 571 h 571"/>
              <a:gd name="T2" fmla="*/ 129 w 628"/>
              <a:gd name="T3" fmla="*/ 529 h 571"/>
              <a:gd name="T4" fmla="*/ 345 w 628"/>
              <a:gd name="T5" fmla="*/ 403 h 571"/>
              <a:gd name="T6" fmla="*/ 496 w 628"/>
              <a:gd name="T7" fmla="*/ 249 h 571"/>
              <a:gd name="T8" fmla="*/ 574 w 628"/>
              <a:gd name="T9" fmla="*/ 125 h 571"/>
              <a:gd name="T10" fmla="*/ 628 w 628"/>
              <a:gd name="T11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8" h="571">
                <a:moveTo>
                  <a:pt x="0" y="571"/>
                </a:moveTo>
                <a:cubicBezTo>
                  <a:pt x="36" y="564"/>
                  <a:pt x="72" y="556"/>
                  <a:pt x="129" y="529"/>
                </a:cubicBezTo>
                <a:cubicBezTo>
                  <a:pt x="187" y="501"/>
                  <a:pt x="284" y="450"/>
                  <a:pt x="345" y="403"/>
                </a:cubicBezTo>
                <a:cubicBezTo>
                  <a:pt x="406" y="356"/>
                  <a:pt x="458" y="295"/>
                  <a:pt x="496" y="249"/>
                </a:cubicBezTo>
                <a:cubicBezTo>
                  <a:pt x="534" y="203"/>
                  <a:pt x="552" y="166"/>
                  <a:pt x="574" y="125"/>
                </a:cubicBezTo>
                <a:cubicBezTo>
                  <a:pt x="596" y="84"/>
                  <a:pt x="619" y="21"/>
                  <a:pt x="628" y="0"/>
                </a:cubicBezTo>
              </a:path>
            </a:pathLst>
          </a:custGeom>
          <a:solidFill>
            <a:srgbClr val="FAC164">
              <a:alpha val="36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576537" name="对象 576536">
            <a:extLst>
              <a:ext uri="{FF2B5EF4-FFF2-40B4-BE49-F238E27FC236}">
                <a16:creationId xmlns:a16="http://schemas.microsoft.com/office/drawing/2014/main" id="{9782D198-8B53-6019-B161-00D9C56C21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942885"/>
              </p:ext>
            </p:extLst>
          </p:nvPr>
        </p:nvGraphicFramePr>
        <p:xfrm>
          <a:off x="9482138" y="4010556"/>
          <a:ext cx="6080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494870" imgH="253780" progId="Equation.3">
                  <p:embed/>
                </p:oleObj>
              </mc:Choice>
              <mc:Fallback>
                <p:oleObj r:id="rId17" imgW="494870" imgH="253780" progId="Equation.3">
                  <p:embed/>
                  <p:pic>
                    <p:nvPicPr>
                      <p:cNvPr id="576537" name="对象 576536">
                        <a:extLst>
                          <a:ext uri="{FF2B5EF4-FFF2-40B4-BE49-F238E27FC236}">
                            <a16:creationId xmlns:a16="http://schemas.microsoft.com/office/drawing/2014/main" id="{9782D198-8B53-6019-B161-00D9C56C21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2138" y="4010556"/>
                        <a:ext cx="608012" cy="384175"/>
                      </a:xfrm>
                      <a:prstGeom prst="rect">
                        <a:avLst/>
                      </a:prstGeom>
                      <a:solidFill>
                        <a:srgbClr val="FFFFB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38" name="上箭头 576537">
            <a:extLst>
              <a:ext uri="{FF2B5EF4-FFF2-40B4-BE49-F238E27FC236}">
                <a16:creationId xmlns:a16="http://schemas.microsoft.com/office/drawing/2014/main" id="{3811F6A7-00BA-11BA-18E9-1E52A8E1E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3214" y="3732742"/>
            <a:ext cx="142875" cy="649288"/>
          </a:xfrm>
          <a:prstGeom prst="upArrow">
            <a:avLst>
              <a:gd name="adj1" fmla="val 50000"/>
              <a:gd name="adj2" fmla="val 113590"/>
            </a:avLst>
          </a:prstGeom>
          <a:solidFill>
            <a:schemeClr val="folHlink"/>
          </a:solidFill>
          <a:ln w="9525">
            <a:solidFill>
              <a:srgbClr val="6699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6539" name="上箭头 576538">
            <a:extLst>
              <a:ext uri="{FF2B5EF4-FFF2-40B4-BE49-F238E27FC236}">
                <a16:creationId xmlns:a16="http://schemas.microsoft.com/office/drawing/2014/main" id="{9111118D-52C1-9084-C6DE-C45B1290D40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9301164" y="3693056"/>
            <a:ext cx="142875" cy="650875"/>
          </a:xfrm>
          <a:prstGeom prst="upArrow">
            <a:avLst>
              <a:gd name="adj1" fmla="val 50000"/>
              <a:gd name="adj2" fmla="val 113868"/>
            </a:avLst>
          </a:prstGeom>
          <a:solidFill>
            <a:schemeClr val="folHlink"/>
          </a:solidFill>
          <a:ln w="9525">
            <a:solidFill>
              <a:srgbClr val="6699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576540" name="对象 576539">
            <a:extLst>
              <a:ext uri="{FF2B5EF4-FFF2-40B4-BE49-F238E27FC236}">
                <a16:creationId xmlns:a16="http://schemas.microsoft.com/office/drawing/2014/main" id="{978EB0C7-768C-9357-8E85-39113EB0DD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6214413"/>
              </p:ext>
            </p:extLst>
          </p:nvPr>
        </p:nvGraphicFramePr>
        <p:xfrm>
          <a:off x="6677025" y="2797705"/>
          <a:ext cx="17605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875160" imgH="215619" progId="Equation.3">
                  <p:embed/>
                </p:oleObj>
              </mc:Choice>
              <mc:Fallback>
                <p:oleObj r:id="rId19" imgW="875160" imgH="215619" progId="Equation.3">
                  <p:embed/>
                  <p:pic>
                    <p:nvPicPr>
                      <p:cNvPr id="576540" name="对象 576539">
                        <a:extLst>
                          <a:ext uri="{FF2B5EF4-FFF2-40B4-BE49-F238E27FC236}">
                            <a16:creationId xmlns:a16="http://schemas.microsoft.com/office/drawing/2014/main" id="{978EB0C7-768C-9357-8E85-39113EB0DD7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5" y="2797705"/>
                        <a:ext cx="17605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6541" name="对象 576540">
            <a:extLst>
              <a:ext uri="{FF2B5EF4-FFF2-40B4-BE49-F238E27FC236}">
                <a16:creationId xmlns:a16="http://schemas.microsoft.com/office/drawing/2014/main" id="{C33ECC40-6EAA-BC2E-4E6D-345657E29C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346069"/>
              </p:ext>
            </p:extLst>
          </p:nvPr>
        </p:nvGraphicFramePr>
        <p:xfrm>
          <a:off x="5607050" y="3880380"/>
          <a:ext cx="176053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875160" imgH="215619" progId="Equation.3">
                  <p:embed/>
                </p:oleObj>
              </mc:Choice>
              <mc:Fallback>
                <p:oleObj r:id="rId21" imgW="875160" imgH="215619" progId="Equation.3">
                  <p:embed/>
                  <p:pic>
                    <p:nvPicPr>
                      <p:cNvPr id="576541" name="对象 576540">
                        <a:extLst>
                          <a:ext uri="{FF2B5EF4-FFF2-40B4-BE49-F238E27FC236}">
                            <a16:creationId xmlns:a16="http://schemas.microsoft.com/office/drawing/2014/main" id="{C33ECC40-6EAA-BC2E-4E6D-345657E29C8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3880380"/>
                        <a:ext cx="176053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42" name="文本框 576541">
            <a:extLst>
              <a:ext uri="{FF2B5EF4-FFF2-40B4-BE49-F238E27FC236}">
                <a16:creationId xmlns:a16="http://schemas.microsoft.com/office/drawing/2014/main" id="{1D08773F-9380-74E7-1E17-173F79210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4382031"/>
            <a:ext cx="6553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zh-CN" altLang="en-US" sz="24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在求连续型随机变量的边缘密度时，往往要对联合密度在一个变量取值范围上进行积分</a:t>
            </a:r>
            <a:r>
              <a:rPr lang="en-US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 </a:t>
            </a:r>
          </a:p>
        </p:txBody>
      </p:sp>
      <p:sp>
        <p:nvSpPr>
          <p:cNvPr id="576543" name="矩形 576542">
            <a:extLst>
              <a:ext uri="{FF2B5EF4-FFF2-40B4-BE49-F238E27FC236}">
                <a16:creationId xmlns:a16="http://schemas.microsoft.com/office/drawing/2014/main" id="{F0670385-F400-FF31-2BA1-7B51D023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926" y="4832881"/>
            <a:ext cx="91090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                        当联合密度是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分段函数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时，在计算积分时应特别注意积分限 </a:t>
            </a: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57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1000"/>
                                        <p:tgtEl>
                                          <p:spTgt spid="57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76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6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6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76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7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7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57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7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7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1000"/>
                                        <p:tgtEl>
                                          <p:spTgt spid="57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765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7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0" dur="500"/>
                                        <p:tgtEl>
                                          <p:spTgt spid="57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57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7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765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2" dur="500"/>
                                        <p:tgtEl>
                                          <p:spTgt spid="57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0"/>
                                        <p:tgtEl>
                                          <p:spTgt spid="57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2" dur="500"/>
                                        <p:tgtEl>
                                          <p:spTgt spid="576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7" dur="2000"/>
                                        <p:tgtEl>
                                          <p:spTgt spid="576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2000"/>
                                        <p:tgtEl>
                                          <p:spTgt spid="576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6" grpId="0"/>
      <p:bldP spid="576518" grpId="0"/>
      <p:bldP spid="576520" grpId="0" animBg="1"/>
      <p:bldP spid="576534" grpId="0"/>
      <p:bldP spid="576535" grpId="0"/>
      <p:bldP spid="576542" grpId="0"/>
      <p:bldP spid="57654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08182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考点七：常见的二维随机变量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AA9F3D-2949-E13B-B777-306F738EF453}"/>
              </a:ext>
            </a:extLst>
          </p:cNvPr>
          <p:cNvSpPr txBox="1"/>
          <p:nvPr/>
        </p:nvSpPr>
        <p:spPr>
          <a:xfrm>
            <a:off x="2825750" y="1898650"/>
            <a:ext cx="6540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）二维均匀分布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）二维正态分布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428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二维均匀分布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54AE5A-347E-5379-3A05-CF233E426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050" y="1325336"/>
            <a:ext cx="10471150" cy="311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70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二维正态分布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663EEF-D25D-4AFF-BCA4-2D11F586E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700" y="1357860"/>
            <a:ext cx="8578850" cy="292053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459327-2822-9F9F-DB3E-7B6013AB9081}"/>
              </a:ext>
            </a:extLst>
          </p:cNvPr>
          <p:cNvSpPr txBox="1"/>
          <p:nvPr/>
        </p:nvSpPr>
        <p:spPr>
          <a:xfrm>
            <a:off x="2120900" y="4895850"/>
            <a:ext cx="4813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重要性质：</a:t>
            </a:r>
            <a:endParaRPr lang="en-US" altLang="zh-CN" sz="2800" b="1" dirty="0"/>
          </a:p>
          <a:p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）边缘分布仍为正态分布</a:t>
            </a:r>
            <a:endParaRPr lang="en-US" altLang="zh-CN" sz="2800" b="1" dirty="0"/>
          </a:p>
          <a:p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）正态分布可加性</a:t>
            </a:r>
            <a:endParaRPr lang="en-US" altLang="zh-CN" sz="2800" b="1" dirty="0"/>
          </a:p>
          <a:p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）独立＜＝＞不相关</a:t>
            </a:r>
          </a:p>
        </p:txBody>
      </p:sp>
    </p:spTree>
    <p:extLst>
      <p:ext uri="{BB962C8B-B14F-4D97-AF65-F5344CB8AC3E}">
        <p14:creationId xmlns:p14="http://schemas.microsoft.com/office/powerpoint/2010/main" val="25651048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7DD0-A8EA-2561-3734-47483FA4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>
            <a:extLst>
              <a:ext uri="{FF2B5EF4-FFF2-40B4-BE49-F238E27FC236}">
                <a16:creationId xmlns:a16="http://schemas.microsoft.com/office/drawing/2014/main" id="{8CBD5BCD-88C1-45A2-ADE7-B7E695787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607" y="515424"/>
            <a:ext cx="169147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知识补充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85A078-738E-23DC-07AD-A57203AC4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349" y="2937246"/>
            <a:ext cx="7659475" cy="23557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EF2885-3DD4-EC61-69AB-D7C0F820B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910" y="1600199"/>
            <a:ext cx="6158131" cy="125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036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090AB1C-F603-4DA9-5506-8D341670A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66" y="1327900"/>
            <a:ext cx="3952113" cy="16491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70D434-2C75-DA4A-FB25-62D859F19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94"/>
          <a:stretch>
            <a:fillRect/>
          </a:stretch>
        </p:blipFill>
        <p:spPr>
          <a:xfrm>
            <a:off x="1723560" y="2977090"/>
            <a:ext cx="10468440" cy="212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65246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31476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可加性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A778D1-1A86-BCA5-D6C5-8EF25C21E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684" y="2440244"/>
            <a:ext cx="71000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设</a:t>
            </a:r>
            <a:r>
              <a:rPr lang="zh-CN" altLang="en-US" sz="3200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X ~B 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, p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Y ~B 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且独立，</a:t>
            </a:r>
            <a:endParaRPr lang="zh-CN" altLang="en-US" sz="3200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B479EF-24E7-3F8C-9D91-4DEF257A6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034" y="1316294"/>
            <a:ext cx="5314275" cy="70788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具有可加性的四个分布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F45A8B-CD81-568A-783A-7041FA568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297" y="4577019"/>
            <a:ext cx="65112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 设</a:t>
            </a:r>
            <a:r>
              <a:rPr lang="zh-CN" altLang="en-US" sz="32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X ~ P 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32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Y ~ P 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32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且独立，</a:t>
            </a:r>
            <a:endParaRPr lang="zh-CN" altLang="en-US" sz="3200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2D632F-C42A-55C9-3F84-BBB915A5A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009" y="3434019"/>
            <a:ext cx="52355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 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X + Y ~ B 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 p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2C7CEF-5887-82C8-E1D2-952AE5B48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4984" y="5575557"/>
            <a:ext cx="56927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 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X + Y ~ P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2089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32841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考点八：随机变量独立性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D45FE56-CF68-B568-C77E-F2D6C183C3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7922557"/>
              </p:ext>
            </p:extLst>
          </p:nvPr>
        </p:nvGraphicFramePr>
        <p:xfrm>
          <a:off x="3293075" y="2051222"/>
          <a:ext cx="5330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57127" imgH="203024" progId="Equation.3">
                  <p:embed/>
                </p:oleObj>
              </mc:Choice>
              <mc:Fallback>
                <p:oleObj r:id="rId3" imgW="2157127" imgH="203024" progId="Equation.3">
                  <p:embed/>
                  <p:pic>
                    <p:nvPicPr>
                      <p:cNvPr id="608259" name="对象 608258">
                        <a:extLst>
                          <a:ext uri="{FF2B5EF4-FFF2-40B4-BE49-F238E27FC236}">
                            <a16:creationId xmlns:a16="http://schemas.microsoft.com/office/drawing/2014/main" id="{1CEC63C8-8910-1570-DC08-6C1D5C5DD57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075" y="2051222"/>
                        <a:ext cx="53308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箭头标注 608259">
            <a:extLst>
              <a:ext uri="{FF2B5EF4-FFF2-40B4-BE49-F238E27FC236}">
                <a16:creationId xmlns:a16="http://schemas.microsoft.com/office/drawing/2014/main" id="{848C1238-1A9A-35BF-17E2-8EA1AACAA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475" y="1898822"/>
            <a:ext cx="685800" cy="838200"/>
          </a:xfrm>
          <a:prstGeom prst="rightArrowCallout">
            <a:avLst>
              <a:gd name="adj1" fmla="val 30556"/>
              <a:gd name="adj2" fmla="val 30556"/>
              <a:gd name="adj3" fmla="val 16662"/>
              <a:gd name="adj4" fmla="val 72222"/>
            </a:avLst>
          </a:prstGeom>
          <a:solidFill>
            <a:srgbClr val="CC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概</a:t>
            </a:r>
          </a:p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率</a:t>
            </a:r>
          </a:p>
          <a:p>
            <a:pPr>
              <a:lnSpc>
                <a:spcPct val="110000"/>
              </a:lnSpc>
            </a:pPr>
            <a:endParaRPr lang="zh-CN" altLang="en-US" b="1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右箭头标注 608260">
            <a:extLst>
              <a:ext uri="{FF2B5EF4-FFF2-40B4-BE49-F238E27FC236}">
                <a16:creationId xmlns:a16="http://schemas.microsoft.com/office/drawing/2014/main" id="{E37ED613-0EC4-4EB5-C5DC-120A8C390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475" y="2851322"/>
            <a:ext cx="984250" cy="762000"/>
          </a:xfrm>
          <a:prstGeom prst="rightArrowCallout">
            <a:avLst>
              <a:gd name="adj1" fmla="val 25000"/>
              <a:gd name="adj2" fmla="val 25000"/>
              <a:gd name="adj3" fmla="val 21522"/>
              <a:gd name="adj4" fmla="val 79167"/>
            </a:avLst>
          </a:prstGeom>
          <a:solidFill>
            <a:srgbClr val="CC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分布</a:t>
            </a:r>
          </a:p>
          <a:p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 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4ADDCFC-2AEE-8624-164B-D960F66943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8387967"/>
              </p:ext>
            </p:extLst>
          </p:nvPr>
        </p:nvGraphicFramePr>
        <p:xfrm>
          <a:off x="3318475" y="2976735"/>
          <a:ext cx="32099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45917" imgH="215619" progId="Equation.3">
                  <p:embed/>
                </p:oleObj>
              </mc:Choice>
              <mc:Fallback>
                <p:oleObj r:id="rId5" imgW="1445917" imgH="215619" progId="Equation.3">
                  <p:embed/>
                  <p:pic>
                    <p:nvPicPr>
                      <p:cNvPr id="608262" name="对象 608261">
                        <a:extLst>
                          <a:ext uri="{FF2B5EF4-FFF2-40B4-BE49-F238E27FC236}">
                            <a16:creationId xmlns:a16="http://schemas.microsoft.com/office/drawing/2014/main" id="{28647E29-6EBA-56F1-8D64-75831E4FE9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8475" y="2976735"/>
                        <a:ext cx="32099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右箭头标注 608262">
            <a:extLst>
              <a:ext uri="{FF2B5EF4-FFF2-40B4-BE49-F238E27FC236}">
                <a16:creationId xmlns:a16="http://schemas.microsoft.com/office/drawing/2014/main" id="{8790BCE5-F0E2-FF62-49A0-837D6EAFC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475" y="3727622"/>
            <a:ext cx="984250" cy="914400"/>
          </a:xfrm>
          <a:prstGeom prst="rightArrowCallout">
            <a:avLst>
              <a:gd name="adj1" fmla="val 25000"/>
              <a:gd name="adj2" fmla="val 25000"/>
              <a:gd name="adj3" fmla="val 17935"/>
              <a:gd name="adj4" fmla="val 76389"/>
            </a:avLst>
          </a:prstGeom>
          <a:solidFill>
            <a:srgbClr val="CC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联合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与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边缘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64B6FC8-C1F9-DCDA-7F6A-151952820F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318106"/>
              </p:ext>
            </p:extLst>
          </p:nvPr>
        </p:nvGraphicFramePr>
        <p:xfrm>
          <a:off x="4283675" y="3654597"/>
          <a:ext cx="1828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89000" imgH="228600" progId="Equation.3">
                  <p:embed/>
                </p:oleObj>
              </mc:Choice>
              <mc:Fallback>
                <p:oleObj r:id="rId7" imgW="889000" imgH="228600" progId="Equation.3">
                  <p:embed/>
                  <p:pic>
                    <p:nvPicPr>
                      <p:cNvPr id="608264" name="对象 608263">
                        <a:extLst>
                          <a:ext uri="{FF2B5EF4-FFF2-40B4-BE49-F238E27FC236}">
                            <a16:creationId xmlns:a16="http://schemas.microsoft.com/office/drawing/2014/main" id="{86DB7BE2-0A35-2D43-CD8F-0CB9E1A8C2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675" y="3654597"/>
                        <a:ext cx="1828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77F6CF0-2D8B-6462-EA77-9A718446BA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4973718"/>
              </p:ext>
            </p:extLst>
          </p:nvPr>
        </p:nvGraphicFramePr>
        <p:xfrm>
          <a:off x="4359875" y="4162597"/>
          <a:ext cx="36258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408477" imgH="203024" progId="Equation.3">
                  <p:embed/>
                </p:oleObj>
              </mc:Choice>
              <mc:Fallback>
                <p:oleObj r:id="rId9" imgW="1408477" imgH="203024" progId="Equation.3">
                  <p:embed/>
                  <p:pic>
                    <p:nvPicPr>
                      <p:cNvPr id="608265" name="对象 608264">
                        <a:extLst>
                          <a:ext uri="{FF2B5EF4-FFF2-40B4-BE49-F238E27FC236}">
                            <a16:creationId xmlns:a16="http://schemas.microsoft.com/office/drawing/2014/main" id="{8358ABF4-4ACE-17C7-8A30-F599E22AC0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875" y="4162597"/>
                        <a:ext cx="362585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右箭头标注 608265">
            <a:extLst>
              <a:ext uri="{FF2B5EF4-FFF2-40B4-BE49-F238E27FC236}">
                <a16:creationId xmlns:a16="http://schemas.microsoft.com/office/drawing/2014/main" id="{D51264FA-E617-6F5E-4634-14399B255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475" y="4775372"/>
            <a:ext cx="984250" cy="914400"/>
          </a:xfrm>
          <a:prstGeom prst="rightArrowCallout">
            <a:avLst>
              <a:gd name="adj1" fmla="val 25000"/>
              <a:gd name="adj2" fmla="val 25000"/>
              <a:gd name="adj3" fmla="val 17935"/>
              <a:gd name="adj4" fmla="val 75000"/>
            </a:avLst>
          </a:prstGeom>
          <a:solidFill>
            <a:srgbClr val="CC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条件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与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边缘 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975EBF9-94EE-4FB5-FFD7-AFC8A5A286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976585"/>
              </p:ext>
            </p:extLst>
          </p:nvPr>
        </p:nvGraphicFramePr>
        <p:xfrm>
          <a:off x="4345588" y="4719810"/>
          <a:ext cx="588168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753510" imgH="253780" progId="Equation.3">
                  <p:embed/>
                </p:oleObj>
              </mc:Choice>
              <mc:Fallback>
                <p:oleObj r:id="rId11" imgW="2753510" imgH="253780" progId="Equation.3">
                  <p:embed/>
                  <p:pic>
                    <p:nvPicPr>
                      <p:cNvPr id="608267" name="对象 608266">
                        <a:extLst>
                          <a:ext uri="{FF2B5EF4-FFF2-40B4-BE49-F238E27FC236}">
                            <a16:creationId xmlns:a16="http://schemas.microsoft.com/office/drawing/2014/main" id="{E26CE056-9F6E-4761-9CF2-80B7386E27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588" y="4719810"/>
                        <a:ext cx="5881687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E99F52B-9AFE-FFBB-F0F2-EF6311A5B8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6424652"/>
              </p:ext>
            </p:extLst>
          </p:nvPr>
        </p:nvGraphicFramePr>
        <p:xfrm>
          <a:off x="4347175" y="5238922"/>
          <a:ext cx="52736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461663" imgH="253780" progId="Equation.3">
                  <p:embed/>
                </p:oleObj>
              </mc:Choice>
              <mc:Fallback>
                <p:oleObj r:id="rId13" imgW="2461663" imgH="253780" progId="Equation.3">
                  <p:embed/>
                  <p:pic>
                    <p:nvPicPr>
                      <p:cNvPr id="608268" name="对象 608267">
                        <a:extLst>
                          <a:ext uri="{FF2B5EF4-FFF2-40B4-BE49-F238E27FC236}">
                            <a16:creationId xmlns:a16="http://schemas.microsoft.com/office/drawing/2014/main" id="{5889D8BF-BD35-C96C-BF23-30F17EAB91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7175" y="5238922"/>
                        <a:ext cx="5273675" cy="622300"/>
                      </a:xfrm>
                      <a:prstGeom prst="rect">
                        <a:avLst/>
                      </a:prstGeom>
                      <a:solidFill>
                        <a:srgbClr val="FFFFA7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B8C0FDE4-1909-CDC3-638D-97719FDCE177}"/>
              </a:ext>
            </a:extLst>
          </p:cNvPr>
          <p:cNvGrpSpPr>
            <a:grpSpLocks/>
          </p:cNvGrpSpPr>
          <p:nvPr/>
        </p:nvGrpSpPr>
        <p:grpSpPr bwMode="auto">
          <a:xfrm>
            <a:off x="3140675" y="3665710"/>
            <a:ext cx="1455738" cy="976312"/>
            <a:chOff x="1488" y="1740"/>
            <a:chExt cx="917" cy="615"/>
          </a:xfrm>
        </p:grpSpPr>
        <p:graphicFrame>
          <p:nvGraphicFramePr>
            <p:cNvPr id="14" name="对象 608269">
              <a:extLst>
                <a:ext uri="{FF2B5EF4-FFF2-40B4-BE49-F238E27FC236}">
                  <a16:creationId xmlns:a16="http://schemas.microsoft.com/office/drawing/2014/main" id="{A453F933-26B7-09CE-1C2D-7D863D75515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12" y="1836"/>
            <a:ext cx="36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90417" imgH="380835" progId="Equation.3">
                    <p:embed/>
                  </p:oleObj>
                </mc:Choice>
                <mc:Fallback>
                  <p:oleObj r:id="rId15" imgW="190417" imgH="380835" progId="Equation.3">
                    <p:embed/>
                    <p:pic>
                      <p:nvPicPr>
                        <p:cNvPr id="156686" name="对象 608269">
                          <a:extLst>
                            <a:ext uri="{FF2B5EF4-FFF2-40B4-BE49-F238E27FC236}">
                              <a16:creationId xmlns:a16="http://schemas.microsoft.com/office/drawing/2014/main" id="{3F081B63-A66E-E0AC-8F31-BD24DDACC5D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" y="1836"/>
                          <a:ext cx="36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608270">
              <a:extLst>
                <a:ext uri="{FF2B5EF4-FFF2-40B4-BE49-F238E27FC236}">
                  <a16:creationId xmlns:a16="http://schemas.microsoft.com/office/drawing/2014/main" id="{91828A49-FE8B-77F2-663C-BB868E3AD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740"/>
              <a:ext cx="917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>
                  <a:solidFill>
                    <a:srgbClr val="B0003B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离散型</a:t>
              </a:r>
              <a:endParaRPr lang="zh-CN" altLang="en-US" b="1">
                <a:solidFill>
                  <a:srgbClr val="2952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zh-CN" altLang="en-US" b="1">
                  <a:solidFill>
                    <a:srgbClr val="2952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连续型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0AA7AE1-10C5-69E6-18D8-D2BF597BA00C}"/>
              </a:ext>
            </a:extLst>
          </p:cNvPr>
          <p:cNvGrpSpPr>
            <a:grpSpLocks/>
          </p:cNvGrpSpPr>
          <p:nvPr/>
        </p:nvGrpSpPr>
        <p:grpSpPr bwMode="auto">
          <a:xfrm>
            <a:off x="3140675" y="4732510"/>
            <a:ext cx="1455738" cy="976312"/>
            <a:chOff x="1488" y="1740"/>
            <a:chExt cx="917" cy="615"/>
          </a:xfrm>
        </p:grpSpPr>
        <p:graphicFrame>
          <p:nvGraphicFramePr>
            <p:cNvPr id="17" name="对象 608272">
              <a:extLst>
                <a:ext uri="{FF2B5EF4-FFF2-40B4-BE49-F238E27FC236}">
                  <a16:creationId xmlns:a16="http://schemas.microsoft.com/office/drawing/2014/main" id="{7E5D7CDE-D5AD-19EF-DE30-1141450E1F7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12" y="1836"/>
            <a:ext cx="36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90417" imgH="380835" progId="Equation.3">
                    <p:embed/>
                  </p:oleObj>
                </mc:Choice>
                <mc:Fallback>
                  <p:oleObj r:id="rId15" imgW="190417" imgH="380835" progId="Equation.3">
                    <p:embed/>
                    <p:pic>
                      <p:nvPicPr>
                        <p:cNvPr id="156689" name="对象 608272">
                          <a:extLst>
                            <a:ext uri="{FF2B5EF4-FFF2-40B4-BE49-F238E27FC236}">
                              <a16:creationId xmlns:a16="http://schemas.microsoft.com/office/drawing/2014/main" id="{A33E45F3-DD74-1DA9-E1FB-A1768741F15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" y="1836"/>
                          <a:ext cx="36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608273">
              <a:extLst>
                <a:ext uri="{FF2B5EF4-FFF2-40B4-BE49-F238E27FC236}">
                  <a16:creationId xmlns:a16="http://schemas.microsoft.com/office/drawing/2014/main" id="{CEF15854-DBB8-6BFD-0F47-0D60BD307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740"/>
              <a:ext cx="917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>
                  <a:solidFill>
                    <a:srgbClr val="B0003B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离散型</a:t>
              </a:r>
              <a:endParaRPr lang="zh-CN" altLang="en-US" b="1">
                <a:solidFill>
                  <a:srgbClr val="2952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zh-CN" altLang="en-US" b="1">
                  <a:solidFill>
                    <a:srgbClr val="2952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连续型</a:t>
              </a: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DC6981AC-A4A0-FD2C-239B-94EA32061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488" y="1417810"/>
            <a:ext cx="308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相互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独立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997710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7" grpId="0" animBg="1"/>
      <p:bldP spid="10" grpId="0" animBg="1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D956C1E-F4CB-11F1-1951-189E029DD2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208010"/>
              </p:ext>
            </p:extLst>
          </p:nvPr>
        </p:nvGraphicFramePr>
        <p:xfrm>
          <a:off x="1836920" y="1407755"/>
          <a:ext cx="9898110" cy="3669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35080" imgH="1511280" progId="Equation.DSMT4">
                  <p:embed/>
                </p:oleObj>
              </mc:Choice>
              <mc:Fallback>
                <p:oleObj name="Equation" r:id="rId3" imgW="3835080" imgH="1511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6920" y="1407755"/>
                        <a:ext cx="9898110" cy="36699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130281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FB4E9B4-870E-09EB-A631-5777D104F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275849"/>
              </p:ext>
            </p:extLst>
          </p:nvPr>
        </p:nvGraphicFramePr>
        <p:xfrm>
          <a:off x="2766712" y="852616"/>
          <a:ext cx="704850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048205" imgH="1962061" progId="Equation.DSMT4">
                  <p:embed/>
                </p:oleObj>
              </mc:Choice>
              <mc:Fallback>
                <p:oleObj name="Equation" r:id="rId3" imgW="7048205" imgH="196206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6712" y="852616"/>
                        <a:ext cx="7048500" cy="196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9E6BE9E-67A7-A564-C02E-A22575180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120661"/>
              </p:ext>
            </p:extLst>
          </p:nvPr>
        </p:nvGraphicFramePr>
        <p:xfrm>
          <a:off x="2766712" y="2941982"/>
          <a:ext cx="835660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56718" imgH="1530143" progId="Equation.DSMT4">
                  <p:embed/>
                </p:oleObj>
              </mc:Choice>
              <mc:Fallback>
                <p:oleObj name="Equation" r:id="rId5" imgW="8356718" imgH="153014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66712" y="2941982"/>
                        <a:ext cx="8356600" cy="153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E131CAB-D617-6FD7-DD99-B33A9AB7B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284863"/>
              </p:ext>
            </p:extLst>
          </p:nvPr>
        </p:nvGraphicFramePr>
        <p:xfrm>
          <a:off x="2273300" y="4417283"/>
          <a:ext cx="83883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8380" imgH="838318" progId="Equation.DSMT4">
                  <p:embed/>
                </p:oleObj>
              </mc:Choice>
              <mc:Fallback>
                <p:oleObj name="Equation" r:id="rId7" imgW="8388380" imgH="83831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73300" y="4417283"/>
                        <a:ext cx="838835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F3DC3F1-84E2-AF2B-764B-AE8D879F61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661438"/>
              </p:ext>
            </p:extLst>
          </p:nvPr>
        </p:nvGraphicFramePr>
        <p:xfrm>
          <a:off x="2273300" y="5137150"/>
          <a:ext cx="6965950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965980" imgH="1720584" progId="Equation.DSMT4">
                  <p:embed/>
                </p:oleObj>
              </mc:Choice>
              <mc:Fallback>
                <p:oleObj name="Equation" r:id="rId9" imgW="6965980" imgH="17205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3300" y="5137150"/>
                        <a:ext cx="6965950" cy="172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7281749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9147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判断独立</a:t>
            </a:r>
          </a:p>
        </p:txBody>
      </p:sp>
      <p:sp>
        <p:nvSpPr>
          <p:cNvPr id="3" name="矩形 612353">
            <a:extLst>
              <a:ext uri="{FF2B5EF4-FFF2-40B4-BE49-F238E27FC236}">
                <a16:creationId xmlns:a16="http://schemas.microsoft.com/office/drawing/2014/main" id="{F942D708-9E1D-C999-E360-7B02359AA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078" y="1443210"/>
            <a:ext cx="6192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设随机变量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在区域</a:t>
            </a:r>
            <a:r>
              <a:rPr lang="zh-CN" altLang="en-US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上服从均匀分布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F0CA411-F288-7879-696C-7E83C3F829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3157825"/>
              </p:ext>
            </p:extLst>
          </p:nvPr>
        </p:nvGraphicFramePr>
        <p:xfrm>
          <a:off x="1918641" y="1949622"/>
          <a:ext cx="50768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60596" imgH="215619" progId="Equation.3">
                  <p:embed/>
                </p:oleObj>
              </mc:Choice>
              <mc:Fallback>
                <p:oleObj r:id="rId3" imgW="2460596" imgH="215619" progId="Equation.3">
                  <p:embed/>
                  <p:pic>
                    <p:nvPicPr>
                      <p:cNvPr id="612355" name="对象 612354">
                        <a:extLst>
                          <a:ext uri="{FF2B5EF4-FFF2-40B4-BE49-F238E27FC236}">
                            <a16:creationId xmlns:a16="http://schemas.microsoft.com/office/drawing/2014/main" id="{B0931143-2729-CCE7-B3D8-0F58DB5A9C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641" y="1949622"/>
                        <a:ext cx="507682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EC837E0-7955-63AF-6B8F-9C0338632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91" y="266876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6" name="标题 612356">
            <a:extLst>
              <a:ext uri="{FF2B5EF4-FFF2-40B4-BE49-F238E27FC236}">
                <a16:creationId xmlns:a16="http://schemas.microsoft.com/office/drawing/2014/main" id="{6CAC4B98-6E5D-09BD-7936-BBAF968D5390}"/>
              </a:ext>
            </a:extLst>
          </p:cNvPr>
          <p:cNvSpPr txBox="1">
            <a:spLocks noChangeArrowheads="1"/>
          </p:cNvSpPr>
          <p:nvPr/>
        </p:nvSpPr>
        <p:spPr>
          <a:xfrm>
            <a:off x="2409178" y="1409872"/>
            <a:ext cx="2209800" cy="6096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endParaRPr lang="zh-CN" altLang="en-US" sz="2000" b="1">
              <a:solidFill>
                <a:srgbClr val="4D4D4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hlinkClick r:id="rId5" action="ppaction://hlinksldjump"/>
            <a:extLst>
              <a:ext uri="{FF2B5EF4-FFF2-40B4-BE49-F238E27FC236}">
                <a16:creationId xmlns:a16="http://schemas.microsoft.com/office/drawing/2014/main" id="{8C9B09F5-67C1-827B-9AB1-111992C5C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903" y="1924222"/>
            <a:ext cx="374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判定</a:t>
            </a:r>
            <a:r>
              <a:rPr lang="zh-CN" altLang="en-US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与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是否</a:t>
            </a:r>
            <a:r>
              <a:rPr lang="zh-CN" altLang="en-US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独立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B11B5C6-9F22-F0D0-91F9-241C6AD1B9C4}"/>
              </a:ext>
            </a:extLst>
          </p:cNvPr>
          <p:cNvGrpSpPr>
            <a:grpSpLocks/>
          </p:cNvGrpSpPr>
          <p:nvPr/>
        </p:nvGrpSpPr>
        <p:grpSpPr bwMode="auto">
          <a:xfrm>
            <a:off x="7787628" y="3560935"/>
            <a:ext cx="2674938" cy="1725612"/>
            <a:chOff x="3742" y="935"/>
            <a:chExt cx="1685" cy="1087"/>
          </a:xfrm>
        </p:grpSpPr>
        <p:grpSp>
          <p:nvGrpSpPr>
            <p:cNvPr id="9" name="组合 612359">
              <a:extLst>
                <a:ext uri="{FF2B5EF4-FFF2-40B4-BE49-F238E27FC236}">
                  <a16:creationId xmlns:a16="http://schemas.microsoft.com/office/drawing/2014/main" id="{BC819B97-D088-5356-D9A4-5B40C31C1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2" y="935"/>
              <a:ext cx="1595" cy="989"/>
              <a:chOff x="3120" y="1008"/>
              <a:chExt cx="2160" cy="1248"/>
            </a:xfrm>
          </p:grpSpPr>
          <p:sp>
            <p:nvSpPr>
              <p:cNvPr id="12" name="直接连接符 612360">
                <a:extLst>
                  <a:ext uri="{FF2B5EF4-FFF2-40B4-BE49-F238E27FC236}">
                    <a16:creationId xmlns:a16="http://schemas.microsoft.com/office/drawing/2014/main" id="{4694C910-30F8-F467-6E87-8818BAF5D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112"/>
                <a:ext cx="2160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直接连接符 612361">
                <a:extLst>
                  <a:ext uri="{FF2B5EF4-FFF2-40B4-BE49-F238E27FC236}">
                    <a16:creationId xmlns:a16="http://schemas.microsoft.com/office/drawing/2014/main" id="{7D0FBF52-FFAD-7598-AF12-F56366551B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64" y="1008"/>
                <a:ext cx="0" cy="1248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文本框 612362">
              <a:extLst>
                <a:ext uri="{FF2B5EF4-FFF2-40B4-BE49-F238E27FC236}">
                  <a16:creationId xmlns:a16="http://schemas.microsoft.com/office/drawing/2014/main" id="{4E3679F5-1391-86BC-4201-4CF8ACF2F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791"/>
              <a:ext cx="1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0                 1          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文本框 612363">
              <a:extLst>
                <a:ext uri="{FF2B5EF4-FFF2-40B4-BE49-F238E27FC236}">
                  <a16:creationId xmlns:a16="http://schemas.microsoft.com/office/drawing/2014/main" id="{39C26604-19D6-2112-B665-CD25046C3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" y="935"/>
              <a:ext cx="177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000"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  <a:p>
              <a:pPr>
                <a:lnSpc>
                  <a:spcPct val="70000"/>
                </a:lnSpc>
              </a:pPr>
              <a:endParaRPr lang="en-US" altLang="zh-CN" sz="1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endParaRPr lang="en-US" altLang="zh-CN" sz="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6C77AB06-F81A-C425-3FFC-D89843CBE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766" y="2702097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由条件知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,(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的联合密度为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7B5F594-D6D1-D315-B4FB-5452D3A30E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940235"/>
              </p:ext>
            </p:extLst>
          </p:nvPr>
        </p:nvGraphicFramePr>
        <p:xfrm>
          <a:off x="6922441" y="2557635"/>
          <a:ext cx="309721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87500" imgH="419100" progId="Equation.3">
                  <p:embed/>
                </p:oleObj>
              </mc:Choice>
              <mc:Fallback>
                <p:oleObj r:id="rId6" imgW="1587500" imgH="419100" progId="Equation.3">
                  <p:embed/>
                  <p:pic>
                    <p:nvPicPr>
                      <p:cNvPr id="612366" name="对象 612365">
                        <a:extLst>
                          <a:ext uri="{FF2B5EF4-FFF2-40B4-BE49-F238E27FC236}">
                            <a16:creationId xmlns:a16="http://schemas.microsoft.com/office/drawing/2014/main" id="{A9643EC9-4023-BFFF-208B-1D159EC2B6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2441" y="2557635"/>
                        <a:ext cx="309721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直角三角形 15">
            <a:extLst>
              <a:ext uri="{FF2B5EF4-FFF2-40B4-BE49-F238E27FC236}">
                <a16:creationId xmlns:a16="http://schemas.microsoft.com/office/drawing/2014/main" id="{CD22EAC9-7381-EF29-F43B-9788A9BF4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366" y="4065760"/>
            <a:ext cx="911225" cy="876300"/>
          </a:xfrm>
          <a:prstGeom prst="rtTriangle">
            <a:avLst/>
          </a:prstGeom>
          <a:solidFill>
            <a:srgbClr val="FFCC99">
              <a:alpha val="72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B606EC40-F7C8-E020-E0E6-B7C657940D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32091" y="3921297"/>
            <a:ext cx="1295400" cy="1223963"/>
          </a:xfrm>
          <a:prstGeom prst="line">
            <a:avLst/>
          </a:prstGeom>
          <a:noFill/>
          <a:ln w="25400">
            <a:solidFill>
              <a:srgbClr val="99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D05727-B762-F794-839E-AFAC97E5D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153" y="4402310"/>
            <a:ext cx="839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b="1" i="1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b="1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A4A2828-B6B5-7440-97A9-01AD33A33E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86573"/>
              </p:ext>
            </p:extLst>
          </p:nvPr>
        </p:nvGraphicFramePr>
        <p:xfrm>
          <a:off x="2474266" y="3545060"/>
          <a:ext cx="36433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65281" imgH="406048" progId="Equation.3">
                  <p:embed/>
                </p:oleObj>
              </mc:Choice>
              <mc:Fallback>
                <p:oleObj r:id="rId8" imgW="1865281" imgH="406048" progId="Equation.3">
                  <p:embed/>
                  <p:pic>
                    <p:nvPicPr>
                      <p:cNvPr id="612370" name="对象 612369">
                        <a:extLst>
                          <a:ext uri="{FF2B5EF4-FFF2-40B4-BE49-F238E27FC236}">
                            <a16:creationId xmlns:a16="http://schemas.microsoft.com/office/drawing/2014/main" id="{59B7F75E-64D7-1A15-40EE-C49594C3E4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266" y="3545060"/>
                        <a:ext cx="3643312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D15EC64-E04C-118A-60FF-0E2EF6B304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8516535"/>
              </p:ext>
            </p:extLst>
          </p:nvPr>
        </p:nvGraphicFramePr>
        <p:xfrm>
          <a:off x="2386953" y="4468985"/>
          <a:ext cx="359251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39903" imgH="406048" progId="Equation.3">
                  <p:embed/>
                </p:oleObj>
              </mc:Choice>
              <mc:Fallback>
                <p:oleObj r:id="rId10" imgW="1839903" imgH="406048" progId="Equation.3">
                  <p:embed/>
                  <p:pic>
                    <p:nvPicPr>
                      <p:cNvPr id="612371" name="对象 612370">
                        <a:extLst>
                          <a:ext uri="{FF2B5EF4-FFF2-40B4-BE49-F238E27FC236}">
                            <a16:creationId xmlns:a16="http://schemas.microsoft.com/office/drawing/2014/main" id="{82A81CEF-A813-FFA4-423B-3C037DA8724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953" y="4468985"/>
                        <a:ext cx="3592513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8007A5E-AA16-140E-F1EA-A87D54C41E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6148993"/>
              </p:ext>
            </p:extLst>
          </p:nvPr>
        </p:nvGraphicFramePr>
        <p:xfrm>
          <a:off x="3117203" y="5548485"/>
          <a:ext cx="30972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87500" imgH="228600" progId="Equation.3">
                  <p:embed/>
                </p:oleObj>
              </mc:Choice>
              <mc:Fallback>
                <p:oleObj r:id="rId12" imgW="1587500" imgH="228600" progId="Equation.3">
                  <p:embed/>
                  <p:pic>
                    <p:nvPicPr>
                      <p:cNvPr id="612372" name="对象 612371">
                        <a:extLst>
                          <a:ext uri="{FF2B5EF4-FFF2-40B4-BE49-F238E27FC236}">
                            <a16:creationId xmlns:a16="http://schemas.microsoft.com/office/drawing/2014/main" id="{D0DCC479-E3B0-F1FA-C698-42048EFFE0A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203" y="5548485"/>
                        <a:ext cx="30972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452D4FFB-CE07-6CD6-C7CE-39ED94CF9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91" y="5548485"/>
            <a:ext cx="1331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显然，  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6D4DF6-CBC4-E054-1BD7-C9B301AA3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7766" y="5548485"/>
            <a:ext cx="3249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所以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与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不独立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.    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9B6C10B-0FAC-8FA4-8A6B-7A5C5F1CF5EE}"/>
              </a:ext>
            </a:extLst>
          </p:cNvPr>
          <p:cNvSpPr txBox="1"/>
          <p:nvPr/>
        </p:nvSpPr>
        <p:spPr>
          <a:xfrm>
            <a:off x="2731441" y="6203950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第二、三章内容完结</a:t>
            </a:r>
          </a:p>
        </p:txBody>
      </p:sp>
    </p:spTree>
    <p:extLst>
      <p:ext uri="{BB962C8B-B14F-4D97-AF65-F5344CB8AC3E}">
        <p14:creationId xmlns:p14="http://schemas.microsoft.com/office/powerpoint/2010/main" val="22607885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14" grpId="0"/>
      <p:bldP spid="18" grpId="0"/>
      <p:bldP spid="22" grpId="0"/>
      <p:bldP spid="2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683136" y="2818832"/>
            <a:ext cx="4538086" cy="748640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数字特征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548533" cy="167819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008036" y="2513412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03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9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E7C26A-AA65-8EAF-32FE-AA60BC57A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12" y="0"/>
            <a:ext cx="8875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492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32841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考点一：数学期望的计算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2491E4-CDE9-CC36-616C-F4479A7DA706}"/>
              </a:ext>
            </a:extLst>
          </p:cNvPr>
          <p:cNvSpPr txBox="1"/>
          <p:nvPr/>
        </p:nvSpPr>
        <p:spPr>
          <a:xfrm>
            <a:off x="2216150" y="1803400"/>
            <a:ext cx="8108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（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）离散型随机变量</a:t>
            </a:r>
            <a:endParaRPr lang="en-US" altLang="zh-CN" sz="3600" b="1" dirty="0"/>
          </a:p>
          <a:p>
            <a:endParaRPr lang="en-US" altLang="zh-CN" sz="3600" b="1" dirty="0"/>
          </a:p>
          <a:p>
            <a:r>
              <a:rPr lang="zh-CN" altLang="en-US" sz="3600" b="1" dirty="0"/>
              <a:t>（</a:t>
            </a:r>
            <a:r>
              <a:rPr lang="en-US" altLang="zh-CN" sz="3600" b="1" dirty="0"/>
              <a:t>2</a:t>
            </a:r>
            <a:r>
              <a:rPr lang="zh-CN" altLang="en-US" sz="3600" b="1" dirty="0"/>
              <a:t>）连续型随机变量</a:t>
            </a:r>
          </a:p>
        </p:txBody>
      </p:sp>
    </p:spTree>
    <p:extLst>
      <p:ext uri="{BB962C8B-B14F-4D97-AF65-F5344CB8AC3E}">
        <p14:creationId xmlns:p14="http://schemas.microsoft.com/office/powerpoint/2010/main" val="28922751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31476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离散型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14FE029-D9DD-DF0D-C821-7DBF513BF0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97623"/>
              </p:ext>
            </p:extLst>
          </p:nvPr>
        </p:nvGraphicFramePr>
        <p:xfrm>
          <a:off x="4154531" y="219055"/>
          <a:ext cx="29400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39784" imgH="1155405" progId="Equation.DSMT4">
                  <p:embed/>
                </p:oleObj>
              </mc:Choice>
              <mc:Fallback>
                <p:oleObj name="Equation" r:id="rId3" imgW="2939784" imgH="115540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4531" y="219055"/>
                        <a:ext cx="294005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512001">
            <a:extLst>
              <a:ext uri="{FF2B5EF4-FFF2-40B4-BE49-F238E27FC236}">
                <a16:creationId xmlns:a16="http://schemas.microsoft.com/office/drawing/2014/main" id="{FE29A15A-73FD-BB19-6E6D-D98FF10BF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706" y="1653361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800" b="1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endParaRPr lang="en-US" altLang="zh-CN" sz="280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0E7438F-3AD2-BE73-D541-DA18BDA577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8945162"/>
              </p:ext>
            </p:extLst>
          </p:nvPr>
        </p:nvGraphicFramePr>
        <p:xfrm>
          <a:off x="2944856" y="1758136"/>
          <a:ext cx="753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527833" imgH="431613" progId="Equation.3">
                  <p:embed/>
                </p:oleObj>
              </mc:Choice>
              <mc:Fallback>
                <p:oleObj r:id="rId5" imgW="7527833" imgH="431613" progId="Equation.3">
                  <p:embed/>
                  <p:pic>
                    <p:nvPicPr>
                      <p:cNvPr id="512003" name="对象 512002">
                        <a:extLst>
                          <a:ext uri="{FF2B5EF4-FFF2-40B4-BE49-F238E27FC236}">
                            <a16:creationId xmlns:a16="http://schemas.microsoft.com/office/drawing/2014/main" id="{816BE3AE-49D3-992F-C253-1844E333615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4856" y="1758136"/>
                        <a:ext cx="7531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B7F8DDB-29E3-6130-A64F-B516E30019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3465661"/>
              </p:ext>
            </p:extLst>
          </p:nvPr>
        </p:nvGraphicFramePr>
        <p:xfrm>
          <a:off x="2284456" y="2348686"/>
          <a:ext cx="334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338651" imgH="431613" progId="Equation.3">
                  <p:embed/>
                </p:oleObj>
              </mc:Choice>
              <mc:Fallback>
                <p:oleObj r:id="rId7" imgW="3338651" imgH="431613" progId="Equation.3">
                  <p:embed/>
                  <p:pic>
                    <p:nvPicPr>
                      <p:cNvPr id="512004" name="对象 512003">
                        <a:extLst>
                          <a:ext uri="{FF2B5EF4-FFF2-40B4-BE49-F238E27FC236}">
                            <a16:creationId xmlns:a16="http://schemas.microsoft.com/office/drawing/2014/main" id="{573CDAB3-4EB7-3400-B58B-FEBF6B83CC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56" y="2348686"/>
                        <a:ext cx="3340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79FEB54-1D6F-430B-92AE-2D8F6C460E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063614"/>
              </p:ext>
            </p:extLst>
          </p:nvPr>
        </p:nvGraphicFramePr>
        <p:xfrm>
          <a:off x="2506706" y="2977336"/>
          <a:ext cx="2895600" cy="1189037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599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800" dirty="0"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800" dirty="0"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800" dirty="0"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>
                          <a:ea typeface="宋体" panose="02010600030101010101" pitchFamily="2" charset="-122"/>
                        </a:rPr>
                        <a:t>0.8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1879F4E-51F4-039B-BBBF-5A334B9D16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2547949"/>
              </p:ext>
            </p:extLst>
          </p:nvPr>
        </p:nvGraphicFramePr>
        <p:xfrm>
          <a:off x="6850106" y="2977336"/>
          <a:ext cx="2895600" cy="11398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563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2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>
                          <a:ea typeface="宋体" panose="02010600030101010101" pitchFamily="2" charset="-122"/>
                        </a:rPr>
                        <a:t>0.6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DDE54C4-2C8E-8908-77E8-44D0792793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9825539"/>
              </p:ext>
            </p:extLst>
          </p:nvPr>
        </p:nvGraphicFramePr>
        <p:xfrm>
          <a:off x="2659106" y="3053536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80835" imgH="418918" progId="Equation.3">
                  <p:embed/>
                </p:oleObj>
              </mc:Choice>
              <mc:Fallback>
                <p:oleObj r:id="rId9" imgW="380835" imgH="418918" progId="Equation.3">
                  <p:embed/>
                  <p:pic>
                    <p:nvPicPr>
                      <p:cNvPr id="512039" name="对象 512038">
                        <a:extLst>
                          <a:ext uri="{FF2B5EF4-FFF2-40B4-BE49-F238E27FC236}">
                            <a16:creationId xmlns:a16="http://schemas.microsoft.com/office/drawing/2014/main" id="{4E565915-7CD5-92FA-AE08-4AC95F7AF0B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106" y="3053536"/>
                        <a:ext cx="38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681324F-6837-52A0-EF85-5942CD1413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3957723"/>
              </p:ext>
            </p:extLst>
          </p:nvPr>
        </p:nvGraphicFramePr>
        <p:xfrm>
          <a:off x="2659106" y="3663136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55292" imgH="431425" progId="Equation.3">
                  <p:embed/>
                </p:oleObj>
              </mc:Choice>
              <mc:Fallback>
                <p:oleObj r:id="rId11" imgW="355292" imgH="431425" progId="Equation.3">
                  <p:embed/>
                  <p:pic>
                    <p:nvPicPr>
                      <p:cNvPr id="512040" name="对象 512039">
                        <a:extLst>
                          <a:ext uri="{FF2B5EF4-FFF2-40B4-BE49-F238E27FC236}">
                            <a16:creationId xmlns:a16="http://schemas.microsoft.com/office/drawing/2014/main" id="{DA894827-E6BD-A41C-58D5-EE8E96E7297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106" y="3663136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389B6E8-B9AD-3725-85D9-7C9FB941F2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5483249"/>
              </p:ext>
            </p:extLst>
          </p:nvPr>
        </p:nvGraphicFramePr>
        <p:xfrm>
          <a:off x="6983456" y="3053536"/>
          <a:ext cx="41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419100" imgH="419100" progId="Equation.3">
                  <p:embed/>
                </p:oleObj>
              </mc:Choice>
              <mc:Fallback>
                <p:oleObj r:id="rId13" imgW="419100" imgH="419100" progId="Equation.3">
                  <p:embed/>
                  <p:pic>
                    <p:nvPicPr>
                      <p:cNvPr id="512041" name="对象 512040">
                        <a:extLst>
                          <a:ext uri="{FF2B5EF4-FFF2-40B4-BE49-F238E27FC236}">
                            <a16:creationId xmlns:a16="http://schemas.microsoft.com/office/drawing/2014/main" id="{792B5EFC-5512-811D-D445-506BD38AE3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56" y="3053536"/>
                        <a:ext cx="41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9233B1-4C46-01F4-7F55-CB7037EDB3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711312"/>
              </p:ext>
            </p:extLst>
          </p:nvPr>
        </p:nvGraphicFramePr>
        <p:xfrm>
          <a:off x="7002506" y="3586936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55292" imgH="431425" progId="Equation.3">
                  <p:embed/>
                </p:oleObj>
              </mc:Choice>
              <mc:Fallback>
                <p:oleObj r:id="rId11" imgW="355292" imgH="431425" progId="Equation.3">
                  <p:embed/>
                  <p:pic>
                    <p:nvPicPr>
                      <p:cNvPr id="512042" name="对象 512041">
                        <a:extLst>
                          <a:ext uri="{FF2B5EF4-FFF2-40B4-BE49-F238E27FC236}">
                            <a16:creationId xmlns:a16="http://schemas.microsoft.com/office/drawing/2014/main" id="{08171F42-3201-738F-D90F-F7380C62D6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2506" y="3586936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AB65EF2-A8CD-ABFD-D057-40B26318AC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9000344"/>
              </p:ext>
            </p:extLst>
          </p:nvPr>
        </p:nvGraphicFramePr>
        <p:xfrm>
          <a:off x="2241594" y="4958536"/>
          <a:ext cx="5930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5928327" imgH="444307" progId="Equation.3">
                  <p:embed/>
                </p:oleObj>
              </mc:Choice>
              <mc:Fallback>
                <p:oleObj r:id="rId16" imgW="5928327" imgH="444307" progId="Equation.3">
                  <p:embed/>
                  <p:pic>
                    <p:nvPicPr>
                      <p:cNvPr id="512043" name="对象 512042">
                        <a:extLst>
                          <a:ext uri="{FF2B5EF4-FFF2-40B4-BE49-F238E27FC236}">
                            <a16:creationId xmlns:a16="http://schemas.microsoft.com/office/drawing/2014/main" id="{02F822F9-A8CA-9131-2071-CE23A1F0AB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94" y="4958536"/>
                        <a:ext cx="5930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8AA1552-7F34-2170-DA25-79A6424CE7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7977877"/>
              </p:ext>
            </p:extLst>
          </p:nvPr>
        </p:nvGraphicFramePr>
        <p:xfrm>
          <a:off x="3205206" y="5714186"/>
          <a:ext cx="61722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6172200" imgH="1498600" progId="Equation.3">
                  <p:embed/>
                </p:oleObj>
              </mc:Choice>
              <mc:Fallback>
                <p:oleObj r:id="rId18" imgW="6172200" imgH="1498600" progId="Equation.3">
                  <p:embed/>
                  <p:pic>
                    <p:nvPicPr>
                      <p:cNvPr id="512044" name="对象 512043">
                        <a:extLst>
                          <a:ext uri="{FF2B5EF4-FFF2-40B4-BE49-F238E27FC236}">
                            <a16:creationId xmlns:a16="http://schemas.microsoft.com/office/drawing/2014/main" id="{87CCC450-22E7-4EB3-AFE4-7CB3E0A436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206" y="5714186"/>
                        <a:ext cx="61722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3202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2682182-F051-A137-6908-AD635A545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399" y="342900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4" name="文本框 525314">
            <a:extLst>
              <a:ext uri="{FF2B5EF4-FFF2-40B4-BE49-F238E27FC236}">
                <a16:creationId xmlns:a16="http://schemas.microsoft.com/office/drawing/2014/main" id="{B4ADD926-F4F9-FE60-120F-F1F144672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037" y="1908175"/>
            <a:ext cx="3906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800" b="1">
                <a:solidFill>
                  <a:srgbClr val="FF6600"/>
                </a:solidFill>
              </a:rPr>
              <a:t>例</a:t>
            </a:r>
            <a:r>
              <a:rPr lang="zh-CN" altLang="en-US" sz="2800" b="1">
                <a:solidFill>
                  <a:schemeClr val="accent2"/>
                </a:solidFill>
              </a:rPr>
              <a:t>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R.V.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chemeClr val="tx2"/>
                </a:solidFill>
              </a:rPr>
              <a:t>的分布列为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E144666-A76C-886D-D269-87B92A0D35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915738"/>
              </p:ext>
            </p:extLst>
          </p:nvPr>
        </p:nvGraphicFramePr>
        <p:xfrm>
          <a:off x="5002599" y="3309938"/>
          <a:ext cx="54149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639309" imgH="406048" progId="Equation.DSMT4">
                  <p:embed/>
                </p:oleObj>
              </mc:Choice>
              <mc:Fallback>
                <p:oleObj r:id="rId3" imgW="2639309" imgH="406048" progId="Equation.DSMT4">
                  <p:embed/>
                  <p:pic>
                    <p:nvPicPr>
                      <p:cNvPr id="525316" name="对象 525315">
                        <a:extLst>
                          <a:ext uri="{FF2B5EF4-FFF2-40B4-BE49-F238E27FC236}">
                            <a16:creationId xmlns:a16="http://schemas.microsoft.com/office/drawing/2014/main" id="{FB7A660A-A9A6-D952-8F18-6B3460A655E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599" y="3309938"/>
                        <a:ext cx="541496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25316">
            <a:extLst>
              <a:ext uri="{FF2B5EF4-FFF2-40B4-BE49-F238E27FC236}">
                <a16:creationId xmlns:a16="http://schemas.microsoft.com/office/drawing/2014/main" id="{9DB99076-CCAC-0F4A-9F06-5BEA237BF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037" y="2506663"/>
            <a:ext cx="3184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800" b="1">
                <a:solidFill>
                  <a:schemeClr val="tx2"/>
                </a:solidFill>
              </a:rPr>
              <a:t>求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E(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+1), E(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6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).</a:t>
            </a:r>
          </a:p>
        </p:txBody>
      </p:sp>
      <p:grpSp>
        <p:nvGrpSpPr>
          <p:cNvPr id="7" name="组合 525317">
            <a:extLst>
              <a:ext uri="{FF2B5EF4-FFF2-40B4-BE49-F238E27FC236}">
                <a16:creationId xmlns:a16="http://schemas.microsoft.com/office/drawing/2014/main" id="{728D1A9F-7FC8-80FD-8222-77D1D395BE49}"/>
              </a:ext>
            </a:extLst>
          </p:cNvPr>
          <p:cNvGrpSpPr>
            <a:grpSpLocks/>
          </p:cNvGrpSpPr>
          <p:nvPr/>
        </p:nvGrpSpPr>
        <p:grpSpPr bwMode="auto">
          <a:xfrm>
            <a:off x="5736024" y="1708150"/>
            <a:ext cx="3455988" cy="950913"/>
            <a:chOff x="2608" y="155"/>
            <a:chExt cx="2177" cy="599"/>
          </a:xfrm>
        </p:grpSpPr>
        <p:sp>
          <p:nvSpPr>
            <p:cNvPr id="8" name="文本框 525318">
              <a:extLst>
                <a:ext uri="{FF2B5EF4-FFF2-40B4-BE49-F238E27FC236}">
                  <a16:creationId xmlns:a16="http://schemas.microsoft.com/office/drawing/2014/main" id="{03E37A2F-2064-706D-3048-C733DDF48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55"/>
              <a:ext cx="19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-1      0       1</a:t>
              </a:r>
            </a:p>
          </p:txBody>
        </p:sp>
        <p:sp>
          <p:nvSpPr>
            <p:cNvPr id="9" name="文本框 525319">
              <a:extLst>
                <a:ext uri="{FF2B5EF4-FFF2-40B4-BE49-F238E27FC236}">
                  <a16:creationId xmlns:a16="http://schemas.microsoft.com/office/drawing/2014/main" id="{10644888-A071-B7C5-F92A-EF8C45D9D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427"/>
              <a:ext cx="212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zh-CN" altLang="en-US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800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1/3    1/6    1/2</a:t>
              </a:r>
            </a:p>
          </p:txBody>
        </p:sp>
        <p:sp>
          <p:nvSpPr>
            <p:cNvPr id="10" name="直接连接符 525320">
              <a:extLst>
                <a:ext uri="{FF2B5EF4-FFF2-40B4-BE49-F238E27FC236}">
                  <a16:creationId xmlns:a16="http://schemas.microsoft.com/office/drawing/2014/main" id="{DA143DC2-0C69-4B78-E875-4F9CE69DC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10"/>
              <a:ext cx="0" cy="4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直接连接符 525321">
              <a:extLst>
                <a:ext uri="{FF2B5EF4-FFF2-40B4-BE49-F238E27FC236}">
                  <a16:creationId xmlns:a16="http://schemas.microsoft.com/office/drawing/2014/main" id="{151B2D0B-08FB-8C2A-ECB5-9B2366C3F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463"/>
              <a:ext cx="18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CA707C7-835A-F817-E5DD-9DC9392BB5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942344"/>
              </p:ext>
            </p:extLst>
          </p:nvPr>
        </p:nvGraphicFramePr>
        <p:xfrm>
          <a:off x="3416687" y="3522663"/>
          <a:ext cx="15541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09071" imgH="203024" progId="Equation.DSMT4">
                  <p:embed/>
                </p:oleObj>
              </mc:Choice>
              <mc:Fallback>
                <p:oleObj r:id="rId5" imgW="609071" imgH="203024" progId="Equation.DSMT4">
                  <p:embed/>
                  <p:pic>
                    <p:nvPicPr>
                      <p:cNvPr id="525323" name="对象 525322">
                        <a:extLst>
                          <a:ext uri="{FF2B5EF4-FFF2-40B4-BE49-F238E27FC236}">
                            <a16:creationId xmlns:a16="http://schemas.microsoft.com/office/drawing/2014/main" id="{2D8009F3-2DF0-6D1E-B0DB-B5B18648CD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687" y="3522663"/>
                        <a:ext cx="15541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6A2B8E2-997E-4F83-81AA-0A573E691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8120717"/>
              </p:ext>
            </p:extLst>
          </p:nvPr>
        </p:nvGraphicFramePr>
        <p:xfrm>
          <a:off x="4367599" y="4295775"/>
          <a:ext cx="388937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17549" imgH="406048" progId="Equation.DSMT4">
                  <p:embed/>
                </p:oleObj>
              </mc:Choice>
              <mc:Fallback>
                <p:oleObj r:id="rId7" imgW="2017549" imgH="406048" progId="Equation.DSMT4">
                  <p:embed/>
                  <p:pic>
                    <p:nvPicPr>
                      <p:cNvPr id="525324" name="对象 525323">
                        <a:extLst>
                          <a:ext uri="{FF2B5EF4-FFF2-40B4-BE49-F238E27FC236}">
                            <a16:creationId xmlns:a16="http://schemas.microsoft.com/office/drawing/2014/main" id="{D9C1D69C-7CB5-C551-754D-2DCC9B19F1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599" y="4295775"/>
                        <a:ext cx="3889375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63A7845-FB69-E3B1-5B29-987D9E1C2B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446554"/>
              </p:ext>
            </p:extLst>
          </p:nvPr>
        </p:nvGraphicFramePr>
        <p:xfrm>
          <a:off x="3288099" y="4459288"/>
          <a:ext cx="10795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82391" imgH="228501" progId="Equation.DSMT4">
                  <p:embed/>
                </p:oleObj>
              </mc:Choice>
              <mc:Fallback>
                <p:oleObj r:id="rId9" imgW="482391" imgH="228501" progId="Equation.DSMT4">
                  <p:embed/>
                  <p:pic>
                    <p:nvPicPr>
                      <p:cNvPr id="525325" name="对象 525324">
                        <a:extLst>
                          <a:ext uri="{FF2B5EF4-FFF2-40B4-BE49-F238E27FC236}">
                            <a16:creationId xmlns:a16="http://schemas.microsoft.com/office/drawing/2014/main" id="{0AF22B8A-BE56-9C74-18D1-38C441165C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099" y="4459288"/>
                        <a:ext cx="107950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A75834E-1979-6910-2A3C-5BE63291BD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209673"/>
              </p:ext>
            </p:extLst>
          </p:nvPr>
        </p:nvGraphicFramePr>
        <p:xfrm>
          <a:off x="2930505" y="320675"/>
          <a:ext cx="4470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70400" imgH="952205" progId="Equation.DSMT4">
                  <p:embed/>
                </p:oleObj>
              </mc:Choice>
              <mc:Fallback>
                <p:oleObj name="Equation" r:id="rId11" imgW="4470400" imgH="95220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30505" y="320675"/>
                        <a:ext cx="44704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93209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B641170-7FF9-BD35-F8B9-75ECE3A23F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651400"/>
              </p:ext>
            </p:extLst>
          </p:nvPr>
        </p:nvGraphicFramePr>
        <p:xfrm>
          <a:off x="2552270" y="258505"/>
          <a:ext cx="59753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75025" imgH="1098225" progId="Equation.DSMT4">
                  <p:embed/>
                </p:oleObj>
              </mc:Choice>
              <mc:Fallback>
                <p:oleObj name="Equation" r:id="rId3" imgW="5975025" imgH="109822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2270" y="258505"/>
                        <a:ext cx="5975350" cy="1098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占位符 528385">
            <a:extLst>
              <a:ext uri="{FF2B5EF4-FFF2-40B4-BE49-F238E27FC236}">
                <a16:creationId xmlns:a16="http://schemas.microsoft.com/office/drawing/2014/main" id="{584668FE-A4CD-2578-C7F5-34DF20D39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6104" y="1357055"/>
            <a:ext cx="7056438" cy="576263"/>
          </a:xfrm>
          <a:prstGeom prst="rect">
            <a:avLst/>
          </a:prstGeom>
          <a:solidFill>
            <a:srgbClr val="FFFFFF"/>
          </a:solidFill>
          <a:ln cap="flat">
            <a:solidFill>
              <a:srgbClr val="000000"/>
            </a:solidFill>
            <a:round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tabLst>
                <a:tab pos="1347788" algn="l"/>
              </a:tabLst>
            </a:pPr>
            <a:r>
              <a:rPr lang="zh-CN" altLang="en-US" sz="3600" b="1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6" name="对象 528386">
            <a:extLst>
              <a:ext uri="{FF2B5EF4-FFF2-40B4-BE49-F238E27FC236}">
                <a16:creationId xmlns:a16="http://schemas.microsoft.com/office/drawing/2014/main" id="{173A9DFB-ED0F-41F9-0226-A9911D6F7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2047630"/>
              </p:ext>
            </p:extLst>
          </p:nvPr>
        </p:nvGraphicFramePr>
        <p:xfrm>
          <a:off x="3018267" y="1430080"/>
          <a:ext cx="59626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39309" imgH="253780" progId="Equation.DSMT4">
                  <p:embed/>
                </p:oleObj>
              </mc:Choice>
              <mc:Fallback>
                <p:oleObj r:id="rId5" imgW="2639309" imgH="253780" progId="Equation.DSMT4">
                  <p:embed/>
                  <p:pic>
                    <p:nvPicPr>
                      <p:cNvPr id="32770" name="对象 528386">
                        <a:extLst>
                          <a:ext uri="{FF2B5EF4-FFF2-40B4-BE49-F238E27FC236}">
                            <a16:creationId xmlns:a16="http://schemas.microsoft.com/office/drawing/2014/main" id="{E6E573E4-5D08-F481-FDFC-7989D56B8C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267" y="1430080"/>
                        <a:ext cx="596265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528387">
            <a:extLst>
              <a:ext uri="{FF2B5EF4-FFF2-40B4-BE49-F238E27FC236}">
                <a16:creationId xmlns:a16="http://schemas.microsoft.com/office/drawing/2014/main" id="{286E43EB-EAED-AE3E-4637-4EA61E5204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6089426"/>
              </p:ext>
            </p:extLst>
          </p:nvPr>
        </p:nvGraphicFramePr>
        <p:xfrm>
          <a:off x="2886504" y="3350955"/>
          <a:ext cx="56038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791577" imgH="406048" progId="Equation.DSMT4">
                  <p:embed/>
                </p:oleObj>
              </mc:Choice>
              <mc:Fallback>
                <p:oleObj r:id="rId7" imgW="2791577" imgH="406048" progId="Equation.DSMT4">
                  <p:embed/>
                  <p:pic>
                    <p:nvPicPr>
                      <p:cNvPr id="32771" name="对象 528387">
                        <a:extLst>
                          <a:ext uri="{FF2B5EF4-FFF2-40B4-BE49-F238E27FC236}">
                            <a16:creationId xmlns:a16="http://schemas.microsoft.com/office/drawing/2014/main" id="{C9D2813F-1962-E7E1-C08C-3065A62AAD5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504" y="3350955"/>
                        <a:ext cx="560387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1180244-893B-AD50-1D87-5545B76BA2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5979920"/>
              </p:ext>
            </p:extLst>
          </p:nvPr>
        </p:nvGraphicFramePr>
        <p:xfrm>
          <a:off x="2564242" y="4366955"/>
          <a:ext cx="8050212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102100" imgH="1219200" progId="Equation.DSMT4">
                  <p:embed/>
                </p:oleObj>
              </mc:Choice>
              <mc:Fallback>
                <p:oleObj r:id="rId9" imgW="4102100" imgH="1219200" progId="Equation.DSMT4">
                  <p:embed/>
                  <p:pic>
                    <p:nvPicPr>
                      <p:cNvPr id="528389" name="对象 528388">
                        <a:extLst>
                          <a:ext uri="{FF2B5EF4-FFF2-40B4-BE49-F238E27FC236}">
                            <a16:creationId xmlns:a16="http://schemas.microsoft.com/office/drawing/2014/main" id="{387E0849-3FEE-944A-3EFC-5A6A928BEB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4242" y="4366955"/>
                        <a:ext cx="8050212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528389">
            <a:extLst>
              <a:ext uri="{FF2B5EF4-FFF2-40B4-BE49-F238E27FC236}">
                <a16:creationId xmlns:a16="http://schemas.microsoft.com/office/drawing/2014/main" id="{1FB58993-AEE3-D4D8-5468-EB3270386324}"/>
              </a:ext>
            </a:extLst>
          </p:cNvPr>
          <p:cNvGrpSpPr>
            <a:grpSpLocks/>
          </p:cNvGrpSpPr>
          <p:nvPr/>
        </p:nvGrpSpPr>
        <p:grpSpPr bwMode="auto">
          <a:xfrm>
            <a:off x="3294492" y="2004755"/>
            <a:ext cx="4260850" cy="1358900"/>
            <a:chOff x="1149" y="708"/>
            <a:chExt cx="2684" cy="856"/>
          </a:xfrm>
        </p:grpSpPr>
        <p:graphicFrame>
          <p:nvGraphicFramePr>
            <p:cNvPr id="10" name="对象 528390">
              <a:extLst>
                <a:ext uri="{FF2B5EF4-FFF2-40B4-BE49-F238E27FC236}">
                  <a16:creationId xmlns:a16="http://schemas.microsoft.com/office/drawing/2014/main" id="{FD3BA3D2-051E-9F2F-C287-3CB8F1930AE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49" y="708"/>
            <a:ext cx="2684" cy="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2069202" imgH="660113" progId="Equation.DSMT4">
                    <p:embed/>
                  </p:oleObj>
                </mc:Choice>
                <mc:Fallback>
                  <p:oleObj r:id="rId11" imgW="2069202" imgH="660113" progId="Equation.DSMT4">
                    <p:embed/>
                    <p:pic>
                      <p:nvPicPr>
                        <p:cNvPr id="32774" name="对象 528390">
                          <a:extLst>
                            <a:ext uri="{FF2B5EF4-FFF2-40B4-BE49-F238E27FC236}">
                              <a16:creationId xmlns:a16="http://schemas.microsoft.com/office/drawing/2014/main" id="{9AD409D7-7576-4013-81AA-4933607FA32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9" y="708"/>
                          <a:ext cx="2684" cy="8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直接连接符 528391">
              <a:extLst>
                <a:ext uri="{FF2B5EF4-FFF2-40B4-BE49-F238E27FC236}">
                  <a16:creationId xmlns:a16="http://schemas.microsoft.com/office/drawing/2014/main" id="{B3A0C777-5FEB-51B3-0E8D-88BC3928F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935"/>
              <a:ext cx="19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接连接符 528392">
              <a:extLst>
                <a:ext uri="{FF2B5EF4-FFF2-40B4-BE49-F238E27FC236}">
                  <a16:creationId xmlns:a16="http://schemas.microsoft.com/office/drawing/2014/main" id="{0243C722-73FF-4064-029E-C0B4A2339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754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直接连接符 528393">
              <a:extLst>
                <a:ext uri="{FF2B5EF4-FFF2-40B4-BE49-F238E27FC236}">
                  <a16:creationId xmlns:a16="http://schemas.microsoft.com/office/drawing/2014/main" id="{FF26FD8D-D4BA-48B4-B8A2-D25CAD13B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5" y="708"/>
              <a:ext cx="226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" name="内容占位符 528394">
            <a:extLst>
              <a:ext uri="{FF2B5EF4-FFF2-40B4-BE49-F238E27FC236}">
                <a16:creationId xmlns:a16="http://schemas.microsoft.com/office/drawing/2014/main" id="{F652C29B-3FBB-C0D3-D4B2-58B7E9A392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617171"/>
              </p:ext>
            </p:extLst>
          </p:nvPr>
        </p:nvGraphicFramePr>
        <p:xfrm>
          <a:off x="6329792" y="4346318"/>
          <a:ext cx="42275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992171" imgH="355292" progId="Equation.DSMT4">
                  <p:embed/>
                </p:oleObj>
              </mc:Choice>
              <mc:Fallback>
                <p:oleObj r:id="rId13" imgW="1992171" imgH="355292" progId="Equation.DSMT4">
                  <p:embed/>
                  <p:pic>
                    <p:nvPicPr>
                      <p:cNvPr id="528395" name="内容占位符 528394">
                        <a:extLst>
                          <a:ext uri="{FF2B5EF4-FFF2-40B4-BE49-F238E27FC236}">
                            <a16:creationId xmlns:a16="http://schemas.microsoft.com/office/drawing/2014/main" id="{E614CEA3-8F5F-935A-2D38-67AB7C2D82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792" y="4346318"/>
                        <a:ext cx="4227512" cy="730250"/>
                      </a:xfrm>
                      <a:prstGeom prst="rect">
                        <a:avLst/>
                      </a:prstGeom>
                      <a:solidFill>
                        <a:srgbClr val="F9F9A5"/>
                      </a:solidFill>
                      <a:ln w="28575" cap="flat" cmpd="sng">
                        <a:solidFill>
                          <a:srgbClr val="3366FF"/>
                        </a:solidFill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79732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31476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连续型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BD769A2-76A4-F3FD-9F25-0F64E36025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72056"/>
              </p:ext>
            </p:extLst>
          </p:nvPr>
        </p:nvGraphicFramePr>
        <p:xfrm>
          <a:off x="4850930" y="288942"/>
          <a:ext cx="33147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14523" imgH="996625" progId="Equation.DSMT4">
                  <p:embed/>
                </p:oleObj>
              </mc:Choice>
              <mc:Fallback>
                <p:oleObj name="Equation" r:id="rId3" imgW="3314523" imgH="99662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50930" y="288942"/>
                        <a:ext cx="3314700" cy="99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D46C32D-118D-8C57-83A1-5BA8A4CA6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729368"/>
              </p:ext>
            </p:extLst>
          </p:nvPr>
        </p:nvGraphicFramePr>
        <p:xfrm>
          <a:off x="3588265" y="2387815"/>
          <a:ext cx="54356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35364" imgH="1263620" progId="Equation.DSMT4">
                  <p:embed/>
                </p:oleObj>
              </mc:Choice>
              <mc:Fallback>
                <p:oleObj name="Equation" r:id="rId5" imgW="5435364" imgH="12636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88265" y="2387815"/>
                        <a:ext cx="5435600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06151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3C65842-2ADA-66E0-E9B9-76B5CBCF4B76}"/>
              </a:ext>
            </a:extLst>
          </p:cNvPr>
          <p:cNvSpPr txBox="1"/>
          <p:nvPr/>
        </p:nvSpPr>
        <p:spPr>
          <a:xfrm>
            <a:off x="2460897" y="1303423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b="1" noProof="1">
                <a:solidFill>
                  <a:srgbClr val="FF66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例</a:t>
            </a:r>
            <a:endParaRPr lang="en-US" altLang="zh-CN" sz="2800" b="1" noProof="1">
              <a:solidFill>
                <a:srgbClr val="FF66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A668BFA-0E99-CCCC-E1F8-D16C796C6C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017109"/>
              </p:ext>
            </p:extLst>
          </p:nvPr>
        </p:nvGraphicFramePr>
        <p:xfrm>
          <a:off x="3175272" y="1425660"/>
          <a:ext cx="68453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845300" imgH="927100" progId="Equation.3">
                  <p:embed/>
                </p:oleObj>
              </mc:Choice>
              <mc:Fallback>
                <p:oleObj r:id="rId3" imgW="6845300" imgH="927100" progId="Equation.3">
                  <p:embed/>
                  <p:pic>
                    <p:nvPicPr>
                      <p:cNvPr id="526339" name="对象 526338">
                        <a:extLst>
                          <a:ext uri="{FF2B5EF4-FFF2-40B4-BE49-F238E27FC236}">
                            <a16:creationId xmlns:a16="http://schemas.microsoft.com/office/drawing/2014/main" id="{AB9FD1F8-E298-EBBC-6E69-737AA70C1A4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272" y="1425660"/>
                        <a:ext cx="68453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2D724F9-8B37-C193-EDDF-0CD531F99E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170808"/>
              </p:ext>
            </p:extLst>
          </p:nvPr>
        </p:nvGraphicFramePr>
        <p:xfrm>
          <a:off x="4445272" y="2165435"/>
          <a:ext cx="30861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086100" imgH="1409700" progId="Equation.3">
                  <p:embed/>
                </p:oleObj>
              </mc:Choice>
              <mc:Fallback>
                <p:oleObj r:id="rId5" imgW="3086100" imgH="1409700" progId="Equation.3">
                  <p:embed/>
                  <p:pic>
                    <p:nvPicPr>
                      <p:cNvPr id="526340" name="对象 526339">
                        <a:extLst>
                          <a:ext uri="{FF2B5EF4-FFF2-40B4-BE49-F238E27FC236}">
                            <a16:creationId xmlns:a16="http://schemas.microsoft.com/office/drawing/2014/main" id="{CD9E27C3-5C89-8F7C-3444-29299F18ACB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272" y="2165435"/>
                        <a:ext cx="30861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EA5DF33-C201-EFC6-A4BC-4ADB0CFAA8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167400"/>
              </p:ext>
            </p:extLst>
          </p:nvPr>
        </p:nvGraphicFramePr>
        <p:xfrm>
          <a:off x="2445022" y="3716423"/>
          <a:ext cx="78994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895973" imgH="1002865" progId="Equation.3">
                  <p:embed/>
                </p:oleObj>
              </mc:Choice>
              <mc:Fallback>
                <p:oleObj r:id="rId7" imgW="7895973" imgH="1002865" progId="Equation.3">
                  <p:embed/>
                  <p:pic>
                    <p:nvPicPr>
                      <p:cNvPr id="526341" name="对象 526340">
                        <a:extLst>
                          <a:ext uri="{FF2B5EF4-FFF2-40B4-BE49-F238E27FC236}">
                            <a16:creationId xmlns:a16="http://schemas.microsoft.com/office/drawing/2014/main" id="{ACC431D8-69D4-2BA2-A1B9-93B5EE56312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5022" y="3716423"/>
                        <a:ext cx="78994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8C51B2E-648D-DCAC-1637-E7358DF208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3079381"/>
              </p:ext>
            </p:extLst>
          </p:nvPr>
        </p:nvGraphicFramePr>
        <p:xfrm>
          <a:off x="3073672" y="5746835"/>
          <a:ext cx="59197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918200" imgH="1028700" progId="Equation.3">
                  <p:embed/>
                </p:oleObj>
              </mc:Choice>
              <mc:Fallback>
                <p:oleObj r:id="rId9" imgW="5918200" imgH="1028700" progId="Equation.3">
                  <p:embed/>
                  <p:pic>
                    <p:nvPicPr>
                      <p:cNvPr id="526342" name="对象 526341">
                        <a:extLst>
                          <a:ext uri="{FF2B5EF4-FFF2-40B4-BE49-F238E27FC236}">
                            <a16:creationId xmlns:a16="http://schemas.microsoft.com/office/drawing/2014/main" id="{57DA9464-66D7-146E-8705-227CD22DCA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672" y="5746835"/>
                        <a:ext cx="591978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AFF0FAE-66EC-ABE5-2745-A76D873D6C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7892556"/>
              </p:ext>
            </p:extLst>
          </p:nvPr>
        </p:nvGraphicFramePr>
        <p:xfrm>
          <a:off x="2610122" y="5200735"/>
          <a:ext cx="307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072067" imgH="431613" progId="Equation.3">
                  <p:embed/>
                </p:oleObj>
              </mc:Choice>
              <mc:Fallback>
                <p:oleObj r:id="rId11" imgW="3072067" imgH="431613" progId="Equation.3">
                  <p:embed/>
                  <p:pic>
                    <p:nvPicPr>
                      <p:cNvPr id="526343" name="对象 526342">
                        <a:extLst>
                          <a:ext uri="{FF2B5EF4-FFF2-40B4-BE49-F238E27FC236}">
                            <a16:creationId xmlns:a16="http://schemas.microsoft.com/office/drawing/2014/main" id="{F7C016B4-7CA1-4474-5E35-192BA15CBB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0122" y="5200735"/>
                        <a:ext cx="3073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46649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211D9EA-9598-9AD6-25F1-17F6E44B96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969784"/>
              </p:ext>
            </p:extLst>
          </p:nvPr>
        </p:nvGraphicFramePr>
        <p:xfrm>
          <a:off x="2762250" y="256360"/>
          <a:ext cx="6667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67323" imgH="1028759" progId="Equation.DSMT4">
                  <p:embed/>
                </p:oleObj>
              </mc:Choice>
              <mc:Fallback>
                <p:oleObj name="Equation" r:id="rId3" imgW="6667323" imgH="10287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2250" y="256360"/>
                        <a:ext cx="66675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529409">
            <a:extLst>
              <a:ext uri="{FF2B5EF4-FFF2-40B4-BE49-F238E27FC236}">
                <a16:creationId xmlns:a16="http://schemas.microsoft.com/office/drawing/2014/main" id="{4614EFE5-71F3-6B75-63ED-76BD11040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0" y="1051183"/>
            <a:ext cx="7631112" cy="1203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6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X,Y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zh-CN" altLang="en-US" sz="2600" b="1" dirty="0">
                <a:latin typeface="Times New Roman" panose="02020603050405020304" pitchFamily="18" charset="0"/>
              </a:rPr>
              <a:t>在区域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</a:rPr>
              <a:t>上服从均匀分布</a:t>
            </a:r>
            <a:r>
              <a:rPr lang="en-US" altLang="zh-CN" sz="2600" b="1" dirty="0">
                <a:latin typeface="Times New Roman" panose="02020603050405020304" pitchFamily="18" charset="0"/>
              </a:rPr>
              <a:t>,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</a:rPr>
              <a:t>是由       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, </a:t>
            </a:r>
          </a:p>
          <a:p>
            <a:pPr>
              <a:spcBef>
                <a:spcPct val="50000"/>
              </a:spcBef>
            </a:pPr>
            <a:r>
              <a:rPr lang="en-US" altLang="zh-CN" sz="2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600" b="1" dirty="0">
                <a:latin typeface="Times New Roman" panose="02020603050405020304" pitchFamily="18" charset="0"/>
              </a:rPr>
              <a:t>=0,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600" b="1" dirty="0">
                <a:latin typeface="Times New Roman" panose="02020603050405020304" pitchFamily="18" charset="0"/>
              </a:rPr>
              <a:t>=0</a:t>
            </a:r>
            <a:r>
              <a:rPr lang="zh-CN" altLang="en-US" sz="2600" b="1" dirty="0">
                <a:latin typeface="Times New Roman" panose="02020603050405020304" pitchFamily="18" charset="0"/>
              </a:rPr>
              <a:t>围成</a:t>
            </a:r>
            <a:r>
              <a:rPr lang="en-US" altLang="zh-CN" sz="2600" b="1" dirty="0">
                <a:latin typeface="Times New Roman" panose="02020603050405020304" pitchFamily="18" charset="0"/>
              </a:rPr>
              <a:t>, </a:t>
            </a:r>
            <a:r>
              <a:rPr lang="zh-CN" altLang="en-US" sz="2600" b="1" dirty="0">
                <a:latin typeface="Times New Roman" panose="02020603050405020304" pitchFamily="18" charset="0"/>
              </a:rPr>
              <a:t>求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600" b="1" dirty="0">
                <a:latin typeface="Times New Roman" panose="02020603050405020304" pitchFamily="18" charset="0"/>
              </a:rPr>
              <a:t>),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600" b="1" dirty="0">
                <a:latin typeface="Times New Roman" panose="02020603050405020304" pitchFamily="18" charset="0"/>
              </a:rPr>
              <a:t>),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600" b="1" dirty="0">
                <a:latin typeface="Times New Roman" panose="02020603050405020304" pitchFamily="18" charset="0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600" b="1" dirty="0">
                <a:latin typeface="Times New Roman" panose="02020603050405020304" pitchFamily="18" charset="0"/>
              </a:rPr>
              <a:t>),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XY</a:t>
            </a:r>
            <a:r>
              <a:rPr lang="en-US" altLang="zh-CN" sz="2600" b="1" dirty="0">
                <a:latin typeface="Times New Roman" panose="02020603050405020304" pitchFamily="18" charset="0"/>
              </a:rPr>
              <a:t>).</a:t>
            </a:r>
          </a:p>
        </p:txBody>
      </p:sp>
      <p:graphicFrame>
        <p:nvGraphicFramePr>
          <p:cNvPr id="5" name="对象 529410">
            <a:extLst>
              <a:ext uri="{FF2B5EF4-FFF2-40B4-BE49-F238E27FC236}">
                <a16:creationId xmlns:a16="http://schemas.microsoft.com/office/drawing/2014/main" id="{38398249-F2EC-2DB2-ACAA-81E0D2C133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656947"/>
              </p:ext>
            </p:extLst>
          </p:nvPr>
        </p:nvGraphicFramePr>
        <p:xfrm>
          <a:off x="8593137" y="955933"/>
          <a:ext cx="1296988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21760" imgH="406048" progId="Equation.DSMT4">
                  <p:embed/>
                </p:oleObj>
              </mc:Choice>
              <mc:Fallback>
                <p:oleObj r:id="rId5" imgW="621760" imgH="406048" progId="Equation.DSMT4">
                  <p:embed/>
                  <p:pic>
                    <p:nvPicPr>
                      <p:cNvPr id="33794" name="对象 529410">
                        <a:extLst>
                          <a:ext uri="{FF2B5EF4-FFF2-40B4-BE49-F238E27FC236}">
                            <a16:creationId xmlns:a16="http://schemas.microsoft.com/office/drawing/2014/main" id="{0883C82A-CE91-7498-062D-1BAFBCACCB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3137" y="955933"/>
                        <a:ext cx="1296988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38266EB-383B-945E-772A-01ADA1D314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5566532"/>
              </p:ext>
            </p:extLst>
          </p:nvPr>
        </p:nvGraphicFramePr>
        <p:xfrm>
          <a:off x="3302000" y="2460883"/>
          <a:ext cx="52101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743200" imgH="469900" progId="Equation.DSMT4">
                  <p:embed/>
                </p:oleObj>
              </mc:Choice>
              <mc:Fallback>
                <p:oleObj r:id="rId7" imgW="2743200" imgH="469900" progId="Equation.DSMT4">
                  <p:embed/>
                  <p:pic>
                    <p:nvPicPr>
                      <p:cNvPr id="529412" name="对象 529411">
                        <a:extLst>
                          <a:ext uri="{FF2B5EF4-FFF2-40B4-BE49-F238E27FC236}">
                            <a16:creationId xmlns:a16="http://schemas.microsoft.com/office/drawing/2014/main" id="{5490961C-27E7-775F-6BE3-4C01CEC72B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460883"/>
                        <a:ext cx="52101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14F6DD2-98C2-4305-69AB-D0BEF1C2E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75" y="264820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解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78DE953-77AE-357C-2AB8-05F9FD018757}"/>
              </a:ext>
            </a:extLst>
          </p:cNvPr>
          <p:cNvGrpSpPr>
            <a:grpSpLocks/>
          </p:cNvGrpSpPr>
          <p:nvPr/>
        </p:nvGrpSpPr>
        <p:grpSpPr bwMode="auto">
          <a:xfrm>
            <a:off x="8521700" y="2389445"/>
            <a:ext cx="2032000" cy="2787650"/>
            <a:chOff x="4240" y="1316"/>
            <a:chExt cx="1280" cy="1756"/>
          </a:xfrm>
        </p:grpSpPr>
        <p:sp>
          <p:nvSpPr>
            <p:cNvPr id="9" name="直角三角形 529414">
              <a:extLst>
                <a:ext uri="{FF2B5EF4-FFF2-40B4-BE49-F238E27FC236}">
                  <a16:creationId xmlns:a16="http://schemas.microsoft.com/office/drawing/2014/main" id="{1B5421C4-BB3D-0A15-B2D1-611523225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1678"/>
              <a:ext cx="661" cy="1154"/>
            </a:xfrm>
            <a:prstGeom prst="rtTriangl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文本框 529415">
              <a:extLst>
                <a:ext uri="{FF2B5EF4-FFF2-40B4-BE49-F238E27FC236}">
                  <a16:creationId xmlns:a16="http://schemas.microsoft.com/office/drawing/2014/main" id="{E0247E17-F4EA-2575-60E5-A9E6EA773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283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endParaRPr lang="en-US" altLang="zh-CN" sz="1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1" name="直接连接符 529416">
              <a:extLst>
                <a:ext uri="{FF2B5EF4-FFF2-40B4-BE49-F238E27FC236}">
                  <a16:creationId xmlns:a16="http://schemas.microsoft.com/office/drawing/2014/main" id="{9880B0EF-B04C-6FCF-2F2C-B2E9622E4F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5" y="1316"/>
              <a:ext cx="0" cy="14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文本框 529417">
              <a:extLst>
                <a:ext uri="{FF2B5EF4-FFF2-40B4-BE49-F238E27FC236}">
                  <a16:creationId xmlns:a16="http://schemas.microsoft.com/office/drawing/2014/main" id="{ADE410EB-184E-3B2D-BDA6-BC9C83F6F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2880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1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3" name="文本框 529418">
              <a:extLst>
                <a:ext uri="{FF2B5EF4-FFF2-40B4-BE49-F238E27FC236}">
                  <a16:creationId xmlns:a16="http://schemas.microsoft.com/office/drawing/2014/main" id="{1F363CD6-E097-7259-AC40-0812D2CE9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880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0</a:t>
              </a:r>
              <a:endParaRPr lang="en-US" altLang="zh-CN" sz="1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4" name="文本框 529419">
              <a:extLst>
                <a:ext uri="{FF2B5EF4-FFF2-40B4-BE49-F238E27FC236}">
                  <a16:creationId xmlns:a16="http://schemas.microsoft.com/office/drawing/2014/main" id="{4249DB33-726A-31FF-FD6E-0F51D286B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0" y="158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  <a:endParaRPr lang="en-US" altLang="zh-CN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5" name="文本框 529420">
              <a:extLst>
                <a:ext uri="{FF2B5EF4-FFF2-40B4-BE49-F238E27FC236}">
                  <a16:creationId xmlns:a16="http://schemas.microsoft.com/office/drawing/2014/main" id="{363540CE-C0D5-08B7-C42D-74247F357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" y="1344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y</a:t>
              </a:r>
              <a:endParaRPr lang="en-US" altLang="zh-CN" sz="1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6" name="直接连接符 529421">
              <a:extLst>
                <a:ext uri="{FF2B5EF4-FFF2-40B4-BE49-F238E27FC236}">
                  <a16:creationId xmlns:a16="http://schemas.microsoft.com/office/drawing/2014/main" id="{0B588195-B012-E0AE-AE80-ACB77D9CB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832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" name="对象 529422">
              <a:extLst>
                <a:ext uri="{FF2B5EF4-FFF2-40B4-BE49-F238E27FC236}">
                  <a16:creationId xmlns:a16="http://schemas.microsoft.com/office/drawing/2014/main" id="{A890DD36-B472-3F52-869A-1C035CA0B08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32" y="1871"/>
            <a:ext cx="648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71252" imgH="393529" progId="Equation.3">
                    <p:embed/>
                  </p:oleObj>
                </mc:Choice>
                <mc:Fallback>
                  <p:oleObj r:id="rId9" imgW="571252" imgH="393529" progId="Equation.3">
                    <p:embed/>
                    <p:pic>
                      <p:nvPicPr>
                        <p:cNvPr id="33806" name="对象 529422">
                          <a:extLst>
                            <a:ext uri="{FF2B5EF4-FFF2-40B4-BE49-F238E27FC236}">
                              <a16:creationId xmlns:a16="http://schemas.microsoft.com/office/drawing/2014/main" id="{6C3B1540-74DB-5591-5E20-6F2C520B95D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2" y="1871"/>
                          <a:ext cx="648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D01B9FC-E709-F3D1-FAB6-A889D2A651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8221731"/>
              </p:ext>
            </p:extLst>
          </p:nvPr>
        </p:nvGraphicFramePr>
        <p:xfrm>
          <a:off x="2662237" y="3397508"/>
          <a:ext cx="57150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490985" imgH="533169" progId="Equation.3">
                  <p:embed/>
                </p:oleObj>
              </mc:Choice>
              <mc:Fallback>
                <p:oleObj r:id="rId11" imgW="3490985" imgH="533169" progId="Equation.3">
                  <p:embed/>
                  <p:pic>
                    <p:nvPicPr>
                      <p:cNvPr id="529424" name="对象 529423">
                        <a:extLst>
                          <a:ext uri="{FF2B5EF4-FFF2-40B4-BE49-F238E27FC236}">
                            <a16:creationId xmlns:a16="http://schemas.microsoft.com/office/drawing/2014/main" id="{CEC41455-F60E-C100-7740-9A7B00EE74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7" y="3397508"/>
                        <a:ext cx="571500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C274108-083C-3CD5-C4BB-0E92493C10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6110606"/>
              </p:ext>
            </p:extLst>
          </p:nvPr>
        </p:nvGraphicFramePr>
        <p:xfrm>
          <a:off x="2689225" y="4189670"/>
          <a:ext cx="4811712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753510" imgH="406048" progId="Equation.DSMT4">
                  <p:embed/>
                </p:oleObj>
              </mc:Choice>
              <mc:Fallback>
                <p:oleObj r:id="rId13" imgW="2753510" imgH="406048" progId="Equation.DSMT4">
                  <p:embed/>
                  <p:pic>
                    <p:nvPicPr>
                      <p:cNvPr id="529425" name="对象 529424">
                        <a:extLst>
                          <a:ext uri="{FF2B5EF4-FFF2-40B4-BE49-F238E27FC236}">
                            <a16:creationId xmlns:a16="http://schemas.microsoft.com/office/drawing/2014/main" id="{EAF6EA53-419F-6A02-2494-70FB69CA62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4189670"/>
                        <a:ext cx="4811712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5C9077B-71A6-2ECE-DA2A-08C48AB716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2052204"/>
              </p:ext>
            </p:extLst>
          </p:nvPr>
        </p:nvGraphicFramePr>
        <p:xfrm>
          <a:off x="4392612" y="4985008"/>
          <a:ext cx="14478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825142" imgH="330057" progId="Equation.3">
                  <p:embed/>
                </p:oleObj>
              </mc:Choice>
              <mc:Fallback>
                <p:oleObj r:id="rId15" imgW="825142" imgH="330057" progId="Equation.3">
                  <p:embed/>
                  <p:pic>
                    <p:nvPicPr>
                      <p:cNvPr id="529426" name="对象 529425">
                        <a:extLst>
                          <a:ext uri="{FF2B5EF4-FFF2-40B4-BE49-F238E27FC236}">
                            <a16:creationId xmlns:a16="http://schemas.microsoft.com/office/drawing/2014/main" id="{C429673E-CE31-44AA-621B-D9D08872AA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2" y="4985008"/>
                        <a:ext cx="14478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F49ADED-E021-65F4-8454-DD19E5DDF9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045780"/>
              </p:ext>
            </p:extLst>
          </p:nvPr>
        </p:nvGraphicFramePr>
        <p:xfrm>
          <a:off x="2792412" y="4951670"/>
          <a:ext cx="15240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787058" imgH="330057" progId="Equation.3">
                  <p:embed/>
                </p:oleObj>
              </mc:Choice>
              <mc:Fallback>
                <p:oleObj r:id="rId17" imgW="787058" imgH="330057" progId="Equation.3">
                  <p:embed/>
                  <p:pic>
                    <p:nvPicPr>
                      <p:cNvPr id="529427" name="对象 529426">
                        <a:extLst>
                          <a:ext uri="{FF2B5EF4-FFF2-40B4-BE49-F238E27FC236}">
                            <a16:creationId xmlns:a16="http://schemas.microsoft.com/office/drawing/2014/main" id="{E56DD59A-A2F1-7034-D36A-F59F8FC5EC1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2" y="4951670"/>
                        <a:ext cx="15240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03B7B798-AC2D-637C-7490-38237359D8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7230721"/>
              </p:ext>
            </p:extLst>
          </p:nvPr>
        </p:nvGraphicFramePr>
        <p:xfrm>
          <a:off x="5840412" y="509137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203024" imgH="203024" progId="Equation.3">
                  <p:embed/>
                </p:oleObj>
              </mc:Choice>
              <mc:Fallback>
                <p:oleObj r:id="rId19" imgW="203024" imgH="203024" progId="Equation.3">
                  <p:embed/>
                  <p:pic>
                    <p:nvPicPr>
                      <p:cNvPr id="529428" name="对象 529427">
                        <a:extLst>
                          <a:ext uri="{FF2B5EF4-FFF2-40B4-BE49-F238E27FC236}">
                            <a16:creationId xmlns:a16="http://schemas.microsoft.com/office/drawing/2014/main" id="{F5BD45EF-64D4-429D-CB00-BE65CA5E90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412" y="5091370"/>
                        <a:ext cx="38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7625E0F-B03D-C941-649C-509A99DA0D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9063620"/>
              </p:ext>
            </p:extLst>
          </p:nvPr>
        </p:nvGraphicFramePr>
        <p:xfrm>
          <a:off x="3478212" y="5637470"/>
          <a:ext cx="2667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320227" imgH="330057" progId="Equation.3">
                  <p:embed/>
                </p:oleObj>
              </mc:Choice>
              <mc:Fallback>
                <p:oleObj r:id="rId21" imgW="1320227" imgH="330057" progId="Equation.3">
                  <p:embed/>
                  <p:pic>
                    <p:nvPicPr>
                      <p:cNvPr id="529429" name="对象 529428">
                        <a:extLst>
                          <a:ext uri="{FF2B5EF4-FFF2-40B4-BE49-F238E27FC236}">
                            <a16:creationId xmlns:a16="http://schemas.microsoft.com/office/drawing/2014/main" id="{325E825D-E7DA-C44C-2C53-4C3B8CBB59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2" y="5637470"/>
                        <a:ext cx="26670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8753013-204E-F0F3-79FB-BDF61C80E3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4141535"/>
              </p:ext>
            </p:extLst>
          </p:nvPr>
        </p:nvGraphicFramePr>
        <p:xfrm>
          <a:off x="6132512" y="5535870"/>
          <a:ext cx="191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926698" imgH="380835" progId="Equation.3">
                  <p:embed/>
                </p:oleObj>
              </mc:Choice>
              <mc:Fallback>
                <p:oleObj r:id="rId23" imgW="926698" imgH="380835" progId="Equation.3">
                  <p:embed/>
                  <p:pic>
                    <p:nvPicPr>
                      <p:cNvPr id="529430" name="对象 529429">
                        <a:extLst>
                          <a:ext uri="{FF2B5EF4-FFF2-40B4-BE49-F238E27FC236}">
                            <a16:creationId xmlns:a16="http://schemas.microsoft.com/office/drawing/2014/main" id="{FBA11D50-A6CA-1564-DE32-4BACC3A2A19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512" y="5535870"/>
                        <a:ext cx="1917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257CA91-FF5C-2609-EF40-E271A60F87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5123186"/>
              </p:ext>
            </p:extLst>
          </p:nvPr>
        </p:nvGraphicFramePr>
        <p:xfrm>
          <a:off x="8035925" y="5637470"/>
          <a:ext cx="471487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266353" imgH="393188" progId="Equation.3">
                  <p:embed/>
                </p:oleObj>
              </mc:Choice>
              <mc:Fallback>
                <p:oleObj r:id="rId25" imgW="266353" imgH="393188" progId="Equation.3">
                  <p:embed/>
                  <p:pic>
                    <p:nvPicPr>
                      <p:cNvPr id="529431" name="对象 529430">
                        <a:extLst>
                          <a:ext uri="{FF2B5EF4-FFF2-40B4-BE49-F238E27FC236}">
                            <a16:creationId xmlns:a16="http://schemas.microsoft.com/office/drawing/2014/main" id="{D4FDBDDC-6D70-10F5-5417-D6CF0840B9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925" y="5637470"/>
                        <a:ext cx="471487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ADCB5F84-5D2F-1137-191F-33B2CB29CB4F}"/>
              </a:ext>
            </a:extLst>
          </p:cNvPr>
          <p:cNvGrpSpPr>
            <a:grpSpLocks/>
          </p:cNvGrpSpPr>
          <p:nvPr/>
        </p:nvGrpSpPr>
        <p:grpSpPr bwMode="auto">
          <a:xfrm>
            <a:off x="2616200" y="3311783"/>
            <a:ext cx="6019800" cy="3124200"/>
            <a:chOff x="1296" y="1440"/>
            <a:chExt cx="3792" cy="1968"/>
          </a:xfrm>
        </p:grpSpPr>
        <p:sp>
          <p:nvSpPr>
            <p:cNvPr id="27" name="矩形 529432">
              <a:extLst>
                <a:ext uri="{FF2B5EF4-FFF2-40B4-BE49-F238E27FC236}">
                  <a16:creationId xmlns:a16="http://schemas.microsoft.com/office/drawing/2014/main" id="{1D646353-9527-5B73-487C-1EA459414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440"/>
              <a:ext cx="3792" cy="19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" name="对象 529433">
              <a:extLst>
                <a:ext uri="{FF2B5EF4-FFF2-40B4-BE49-F238E27FC236}">
                  <a16:creationId xmlns:a16="http://schemas.microsoft.com/office/drawing/2014/main" id="{69FC4B95-3633-593C-E28B-51A5E6D19F8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392" y="1488"/>
            <a:ext cx="1995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1612200" imgH="393529" progId="Equation.3">
                    <p:embed/>
                  </p:oleObj>
                </mc:Choice>
                <mc:Fallback>
                  <p:oleObj r:id="rId27" imgW="1612200" imgH="393529" progId="Equation.3">
                    <p:embed/>
                    <p:pic>
                      <p:nvPicPr>
                        <p:cNvPr id="33817" name="对象 529433">
                          <a:extLst>
                            <a:ext uri="{FF2B5EF4-FFF2-40B4-BE49-F238E27FC236}">
                              <a16:creationId xmlns:a16="http://schemas.microsoft.com/office/drawing/2014/main" id="{1EB6E93F-0DA6-C056-F129-8B006AE6A8D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488"/>
                          <a:ext cx="1995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529434">
              <a:extLst>
                <a:ext uri="{FF2B5EF4-FFF2-40B4-BE49-F238E27FC236}">
                  <a16:creationId xmlns:a16="http://schemas.microsoft.com/office/drawing/2014/main" id="{3D873475-1EB6-9D8E-17C3-3416D802D22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392" y="2028"/>
            <a:ext cx="2116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9" imgW="1662978" imgH="330057" progId="Equation.3">
                    <p:embed/>
                  </p:oleObj>
                </mc:Choice>
                <mc:Fallback>
                  <p:oleObj r:id="rId29" imgW="1662978" imgH="330057" progId="Equation.3">
                    <p:embed/>
                    <p:pic>
                      <p:nvPicPr>
                        <p:cNvPr id="33818" name="对象 529434">
                          <a:extLst>
                            <a:ext uri="{FF2B5EF4-FFF2-40B4-BE49-F238E27FC236}">
                              <a16:creationId xmlns:a16="http://schemas.microsoft.com/office/drawing/2014/main" id="{671D2BBA-F575-79AD-D08A-E026E76EFEB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028"/>
                          <a:ext cx="2116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529435">
              <a:extLst>
                <a:ext uri="{FF2B5EF4-FFF2-40B4-BE49-F238E27FC236}">
                  <a16:creationId xmlns:a16="http://schemas.microsoft.com/office/drawing/2014/main" id="{3258CDCB-F50E-8D75-86FA-DE45684A379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96" y="2000"/>
            <a:ext cx="120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926698" imgH="380835" progId="Equation.3">
                    <p:embed/>
                  </p:oleObj>
                </mc:Choice>
                <mc:Fallback>
                  <p:oleObj r:id="rId23" imgW="926698" imgH="380835" progId="Equation.3">
                    <p:embed/>
                    <p:pic>
                      <p:nvPicPr>
                        <p:cNvPr id="33819" name="对象 529435">
                          <a:extLst>
                            <a:ext uri="{FF2B5EF4-FFF2-40B4-BE49-F238E27FC236}">
                              <a16:creationId xmlns:a16="http://schemas.microsoft.com/office/drawing/2014/main" id="{0B58847E-3622-3BCE-A958-CAE40BDA324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6" y="2000"/>
                          <a:ext cx="120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529436">
              <a:extLst>
                <a:ext uri="{FF2B5EF4-FFF2-40B4-BE49-F238E27FC236}">
                  <a16:creationId xmlns:a16="http://schemas.microsoft.com/office/drawing/2014/main" id="{1EBF6845-7B0D-90FB-F878-F0A215C9DF0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95" y="2064"/>
            <a:ext cx="297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266353" imgH="393188" progId="Equation.3">
                    <p:embed/>
                  </p:oleObj>
                </mc:Choice>
                <mc:Fallback>
                  <p:oleObj r:id="rId25" imgW="266353" imgH="393188" progId="Equation.3">
                    <p:embed/>
                    <p:pic>
                      <p:nvPicPr>
                        <p:cNvPr id="33820" name="对象 529436">
                          <a:extLst>
                            <a:ext uri="{FF2B5EF4-FFF2-40B4-BE49-F238E27FC236}">
                              <a16:creationId xmlns:a16="http://schemas.microsoft.com/office/drawing/2014/main" id="{F7AF7235-9732-5E8A-B16D-8B1580B0A63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2064"/>
                          <a:ext cx="297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17AF6F14-5C2F-FDA6-56E0-8C99DA7F5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9149655"/>
              </p:ext>
            </p:extLst>
          </p:nvPr>
        </p:nvGraphicFramePr>
        <p:xfrm>
          <a:off x="3192462" y="5440620"/>
          <a:ext cx="24511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1" imgW="1345616" imgH="380835" progId="Equation.DSMT4">
                  <p:embed/>
                </p:oleObj>
              </mc:Choice>
              <mc:Fallback>
                <p:oleObj r:id="rId31" imgW="1345616" imgH="380835" progId="Equation.DSMT4">
                  <p:embed/>
                  <p:pic>
                    <p:nvPicPr>
                      <p:cNvPr id="529438" name="对象 529437">
                        <a:extLst>
                          <a:ext uri="{FF2B5EF4-FFF2-40B4-BE49-F238E27FC236}">
                            <a16:creationId xmlns:a16="http://schemas.microsoft.com/office/drawing/2014/main" id="{EA597E2B-AC12-FB51-F15B-253216E0811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2" y="5440620"/>
                        <a:ext cx="245110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E22CE92A-3BC5-5E97-0202-4521E6E148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656631"/>
              </p:ext>
            </p:extLst>
          </p:nvPr>
        </p:nvGraphicFramePr>
        <p:xfrm>
          <a:off x="5603875" y="5440620"/>
          <a:ext cx="35655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1954951" imgH="380835" progId="Equation.DSMT4">
                  <p:embed/>
                </p:oleObj>
              </mc:Choice>
              <mc:Fallback>
                <p:oleObj r:id="rId33" imgW="1954951" imgH="380835" progId="Equation.DSMT4">
                  <p:embed/>
                  <p:pic>
                    <p:nvPicPr>
                      <p:cNvPr id="529439" name="对象 529438">
                        <a:extLst>
                          <a:ext uri="{FF2B5EF4-FFF2-40B4-BE49-F238E27FC236}">
                            <a16:creationId xmlns:a16="http://schemas.microsoft.com/office/drawing/2014/main" id="{DB8972F9-14C9-6D62-8FE2-5C095F24715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5440620"/>
                        <a:ext cx="3565525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84084DD6-107C-BE9E-42C2-8B030C57DE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2479014"/>
              </p:ext>
            </p:extLst>
          </p:nvPr>
        </p:nvGraphicFramePr>
        <p:xfrm>
          <a:off x="5281612" y="6134358"/>
          <a:ext cx="19526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5" imgW="1066337" imgH="380835" progId="Equation.DSMT4">
                  <p:embed/>
                </p:oleObj>
              </mc:Choice>
              <mc:Fallback>
                <p:oleObj r:id="rId35" imgW="1066337" imgH="380835" progId="Equation.DSMT4">
                  <p:embed/>
                  <p:pic>
                    <p:nvPicPr>
                      <p:cNvPr id="529440" name="对象 529439">
                        <a:extLst>
                          <a:ext uri="{FF2B5EF4-FFF2-40B4-BE49-F238E27FC236}">
                            <a16:creationId xmlns:a16="http://schemas.microsoft.com/office/drawing/2014/main" id="{11CEF2BD-C235-DE79-2D81-99AF16A126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612" y="6134358"/>
                        <a:ext cx="19526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32D03CE1-C4B0-B777-E027-7E5899A67A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5798656"/>
              </p:ext>
            </p:extLst>
          </p:nvPr>
        </p:nvGraphicFramePr>
        <p:xfrm>
          <a:off x="7224712" y="6186745"/>
          <a:ext cx="2395538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7" imgW="1307532" imgH="393529" progId="Equation.3">
                  <p:embed/>
                </p:oleObj>
              </mc:Choice>
              <mc:Fallback>
                <p:oleObj r:id="rId37" imgW="1307532" imgH="393529" progId="Equation.3">
                  <p:embed/>
                  <p:pic>
                    <p:nvPicPr>
                      <p:cNvPr id="529441" name="对象 529440">
                        <a:extLst>
                          <a:ext uri="{FF2B5EF4-FFF2-40B4-BE49-F238E27FC236}">
                            <a16:creationId xmlns:a16="http://schemas.microsoft.com/office/drawing/2014/main" id="{D7BF9950-0860-E6A5-DE1A-1A6C0967139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4712" y="6186745"/>
                        <a:ext cx="2395538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CF3C694A-4DA7-7C14-5231-473A962B7D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478889"/>
              </p:ext>
            </p:extLst>
          </p:nvPr>
        </p:nvGraphicFramePr>
        <p:xfrm>
          <a:off x="9558337" y="6177220"/>
          <a:ext cx="8794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9" imgW="482391" imgH="393529" progId="Equation.3">
                  <p:embed/>
                </p:oleObj>
              </mc:Choice>
              <mc:Fallback>
                <p:oleObj r:id="rId39" imgW="482391" imgH="393529" progId="Equation.3">
                  <p:embed/>
                  <p:pic>
                    <p:nvPicPr>
                      <p:cNvPr id="529442" name="对象 529441">
                        <a:extLst>
                          <a:ext uri="{FF2B5EF4-FFF2-40B4-BE49-F238E27FC236}">
                            <a16:creationId xmlns:a16="http://schemas.microsoft.com/office/drawing/2014/main" id="{51652D93-810A-DE24-5054-2FFDEF43909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8337" y="6177220"/>
                        <a:ext cx="87947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8FCBEF2C-220E-D6D4-CBC2-5F5E88C2B2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101497"/>
              </p:ext>
            </p:extLst>
          </p:nvPr>
        </p:nvGraphicFramePr>
        <p:xfrm>
          <a:off x="9215437" y="5456495"/>
          <a:ext cx="12731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1" imgW="698197" imgH="393529" progId="Equation.3">
                  <p:embed/>
                </p:oleObj>
              </mc:Choice>
              <mc:Fallback>
                <p:oleObj r:id="rId41" imgW="698197" imgH="393529" progId="Equation.3">
                  <p:embed/>
                  <p:pic>
                    <p:nvPicPr>
                      <p:cNvPr id="529443" name="对象 529442">
                        <a:extLst>
                          <a:ext uri="{FF2B5EF4-FFF2-40B4-BE49-F238E27FC236}">
                            <a16:creationId xmlns:a16="http://schemas.microsoft.com/office/drawing/2014/main" id="{C83243F4-C785-5341-874A-FF4D47AA6F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5437" y="5456495"/>
                        <a:ext cx="127317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03F635B7-D6A5-A7DB-34FB-AF8B0D505D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955642"/>
              </p:ext>
            </p:extLst>
          </p:nvPr>
        </p:nvGraphicFramePr>
        <p:xfrm>
          <a:off x="2741612" y="4921508"/>
          <a:ext cx="41957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3" imgW="2462731" imgH="330057" progId="Equation.DSMT4">
                  <p:embed/>
                </p:oleObj>
              </mc:Choice>
              <mc:Fallback>
                <p:oleObj r:id="rId43" imgW="2462731" imgH="330057" progId="Equation.DSMT4">
                  <p:embed/>
                  <p:pic>
                    <p:nvPicPr>
                      <p:cNvPr id="529444" name="对象 529443">
                        <a:extLst>
                          <a:ext uri="{FF2B5EF4-FFF2-40B4-BE49-F238E27FC236}">
                            <a16:creationId xmlns:a16="http://schemas.microsoft.com/office/drawing/2014/main" id="{E11C78CF-F5BC-B5A3-3800-3CE0AB6EE2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2" y="4921508"/>
                        <a:ext cx="419576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B6000045-4EAF-17CA-6F9D-B3F9980225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008803"/>
              </p:ext>
            </p:extLst>
          </p:nvPr>
        </p:nvGraphicFramePr>
        <p:xfrm>
          <a:off x="2146300" y="6250245"/>
          <a:ext cx="32067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5" imgW="1993035" imgH="330057" progId="Equation.DSMT4">
                  <p:embed/>
                </p:oleObj>
              </mc:Choice>
              <mc:Fallback>
                <p:oleObj r:id="rId45" imgW="1993035" imgH="330057" progId="Equation.DSMT4">
                  <p:embed/>
                  <p:pic>
                    <p:nvPicPr>
                      <p:cNvPr id="529445" name="对象 529444">
                        <a:extLst>
                          <a:ext uri="{FF2B5EF4-FFF2-40B4-BE49-F238E27FC236}">
                            <a16:creationId xmlns:a16="http://schemas.microsoft.com/office/drawing/2014/main" id="{EA87DAE2-77F3-CA87-5232-EFC7964296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6250245"/>
                        <a:ext cx="32067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7746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490710"/>
            <a:ext cx="6758563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考点二：数学期望与方差性质（★★★）</a:t>
            </a:r>
          </a:p>
        </p:txBody>
      </p:sp>
      <p:sp>
        <p:nvSpPr>
          <p:cNvPr id="3" name="标题 530434">
            <a:extLst>
              <a:ext uri="{FF2B5EF4-FFF2-40B4-BE49-F238E27FC236}">
                <a16:creationId xmlns:a16="http://schemas.microsoft.com/office/drawing/2014/main" id="{2F1126D5-3C2A-B544-1B8C-EE23685E2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0793" y="1359310"/>
            <a:ext cx="4045207" cy="532637"/>
          </a:xfrm>
          <a:prstGeom prst="rect">
            <a:avLst/>
          </a:prstGeom>
          <a:solidFill>
            <a:srgbClr val="FFFFFF"/>
          </a:solidFill>
          <a:ln cap="flat">
            <a:solidFill>
              <a:srgbClr val="000000"/>
            </a:solidFill>
            <a:round/>
            <a:headEnd/>
            <a:tailEnd/>
          </a:ln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u="sng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数学期望的性质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3EC96D-4874-AE89-AD0A-F37AAE3A2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281" y="1851498"/>
            <a:ext cx="3473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1 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</a:rPr>
              <a:t>c,   c</a:t>
            </a:r>
            <a:r>
              <a:rPr lang="zh-CN" altLang="en-US" sz="2800" b="1">
                <a:latin typeface="Times New Roman" panose="02020603050405020304" pitchFamily="18" charset="0"/>
              </a:rPr>
              <a:t>为常数。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9EF6C2-5768-41E2-0526-DD66B5345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5843" y="5566248"/>
            <a:ext cx="3917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若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/>
              <a:t>≥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400" b="1"/>
              <a:t>≥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);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F6E17-D55B-3627-6A07-EB3EB9053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181" y="3061173"/>
            <a:ext cx="98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latin typeface="Times New Roman" panose="02020603050405020304" pitchFamily="18" charset="0"/>
              </a:rPr>
              <a:t>一般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177F6E5-AC11-98F0-746D-3FB85BDB4D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8257911"/>
              </p:ext>
            </p:extLst>
          </p:nvPr>
        </p:nvGraphicFramePr>
        <p:xfrm>
          <a:off x="3690681" y="3089748"/>
          <a:ext cx="34559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50284" imgH="342751" progId="Equation.DSMT4">
                  <p:embed/>
                </p:oleObj>
              </mc:Choice>
              <mc:Fallback>
                <p:oleObj r:id="rId3" imgW="1650284" imgH="342751" progId="Equation.DSMT4">
                  <p:embed/>
                  <p:pic>
                    <p:nvPicPr>
                      <p:cNvPr id="530439" name="对象 530438">
                        <a:extLst>
                          <a:ext uri="{FF2B5EF4-FFF2-40B4-BE49-F238E27FC236}">
                            <a16:creationId xmlns:a16="http://schemas.microsoft.com/office/drawing/2014/main" id="{72378F03-D491-AC28-DED8-BD7B677608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681" y="3089748"/>
                        <a:ext cx="345598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E31D698-D459-5EA8-66CA-AA2748DA1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068" y="3707285"/>
            <a:ext cx="2154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Y 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独立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10F70A-B427-21F9-F7BF-294F266B3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543" y="6244110"/>
            <a:ext cx="446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5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Cauchy-Schwarz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不等式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E330D4C-F161-E4E5-93E4-C94425C94A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7018801"/>
              </p:ext>
            </p:extLst>
          </p:nvPr>
        </p:nvGraphicFramePr>
        <p:xfrm>
          <a:off x="6657718" y="6272685"/>
          <a:ext cx="345598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87500" imgH="228600" progId="Equation.DSMT4">
                  <p:embed/>
                </p:oleObj>
              </mc:Choice>
              <mc:Fallback>
                <p:oleObj r:id="rId5" imgW="1587500" imgH="228600" progId="Equation.DSMT4">
                  <p:embed/>
                  <p:pic>
                    <p:nvPicPr>
                      <p:cNvPr id="530442" name="对象 530441">
                        <a:extLst>
                          <a:ext uri="{FF2B5EF4-FFF2-40B4-BE49-F238E27FC236}">
                            <a16:creationId xmlns:a16="http://schemas.microsoft.com/office/drawing/2014/main" id="{731FB068-D642-311C-DB08-D22F8E299A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718" y="6272685"/>
                        <a:ext cx="3455988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B99F4B2-7A68-1FB5-02AA-817C529A58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9883832"/>
              </p:ext>
            </p:extLst>
          </p:nvPr>
        </p:nvGraphicFramePr>
        <p:xfrm>
          <a:off x="4554281" y="3735860"/>
          <a:ext cx="3673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86123" imgH="203024" progId="Equation.DSMT4">
                  <p:embed/>
                </p:oleObj>
              </mc:Choice>
              <mc:Fallback>
                <p:oleObj r:id="rId7" imgW="1586123" imgH="203024" progId="Equation.DSMT4">
                  <p:embed/>
                  <p:pic>
                    <p:nvPicPr>
                      <p:cNvPr id="530443" name="对象 530442">
                        <a:extLst>
                          <a:ext uri="{FF2B5EF4-FFF2-40B4-BE49-F238E27FC236}">
                            <a16:creationId xmlns:a16="http://schemas.microsoft.com/office/drawing/2014/main" id="{4765BFA4-50A6-BDD2-068E-C75B8A4D2C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281" y="3735860"/>
                        <a:ext cx="36734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9926044D-2E04-9033-F287-AA2BE8F59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743" y="2426173"/>
            <a:ext cx="74279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600" b="1">
                <a:solidFill>
                  <a:schemeClr val="tx2"/>
                </a:solidFill>
                <a:latin typeface="Times New Roman" panose="02020603050405020304" pitchFamily="18" charset="0"/>
              </a:rPr>
              <a:t>线性性：</a:t>
            </a:r>
            <a:r>
              <a:rPr lang="zh-CN" altLang="en-US" sz="2800" b="1">
                <a:latin typeface="Times New Roman" panose="02020603050405020304" pitchFamily="18" charset="0"/>
              </a:rPr>
              <a:t>对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rgbClr val="000066"/>
                </a:solidFill>
                <a:sym typeface="UniversalMath1 BT" pitchFamily="18" charset="2"/>
              </a:rPr>
              <a:t>∈</a:t>
            </a:r>
            <a:r>
              <a:rPr lang="en-US" altLang="zh-CN" sz="2800" b="1">
                <a:latin typeface="Times New Roman" panose="02020603050405020304" pitchFamily="18" charset="0"/>
              </a:rPr>
              <a:t>R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aX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en-US" altLang="zh-CN" sz="2800" b="1" i="1">
                <a:latin typeface="Times New Roman" panose="02020603050405020304" pitchFamily="18" charset="0"/>
              </a:rPr>
              <a:t>bY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</a:rPr>
              <a:t>aE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)+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3200" b="1" i="1">
                <a:latin typeface="Times New Roman" panose="02020603050405020304" pitchFamily="18" charset="0"/>
              </a:rPr>
              <a:t>E</a:t>
            </a:r>
            <a:r>
              <a:rPr lang="en-US" altLang="zh-CN" sz="3200" b="1">
                <a:latin typeface="Times New Roman" panose="02020603050405020304" pitchFamily="18" charset="0"/>
              </a:rPr>
              <a:t>(</a:t>
            </a:r>
            <a:r>
              <a:rPr lang="en-US" altLang="zh-CN" sz="3200" b="1" i="1">
                <a:latin typeface="Times New Roman" panose="02020603050405020304" pitchFamily="18" charset="0"/>
              </a:rPr>
              <a:t>Y</a:t>
            </a:r>
            <a:r>
              <a:rPr lang="en-US" altLang="zh-CN" sz="3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26E224-9386-2BE1-2BEB-A9B917981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718" y="4299423"/>
            <a:ext cx="115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800" b="1">
                <a:latin typeface="Times New Roman" panose="02020603050405020304" pitchFamily="18" charset="0"/>
              </a:rPr>
              <a:t>一般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3FD8C2-1E4E-978F-D5B2-994C9445A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118" y="4947123"/>
            <a:ext cx="443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单调性：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/>
              <a:t>≥</a:t>
            </a:r>
            <a:r>
              <a:rPr lang="en-US" altLang="zh-CN" sz="2800" b="1">
                <a:latin typeface="Times New Roman" panose="02020603050405020304" pitchFamily="18" charset="0"/>
              </a:rPr>
              <a:t>0</a:t>
            </a:r>
            <a:r>
              <a:rPr lang="en-US" altLang="zh-CN" sz="2400" b="1"/>
              <a:t>, </a:t>
            </a:r>
            <a:r>
              <a:rPr lang="zh-CN" altLang="en-US" sz="2800" b="1"/>
              <a:t>则</a:t>
            </a:r>
            <a:r>
              <a:rPr lang="en-US" altLang="zh-CN" sz="2800" b="1" i="1">
                <a:latin typeface="Times New Roman" panose="02020603050405020304" pitchFamily="18" charset="0"/>
              </a:rPr>
              <a:t>EX </a:t>
            </a:r>
            <a:r>
              <a:rPr lang="en-US" altLang="zh-CN" sz="2400" b="1"/>
              <a:t>≥</a:t>
            </a:r>
            <a:r>
              <a:rPr lang="en-US" altLang="zh-CN" sz="2800" b="1">
                <a:latin typeface="Times New Roman" panose="02020603050405020304" pitchFamily="18" charset="0"/>
              </a:rPr>
              <a:t>0.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89F85-646B-7A9D-F5E6-F13ACFED1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043" y="5580535"/>
            <a:ext cx="202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400" b="1"/>
              <a:t>≥|</a:t>
            </a:r>
            <a:r>
              <a:rPr lang="en-US" altLang="zh-CN" sz="2800" b="1" i="1">
                <a:latin typeface="Times New Roman" panose="02020603050405020304" pitchFamily="18" charset="0"/>
              </a:rPr>
              <a:t>EX</a:t>
            </a:r>
            <a:r>
              <a:rPr lang="en-US" altLang="zh-CN" sz="2800" b="1">
                <a:latin typeface="Times New Roman" panose="02020603050405020304" pitchFamily="18" charset="0"/>
              </a:rPr>
              <a:t>|.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3E63FF3-726F-505A-BFED-CD0BA5A36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3343" y="4270848"/>
            <a:ext cx="6334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若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</a:rPr>
              <a:t>独立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…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3200" b="1">
                <a:latin typeface="Times New Roman" panose="02020603050405020304" pitchFamily="18" charset="0"/>
              </a:rPr>
              <a:t>)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 …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),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61ED81-51E7-DF60-400E-4662E523F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118" y="5537673"/>
            <a:ext cx="115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800" b="1">
                <a:latin typeface="Times New Roman" panose="02020603050405020304" pitchFamily="18" charset="0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6240316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  <p:bldP spid="6" grpId="0" build="p"/>
      <p:bldP spid="8" grpId="0" build="p"/>
      <p:bldP spid="9" grpId="0" build="p"/>
      <p:bldP spid="12" grpId="0" build="p"/>
      <p:bldP spid="13" grpId="0" build="p"/>
      <p:bldP spid="14" grpId="0" build="p"/>
      <p:bldP spid="15" grpId="0" build="p"/>
      <p:bldP spid="16" grpId="0" build="p"/>
      <p:bldP spid="17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709378" cy="52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方差的基本性质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4895B1A-AF09-5E65-20B8-D41B7F12A7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764462"/>
              </p:ext>
            </p:extLst>
          </p:nvPr>
        </p:nvGraphicFramePr>
        <p:xfrm>
          <a:off x="2892682" y="2022989"/>
          <a:ext cx="51847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85529" imgH="203024" progId="Equation.DSMT4">
                  <p:embed/>
                </p:oleObj>
              </mc:Choice>
              <mc:Fallback>
                <p:oleObj r:id="rId3" imgW="2385529" imgH="203024" progId="Equation.DSMT4">
                  <p:embed/>
                  <p:pic>
                    <p:nvPicPr>
                      <p:cNvPr id="544772" name="对象 544771">
                        <a:extLst>
                          <a:ext uri="{FF2B5EF4-FFF2-40B4-BE49-F238E27FC236}">
                            <a16:creationId xmlns:a16="http://schemas.microsoft.com/office/drawing/2014/main" id="{40CD0B7D-75C3-83FF-08C0-0CFC020AF04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682" y="2022989"/>
                        <a:ext cx="51847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8E7F5D7-5B48-F4C5-7174-B0CE3FAB6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5" y="1915039"/>
            <a:ext cx="600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281AF3-1009-77AD-75A7-9D764CC86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5" y="2634176"/>
            <a:ext cx="60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148CD0-72F8-FC4C-D76F-DDD843254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5" y="3412051"/>
            <a:ext cx="60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(3)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725275C-5DDE-C93E-046F-F45235245F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5154483"/>
              </p:ext>
            </p:extLst>
          </p:nvPr>
        </p:nvGraphicFramePr>
        <p:xfrm>
          <a:off x="3006982" y="2670689"/>
          <a:ext cx="24495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43000" imgH="228600" progId="Equation.DSMT4">
                  <p:embed/>
                </p:oleObj>
              </mc:Choice>
              <mc:Fallback>
                <p:oleObj r:id="rId5" imgW="1143000" imgH="228600" progId="Equation.DSMT4">
                  <p:embed/>
                  <p:pic>
                    <p:nvPicPr>
                      <p:cNvPr id="544776" name="对象 544775">
                        <a:extLst>
                          <a:ext uri="{FF2B5EF4-FFF2-40B4-BE49-F238E27FC236}">
                            <a16:creationId xmlns:a16="http://schemas.microsoft.com/office/drawing/2014/main" id="{006C097B-3B75-3465-37BE-4C0380EF69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982" y="2670689"/>
                        <a:ext cx="24495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A139843-9327-5470-D3FB-CCFD1F180D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344297"/>
              </p:ext>
            </p:extLst>
          </p:nvPr>
        </p:nvGraphicFramePr>
        <p:xfrm>
          <a:off x="3481645" y="4548701"/>
          <a:ext cx="1727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87400" imgH="228600" progId="Equation.DSMT4">
                  <p:embed/>
                </p:oleObj>
              </mc:Choice>
              <mc:Fallback>
                <p:oleObj r:id="rId7" imgW="787400" imgH="228600" progId="Equation.DSMT4">
                  <p:embed/>
                  <p:pic>
                    <p:nvPicPr>
                      <p:cNvPr id="544777" name="对象 544776">
                        <a:extLst>
                          <a:ext uri="{FF2B5EF4-FFF2-40B4-BE49-F238E27FC236}">
                            <a16:creationId xmlns:a16="http://schemas.microsoft.com/office/drawing/2014/main" id="{8EEBEC48-64BD-14C6-A0D8-54882CF63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645" y="4548701"/>
                        <a:ext cx="17272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BBCDB9F-24B0-105C-2D4F-4FCB170396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581519"/>
              </p:ext>
            </p:extLst>
          </p:nvPr>
        </p:nvGraphicFramePr>
        <p:xfrm>
          <a:off x="2884745" y="3497776"/>
          <a:ext cx="77851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759200" imgH="228600" progId="Equation.DSMT4">
                  <p:embed/>
                </p:oleObj>
              </mc:Choice>
              <mc:Fallback>
                <p:oleObj r:id="rId9" imgW="3759200" imgH="228600" progId="Equation.DSMT4">
                  <p:embed/>
                  <p:pic>
                    <p:nvPicPr>
                      <p:cNvPr id="544778" name="对象 544777">
                        <a:extLst>
                          <a:ext uri="{FF2B5EF4-FFF2-40B4-BE49-F238E27FC236}">
                            <a16:creationId xmlns:a16="http://schemas.microsoft.com/office/drawing/2014/main" id="{8E549D10-4864-798A-7B96-B2E0978FA5A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745" y="3497776"/>
                        <a:ext cx="77851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23C7C42-E27B-63B6-9834-CAD0BF1233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0533397"/>
              </p:ext>
            </p:extLst>
          </p:nvPr>
        </p:nvGraphicFramePr>
        <p:xfrm>
          <a:off x="6782057" y="4542351"/>
          <a:ext cx="21193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016000" imgH="228600" progId="Equation.DSMT4">
                  <p:embed/>
                </p:oleObj>
              </mc:Choice>
              <mc:Fallback>
                <p:oleObj r:id="rId11" imgW="1016000" imgH="228600" progId="Equation.DSMT4">
                  <p:embed/>
                  <p:pic>
                    <p:nvPicPr>
                      <p:cNvPr id="544779" name="对象 544778">
                        <a:extLst>
                          <a:ext uri="{FF2B5EF4-FFF2-40B4-BE49-F238E27FC236}">
                            <a16:creationId xmlns:a16="http://schemas.microsoft.com/office/drawing/2014/main" id="{11F7E58A-739F-E37C-B931-C726119BC77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2057" y="4542351"/>
                        <a:ext cx="21193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28B86C1-6D8F-D178-3FC7-EB5B66894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470" y="4491551"/>
            <a:ext cx="1871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3366FF"/>
                </a:solidFill>
                <a:latin typeface="Times New Roman" panose="02020603050405020304" pitchFamily="18" charset="0"/>
                <a:ea typeface="楷体_GB2312" pitchFamily="49" charset="-122"/>
              </a:rPr>
              <a:t>特别，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6D780EF-6943-7434-7C7D-841872C39D10}"/>
              </a:ext>
            </a:extLst>
          </p:cNvPr>
          <p:cNvGrpSpPr>
            <a:grpSpLocks/>
          </p:cNvGrpSpPr>
          <p:nvPr/>
        </p:nvGrpSpPr>
        <p:grpSpPr bwMode="auto">
          <a:xfrm>
            <a:off x="5269170" y="4362964"/>
            <a:ext cx="1481137" cy="609600"/>
            <a:chOff x="4464" y="1632"/>
            <a:chExt cx="933" cy="384"/>
          </a:xfrm>
        </p:grpSpPr>
        <p:sp>
          <p:nvSpPr>
            <p:cNvPr id="14" name="矩形 544781">
              <a:extLst>
                <a:ext uri="{FF2B5EF4-FFF2-40B4-BE49-F238E27FC236}">
                  <a16:creationId xmlns:a16="http://schemas.microsoft.com/office/drawing/2014/main" id="{000ED111-7C74-B935-BDEC-043536CB0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632"/>
              <a:ext cx="912" cy="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矩形 544782">
              <a:extLst>
                <a:ext uri="{FF2B5EF4-FFF2-40B4-BE49-F238E27FC236}">
                  <a16:creationId xmlns:a16="http://schemas.microsoft.com/office/drawing/2014/main" id="{ED54E1A2-077D-5AE6-2A6B-C6B7B8186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" y="1632"/>
              <a:ext cx="9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0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与</a:t>
              </a:r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 b="1">
                  <a:solidFill>
                    <a:srgbClr val="FF33CC"/>
                  </a:solidFill>
                  <a:latin typeface="Times New Roman" panose="02020603050405020304" pitchFamily="18" charset="0"/>
                </a:rPr>
                <a:t>独立</a:t>
              </a:r>
              <a:endParaRPr lang="zh-CN" altLang="en-US" sz="2400" b="1">
                <a:solidFill>
                  <a:srgbClr val="FF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直接连接符 544783">
              <a:extLst>
                <a:ext uri="{FF2B5EF4-FFF2-40B4-BE49-F238E27FC236}">
                  <a16:creationId xmlns:a16="http://schemas.microsoft.com/office/drawing/2014/main" id="{4B7A36AB-5438-46A9-7B18-C11F5B22B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87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直接连接符 544784">
              <a:extLst>
                <a:ext uri="{FF2B5EF4-FFF2-40B4-BE49-F238E27FC236}">
                  <a16:creationId xmlns:a16="http://schemas.microsoft.com/office/drawing/2014/main" id="{CEA925CE-F994-0A7E-D47F-64F734882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92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780D741B-EF31-63BD-70D7-2F707F732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5657" y="1915039"/>
            <a:ext cx="3059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zh-CN" altLang="en-US" sz="2800" b="1"/>
              <a:t>为常数</a:t>
            </a:r>
            <a:r>
              <a:rPr lang="en-US" altLang="zh-CN" sz="2800" b="1"/>
              <a:t>,</a:t>
            </a:r>
            <a:r>
              <a:rPr lang="en-US" altLang="zh-CN" sz="2800" b="1" i="1"/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c=EX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55D33EC-2B20-75B7-9F74-D5CDE3F99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145" y="5134489"/>
            <a:ext cx="22987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6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600" b="1" dirty="0" err="1">
                <a:latin typeface="Times New Roman" panose="02020603050405020304" pitchFamily="18" charset="0"/>
              </a:rPr>
              <a:t>+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=DX</a:t>
            </a:r>
            <a:endParaRPr lang="en-US" altLang="zh-CN" sz="2600" b="1" dirty="0">
              <a:latin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719B11-2577-5C92-DDF9-DBFFA1D0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395" y="5823464"/>
            <a:ext cx="600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(4)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F8083A-C3AA-8300-B76D-80F1182E7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832" y="5853626"/>
            <a:ext cx="21939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600" b="1">
                <a:latin typeface="Times New Roman" panose="02020603050405020304" pitchFamily="18" charset="0"/>
              </a:rPr>
              <a:t>任意实数</a:t>
            </a:r>
            <a:r>
              <a:rPr lang="en-US" altLang="zh-CN" sz="2600" b="1" i="1">
                <a:latin typeface="Times New Roman" panose="02020603050405020304" pitchFamily="18" charset="0"/>
              </a:rPr>
              <a:t>c,</a:t>
            </a:r>
            <a:endParaRPr lang="en-US" altLang="zh-CN" sz="2600" b="1"/>
          </a:p>
        </p:txBody>
      </p:sp>
      <p:graphicFrame>
        <p:nvGraphicFramePr>
          <p:cNvPr id="22" name="内容占位符 544794">
            <a:extLst>
              <a:ext uri="{FF2B5EF4-FFF2-40B4-BE49-F238E27FC236}">
                <a16:creationId xmlns:a16="http://schemas.microsoft.com/office/drawing/2014/main" id="{9D21C397-51CF-1718-5BF4-7951A3939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043731"/>
              </p:ext>
            </p:extLst>
          </p:nvPr>
        </p:nvGraphicFramePr>
        <p:xfrm>
          <a:off x="5016757" y="5839339"/>
          <a:ext cx="446405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070100" imgH="228600" progId="Equation.DSMT4">
                  <p:embed/>
                </p:oleObj>
              </mc:Choice>
              <mc:Fallback>
                <p:oleObj r:id="rId13" imgW="2070100" imgH="228600" progId="Equation.DSMT4">
                  <p:embed/>
                  <p:pic>
                    <p:nvPicPr>
                      <p:cNvPr id="544795" name="内容占位符 544794">
                        <a:extLst>
                          <a:ext uri="{FF2B5EF4-FFF2-40B4-BE49-F238E27FC236}">
                            <a16:creationId xmlns:a16="http://schemas.microsoft.com/office/drawing/2014/main" id="{265DEE7A-B95D-9190-1749-AB318319074D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757" y="5839339"/>
                        <a:ext cx="446405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32952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6" grpId="0" build="p"/>
      <p:bldP spid="7" grpId="0" build="p"/>
      <p:bldP spid="12" grpId="0"/>
      <p:bldP spid="18" grpId="0"/>
      <p:bldP spid="19" grpId="0"/>
      <p:bldP spid="20" grpId="0" build="p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3593478" y="1451428"/>
            <a:ext cx="294662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切比雪夫不等式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A83B256-58DE-7B14-0EA9-2CB8595905D2}"/>
              </a:ext>
            </a:extLst>
          </p:cNvPr>
          <p:cNvGrpSpPr>
            <a:grpSpLocks/>
          </p:cNvGrpSpPr>
          <p:nvPr/>
        </p:nvGrpSpPr>
        <p:grpSpPr bwMode="auto">
          <a:xfrm>
            <a:off x="7020698" y="1260402"/>
            <a:ext cx="4175125" cy="936625"/>
            <a:chOff x="1157" y="1751"/>
            <a:chExt cx="2630" cy="590"/>
          </a:xfrm>
        </p:grpSpPr>
        <p:sp>
          <p:nvSpPr>
            <p:cNvPr id="5" name="文本框 541701">
              <a:extLst>
                <a:ext uri="{FF2B5EF4-FFF2-40B4-BE49-F238E27FC236}">
                  <a16:creationId xmlns:a16="http://schemas.microsoft.com/office/drawing/2014/main" id="{57E80CF5-7970-9D81-A889-CB592001B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1887"/>
              <a:ext cx="26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(|</a:t>
              </a: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X-EX|</a:t>
              </a:r>
              <a:r>
                <a:rPr lang="en-US" altLang="en-US" sz="2400" b="1" dirty="0">
                  <a:solidFill>
                    <a:srgbClr val="FF0000"/>
                  </a:solidFill>
                </a:rPr>
                <a:t>≥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 </a:t>
              </a:r>
              <a:r>
                <a:rPr lang="en-US" altLang="en-US" sz="2400" b="1" dirty="0">
                  <a:solidFill>
                    <a:srgbClr val="FF0000"/>
                  </a:solidFill>
                </a:rPr>
                <a:t>≤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直接连接符 541702">
              <a:extLst>
                <a:ext uri="{FF2B5EF4-FFF2-40B4-BE49-F238E27FC236}">
                  <a16:creationId xmlns:a16="http://schemas.microsoft.com/office/drawing/2014/main" id="{942B4479-CD26-9496-3CEC-F73E1BD0D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2069"/>
              <a:ext cx="49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文本框 541703">
              <a:extLst>
                <a:ext uri="{FF2B5EF4-FFF2-40B4-BE49-F238E27FC236}">
                  <a16:creationId xmlns:a16="http://schemas.microsoft.com/office/drawing/2014/main" id="{121D87AD-EC86-CA17-86BD-8AB61C9EE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6" y="2014"/>
              <a:ext cx="6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en-US" altLang="zh-CN" sz="2800" b="1" i="1">
                  <a:solidFill>
                    <a:srgbClr val="FF0000"/>
                  </a:solidFill>
                  <a:latin typeface="Symbol" panose="05050102010706020507" pitchFamily="18" charset="2"/>
                </a:rPr>
                <a:t>e </a:t>
              </a:r>
              <a:r>
                <a:rPr lang="en-US" altLang="zh-CN" sz="2800" b="1" baseline="30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" name="文本框 541704">
              <a:extLst>
                <a:ext uri="{FF2B5EF4-FFF2-40B4-BE49-F238E27FC236}">
                  <a16:creationId xmlns:a16="http://schemas.microsoft.com/office/drawing/2014/main" id="{F7F2D740-3694-759A-FC35-623E7C96E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751"/>
              <a:ext cx="82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zh-CN" altLang="en-US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DX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9" name="内容占位符 541705">
            <a:extLst>
              <a:ext uri="{FF2B5EF4-FFF2-40B4-BE49-F238E27FC236}">
                <a16:creationId xmlns:a16="http://schemas.microsoft.com/office/drawing/2014/main" id="{39DC4258-2A8C-67A6-C5CC-93E9CEB9BE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9256735"/>
              </p:ext>
            </p:extLst>
          </p:nvPr>
        </p:nvGraphicFramePr>
        <p:xfrm>
          <a:off x="6947673" y="2554215"/>
          <a:ext cx="37814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24648" imgH="482391" progId="Equation.3">
                  <p:embed/>
                </p:oleObj>
              </mc:Choice>
              <mc:Fallback>
                <p:oleObj r:id="rId3" imgW="2424648" imgH="482391" progId="Equation.3">
                  <p:embed/>
                  <p:pic>
                    <p:nvPicPr>
                      <p:cNvPr id="541706" name="内容占位符 541705">
                        <a:extLst>
                          <a:ext uri="{FF2B5EF4-FFF2-40B4-BE49-F238E27FC236}">
                            <a16:creationId xmlns:a16="http://schemas.microsoft.com/office/drawing/2014/main" id="{F7B8BCBD-BC54-AD0E-864B-A85E658DA66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7673" y="2554215"/>
                        <a:ext cx="37814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内容占位符 537605">
            <a:extLst>
              <a:ext uri="{FF2B5EF4-FFF2-40B4-BE49-F238E27FC236}">
                <a16:creationId xmlns:a16="http://schemas.microsoft.com/office/drawing/2014/main" id="{EE7D5124-447F-9CDD-C0CC-603180677D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2747248"/>
              </p:ext>
            </p:extLst>
          </p:nvPr>
        </p:nvGraphicFramePr>
        <p:xfrm>
          <a:off x="6634936" y="5673683"/>
          <a:ext cx="39862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16100" imgH="228600" progId="Equation.DSMT4">
                  <p:embed/>
                </p:oleObj>
              </mc:Choice>
              <mc:Fallback>
                <p:oleObj r:id="rId5" imgW="1816100" imgH="228600" progId="Equation.DSMT4">
                  <p:embed/>
                  <p:pic>
                    <p:nvPicPr>
                      <p:cNvPr id="537606" name="内容占位符 537605">
                        <a:extLst>
                          <a:ext uri="{FF2B5EF4-FFF2-40B4-BE49-F238E27FC236}">
                            <a16:creationId xmlns:a16="http://schemas.microsoft.com/office/drawing/2014/main" id="{0168B74C-BFBA-0205-24BB-6339FE8B3D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936" y="5673683"/>
                        <a:ext cx="39862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23D18BF-ED28-EE30-72AA-5905CAD874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009144"/>
              </p:ext>
            </p:extLst>
          </p:nvPr>
        </p:nvGraphicFramePr>
        <p:xfrm>
          <a:off x="6691292" y="3830534"/>
          <a:ext cx="10080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06048" imgH="203024" progId="Equation.DSMT4">
                  <p:embed/>
                </p:oleObj>
              </mc:Choice>
              <mc:Fallback>
                <p:oleObj r:id="rId7" imgW="406048" imgH="203024" progId="Equation.DSMT4">
                  <p:embed/>
                  <p:pic>
                    <p:nvPicPr>
                      <p:cNvPr id="537609" name="对象 537608">
                        <a:extLst>
                          <a:ext uri="{FF2B5EF4-FFF2-40B4-BE49-F238E27FC236}">
                            <a16:creationId xmlns:a16="http://schemas.microsoft.com/office/drawing/2014/main" id="{06C00206-629F-977F-02CC-E28716C460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292" y="3830534"/>
                        <a:ext cx="10080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47C0269-3A5C-21DB-BB81-8D2CAFC881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6487998"/>
              </p:ext>
            </p:extLst>
          </p:nvPr>
        </p:nvGraphicFramePr>
        <p:xfrm>
          <a:off x="7727930" y="3760684"/>
          <a:ext cx="296068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180588" imgH="228501" progId="Equation.DSMT4">
                  <p:embed/>
                </p:oleObj>
              </mc:Choice>
              <mc:Fallback>
                <p:oleObj r:id="rId9" imgW="1180588" imgH="228501" progId="Equation.DSMT4">
                  <p:embed/>
                  <p:pic>
                    <p:nvPicPr>
                      <p:cNvPr id="537610" name="对象 537609">
                        <a:extLst>
                          <a:ext uri="{FF2B5EF4-FFF2-40B4-BE49-F238E27FC236}">
                            <a16:creationId xmlns:a16="http://schemas.microsoft.com/office/drawing/2014/main" id="{C616B7C2-4C8E-1BC2-CC9E-366B0D891E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7930" y="3760684"/>
                        <a:ext cx="2960687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577E99D-D738-E52F-488C-4A36BFE8B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1194" y="3774548"/>
            <a:ext cx="2534966" cy="546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94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方差计算：</a:t>
            </a:r>
          </a:p>
        </p:txBody>
      </p:sp>
      <p:graphicFrame>
        <p:nvGraphicFramePr>
          <p:cNvPr id="14" name="内容占位符 537611">
            <a:extLst>
              <a:ext uri="{FF2B5EF4-FFF2-40B4-BE49-F238E27FC236}">
                <a16:creationId xmlns:a16="http://schemas.microsoft.com/office/drawing/2014/main" id="{6CFBE82D-773D-937A-0E6D-4EB8A1DBA9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085216"/>
              </p:ext>
            </p:extLst>
          </p:nvPr>
        </p:nvGraphicFramePr>
        <p:xfrm>
          <a:off x="6587311" y="4886283"/>
          <a:ext cx="460851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790700" imgH="228600" progId="Equation.DSMT4">
                  <p:embed/>
                </p:oleObj>
              </mc:Choice>
              <mc:Fallback>
                <p:oleObj r:id="rId11" imgW="1790700" imgH="228600" progId="Equation.DSMT4">
                  <p:embed/>
                  <p:pic>
                    <p:nvPicPr>
                      <p:cNvPr id="537612" name="内容占位符 537611">
                        <a:extLst>
                          <a:ext uri="{FF2B5EF4-FFF2-40B4-BE49-F238E27FC236}">
                            <a16:creationId xmlns:a16="http://schemas.microsoft.com/office/drawing/2014/main" id="{EE113690-47D6-C034-7C2E-C56562F8ACB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7311" y="4886283"/>
                        <a:ext cx="4608512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9066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255E196-25AC-02D7-1286-384A9ED626E9}"/>
              </a:ext>
            </a:extLst>
          </p:cNvPr>
          <p:cNvGrpSpPr>
            <a:grpSpLocks/>
          </p:cNvGrpSpPr>
          <p:nvPr/>
        </p:nvGrpSpPr>
        <p:grpSpPr bwMode="auto">
          <a:xfrm>
            <a:off x="3162728" y="4991614"/>
            <a:ext cx="4491038" cy="519113"/>
            <a:chOff x="1066" y="3521"/>
            <a:chExt cx="2829" cy="327"/>
          </a:xfrm>
        </p:grpSpPr>
        <p:sp>
          <p:nvSpPr>
            <p:cNvPr id="4" name="文本框 547842">
              <a:extLst>
                <a:ext uri="{FF2B5EF4-FFF2-40B4-BE49-F238E27FC236}">
                  <a16:creationId xmlns:a16="http://schemas.microsoft.com/office/drawing/2014/main" id="{36A75012-9EF2-597D-5FEB-844CEF9D9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3521"/>
              <a:ext cx="28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</a:rPr>
                <a:t>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EX=_____ </a:t>
              </a:r>
              <a:r>
                <a:rPr lang="zh-CN" altLang="en-US" sz="2800" b="1">
                  <a:latin typeface="Times New Roman" panose="02020603050405020304" pitchFamily="18" charset="0"/>
                </a:rPr>
                <a:t>，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DX</a:t>
              </a:r>
              <a:r>
                <a:rPr lang="en-US" altLang="zh-CN" sz="2800" b="1">
                  <a:latin typeface="Times New Roman" panose="02020603050405020304" pitchFamily="18" charset="0"/>
                </a:rPr>
                <a:t>=______  </a:t>
              </a:r>
              <a:r>
                <a:rPr lang="en-US" altLang="zh-CN" sz="2800" b="1">
                  <a:latin typeface="Symbol" panose="05050102010706020507" pitchFamily="18" charset="2"/>
                </a:rPr>
                <a:t>.</a:t>
              </a:r>
            </a:p>
          </p:txBody>
        </p:sp>
        <p:sp>
          <p:nvSpPr>
            <p:cNvPr id="5" name="直接连接符 547843">
              <a:extLst>
                <a:ext uri="{FF2B5EF4-FFF2-40B4-BE49-F238E27FC236}">
                  <a16:creationId xmlns:a16="http://schemas.microsoft.com/office/drawing/2014/main" id="{D8B0F9F1-CD78-2061-C76C-6817DB9E0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566"/>
              <a:ext cx="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直接连接符 547844">
              <a:extLst>
                <a:ext uri="{FF2B5EF4-FFF2-40B4-BE49-F238E27FC236}">
                  <a16:creationId xmlns:a16="http://schemas.microsoft.com/office/drawing/2014/main" id="{05C3BDEC-5862-4389-D8E3-7A678558D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6" y="3566"/>
              <a:ext cx="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E5FDCAE-2699-F2D1-EC3B-1A2F032D2B7C}"/>
              </a:ext>
            </a:extLst>
          </p:cNvPr>
          <p:cNvGrpSpPr>
            <a:grpSpLocks/>
          </p:cNvGrpSpPr>
          <p:nvPr/>
        </p:nvGrpSpPr>
        <p:grpSpPr bwMode="auto">
          <a:xfrm>
            <a:off x="5971016" y="4696339"/>
            <a:ext cx="1385887" cy="858838"/>
            <a:chOff x="3742" y="2626"/>
            <a:chExt cx="873" cy="541"/>
          </a:xfrm>
        </p:grpSpPr>
        <p:sp>
          <p:nvSpPr>
            <p:cNvPr id="8" name="文本框 547846">
              <a:extLst>
                <a:ext uri="{FF2B5EF4-FFF2-40B4-BE49-F238E27FC236}">
                  <a16:creationId xmlns:a16="http://schemas.microsoft.com/office/drawing/2014/main" id="{05582268-3504-66AC-49F8-AEB1CC78A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840"/>
              <a:ext cx="6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en-US" altLang="zh-CN" sz="2800" b="1" i="1">
                  <a:solidFill>
                    <a:srgbClr val="FF33CC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" name="文本框 547847">
              <a:extLst>
                <a:ext uri="{FF2B5EF4-FFF2-40B4-BE49-F238E27FC236}">
                  <a16:creationId xmlns:a16="http://schemas.microsoft.com/office/drawing/2014/main" id="{B1F52809-D035-693B-BF66-E168A317B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" y="2626"/>
              <a:ext cx="8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en-US" altLang="zh-CN" sz="2800" b="1" i="1">
                  <a:solidFill>
                    <a:srgbClr val="FF33CC"/>
                  </a:solidFill>
                  <a:latin typeface="Symbol" panose="05050102010706020507" pitchFamily="18" charset="2"/>
                </a:rPr>
                <a:t>s </a:t>
              </a:r>
              <a:r>
                <a:rPr lang="en-US" altLang="zh-CN" sz="2800" b="1" baseline="30000">
                  <a:solidFill>
                    <a:srgbClr val="FF33CC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" name="直接连接符 547848">
              <a:extLst>
                <a:ext uri="{FF2B5EF4-FFF2-40B4-BE49-F238E27FC236}">
                  <a16:creationId xmlns:a16="http://schemas.microsoft.com/office/drawing/2014/main" id="{4621A657-202B-39C5-87EA-F14BF0FA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2931"/>
              <a:ext cx="273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0B07D20-3DF5-233F-9041-F328446A1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628" y="4905889"/>
            <a:ext cx="842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 i="1">
                <a:solidFill>
                  <a:srgbClr val="FF33CC"/>
                </a:solidFill>
                <a:latin typeface="Symbol" panose="05050102010706020507" pitchFamily="18" charset="2"/>
              </a:rPr>
              <a:t>m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9AA9DE-502B-1BB2-3558-15A918562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5091" y="2415102"/>
            <a:ext cx="5341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则</a:t>
            </a:r>
            <a:r>
              <a:rPr lang="zh-CN" altLang="en-US" sz="2800" b="1">
                <a:latin typeface="Times New Roman" panose="02020603050405020304" pitchFamily="18" charset="0"/>
              </a:rPr>
              <a:t>      </a:t>
            </a:r>
            <a:r>
              <a:rPr lang="en-US" altLang="zh-CN" sz="2800" b="1" i="1">
                <a:latin typeface="Times New Roman" panose="02020603050405020304" pitchFamily="18" charset="0"/>
              </a:rPr>
              <a:t>EY=_____   </a:t>
            </a:r>
            <a:r>
              <a:rPr lang="zh-CN" altLang="en-US" sz="2800" b="1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</a:rPr>
              <a:t>DY</a:t>
            </a:r>
            <a:r>
              <a:rPr lang="en-US" altLang="zh-CN" sz="2800" b="1">
                <a:latin typeface="Times New Roman" panose="02020603050405020304" pitchFamily="18" charset="0"/>
              </a:rPr>
              <a:t>=_____  </a:t>
            </a:r>
            <a:r>
              <a:rPr lang="en-US" altLang="zh-CN" sz="2800" b="1" i="1">
                <a:latin typeface="Symbol" panose="05050102010706020507" pitchFamily="18" charset="2"/>
              </a:rPr>
              <a:t>  </a:t>
            </a:r>
            <a:r>
              <a:rPr lang="en-US" altLang="zh-CN" sz="2800" b="1">
                <a:latin typeface="Symbol" panose="05050102010706020507" pitchFamily="18" charset="2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901B10-03EF-C2A8-91E6-FFB701CE2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728" y="3423164"/>
            <a:ext cx="7618413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3366FF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800" b="1">
                <a:latin typeface="Times New Roman" panose="02020603050405020304" pitchFamily="18" charset="0"/>
              </a:rPr>
              <a:t>  设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 (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=1,2,…,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</a:rPr>
              <a:t>独立同分布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i.i.d</a:t>
            </a:r>
            <a:r>
              <a:rPr lang="en-US" altLang="zh-CN" sz="2800" b="1">
                <a:latin typeface="Times New Roman" panose="02020603050405020304" pitchFamily="18" charset="0"/>
              </a:rPr>
              <a:t>.)</a:t>
            </a:r>
            <a:r>
              <a:rPr lang="en-US" altLang="zh-CN" sz="2800">
                <a:solidFill>
                  <a:srgbClr val="000066"/>
                </a:solidFill>
              </a:rPr>
              <a:t> </a:t>
            </a:r>
            <a:r>
              <a:rPr lang="en-US" altLang="zh-CN" sz="2800" b="1">
                <a:solidFill>
                  <a:srgbClr val="000066"/>
                </a:solidFill>
              </a:rPr>
              <a:t>,</a:t>
            </a:r>
            <a:r>
              <a:rPr lang="zh-CN" altLang="en-US" sz="2800" b="1">
                <a:solidFill>
                  <a:srgbClr val="000066"/>
                </a:solidFill>
              </a:rPr>
              <a:t>且</a:t>
            </a:r>
            <a:r>
              <a:rPr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</a:rPr>
              <a:t>EX</a:t>
            </a:r>
            <a:r>
              <a:rPr lang="en-US" altLang="zh-CN" sz="2800" b="1" i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Symbol" panose="05050102010706020507" pitchFamily="18" charset="2"/>
              </a:rPr>
              <a:t>s 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800" b="1" i="1">
                <a:solidFill>
                  <a:srgbClr val="FF33CC"/>
                </a:solidFill>
                <a:latin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45E2719-DA8F-02C1-772F-60D1E087F812}"/>
              </a:ext>
            </a:extLst>
          </p:cNvPr>
          <p:cNvGrpSpPr>
            <a:grpSpLocks/>
          </p:cNvGrpSpPr>
          <p:nvPr/>
        </p:nvGrpSpPr>
        <p:grpSpPr bwMode="auto">
          <a:xfrm>
            <a:off x="2445178" y="1478477"/>
            <a:ext cx="7905750" cy="858837"/>
            <a:chOff x="633" y="848"/>
            <a:chExt cx="4980" cy="541"/>
          </a:xfrm>
        </p:grpSpPr>
        <p:sp>
          <p:nvSpPr>
            <p:cNvPr id="15" name="文本框 547854">
              <a:extLst>
                <a:ext uri="{FF2B5EF4-FFF2-40B4-BE49-F238E27FC236}">
                  <a16:creationId xmlns:a16="http://schemas.microsoft.com/office/drawing/2014/main" id="{1762ABD1-7FA1-6793-59C1-FCB30E358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" y="972"/>
              <a:ext cx="44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3366FF"/>
                  </a:solidFill>
                  <a:latin typeface="Times New Roman" panose="02020603050405020304" pitchFamily="18" charset="0"/>
                </a:rPr>
                <a:t> 例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R.V.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  E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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800" b="1" i="1" dirty="0">
                  <a:solidFill>
                    <a:schemeClr val="tx2"/>
                  </a:solidFill>
                  <a:latin typeface="Symbol" panose="05050102010706020507" pitchFamily="18" charset="2"/>
                </a:rPr>
                <a:t>s </a:t>
              </a:r>
              <a:r>
                <a:rPr lang="en-US" altLang="zh-CN" sz="2800" b="1" baseline="30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标准化</a:t>
              </a: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=</a:t>
              </a:r>
            </a:p>
          </p:txBody>
        </p:sp>
        <p:grpSp>
          <p:nvGrpSpPr>
            <p:cNvPr id="16" name="组合 547855">
              <a:extLst>
                <a:ext uri="{FF2B5EF4-FFF2-40B4-BE49-F238E27FC236}">
                  <a16:creationId xmlns:a16="http://schemas.microsoft.com/office/drawing/2014/main" id="{A205B05B-F38D-A9B9-1E81-DE2C282EBC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0" y="848"/>
              <a:ext cx="873" cy="541"/>
              <a:chOff x="4874" y="690"/>
              <a:chExt cx="873" cy="541"/>
            </a:xfrm>
          </p:grpSpPr>
          <p:sp>
            <p:nvSpPr>
              <p:cNvPr id="17" name="文本框 547856">
                <a:extLst>
                  <a:ext uri="{FF2B5EF4-FFF2-40B4-BE49-F238E27FC236}">
                    <a16:creationId xmlns:a16="http://schemas.microsoft.com/office/drawing/2014/main" id="{E7BCD10E-9106-D892-96B6-B4BB6E3C2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2" y="904"/>
                <a:ext cx="60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1">
                  <a:spcBef>
                    <a:spcPct val="20000"/>
                  </a:spcBef>
                  <a:buClr>
                    <a:schemeClr val="tx1"/>
                  </a:buClr>
                  <a:buSzPct val="80000"/>
                </a:pPr>
                <a:r>
                  <a:rPr lang="en-US" altLang="zh-CN" sz="2800" b="1" i="1">
                    <a:solidFill>
                      <a:srgbClr val="FF0000"/>
                    </a:solidFill>
                    <a:latin typeface="Symbol" panose="05050102010706020507" pitchFamily="18" charset="2"/>
                  </a:rPr>
                  <a:t>s</a:t>
                </a:r>
              </a:p>
            </p:txBody>
          </p:sp>
          <p:sp>
            <p:nvSpPr>
              <p:cNvPr id="18" name="文本框 547857">
                <a:extLst>
                  <a:ext uri="{FF2B5EF4-FFF2-40B4-BE49-F238E27FC236}">
                    <a16:creationId xmlns:a16="http://schemas.microsoft.com/office/drawing/2014/main" id="{A9C0AFA8-C9B0-7492-D2F3-A2C675744B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4" y="690"/>
                <a:ext cx="87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1">
                  <a:spcBef>
                    <a:spcPct val="20000"/>
                  </a:spcBef>
                  <a:buClr>
                    <a:schemeClr val="tx1"/>
                  </a:buClr>
                  <a:buSzPct val="80000"/>
                </a:pPr>
                <a:r>
                  <a:rPr lang="en-US" altLang="zh-CN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-</a:t>
                </a:r>
                <a:r>
                  <a:rPr lang="en-US" altLang="zh-CN" sz="2800" b="1" i="1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m</a:t>
                </a:r>
              </a:p>
            </p:txBody>
          </p:sp>
          <p:sp>
            <p:nvSpPr>
              <p:cNvPr id="19" name="直接连接符 547858">
                <a:extLst>
                  <a:ext uri="{FF2B5EF4-FFF2-40B4-BE49-F238E27FC236}">
                    <a16:creationId xmlns:a16="http://schemas.microsoft.com/office/drawing/2014/main" id="{CACE2758-BE23-B4A0-C00A-4ECC05F40E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8" y="995"/>
                <a:ext cx="54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B0B43A00-9B32-9C4B-1587-D59857E86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691" y="2429389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>
                <a:solidFill>
                  <a:srgbClr val="FF33CC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90DD6C-738B-AA59-8DAE-60CD86D98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6341" y="2415102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 dirty="0">
                <a:solidFill>
                  <a:srgbClr val="FF33CC"/>
                </a:solidFill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4B7392E-E769-E68A-5C70-DA9F1B1CFC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1521402"/>
              </p:ext>
            </p:extLst>
          </p:nvPr>
        </p:nvGraphicFramePr>
        <p:xfrm>
          <a:off x="4458128" y="3923227"/>
          <a:ext cx="2592388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80588" imgH="431613" progId="Equation.DSMT4">
                  <p:embed/>
                </p:oleObj>
              </mc:Choice>
              <mc:Fallback>
                <p:oleObj r:id="rId3" imgW="1180588" imgH="431613" progId="Equation.DSMT4">
                  <p:embed/>
                  <p:pic>
                    <p:nvPicPr>
                      <p:cNvPr id="547862" name="对象 547861">
                        <a:extLst>
                          <a:ext uri="{FF2B5EF4-FFF2-40B4-BE49-F238E27FC236}">
                            <a16:creationId xmlns:a16="http://schemas.microsoft.com/office/drawing/2014/main" id="{25DF6289-7F84-01E4-9CDE-5AC8299C55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128" y="3923227"/>
                        <a:ext cx="2592388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07853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build="p"/>
      <p:bldP spid="20" grpId="0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766304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考点三：协方差与相关系数（★）</a:t>
            </a:r>
          </a:p>
        </p:txBody>
      </p:sp>
      <p:sp>
        <p:nvSpPr>
          <p:cNvPr id="3" name="文本框 556033">
            <a:extLst>
              <a:ext uri="{FF2B5EF4-FFF2-40B4-BE49-F238E27FC236}">
                <a16:creationId xmlns:a16="http://schemas.microsoft.com/office/drawing/2014/main" id="{0B549ED2-F5A2-1576-675A-4A22B2563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229" y="1281457"/>
            <a:ext cx="44149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一 协方差</a:t>
            </a:r>
            <a:r>
              <a:rPr lang="en-US" altLang="zh-CN" sz="3200" b="1" u="sng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(covariance)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781234-3649-8937-52EE-35396EA7F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229" y="1921218"/>
            <a:ext cx="8066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R.V.(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dirty="0">
                <a:latin typeface="Times New Roman" panose="02020603050405020304" pitchFamily="18" charset="0"/>
              </a:rPr>
              <a:t>E|(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Symbol" panose="05050102010706020507" pitchFamily="18" charset="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</a:t>
            </a:r>
            <a:r>
              <a:rPr lang="en-US" altLang="zh-CN" sz="2800" b="1" dirty="0">
                <a:latin typeface="Times New Roman" panose="02020603050405020304" pitchFamily="18" charset="0"/>
              </a:rPr>
              <a:t>)(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Symbol" panose="05050102010706020507" pitchFamily="18" charset="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EY</a:t>
            </a:r>
            <a:r>
              <a:rPr lang="en-US" altLang="zh-CN" sz="2800" b="1" dirty="0">
                <a:latin typeface="Times New Roman" panose="02020603050405020304" pitchFamily="18" charset="0"/>
              </a:rPr>
              <a:t>)|</a:t>
            </a:r>
            <a:r>
              <a:rPr lang="zh-CN" altLang="en-US" sz="2800" b="1" dirty="0">
                <a:latin typeface="Times New Roman" panose="02020603050405020304" pitchFamily="18" charset="0"/>
              </a:rPr>
              <a:t>存在，则称 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1193D7-8D6D-125A-9B8C-EA706BD67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304" y="2433048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Symbol" panose="05050102010706020507" pitchFamily="18" charset="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</a:t>
            </a:r>
            <a:r>
              <a:rPr lang="en-US" altLang="zh-CN" sz="2800" b="1" dirty="0">
                <a:latin typeface="Times New Roman" panose="02020603050405020304" pitchFamily="18" charset="0"/>
              </a:rPr>
              <a:t>)(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Symbol" panose="05050102010706020507" pitchFamily="18" charset="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EY</a:t>
            </a:r>
            <a:r>
              <a:rPr lang="en-US" altLang="zh-CN" sz="2800" b="1" dirty="0">
                <a:latin typeface="Times New Roman" panose="02020603050405020304" pitchFamily="18" charset="0"/>
              </a:rPr>
              <a:t>)  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319984-DC61-ED6A-F52F-FDAF29361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575" y="2944040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协方差，</a:t>
            </a: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69DC87-C7A5-B8EB-3241-F45501CED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054" y="2962737"/>
            <a:ext cx="3024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记为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561153">
            <a:extLst>
              <a:ext uri="{FF2B5EF4-FFF2-40B4-BE49-F238E27FC236}">
                <a16:creationId xmlns:a16="http://schemas.microsoft.com/office/drawing/2014/main" id="{EF9AB3E0-E454-9FC3-E585-9F49467DD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654" y="3773037"/>
            <a:ext cx="358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、相关系数</a:t>
            </a:r>
            <a:endParaRPr lang="zh-CN" altLang="en-US" sz="3200" b="1" baseline="30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01669C-71D8-FE83-521D-C44EFC0A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979" y="6179795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为随机变量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的相关系数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60A3912-2598-4233-C35C-DF8E2EFD0D5A}"/>
              </a:ext>
            </a:extLst>
          </p:cNvPr>
          <p:cNvGrpSpPr>
            <a:grpSpLocks/>
          </p:cNvGrpSpPr>
          <p:nvPr/>
        </p:nvGrpSpPr>
        <p:grpSpPr bwMode="auto">
          <a:xfrm>
            <a:off x="2441105" y="4516096"/>
            <a:ext cx="5308599" cy="1692274"/>
            <a:chOff x="373" y="315"/>
            <a:chExt cx="3344" cy="1066"/>
          </a:xfrm>
        </p:grpSpPr>
        <p:sp>
          <p:nvSpPr>
            <p:cNvPr id="11" name="矩形 561156">
              <a:extLst>
                <a:ext uri="{FF2B5EF4-FFF2-40B4-BE49-F238E27FC236}">
                  <a16:creationId xmlns:a16="http://schemas.microsoft.com/office/drawing/2014/main" id="{259091FB-4363-933F-E329-FFACCB0D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" y="315"/>
              <a:ext cx="326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定义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: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设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)&gt;0,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)&gt;0,</a:t>
              </a:r>
            </a:p>
          </p:txBody>
        </p:sp>
        <p:graphicFrame>
          <p:nvGraphicFramePr>
            <p:cNvPr id="12" name="对象 561157">
              <a:extLst>
                <a:ext uri="{FF2B5EF4-FFF2-40B4-BE49-F238E27FC236}">
                  <a16:creationId xmlns:a16="http://schemas.microsoft.com/office/drawing/2014/main" id="{12237A94-7D48-A5B8-ACD7-081C5A3D074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13827578"/>
                </p:ext>
              </p:extLst>
            </p:nvPr>
          </p:nvGraphicFramePr>
          <p:xfrm>
            <a:off x="799" y="624"/>
            <a:ext cx="2571" cy="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294838" imgH="444307" progId="Equation.3">
                    <p:embed/>
                  </p:oleObj>
                </mc:Choice>
                <mc:Fallback>
                  <p:oleObj r:id="rId3" imgW="1294838" imgH="444307" progId="Equation.3">
                    <p:embed/>
                    <p:pic>
                      <p:nvPicPr>
                        <p:cNvPr id="64517" name="对象 561157">
                          <a:extLst>
                            <a:ext uri="{FF2B5EF4-FFF2-40B4-BE49-F238E27FC236}">
                              <a16:creationId xmlns:a16="http://schemas.microsoft.com/office/drawing/2014/main" id="{2F36646A-DA25-5E9E-65BB-C57D73DC264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9" y="624"/>
                          <a:ext cx="2571" cy="7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561158">
              <a:extLst>
                <a:ext uri="{FF2B5EF4-FFF2-40B4-BE49-F238E27FC236}">
                  <a16:creationId xmlns:a16="http://schemas.microsoft.com/office/drawing/2014/main" id="{ABDD3E4D-CB60-0AF2-3450-776B2028A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" y="838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</a:rPr>
                <a:t>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64798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62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6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  <p:bldP spid="6" grpId="0" build="p"/>
      <p:bldP spid="7" grpId="0" build="p"/>
      <p:bldP spid="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134F0B8-DA1C-02C0-248B-B08D0960D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8300" y="560130"/>
            <a:ext cx="3062287" cy="588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3366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3200" b="1">
                <a:solidFill>
                  <a:srgbClr val="3366FF"/>
                </a:solidFill>
                <a:latin typeface="Times New Roman" panose="02020603050405020304" pitchFamily="18" charset="0"/>
              </a:rPr>
              <a:t>协方差的性质</a:t>
            </a:r>
            <a:r>
              <a:rPr lang="zh-CN" altLang="en-US" sz="2800" b="1">
                <a:latin typeface="Times New Roman" panose="02020603050405020304" pitchFamily="18" charset="0"/>
              </a:rPr>
              <a:t>  </a:t>
            </a:r>
            <a:endParaRPr lang="en-US" altLang="zh-CN" sz="2800" b="1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8837DC5-9271-BDAA-A24F-0CF28A2418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2883603"/>
              </p:ext>
            </p:extLst>
          </p:nvPr>
        </p:nvGraphicFramePr>
        <p:xfrm>
          <a:off x="2389875" y="4462205"/>
          <a:ext cx="8027987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100320" imgH="444307" progId="Equation.DSMT4">
                  <p:embed/>
                </p:oleObj>
              </mc:Choice>
              <mc:Fallback>
                <p:oleObj r:id="rId3" imgW="4100320" imgH="444307" progId="Equation.DSMT4">
                  <p:embed/>
                  <p:pic>
                    <p:nvPicPr>
                      <p:cNvPr id="558083" name="对象 558082">
                        <a:extLst>
                          <a:ext uri="{FF2B5EF4-FFF2-40B4-BE49-F238E27FC236}">
                            <a16:creationId xmlns:a16="http://schemas.microsoft.com/office/drawing/2014/main" id="{169B92F6-D4C9-2727-6375-1B8DC0F5CB6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9875" y="4462205"/>
                        <a:ext cx="8027987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8B3E966-0452-1DE1-2EEC-34FECE3F1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900" y="1391980"/>
            <a:ext cx="453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(1) 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Y, X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6" name="内容占位符 558084">
            <a:extLst>
              <a:ext uri="{FF2B5EF4-FFF2-40B4-BE49-F238E27FC236}">
                <a16:creationId xmlns:a16="http://schemas.microsoft.com/office/drawing/2014/main" id="{444C34A1-EDC0-9116-5B55-7888C1A0ED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6851063"/>
              </p:ext>
            </p:extLst>
          </p:nvPr>
        </p:nvGraphicFramePr>
        <p:xfrm>
          <a:off x="2534337" y="5352792"/>
          <a:ext cx="61214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64287" imgH="431613" progId="Equation.DSMT4">
                  <p:embed/>
                </p:oleObj>
              </mc:Choice>
              <mc:Fallback>
                <p:oleObj r:id="rId5" imgW="2564287" imgH="431613" progId="Equation.DSMT4">
                  <p:embed/>
                  <p:pic>
                    <p:nvPicPr>
                      <p:cNvPr id="558085" name="内容占位符 558084">
                        <a:extLst>
                          <a:ext uri="{FF2B5EF4-FFF2-40B4-BE49-F238E27FC236}">
                            <a16:creationId xmlns:a16="http://schemas.microsoft.com/office/drawing/2014/main" id="{2DCC982D-42B4-1438-32B3-3790FF2E8E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4337" y="5352792"/>
                        <a:ext cx="612140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45EDF1E5-E1F6-A53A-8BDD-D2382FCC35C2}"/>
              </a:ext>
            </a:extLst>
          </p:cNvPr>
          <p:cNvGrpSpPr>
            <a:grpSpLocks/>
          </p:cNvGrpSpPr>
          <p:nvPr/>
        </p:nvGrpSpPr>
        <p:grpSpPr bwMode="auto">
          <a:xfrm>
            <a:off x="2462900" y="3265230"/>
            <a:ext cx="4679950" cy="519112"/>
            <a:chOff x="884" y="2024"/>
            <a:chExt cx="2948" cy="327"/>
          </a:xfrm>
        </p:grpSpPr>
        <p:sp>
          <p:nvSpPr>
            <p:cNvPr id="8" name="文本框 558086">
              <a:extLst>
                <a:ext uri="{FF2B5EF4-FFF2-40B4-BE49-F238E27FC236}">
                  <a16:creationId xmlns:a16="http://schemas.microsoft.com/office/drawing/2014/main" id="{A63A503F-2A1D-6AEB-5528-B7BFCE00A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024"/>
              <a:ext cx="29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7C80"/>
                  </a:solidFill>
                  <a:latin typeface="Times New Roman" panose="02020603050405020304" pitchFamily="18" charset="0"/>
                </a:rPr>
                <a:t>(4)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X,Y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独立      </a:t>
              </a:r>
              <a:r>
                <a:rPr lang="en-US" altLang="zh-CN" sz="2800" b="1" i="1" dirty="0" err="1">
                  <a:solidFill>
                    <a:schemeClr val="tx2"/>
                  </a:solidFill>
                  <a:latin typeface="Times New Roman" panose="02020603050405020304" pitchFamily="18" charset="0"/>
                </a:rPr>
                <a:t>Cov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X,Y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9" name="右箭头 558087">
              <a:extLst>
                <a:ext uri="{FF2B5EF4-FFF2-40B4-BE49-F238E27FC236}">
                  <a16:creationId xmlns:a16="http://schemas.microsoft.com/office/drawing/2014/main" id="{DF8D498B-8C1A-AD90-EBCD-3882ABB13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33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F8253B3-E9ED-BBB3-9D76-327D5BB87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900" y="2039680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(2)</a:t>
            </a: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X+Y,Z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X, Z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)+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Y,Z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977CA0-E137-0BA2-62A9-EB6E324F1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900" y="2688967"/>
            <a:ext cx="453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(3) 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aX,bY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abCov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X, Y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7D9CA9-10EF-F09B-10EB-2A8592038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748" y="3966781"/>
            <a:ext cx="6551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X-Y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DX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DY</a:t>
            </a:r>
            <a:r>
              <a:rPr lang="en-US" altLang="zh-CN" sz="2800" b="1" dirty="0">
                <a:latin typeface="Times New Roman" panose="02020603050405020304" pitchFamily="18" charset="0"/>
              </a:rPr>
              <a:t>-2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75C6F0-C567-CA8E-EDE7-BF1E5FA9D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231" y="3898688"/>
            <a:ext cx="6551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7C80"/>
                </a:solidFill>
                <a:latin typeface="Times New Roman" panose="02020603050405020304" pitchFamily="18" charset="0"/>
              </a:rPr>
              <a:t>(5)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X+Y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DX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DY</a:t>
            </a:r>
            <a:r>
              <a:rPr lang="en-US" altLang="zh-CN" sz="2800" b="1" dirty="0"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32303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10" grpId="0" build="p"/>
      <p:bldP spid="11" grpId="0" build="p"/>
      <p:bldP spid="12" grpId="0" build="p"/>
      <p:bldP spid="1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32841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协方差和相关系数的计算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57C4A39-797A-BEB1-8C30-BE47772CF2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419599"/>
              </p:ext>
            </p:extLst>
          </p:nvPr>
        </p:nvGraphicFramePr>
        <p:xfrm>
          <a:off x="2572566" y="1759465"/>
          <a:ext cx="202088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13607" imgH="203024" progId="Equation.DSMT4">
                  <p:embed/>
                </p:oleObj>
              </mc:Choice>
              <mc:Fallback>
                <p:oleObj r:id="rId3" imgW="913607" imgH="203024" progId="Equation.DSMT4">
                  <p:embed/>
                  <p:pic>
                    <p:nvPicPr>
                      <p:cNvPr id="556036" name="对象 556035">
                        <a:extLst>
                          <a:ext uri="{FF2B5EF4-FFF2-40B4-BE49-F238E27FC236}">
                            <a16:creationId xmlns:a16="http://schemas.microsoft.com/office/drawing/2014/main" id="{79782EEE-E5BB-4968-FAE1-76DB1F4A5B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566" y="1759465"/>
                        <a:ext cx="2020887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E346C56-8C04-ED98-5844-84A2C5EDF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5415748"/>
              </p:ext>
            </p:extLst>
          </p:nvPr>
        </p:nvGraphicFramePr>
        <p:xfrm>
          <a:off x="4561703" y="1759465"/>
          <a:ext cx="54784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13931" imgH="203024" progId="Equation.DSMT4">
                  <p:embed/>
                </p:oleObj>
              </mc:Choice>
              <mc:Fallback>
                <p:oleObj r:id="rId5" imgW="2613931" imgH="203024" progId="Equation.DSMT4">
                  <p:embed/>
                  <p:pic>
                    <p:nvPicPr>
                      <p:cNvPr id="556037" name="对象 556036">
                        <a:extLst>
                          <a:ext uri="{FF2B5EF4-FFF2-40B4-BE49-F238E27FC236}">
                            <a16:creationId xmlns:a16="http://schemas.microsoft.com/office/drawing/2014/main" id="{29AE259B-EAFE-12F7-1557-EB34CB541E3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1703" y="1759465"/>
                        <a:ext cx="547846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C88C51EA-ECDB-BB1C-1432-A141092FC5DD}"/>
              </a:ext>
            </a:extLst>
          </p:cNvPr>
          <p:cNvGrpSpPr>
            <a:grpSpLocks/>
          </p:cNvGrpSpPr>
          <p:nvPr/>
        </p:nvGrpSpPr>
        <p:grpSpPr bwMode="auto">
          <a:xfrm>
            <a:off x="4596628" y="2483365"/>
            <a:ext cx="5487988" cy="500063"/>
            <a:chOff x="2221" y="2256"/>
            <a:chExt cx="3299" cy="315"/>
          </a:xfrm>
        </p:grpSpPr>
        <p:sp>
          <p:nvSpPr>
            <p:cNvPr id="6" name="矩形 556038">
              <a:extLst>
                <a:ext uri="{FF2B5EF4-FFF2-40B4-BE49-F238E27FC236}">
                  <a16:creationId xmlns:a16="http://schemas.microsoft.com/office/drawing/2014/main" id="{C223DF91-7E6B-C493-288F-47AC0A7E1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256"/>
              <a:ext cx="3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" name="对象 556039">
              <a:extLst>
                <a:ext uri="{FF2B5EF4-FFF2-40B4-BE49-F238E27FC236}">
                  <a16:creationId xmlns:a16="http://schemas.microsoft.com/office/drawing/2014/main" id="{822F0B46-8042-43EB-B9E1-36F17DAF437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21" y="2304"/>
            <a:ext cx="1943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471922" imgH="203024" progId="Equation.DSMT4">
                    <p:embed/>
                  </p:oleObj>
                </mc:Choice>
                <mc:Fallback>
                  <p:oleObj r:id="rId7" imgW="1471922" imgH="203024" progId="Equation.DSMT4">
                    <p:embed/>
                    <p:pic>
                      <p:nvPicPr>
                        <p:cNvPr id="59399" name="对象 556039">
                          <a:extLst>
                            <a:ext uri="{FF2B5EF4-FFF2-40B4-BE49-F238E27FC236}">
                              <a16:creationId xmlns:a16="http://schemas.microsoft.com/office/drawing/2014/main" id="{E8A25B82-A8A4-848E-803C-1829444EC9A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1" y="2304"/>
                          <a:ext cx="1943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50BBA3A-B881-140D-F177-F2946260F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928" y="1637228"/>
            <a:ext cx="995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800" b="1">
                <a:solidFill>
                  <a:srgbClr val="FF0000"/>
                </a:solidFill>
              </a:rPr>
              <a:t>注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4F7ED9C-B819-23BF-494F-E74CEA2048F2}"/>
              </a:ext>
            </a:extLst>
          </p:cNvPr>
          <p:cNvGrpSpPr>
            <a:grpSpLocks/>
          </p:cNvGrpSpPr>
          <p:nvPr/>
        </p:nvGrpSpPr>
        <p:grpSpPr bwMode="auto">
          <a:xfrm>
            <a:off x="2386785" y="3359665"/>
            <a:ext cx="5535612" cy="1963737"/>
            <a:chOff x="960" y="960"/>
            <a:chExt cx="3487" cy="1237"/>
          </a:xfrm>
        </p:grpSpPr>
        <p:sp>
          <p:nvSpPr>
            <p:cNvPr id="10" name="矩形 561156">
              <a:extLst>
                <a:ext uri="{FF2B5EF4-FFF2-40B4-BE49-F238E27FC236}">
                  <a16:creationId xmlns:a16="http://schemas.microsoft.com/office/drawing/2014/main" id="{528B152B-3E3B-8F45-79EE-EEB3B310F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0"/>
              <a:ext cx="326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定义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:</a:t>
              </a:r>
              <a:r>
                <a:rPr lang="en-US" altLang="zh-CN" sz="3200" b="1">
                  <a:latin typeface="Times New Roman" panose="02020603050405020304" pitchFamily="18" charset="0"/>
                </a:rPr>
                <a:t>   </a:t>
              </a:r>
              <a:r>
                <a:rPr lang="zh-CN" altLang="en-US" sz="3200" b="1">
                  <a:latin typeface="Times New Roman" panose="02020603050405020304" pitchFamily="18" charset="0"/>
                </a:rPr>
                <a:t>设</a:t>
              </a:r>
              <a:r>
                <a:rPr lang="en-US" altLang="zh-CN" sz="32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3200" b="1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>
                  <a:latin typeface="Times New Roman" panose="02020603050405020304" pitchFamily="18" charset="0"/>
                </a:rPr>
                <a:t>)&gt;0, </a:t>
              </a:r>
              <a:r>
                <a:rPr lang="en-US" altLang="zh-CN" sz="32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3200" b="1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>
                  <a:latin typeface="Times New Roman" panose="02020603050405020304" pitchFamily="18" charset="0"/>
                </a:rPr>
                <a:t>)&gt;0,</a:t>
              </a:r>
            </a:p>
          </p:txBody>
        </p:sp>
        <p:graphicFrame>
          <p:nvGraphicFramePr>
            <p:cNvPr id="11" name="对象 561157">
              <a:extLst>
                <a:ext uri="{FF2B5EF4-FFF2-40B4-BE49-F238E27FC236}">
                  <a16:creationId xmlns:a16="http://schemas.microsoft.com/office/drawing/2014/main" id="{25A27D52-8CC7-6470-BDFD-AEB96611A7B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21" y="1440"/>
            <a:ext cx="2571" cy="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94838" imgH="444307" progId="Equation.3">
                    <p:embed/>
                  </p:oleObj>
                </mc:Choice>
                <mc:Fallback>
                  <p:oleObj r:id="rId9" imgW="1294838" imgH="444307" progId="Equation.3">
                    <p:embed/>
                    <p:pic>
                      <p:nvPicPr>
                        <p:cNvPr id="64517" name="对象 561157">
                          <a:extLst>
                            <a:ext uri="{FF2B5EF4-FFF2-40B4-BE49-F238E27FC236}">
                              <a16:creationId xmlns:a16="http://schemas.microsoft.com/office/drawing/2014/main" id="{2F36646A-DA25-5E9E-65BB-C57D73DC264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1" y="1440"/>
                          <a:ext cx="2571" cy="7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561158">
              <a:extLst>
                <a:ext uri="{FF2B5EF4-FFF2-40B4-BE49-F238E27FC236}">
                  <a16:creationId xmlns:a16="http://schemas.microsoft.com/office/drawing/2014/main" id="{885CA034-784C-2EAC-2897-D7F3B8C05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979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800" b="1">
                  <a:latin typeface="Times New Roman" panose="02020603050405020304" pitchFamily="18" charset="0"/>
                </a:rPr>
                <a:t>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2427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DCC1DCE-6938-8136-B6EC-C9732DEF0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499" y="695881"/>
            <a:ext cx="8802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</a:rPr>
              <a:t>服从</a:t>
            </a:r>
            <a:r>
              <a:rPr lang="en-US" altLang="zh-CN" sz="2400" b="1" dirty="0">
                <a:latin typeface="Times New Roman" panose="02020603050405020304" pitchFamily="18" charset="0"/>
              </a:rPr>
              <a:t>(-1/2, 1/2)</a:t>
            </a:r>
            <a:r>
              <a:rPr lang="zh-CN" altLang="en-US" sz="2400" b="1" dirty="0">
                <a:latin typeface="Times New Roman" panose="02020603050405020304" pitchFamily="18" charset="0"/>
              </a:rPr>
              <a:t>内的均匀分布 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=cos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X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，求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Cov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(X,Y)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E389F29-0FF5-8A11-BBDB-0288A2551D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0046695"/>
              </p:ext>
            </p:extLst>
          </p:nvPr>
        </p:nvGraphicFramePr>
        <p:xfrm>
          <a:off x="3395663" y="2515078"/>
          <a:ext cx="270033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289300" imgH="1397000" progId="Equation.3">
                  <p:embed/>
                </p:oleObj>
              </mc:Choice>
              <mc:Fallback>
                <p:oleObj r:id="rId3" imgW="3289300" imgH="1397000" progId="Equation.3">
                  <p:embed/>
                  <p:pic>
                    <p:nvPicPr>
                      <p:cNvPr id="566288" name="对象 566287">
                        <a:extLst>
                          <a:ext uri="{FF2B5EF4-FFF2-40B4-BE49-F238E27FC236}">
                            <a16:creationId xmlns:a16="http://schemas.microsoft.com/office/drawing/2014/main" id="{5A62E7AC-5447-F91D-C355-52DCC8D8E4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663" y="2515078"/>
                        <a:ext cx="2700337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A40DC63-710A-C7DE-C2C6-E860EE389D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8933424"/>
              </p:ext>
            </p:extLst>
          </p:nvPr>
        </p:nvGraphicFramePr>
        <p:xfrm>
          <a:off x="6924675" y="2745266"/>
          <a:ext cx="205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056507" imgH="431613" progId="Equation.3">
                  <p:embed/>
                </p:oleObj>
              </mc:Choice>
              <mc:Fallback>
                <p:oleObj r:id="rId5" imgW="2056507" imgH="431613" progId="Equation.3">
                  <p:embed/>
                  <p:pic>
                    <p:nvPicPr>
                      <p:cNvPr id="566289" name="对象 566288">
                        <a:extLst>
                          <a:ext uri="{FF2B5EF4-FFF2-40B4-BE49-F238E27FC236}">
                            <a16:creationId xmlns:a16="http://schemas.microsoft.com/office/drawing/2014/main" id="{0C386825-1008-5975-E6D8-1E8ACA867E0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675" y="2745266"/>
                        <a:ext cx="2057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9206829-67AA-3752-27E1-E23E7FD0D8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3962322"/>
              </p:ext>
            </p:extLst>
          </p:nvPr>
        </p:nvGraphicFramePr>
        <p:xfrm>
          <a:off x="3756025" y="3500916"/>
          <a:ext cx="5064125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74900" imgH="685800" progId="Equation.3">
                  <p:embed/>
                </p:oleObj>
              </mc:Choice>
              <mc:Fallback>
                <p:oleObj r:id="rId7" imgW="2374900" imgH="685800" progId="Equation.3">
                  <p:embed/>
                  <p:pic>
                    <p:nvPicPr>
                      <p:cNvPr id="566290" name="对象 566289">
                        <a:extLst>
                          <a:ext uri="{FF2B5EF4-FFF2-40B4-BE49-F238E27FC236}">
                            <a16:creationId xmlns:a16="http://schemas.microsoft.com/office/drawing/2014/main" id="{3B95FF4F-52B1-ABDC-ECF6-950D23AE92F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025" y="3500916"/>
                        <a:ext cx="5064125" cy="146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59ECE39-4185-2A31-FCB2-7BBC42A2BA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067341"/>
              </p:ext>
            </p:extLst>
          </p:nvPr>
        </p:nvGraphicFramePr>
        <p:xfrm>
          <a:off x="3214688" y="5051903"/>
          <a:ext cx="525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255519" imgH="393529" progId="Equation.3">
                  <p:embed/>
                </p:oleObj>
              </mc:Choice>
              <mc:Fallback>
                <p:oleObj r:id="rId9" imgW="5255519" imgH="393529" progId="Equation.3">
                  <p:embed/>
                  <p:pic>
                    <p:nvPicPr>
                      <p:cNvPr id="566291" name="对象 566290">
                        <a:extLst>
                          <a:ext uri="{FF2B5EF4-FFF2-40B4-BE49-F238E27FC236}">
                            <a16:creationId xmlns:a16="http://schemas.microsoft.com/office/drawing/2014/main" id="{5D323462-A5D8-0514-B31D-D2BDD1EEC0B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5051903"/>
                        <a:ext cx="5257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8E0A4CE-2635-82A6-71FA-221C05D4B4DE}"/>
              </a:ext>
            </a:extLst>
          </p:cNvPr>
          <p:cNvSpPr txBox="1"/>
          <p:nvPr/>
        </p:nvSpPr>
        <p:spPr>
          <a:xfrm>
            <a:off x="2699040" y="2800344"/>
            <a:ext cx="512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ea typeface="等线"/>
              </a:rPr>
              <a:t>解：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3623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389599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考点四：相关性与独立性（★）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3EB6BA-C092-5B9E-DF5D-1E0C1FA0A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645" y="2389746"/>
            <a:ext cx="47894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、若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</a:rPr>
              <a:t>与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400" b="1" dirty="0">
                <a:latin typeface="Times New Roman" panose="02020603050405020304" pitchFamily="18" charset="0"/>
              </a:rPr>
              <a:t>独立，则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</a:rPr>
              <a:t>不相关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D74B0F-8E68-B259-00AC-D2EFAD716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632" y="3181909"/>
            <a:ext cx="578643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、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zh-CN" altLang="en-US" sz="2400" b="1">
                <a:latin typeface="Times New Roman" panose="02020603050405020304" pitchFamily="18" charset="0"/>
              </a:rPr>
              <a:t>不相关，不一定能推出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zh-CN" altLang="en-US" sz="2400" b="1">
                <a:latin typeface="Times New Roman" panose="02020603050405020304" pitchFamily="18" charset="0"/>
              </a:rPr>
              <a:t>独立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" name="文本框 566285">
            <a:extLst>
              <a:ext uri="{FF2B5EF4-FFF2-40B4-BE49-F238E27FC236}">
                <a16:creationId xmlns:a16="http://schemas.microsoft.com/office/drawing/2014/main" id="{8335329E-41D2-58E2-ACD9-B57664443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7558" y="1568687"/>
            <a:ext cx="376555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相关性与独立性的关系</a:t>
            </a:r>
          </a:p>
        </p:txBody>
      </p:sp>
      <p:grpSp>
        <p:nvGrpSpPr>
          <p:cNvPr id="9" name="组合 566294">
            <a:extLst>
              <a:ext uri="{FF2B5EF4-FFF2-40B4-BE49-F238E27FC236}">
                <a16:creationId xmlns:a16="http://schemas.microsoft.com/office/drawing/2014/main" id="{A51B4B84-7FFD-07B8-14AC-5146268D591E}"/>
              </a:ext>
            </a:extLst>
          </p:cNvPr>
          <p:cNvGrpSpPr>
            <a:grpSpLocks/>
          </p:cNvGrpSpPr>
          <p:nvPr/>
        </p:nvGrpSpPr>
        <p:grpSpPr bwMode="auto">
          <a:xfrm>
            <a:off x="2084645" y="4677023"/>
            <a:ext cx="6829426" cy="1346200"/>
            <a:chOff x="287" y="2800"/>
            <a:chExt cx="4302" cy="848"/>
          </a:xfrm>
        </p:grpSpPr>
        <p:sp>
          <p:nvSpPr>
            <p:cNvPr id="10" name="文本框 566295">
              <a:extLst>
                <a:ext uri="{FF2B5EF4-FFF2-40B4-BE49-F238E27FC236}">
                  <a16:creationId xmlns:a16="http://schemas.microsoft.com/office/drawing/2014/main" id="{461E46D6-8753-8EEE-8DC6-4BF1BBDC7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" y="2800"/>
              <a:ext cx="430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</a:rPr>
                <a:t>特殊：若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,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)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服从二维正态分布，则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1" name="组合 566296">
              <a:extLst>
                <a:ext uri="{FF2B5EF4-FFF2-40B4-BE49-F238E27FC236}">
                  <a16:creationId xmlns:a16="http://schemas.microsoft.com/office/drawing/2014/main" id="{1B65EBE7-AF41-C27E-B0F7-11480366B5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" y="3264"/>
              <a:ext cx="3225" cy="384"/>
              <a:chOff x="788" y="2112"/>
              <a:chExt cx="3225" cy="384"/>
            </a:xfrm>
          </p:grpSpPr>
          <p:sp>
            <p:nvSpPr>
              <p:cNvPr id="12" name="矩形 566297">
                <a:extLst>
                  <a:ext uri="{FF2B5EF4-FFF2-40B4-BE49-F238E27FC236}">
                    <a16:creationId xmlns:a16="http://schemas.microsoft.com/office/drawing/2014/main" id="{A1F4E45C-E19D-DA9B-B717-50753553E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" y="2112"/>
                <a:ext cx="121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b="1" i="1" dirty="0"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 dirty="0">
                    <a:latin typeface="Times New Roman" panose="02020603050405020304" pitchFamily="18" charset="0"/>
                  </a:rPr>
                  <a:t>与</a:t>
                </a:r>
                <a:r>
                  <a:rPr lang="en-US" altLang="zh-CN" sz="3200" b="1" i="1" dirty="0">
                    <a:latin typeface="Times New Roman" panose="02020603050405020304" pitchFamily="18" charset="0"/>
                  </a:rPr>
                  <a:t>Y</a:t>
                </a:r>
                <a:r>
                  <a:rPr lang="zh-CN" altLang="en-US" sz="3200" b="1" dirty="0">
                    <a:latin typeface="Times New Roman" panose="02020603050405020304" pitchFamily="18" charset="0"/>
                  </a:rPr>
                  <a:t>独立</a:t>
                </a:r>
              </a:p>
            </p:txBody>
          </p:sp>
          <p:sp>
            <p:nvSpPr>
              <p:cNvPr id="13" name="矩形 566298">
                <a:extLst>
                  <a:ext uri="{FF2B5EF4-FFF2-40B4-BE49-F238E27FC236}">
                    <a16:creationId xmlns:a16="http://schemas.microsoft.com/office/drawing/2014/main" id="{FE8862E5-D18C-9951-427E-F35AD86CD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2" y="2112"/>
                <a:ext cx="147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b="1" i="1" dirty="0"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 dirty="0">
                    <a:latin typeface="Times New Roman" panose="02020603050405020304" pitchFamily="18" charset="0"/>
                  </a:rPr>
                  <a:t>与</a:t>
                </a:r>
                <a:r>
                  <a:rPr lang="en-US" altLang="zh-CN" sz="3200" b="1" i="1" dirty="0">
                    <a:latin typeface="Times New Roman" panose="02020603050405020304" pitchFamily="18" charset="0"/>
                  </a:rPr>
                  <a:t>Y</a:t>
                </a:r>
                <a:r>
                  <a:rPr lang="zh-CN" altLang="en-US" sz="3200" b="1" dirty="0">
                    <a:latin typeface="Times New Roman" panose="02020603050405020304" pitchFamily="18" charset="0"/>
                  </a:rPr>
                  <a:t>不相关</a:t>
                </a:r>
              </a:p>
            </p:txBody>
          </p:sp>
          <p:graphicFrame>
            <p:nvGraphicFramePr>
              <p:cNvPr id="14" name="对象 566299">
                <a:extLst>
                  <a:ext uri="{FF2B5EF4-FFF2-40B4-BE49-F238E27FC236}">
                    <a16:creationId xmlns:a16="http://schemas.microsoft.com/office/drawing/2014/main" id="{31ECFE38-F199-8BFD-A936-E18A7EDFA89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048" y="2160"/>
              <a:ext cx="44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203024" imgH="152268" progId="Equation.3">
                      <p:embed/>
                    </p:oleObj>
                  </mc:Choice>
                  <mc:Fallback>
                    <p:oleObj r:id="rId3" imgW="203024" imgH="152268" progId="Equation.3">
                      <p:embed/>
                      <p:pic>
                        <p:nvPicPr>
                          <p:cNvPr id="70672" name="对象 566299">
                            <a:extLst>
                              <a:ext uri="{FF2B5EF4-FFF2-40B4-BE49-F238E27FC236}">
                                <a16:creationId xmlns:a16="http://schemas.microsoft.com/office/drawing/2014/main" id="{4E9EB818-57D8-0AFD-FBD1-6FB02AC6B249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48" y="2160"/>
                            <a:ext cx="448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5958014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E62686E-7A39-E7FF-BFAC-397723B9F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966"/>
          <a:stretch>
            <a:fillRect/>
          </a:stretch>
        </p:blipFill>
        <p:spPr>
          <a:xfrm>
            <a:off x="2250372" y="3756950"/>
            <a:ext cx="9270671" cy="2415523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1A727A4-E996-DCF4-0135-1DCE31B14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010228"/>
              </p:ext>
            </p:extLst>
          </p:nvPr>
        </p:nvGraphicFramePr>
        <p:xfrm>
          <a:off x="2755443" y="1972931"/>
          <a:ext cx="61214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21518" imgH="1028759" progId="Equation.DSMT4">
                  <p:embed/>
                </p:oleObj>
              </mc:Choice>
              <mc:Fallback>
                <p:oleObj name="Equation" r:id="rId4" imgW="6121518" imgH="10287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55443" y="1972931"/>
                        <a:ext cx="61214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9B0F39EB-E8E4-93BB-FF63-33C6C6F2712E}"/>
              </a:ext>
            </a:extLst>
          </p:cNvPr>
          <p:cNvGrpSpPr>
            <a:grpSpLocks/>
          </p:cNvGrpSpPr>
          <p:nvPr/>
        </p:nvGrpSpPr>
        <p:grpSpPr bwMode="auto">
          <a:xfrm>
            <a:off x="2755443" y="1248178"/>
            <a:ext cx="4679950" cy="519112"/>
            <a:chOff x="884" y="2024"/>
            <a:chExt cx="2948" cy="327"/>
          </a:xfrm>
        </p:grpSpPr>
        <p:sp>
          <p:nvSpPr>
            <p:cNvPr id="12" name="文本框 558086">
              <a:extLst>
                <a:ext uri="{FF2B5EF4-FFF2-40B4-BE49-F238E27FC236}">
                  <a16:creationId xmlns:a16="http://schemas.microsoft.com/office/drawing/2014/main" id="{2F25604D-94A0-2D24-A366-972BC73FC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024"/>
              <a:ext cx="29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7C80"/>
                  </a:solidFill>
                  <a:latin typeface="Times New Roman" panose="02020603050405020304" pitchFamily="18" charset="0"/>
                </a:rPr>
                <a:t>(4)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X,Y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独立      </a:t>
              </a:r>
              <a:r>
                <a:rPr lang="en-US" altLang="zh-CN" sz="2800" b="1" i="1" dirty="0" err="1">
                  <a:solidFill>
                    <a:schemeClr val="tx2"/>
                  </a:solidFill>
                  <a:latin typeface="Times New Roman" panose="02020603050405020304" pitchFamily="18" charset="0"/>
                </a:rPr>
                <a:t>Cov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X,Y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13" name="右箭头 558087">
              <a:extLst>
                <a:ext uri="{FF2B5EF4-FFF2-40B4-BE49-F238E27FC236}">
                  <a16:creationId xmlns:a16="http://schemas.microsoft.com/office/drawing/2014/main" id="{5D1DAA83-16A6-2332-77FF-EEFBBB31C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33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00846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CA8A1B-886B-D62D-7928-545A1CD9E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651"/>
          <a:stretch>
            <a:fillRect/>
          </a:stretch>
        </p:blipFill>
        <p:spPr>
          <a:xfrm>
            <a:off x="2113808" y="1672804"/>
            <a:ext cx="9054848" cy="27676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89BB038-3928-070C-8021-EE526C3CB31B}"/>
              </a:ext>
            </a:extLst>
          </p:cNvPr>
          <p:cNvSpPr txBox="1"/>
          <p:nvPr/>
        </p:nvSpPr>
        <p:spPr>
          <a:xfrm>
            <a:off x="3752382" y="5521492"/>
            <a:ext cx="4464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第四章内容完结</a:t>
            </a:r>
          </a:p>
        </p:txBody>
      </p:sp>
    </p:spTree>
    <p:extLst>
      <p:ext uri="{BB962C8B-B14F-4D97-AF65-F5344CB8AC3E}">
        <p14:creationId xmlns:p14="http://schemas.microsoft.com/office/powerpoint/2010/main" val="2620264924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600396" y="261424"/>
            <a:ext cx="662070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常见随机变量期望与方差（★★★★★）</a:t>
            </a:r>
            <a:endParaRPr lang="zh-CN" altLang="en-US" sz="2935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F28D36-525D-700F-AD2B-982D2F54F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183" y="919711"/>
            <a:ext cx="7770721" cy="574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965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873376" y="2592308"/>
            <a:ext cx="5638914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大数定理</a:t>
            </a:r>
            <a:endParaRPr lang="en-US" altLang="zh-CN" sz="4265" dirty="0">
              <a:solidFill>
                <a:schemeClr val="tx1">
                  <a:lumMod val="75000"/>
                  <a:lumOff val="25000"/>
                </a:schemeClr>
              </a:solidFill>
              <a:latin typeface="Kozuka Gothic Pr6N H" panose="020B0800000000000000" charset="-128"/>
              <a:ea typeface="Kozuka Gothic Pr6N H" panose="020B0800000000000000" charset="-128"/>
              <a:cs typeface="博洋行书 7000" panose="02000600000000000000" pitchFamily="2" charset="-122"/>
            </a:endParaRPr>
          </a:p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与中心极限定理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605683" cy="172264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022802" y="2512890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04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38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9147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大数定理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16C16E6-A895-C3CF-B78C-15558224F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8951" y="1965955"/>
            <a:ext cx="6477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3200" b="1"/>
              <a:t>大</a:t>
            </a:r>
          </a:p>
          <a:p>
            <a:pPr eaLnBrk="1" hangingPunct="1"/>
            <a:r>
              <a:rPr lang="zh-CN" altLang="en-US" sz="3200" b="1"/>
              <a:t>数</a:t>
            </a:r>
          </a:p>
          <a:p>
            <a:pPr eaLnBrk="1" hangingPunct="1"/>
            <a:r>
              <a:rPr lang="zh-CN" altLang="en-US" sz="3200" b="1"/>
              <a:t>定</a:t>
            </a:r>
          </a:p>
          <a:p>
            <a:pPr eaLnBrk="1" hangingPunct="1"/>
            <a:r>
              <a:rPr lang="zh-CN" altLang="en-US" sz="3200" b="1"/>
              <a:t>律</a:t>
            </a:r>
          </a:p>
        </p:txBody>
      </p:sp>
      <p:graphicFrame>
        <p:nvGraphicFramePr>
          <p:cNvPr id="5" name="Object 18">
            <a:extLst>
              <a:ext uri="{FF2B5EF4-FFF2-40B4-BE49-F238E27FC236}">
                <a16:creationId xmlns:a16="http://schemas.microsoft.com/office/drawing/2014/main" id="{C52072D4-77B8-C01F-0712-0EB7F4FA7F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501087"/>
              </p:ext>
            </p:extLst>
          </p:nvPr>
        </p:nvGraphicFramePr>
        <p:xfrm>
          <a:off x="8718188" y="2613357"/>
          <a:ext cx="1697556" cy="948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482400" progId="Equation.DSMT4">
                  <p:embed/>
                </p:oleObj>
              </mc:Choice>
              <mc:Fallback>
                <p:oleObj name="Equation" r:id="rId3" imgW="863280" imgH="482400" progId="Equation.DSMT4">
                  <p:embed/>
                  <p:pic>
                    <p:nvPicPr>
                      <p:cNvPr id="82962" name="Object 18">
                        <a:extLst>
                          <a:ext uri="{FF2B5EF4-FFF2-40B4-BE49-F238E27FC236}">
                            <a16:creationId xmlns:a16="http://schemas.microsoft.com/office/drawing/2014/main" id="{0C55FA64-181A-2730-4380-BD10EAE0A6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8188" y="2613357"/>
                        <a:ext cx="1697556" cy="948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B1E050A6-22B9-683F-F352-A03F34DF10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635999"/>
              </p:ext>
            </p:extLst>
          </p:nvPr>
        </p:nvGraphicFramePr>
        <p:xfrm>
          <a:off x="8890376" y="4157681"/>
          <a:ext cx="1634686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400" imgH="228600" progId="Equation.DSMT4">
                  <p:embed/>
                </p:oleObj>
              </mc:Choice>
              <mc:Fallback>
                <p:oleObj name="Equation" r:id="rId5" imgW="698400" imgH="228600" progId="Equation.DSMT4">
                  <p:embed/>
                  <p:pic>
                    <p:nvPicPr>
                      <p:cNvPr id="82963" name="Object 19">
                        <a:extLst>
                          <a:ext uri="{FF2B5EF4-FFF2-40B4-BE49-F238E27FC236}">
                            <a16:creationId xmlns:a16="http://schemas.microsoft.com/office/drawing/2014/main" id="{D9066135-18D4-2536-1524-16CD4337F4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376" y="4157681"/>
                        <a:ext cx="1634686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>
            <a:extLst>
              <a:ext uri="{FF2B5EF4-FFF2-40B4-BE49-F238E27FC236}">
                <a16:creationId xmlns:a16="http://schemas.microsoft.com/office/drawing/2014/main" id="{C44DEFBF-1184-2EC8-A68C-9B11CE264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761608"/>
              </p:ext>
            </p:extLst>
          </p:nvPr>
        </p:nvGraphicFramePr>
        <p:xfrm>
          <a:off x="8542494" y="1347988"/>
          <a:ext cx="18732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99920" imgH="228600" progId="Equation.DSMT4">
                  <p:embed/>
                </p:oleObj>
              </mc:Choice>
              <mc:Fallback>
                <p:oleObj name="Equation" r:id="rId7" imgW="799920" imgH="228600" progId="Equation.DSMT4">
                  <p:embed/>
                  <p:pic>
                    <p:nvPicPr>
                      <p:cNvPr id="82964" name="Object 20">
                        <a:extLst>
                          <a:ext uri="{FF2B5EF4-FFF2-40B4-BE49-F238E27FC236}">
                            <a16:creationId xmlns:a16="http://schemas.microsoft.com/office/drawing/2014/main" id="{5809C82B-84CD-7492-AA4F-7FECCD5D80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2494" y="1347988"/>
                        <a:ext cx="18732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1">
            <a:extLst>
              <a:ext uri="{FF2B5EF4-FFF2-40B4-BE49-F238E27FC236}">
                <a16:creationId xmlns:a16="http://schemas.microsoft.com/office/drawing/2014/main" id="{E61713C7-8CC3-1057-FDB3-F0F8DFCEC4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577369"/>
              </p:ext>
            </p:extLst>
          </p:nvPr>
        </p:nvGraphicFramePr>
        <p:xfrm>
          <a:off x="2585310" y="1305125"/>
          <a:ext cx="5439465" cy="1217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88960" imgH="583920" progId="Equation.DSMT4">
                  <p:embed/>
                </p:oleObj>
              </mc:Choice>
              <mc:Fallback>
                <p:oleObj name="Equation" r:id="rId9" imgW="3288960" imgH="583920" progId="Equation.DSMT4">
                  <p:embed/>
                  <p:pic>
                    <p:nvPicPr>
                      <p:cNvPr id="82965" name="Object 21">
                        <a:extLst>
                          <a:ext uri="{FF2B5EF4-FFF2-40B4-BE49-F238E27FC236}">
                            <a16:creationId xmlns:a16="http://schemas.microsoft.com/office/drawing/2014/main" id="{06056D8E-19E3-A7F8-EF51-3FFC70D6E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5310" y="1305125"/>
                        <a:ext cx="5439465" cy="1217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>
            <a:extLst>
              <a:ext uri="{FF2B5EF4-FFF2-40B4-BE49-F238E27FC236}">
                <a16:creationId xmlns:a16="http://schemas.microsoft.com/office/drawing/2014/main" id="{D8D7A759-E318-3DA5-F590-F29D70357D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469312"/>
              </p:ext>
            </p:extLst>
          </p:nvPr>
        </p:nvGraphicFramePr>
        <p:xfrm>
          <a:off x="3557342" y="2656146"/>
          <a:ext cx="473075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28720" imgH="660240" progId="Equation.DSMT4">
                  <p:embed/>
                </p:oleObj>
              </mc:Choice>
              <mc:Fallback>
                <p:oleObj name="Equation" r:id="rId11" imgW="2628720" imgH="660240" progId="Equation.DSMT4">
                  <p:embed/>
                  <p:pic>
                    <p:nvPicPr>
                      <p:cNvPr id="82966" name="Object 22">
                        <a:extLst>
                          <a:ext uri="{FF2B5EF4-FFF2-40B4-BE49-F238E27FC236}">
                            <a16:creationId xmlns:a16="http://schemas.microsoft.com/office/drawing/2014/main" id="{CB9F11A1-1920-8A8E-12BD-20FFFD1830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342" y="2656146"/>
                        <a:ext cx="473075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3">
            <a:extLst>
              <a:ext uri="{FF2B5EF4-FFF2-40B4-BE49-F238E27FC236}">
                <a16:creationId xmlns:a16="http://schemas.microsoft.com/office/drawing/2014/main" id="{F3410002-C8FC-7D21-3588-4BFE85A785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918283"/>
              </p:ext>
            </p:extLst>
          </p:nvPr>
        </p:nvGraphicFramePr>
        <p:xfrm>
          <a:off x="3138004" y="4072695"/>
          <a:ext cx="5249506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24080" imgH="660240" progId="Equation.DSMT4">
                  <p:embed/>
                </p:oleObj>
              </mc:Choice>
              <mc:Fallback>
                <p:oleObj name="Equation" r:id="rId13" imgW="3124080" imgH="660240" progId="Equation.DSMT4">
                  <p:embed/>
                  <p:pic>
                    <p:nvPicPr>
                      <p:cNvPr id="82967" name="Object 23">
                        <a:extLst>
                          <a:ext uri="{FF2B5EF4-FFF2-40B4-BE49-F238E27FC236}">
                            <a16:creationId xmlns:a16="http://schemas.microsoft.com/office/drawing/2014/main" id="{D52F828D-B397-99FD-03DC-2A71954A10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004" y="4072695"/>
                        <a:ext cx="5249506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7BF1C73C-0A64-5EFA-B110-8189ACAE33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768183"/>
              </p:ext>
            </p:extLst>
          </p:nvPr>
        </p:nvGraphicFramePr>
        <p:xfrm>
          <a:off x="2857743" y="1646722"/>
          <a:ext cx="321061" cy="3395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40" imgH="1371600" progId="Equation.DSMT4">
                  <p:embed/>
                </p:oleObj>
              </mc:Choice>
              <mc:Fallback>
                <p:oleObj name="Equation" r:id="rId15" imgW="190440" imgH="1371600" progId="Equation.DSMT4">
                  <p:embed/>
                  <p:pic>
                    <p:nvPicPr>
                      <p:cNvPr id="82968" name="Object 24">
                        <a:extLst>
                          <a:ext uri="{FF2B5EF4-FFF2-40B4-BE49-F238E27FC236}">
                            <a16:creationId xmlns:a16="http://schemas.microsoft.com/office/drawing/2014/main" id="{163E2817-F1C3-2B7C-F862-4685CCFBAA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743" y="1646722"/>
                        <a:ext cx="321061" cy="3395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0EB4275E-C1A6-76B1-B8A8-4E745D4DF6FA}"/>
              </a:ext>
            </a:extLst>
          </p:cNvPr>
          <p:cNvSpPr txBox="1"/>
          <p:nvPr/>
        </p:nvSpPr>
        <p:spPr>
          <a:xfrm>
            <a:off x="1671570" y="5309451"/>
            <a:ext cx="10393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一句话总结：在独立条件下，多个随机变量的平均值依概率收敛到数学期望的平均值</a:t>
            </a:r>
          </a:p>
        </p:txBody>
      </p:sp>
      <p:graphicFrame>
        <p:nvGraphicFramePr>
          <p:cNvPr id="14" name="Object 57">
            <a:extLst>
              <a:ext uri="{FF2B5EF4-FFF2-40B4-BE49-F238E27FC236}">
                <a16:creationId xmlns:a16="http://schemas.microsoft.com/office/drawing/2014/main" id="{C7632919-C1AB-3F6F-1BEE-9C05D9C1B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723725"/>
              </p:ext>
            </p:extLst>
          </p:nvPr>
        </p:nvGraphicFramePr>
        <p:xfrm>
          <a:off x="5184719" y="5309451"/>
          <a:ext cx="1156076" cy="1502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07960" imgH="660240" progId="Equation.DSMT4">
                  <p:embed/>
                </p:oleObj>
              </mc:Choice>
              <mc:Fallback>
                <p:oleObj name="Equation" r:id="rId17" imgW="507960" imgH="660240" progId="Equation.DSMT4">
                  <p:embed/>
                  <p:pic>
                    <p:nvPicPr>
                      <p:cNvPr id="56377" name="Object 57">
                        <a:extLst>
                          <a:ext uri="{FF2B5EF4-FFF2-40B4-BE49-F238E27FC236}">
                            <a16:creationId xmlns:a16="http://schemas.microsoft.com/office/drawing/2014/main" id="{B4BE6288-C63A-AF86-8373-A813C8D55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19" y="5309451"/>
                        <a:ext cx="1156076" cy="1502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8">
            <a:extLst>
              <a:ext uri="{FF2B5EF4-FFF2-40B4-BE49-F238E27FC236}">
                <a16:creationId xmlns:a16="http://schemas.microsoft.com/office/drawing/2014/main" id="{34182E53-4928-68EB-AED9-9CE7E017AA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371132"/>
              </p:ext>
            </p:extLst>
          </p:nvPr>
        </p:nvGraphicFramePr>
        <p:xfrm>
          <a:off x="8088929" y="6004726"/>
          <a:ext cx="597793" cy="646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280" imgH="164880" progId="Equation.DSMT4">
                  <p:embed/>
                </p:oleObj>
              </mc:Choice>
              <mc:Fallback>
                <p:oleObj name="Equation" r:id="rId19" imgW="152280" imgH="164880" progId="Equation.DSMT4">
                  <p:embed/>
                  <p:pic>
                    <p:nvPicPr>
                      <p:cNvPr id="56378" name="Object 58">
                        <a:extLst>
                          <a:ext uri="{FF2B5EF4-FFF2-40B4-BE49-F238E27FC236}">
                            <a16:creationId xmlns:a16="http://schemas.microsoft.com/office/drawing/2014/main" id="{235815F7-A49C-8B0D-9005-1F205462B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8929" y="6004726"/>
                        <a:ext cx="597793" cy="646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CDCA7C9-2BF4-87E8-34FC-17E0B60BEA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408876"/>
              </p:ext>
            </p:extLst>
          </p:nvPr>
        </p:nvGraphicFramePr>
        <p:xfrm>
          <a:off x="6634558" y="5544400"/>
          <a:ext cx="1568152" cy="1160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27159" imgH="685682" progId="Equation.DSMT4">
                  <p:embed/>
                </p:oleObj>
              </mc:Choice>
              <mc:Fallback>
                <p:oleObj name="Equation" r:id="rId21" imgW="927159" imgH="68568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634558" y="5544400"/>
                        <a:ext cx="1568152" cy="1160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0A0D60F-4E8F-68AA-F30A-DDF20D3C52CE}"/>
              </a:ext>
            </a:extLst>
          </p:cNvPr>
          <p:cNvCxnSpPr>
            <a:cxnSpLocks/>
          </p:cNvCxnSpPr>
          <p:nvPr/>
        </p:nvCxnSpPr>
        <p:spPr>
          <a:xfrm>
            <a:off x="6273800" y="6315117"/>
            <a:ext cx="360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5635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中心极限定理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E2466D70-C84A-A87C-1C74-1172228AB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240" y="1937651"/>
            <a:ext cx="59503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中</a:t>
            </a:r>
          </a:p>
          <a:p>
            <a:r>
              <a:rPr lang="zh-CN" altLang="en-US" sz="3200" b="1"/>
              <a:t>心</a:t>
            </a:r>
          </a:p>
          <a:p>
            <a:r>
              <a:rPr lang="zh-CN" altLang="en-US" sz="3200" b="1"/>
              <a:t>极</a:t>
            </a:r>
          </a:p>
          <a:p>
            <a:r>
              <a:rPr lang="zh-CN" altLang="en-US" sz="3200" b="1"/>
              <a:t>限</a:t>
            </a:r>
          </a:p>
          <a:p>
            <a:r>
              <a:rPr lang="zh-CN" altLang="en-US" sz="3200" b="1"/>
              <a:t>定</a:t>
            </a:r>
          </a:p>
          <a:p>
            <a:r>
              <a:rPr lang="zh-CN" altLang="en-US" sz="3200" b="1"/>
              <a:t>理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180C4F3-045B-D130-156E-92329E94D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597288"/>
              </p:ext>
            </p:extLst>
          </p:nvPr>
        </p:nvGraphicFramePr>
        <p:xfrm>
          <a:off x="3375865" y="1548500"/>
          <a:ext cx="2269189" cy="952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431640" progId="Equation.DSMT4">
                  <p:embed/>
                </p:oleObj>
              </mc:Choice>
              <mc:Fallback>
                <p:oleObj name="Equation" r:id="rId3" imgW="1028520" imgH="431640" progId="Equation.DSMT4">
                  <p:embed/>
                  <p:pic>
                    <p:nvPicPr>
                      <p:cNvPr id="137220" name="Object 4">
                        <a:extLst>
                          <a:ext uri="{FF2B5EF4-FFF2-40B4-BE49-F238E27FC236}">
                            <a16:creationId xmlns:a16="http://schemas.microsoft.com/office/drawing/2014/main" id="{CE88956B-6FB8-446A-C139-786C9A5023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865" y="1548500"/>
                        <a:ext cx="2269189" cy="952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B9FCCAA-C7E0-DB1B-0A8C-782184B0E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057732"/>
              </p:ext>
            </p:extLst>
          </p:nvPr>
        </p:nvGraphicFramePr>
        <p:xfrm>
          <a:off x="3317530" y="2939271"/>
          <a:ext cx="3435695" cy="105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85720" imgH="457200" progId="Equation.DSMT4">
                  <p:embed/>
                </p:oleObj>
              </mc:Choice>
              <mc:Fallback>
                <p:oleObj name="Equation" r:id="rId5" imgW="1485720" imgH="457200" progId="Equation.DSMT4">
                  <p:embed/>
                  <p:pic>
                    <p:nvPicPr>
                      <p:cNvPr id="137221" name="Object 5">
                        <a:extLst>
                          <a:ext uri="{FF2B5EF4-FFF2-40B4-BE49-F238E27FC236}">
                            <a16:creationId xmlns:a16="http://schemas.microsoft.com/office/drawing/2014/main" id="{F836AB6A-938B-79D5-F237-CAC77E50A4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530" y="2939271"/>
                        <a:ext cx="3435695" cy="1057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1DDB0461-38E8-DCAB-EC11-3616B245EA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242333"/>
              </p:ext>
            </p:extLst>
          </p:nvPr>
        </p:nvGraphicFramePr>
        <p:xfrm>
          <a:off x="6692900" y="1548500"/>
          <a:ext cx="2773411" cy="119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50960" imgH="711000" progId="Equation.DSMT4">
                  <p:embed/>
                </p:oleObj>
              </mc:Choice>
              <mc:Fallback>
                <p:oleObj name="Equation" r:id="rId7" imgW="1650960" imgH="711000" progId="Equation.DSMT4">
                  <p:embed/>
                  <p:pic>
                    <p:nvPicPr>
                      <p:cNvPr id="137222" name="Object 6">
                        <a:extLst>
                          <a:ext uri="{FF2B5EF4-FFF2-40B4-BE49-F238E27FC236}">
                            <a16:creationId xmlns:a16="http://schemas.microsoft.com/office/drawing/2014/main" id="{A2550222-8915-FAB6-47C6-A7E3EE4C6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1548500"/>
                        <a:ext cx="2773411" cy="119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BB0FE027-FF5A-BC5B-CD31-2D97FE5EFA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85228"/>
              </p:ext>
            </p:extLst>
          </p:nvPr>
        </p:nvGraphicFramePr>
        <p:xfrm>
          <a:off x="6682388" y="2983307"/>
          <a:ext cx="278392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01720" imgH="583920" progId="Equation.DSMT4">
                  <p:embed/>
                </p:oleObj>
              </mc:Choice>
              <mc:Fallback>
                <p:oleObj name="Equation" r:id="rId9" imgW="1701720" imgH="583920" progId="Equation.DSMT4">
                  <p:embed/>
                  <p:pic>
                    <p:nvPicPr>
                      <p:cNvPr id="137223" name="Object 7">
                        <a:extLst>
                          <a:ext uri="{FF2B5EF4-FFF2-40B4-BE49-F238E27FC236}">
                            <a16:creationId xmlns:a16="http://schemas.microsoft.com/office/drawing/2014/main" id="{AFDBC72A-D776-5832-EF31-B06CC9CF2C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2388" y="2983307"/>
                        <a:ext cx="2783923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B896DF63-BC0A-9A5E-C55D-4B9BEA6D17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628107"/>
              </p:ext>
            </p:extLst>
          </p:nvPr>
        </p:nvGraphicFramePr>
        <p:xfrm>
          <a:off x="3734272" y="4516310"/>
          <a:ext cx="2096616" cy="902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02960" imgH="431640" progId="Equation.DSMT4">
                  <p:embed/>
                </p:oleObj>
              </mc:Choice>
              <mc:Fallback>
                <p:oleObj name="Equation" r:id="rId11" imgW="1002960" imgH="431640" progId="Equation.DSMT4">
                  <p:embed/>
                  <p:pic>
                    <p:nvPicPr>
                      <p:cNvPr id="137224" name="Object 8">
                        <a:extLst>
                          <a:ext uri="{FF2B5EF4-FFF2-40B4-BE49-F238E27FC236}">
                            <a16:creationId xmlns:a16="http://schemas.microsoft.com/office/drawing/2014/main" id="{A6B011B3-A147-B8F5-B681-429DDFDE51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4272" y="4516310"/>
                        <a:ext cx="2096616" cy="902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28541248-05F9-3CC1-DBE6-3553BA6D92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882428"/>
              </p:ext>
            </p:extLst>
          </p:nvPr>
        </p:nvGraphicFramePr>
        <p:xfrm>
          <a:off x="6888288" y="4568559"/>
          <a:ext cx="237212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65080" imgH="711000" progId="Equation.DSMT4">
                  <p:embed/>
                </p:oleObj>
              </mc:Choice>
              <mc:Fallback>
                <p:oleObj name="Equation" r:id="rId13" imgW="1765080" imgH="711000" progId="Equation.DSMT4">
                  <p:embed/>
                  <p:pic>
                    <p:nvPicPr>
                      <p:cNvPr id="137225" name="Object 9">
                        <a:extLst>
                          <a:ext uri="{FF2B5EF4-FFF2-40B4-BE49-F238E27FC236}">
                            <a16:creationId xmlns:a16="http://schemas.microsoft.com/office/drawing/2014/main" id="{28D68E0D-9CB2-D1CB-75F9-57C4264B6D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288" y="4568559"/>
                        <a:ext cx="2372122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329871DF-CAEC-8BB6-0AE1-D135791C45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005512"/>
              </p:ext>
            </p:extLst>
          </p:nvPr>
        </p:nvGraphicFramePr>
        <p:xfrm>
          <a:off x="3063875" y="1352550"/>
          <a:ext cx="190500" cy="448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40" imgH="1600200" progId="Equation.DSMT4">
                  <p:embed/>
                </p:oleObj>
              </mc:Choice>
              <mc:Fallback>
                <p:oleObj name="Equation" r:id="rId15" imgW="190440" imgH="1600200" progId="Equation.DSMT4">
                  <p:embed/>
                  <p:pic>
                    <p:nvPicPr>
                      <p:cNvPr id="137226" name="Object 10">
                        <a:extLst>
                          <a:ext uri="{FF2B5EF4-FFF2-40B4-BE49-F238E27FC236}">
                            <a16:creationId xmlns:a16="http://schemas.microsoft.com/office/drawing/2014/main" id="{23234C01-D147-ABFD-D7D8-AFAEC6CD72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5" y="1352550"/>
                        <a:ext cx="190500" cy="448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E2C23FB4-4FC0-0467-3ADD-C96A0A581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677" y="5898463"/>
            <a:ext cx="593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注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4CD2BC0E-4A41-F9DA-B2CD-B8F773C4F4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010449"/>
              </p:ext>
            </p:extLst>
          </p:nvPr>
        </p:nvGraphicFramePr>
        <p:xfrm>
          <a:off x="3375865" y="6096385"/>
          <a:ext cx="544027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45960" imgH="228600" progId="Equation.DSMT4">
                  <p:embed/>
                </p:oleObj>
              </mc:Choice>
              <mc:Fallback>
                <p:oleObj name="Equation" r:id="rId17" imgW="2145960" imgH="228600" progId="Equation.DSMT4">
                  <p:embed/>
                  <p:pic>
                    <p:nvPicPr>
                      <p:cNvPr id="137228" name="Object 12">
                        <a:extLst>
                          <a:ext uri="{FF2B5EF4-FFF2-40B4-BE49-F238E27FC236}">
                            <a16:creationId xmlns:a16="http://schemas.microsoft.com/office/drawing/2014/main" id="{30BBBEFC-E969-C736-402B-F1A2814607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865" y="6096385"/>
                        <a:ext cx="544027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79205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667CC801-7FEE-3E16-51D2-9E57D956EB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404365"/>
              </p:ext>
            </p:extLst>
          </p:nvPr>
        </p:nvGraphicFramePr>
        <p:xfrm>
          <a:off x="2978150" y="1305453"/>
          <a:ext cx="7210509" cy="277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84320" imgH="1307880" progId="Equation.DSMT4">
                  <p:embed/>
                </p:oleObj>
              </mc:Choice>
              <mc:Fallback>
                <p:oleObj name="Equation" r:id="rId3" imgW="3784320" imgH="1307880" progId="Equation.DSMT4">
                  <p:embed/>
                  <p:pic>
                    <p:nvPicPr>
                      <p:cNvPr id="106499" name="Object 3">
                        <a:extLst>
                          <a:ext uri="{FF2B5EF4-FFF2-40B4-BE49-F238E27FC236}">
                            <a16:creationId xmlns:a16="http://schemas.microsoft.com/office/drawing/2014/main" id="{2F01DB11-2EA6-F81B-97DD-609B64EFB8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1305453"/>
                        <a:ext cx="7210509" cy="2770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D3AD835D-ECD1-DD25-119F-41CC4F0AD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448068"/>
              </p:ext>
            </p:extLst>
          </p:nvPr>
        </p:nvGraphicFramePr>
        <p:xfrm>
          <a:off x="2772484" y="4641850"/>
          <a:ext cx="7965472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98800" imgH="685800" progId="Equation.DSMT4">
                  <p:embed/>
                </p:oleObj>
              </mc:Choice>
              <mc:Fallback>
                <p:oleObj name="Equation" r:id="rId5" imgW="3898800" imgH="685800" progId="Equation.DSMT4">
                  <p:embed/>
                  <p:pic>
                    <p:nvPicPr>
                      <p:cNvPr id="106500" name="Object 4">
                        <a:extLst>
                          <a:ext uri="{FF2B5EF4-FFF2-40B4-BE49-F238E27FC236}">
                            <a16:creationId xmlns:a16="http://schemas.microsoft.com/office/drawing/2014/main" id="{398A3EE9-7297-2431-40D7-DDF779EF78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484" y="4641850"/>
                        <a:ext cx="7965472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19914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938059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应用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D13053-791A-8125-F3C1-AE7B998EA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610" y="1407878"/>
            <a:ext cx="10451390" cy="478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2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854586" y="2841057"/>
            <a:ext cx="4538086" cy="748640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抽样分布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615555" cy="172264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020736" y="2517181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05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436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4095563" y="564851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F942020-4658-8ACB-2349-D769F3CC4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43" y="272191"/>
            <a:ext cx="4427537" cy="9223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常用统计量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A4EA11C-D6EF-9C0E-638E-DFB5815F11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071534"/>
              </p:ext>
            </p:extLst>
          </p:nvPr>
        </p:nvGraphicFramePr>
        <p:xfrm>
          <a:off x="5338805" y="5685566"/>
          <a:ext cx="11525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3160" imgH="241200" progId="Equation.DSMT4">
                  <p:embed/>
                </p:oleObj>
              </mc:Choice>
              <mc:Fallback>
                <p:oleObj name="Equation" r:id="rId3" imgW="533160" imgH="241200" progId="Equation.DSMT4">
                  <p:embed/>
                  <p:pic>
                    <p:nvPicPr>
                      <p:cNvPr id="515075" name="Object 3">
                        <a:extLst>
                          <a:ext uri="{FF2B5EF4-FFF2-40B4-BE49-F238E27FC236}">
                            <a16:creationId xmlns:a16="http://schemas.microsoft.com/office/drawing/2014/main" id="{D901C566-847C-D2F9-7CEA-D2291F43C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805" y="5685566"/>
                        <a:ext cx="11525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DC225BAD-380E-5FB0-E1EA-B6AA490C8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205" y="1527903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样本均值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4BD68E2-C091-689B-7207-880904853F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29784"/>
              </p:ext>
            </p:extLst>
          </p:nvPr>
        </p:nvGraphicFramePr>
        <p:xfrm>
          <a:off x="4379955" y="1415191"/>
          <a:ext cx="167798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480" imgH="431640" progId="Equation.DSMT4">
                  <p:embed/>
                </p:oleObj>
              </mc:Choice>
              <mc:Fallback>
                <p:oleObj name="Equation" r:id="rId5" imgW="825480" imgH="431640" progId="Equation.DSMT4">
                  <p:embed/>
                  <p:pic>
                    <p:nvPicPr>
                      <p:cNvPr id="515077" name="Object 5">
                        <a:extLst>
                          <a:ext uri="{FF2B5EF4-FFF2-40B4-BE49-F238E27FC236}">
                            <a16:creationId xmlns:a16="http://schemas.microsoft.com/office/drawing/2014/main" id="{880305DD-F3D7-FD99-7978-DC695DD643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955" y="1415191"/>
                        <a:ext cx="1677988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9B69C931-FCDE-76AB-8C10-A3D6E43A8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205" y="2413728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样本方差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19E1CC0-1D88-5AC6-7AA0-2749D0ED7C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821401"/>
              </p:ext>
            </p:extLst>
          </p:nvPr>
        </p:nvGraphicFramePr>
        <p:xfrm>
          <a:off x="4385919" y="2211602"/>
          <a:ext cx="29384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11280" imgH="431640" progId="Equation.DSMT4">
                  <p:embed/>
                </p:oleObj>
              </mc:Choice>
              <mc:Fallback>
                <p:oleObj name="Equation" r:id="rId7" imgW="1511280" imgH="431640" progId="Equation.DSMT4">
                  <p:embed/>
                  <p:pic>
                    <p:nvPicPr>
                      <p:cNvPr id="515079" name="Object 7">
                        <a:extLst>
                          <a:ext uri="{FF2B5EF4-FFF2-40B4-BE49-F238E27FC236}">
                            <a16:creationId xmlns:a16="http://schemas.microsoft.com/office/drawing/2014/main" id="{7DD3B9A6-4A87-5621-9CB2-EFEBD781B6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5919" y="2211602"/>
                        <a:ext cx="293846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ED75524F-6D9E-74E5-E138-449A552CBB0F}"/>
              </a:ext>
            </a:extLst>
          </p:cNvPr>
          <p:cNvGrpSpPr>
            <a:grpSpLocks/>
          </p:cNvGrpSpPr>
          <p:nvPr/>
        </p:nvGrpSpPr>
        <p:grpSpPr bwMode="auto">
          <a:xfrm>
            <a:off x="3452855" y="3224941"/>
            <a:ext cx="2822575" cy="428625"/>
            <a:chOff x="1200" y="1872"/>
            <a:chExt cx="1778" cy="270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D9A03B1C-A9A5-0650-D8CC-5E7C70B66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872"/>
              <a:ext cx="982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样本标准差</a:t>
              </a:r>
            </a:p>
          </p:txBody>
        </p:sp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C2B1F9D2-F9F5-DD0B-0F25-3B7A78CC52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9" y="1872"/>
            <a:ext cx="63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96880" imgH="253800" progId="Equation.DSMT4">
                    <p:embed/>
                  </p:oleObj>
                </mc:Choice>
                <mc:Fallback>
                  <p:oleObj name="Equation" r:id="rId9" imgW="596880" imgH="253800" progId="Equation.DSMT4">
                    <p:embed/>
                    <p:pic>
                      <p:nvPicPr>
                        <p:cNvPr id="515082" name="Object 10">
                          <a:extLst>
                            <a:ext uri="{FF2B5EF4-FFF2-40B4-BE49-F238E27FC236}">
                              <a16:creationId xmlns:a16="http://schemas.microsoft.com/office/drawing/2014/main" id="{2ABBE56C-DE4C-30FF-A27B-F19DDA65B0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" y="1872"/>
                          <a:ext cx="63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11">
            <a:extLst>
              <a:ext uri="{FF2B5EF4-FFF2-40B4-BE49-F238E27FC236}">
                <a16:creationId xmlns:a16="http://schemas.microsoft.com/office/drawing/2014/main" id="{DC4ACED9-0525-E276-8EF7-870F38C3C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43" y="3918678"/>
            <a:ext cx="2355850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tIns="10800" rIns="18000" bIns="108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样本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阶原点矩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4482793-1142-43B5-88D3-661A625ED4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929276"/>
              </p:ext>
            </p:extLst>
          </p:nvPr>
        </p:nvGraphicFramePr>
        <p:xfrm>
          <a:off x="5035593" y="3723416"/>
          <a:ext cx="170973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01440" imgH="431640" progId="Equation.DSMT4">
                  <p:embed/>
                </p:oleObj>
              </mc:Choice>
              <mc:Fallback>
                <p:oleObj name="Equation" r:id="rId11" imgW="901440" imgH="431640" progId="Equation.DSMT4">
                  <p:embed/>
                  <p:pic>
                    <p:nvPicPr>
                      <p:cNvPr id="515084" name="Object 12">
                        <a:extLst>
                          <a:ext uri="{FF2B5EF4-FFF2-40B4-BE49-F238E27FC236}">
                            <a16:creationId xmlns:a16="http://schemas.microsoft.com/office/drawing/2014/main" id="{8641FE99-EEA4-A69F-9505-0BEB0FE0E3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93" y="3723416"/>
                        <a:ext cx="1709737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>
            <a:extLst>
              <a:ext uri="{FF2B5EF4-FFF2-40B4-BE49-F238E27FC236}">
                <a16:creationId xmlns:a16="http://schemas.microsoft.com/office/drawing/2014/main" id="{C65E636D-CA46-A83C-1E1A-CA285177A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80" y="4748941"/>
            <a:ext cx="235585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tIns="10800" rIns="18000" bIns="108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样本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阶中心矩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4E13DC3F-131F-1783-DE83-5BFE63C6D6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116991"/>
              </p:ext>
            </p:extLst>
          </p:nvPr>
        </p:nvGraphicFramePr>
        <p:xfrm>
          <a:off x="5035593" y="4564791"/>
          <a:ext cx="251301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20480" imgH="431640" progId="Equation.DSMT4">
                  <p:embed/>
                </p:oleObj>
              </mc:Choice>
              <mc:Fallback>
                <p:oleObj name="Equation" r:id="rId13" imgW="1320480" imgH="431640" progId="Equation.DSMT4">
                  <p:embed/>
                  <p:pic>
                    <p:nvPicPr>
                      <p:cNvPr id="515086" name="Object 14">
                        <a:extLst>
                          <a:ext uri="{FF2B5EF4-FFF2-40B4-BE49-F238E27FC236}">
                            <a16:creationId xmlns:a16="http://schemas.microsoft.com/office/drawing/2014/main" id="{E0DF5426-C8D6-CBF1-7AF4-EAAE3441CC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93" y="4564791"/>
                        <a:ext cx="2513012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77973306-5D09-5DAC-F9AE-1F08B80119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969663"/>
              </p:ext>
            </p:extLst>
          </p:nvPr>
        </p:nvGraphicFramePr>
        <p:xfrm>
          <a:off x="2962318" y="5601428"/>
          <a:ext cx="23241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31560" imgH="406080" progId="Equation.DSMT4">
                  <p:embed/>
                </p:oleObj>
              </mc:Choice>
              <mc:Fallback>
                <p:oleObj name="Equation" r:id="rId15" imgW="1231560" imgH="406080" progId="Equation.DSMT4">
                  <p:embed/>
                  <p:pic>
                    <p:nvPicPr>
                      <p:cNvPr id="515087" name="Object 15">
                        <a:extLst>
                          <a:ext uri="{FF2B5EF4-FFF2-40B4-BE49-F238E27FC236}">
                            <a16:creationId xmlns:a16="http://schemas.microsoft.com/office/drawing/2014/main" id="{0B6C53B7-3383-3DA6-B319-4B67B5A067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318" y="5601428"/>
                        <a:ext cx="23241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9661C35B-1D78-CA89-E551-3D4D6B32F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802283"/>
              </p:ext>
            </p:extLst>
          </p:nvPr>
        </p:nvGraphicFramePr>
        <p:xfrm>
          <a:off x="7415255" y="1604103"/>
          <a:ext cx="18065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15920" imgH="203040" progId="Equation.DSMT4">
                  <p:embed/>
                </p:oleObj>
              </mc:Choice>
              <mc:Fallback>
                <p:oleObj name="Equation" r:id="rId17" imgW="1015920" imgH="203040" progId="Equation.DSMT4">
                  <p:embed/>
                  <p:pic>
                    <p:nvPicPr>
                      <p:cNvPr id="515088" name="Object 16">
                        <a:extLst>
                          <a:ext uri="{FF2B5EF4-FFF2-40B4-BE49-F238E27FC236}">
                            <a16:creationId xmlns:a16="http://schemas.microsoft.com/office/drawing/2014/main" id="{0E4F72DE-FD67-A318-1DF1-F3EAA1EFD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255" y="1604103"/>
                        <a:ext cx="18065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62F4A30-1608-7CF7-81F4-0C3F6F87BC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005023"/>
              </p:ext>
            </p:extLst>
          </p:nvPr>
        </p:nvGraphicFramePr>
        <p:xfrm>
          <a:off x="7423193" y="2547078"/>
          <a:ext cx="18653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28520" imgH="203040" progId="Equation.DSMT4">
                  <p:embed/>
                </p:oleObj>
              </mc:Choice>
              <mc:Fallback>
                <p:oleObj name="Equation" r:id="rId19" imgW="1028520" imgH="203040" progId="Equation.DSMT4">
                  <p:embed/>
                  <p:pic>
                    <p:nvPicPr>
                      <p:cNvPr id="515089" name="Object 17">
                        <a:extLst>
                          <a:ext uri="{FF2B5EF4-FFF2-40B4-BE49-F238E27FC236}">
                            <a16:creationId xmlns:a16="http://schemas.microsoft.com/office/drawing/2014/main" id="{5E6D074B-0286-52F7-2C28-D83143F23D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3193" y="2547078"/>
                        <a:ext cx="186531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2DAAB9FE-57D9-D50D-9589-6B14ECDC29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445641"/>
              </p:ext>
            </p:extLst>
          </p:nvPr>
        </p:nvGraphicFramePr>
        <p:xfrm>
          <a:off x="7426368" y="3918678"/>
          <a:ext cx="18716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79280" imgH="228600" progId="Equation.DSMT4">
                  <p:embed/>
                </p:oleObj>
              </mc:Choice>
              <mc:Fallback>
                <p:oleObj name="Equation" r:id="rId21" imgW="1079280" imgH="228600" progId="Equation.DSMT4">
                  <p:embed/>
                  <p:pic>
                    <p:nvPicPr>
                      <p:cNvPr id="515090" name="Object 18">
                        <a:extLst>
                          <a:ext uri="{FF2B5EF4-FFF2-40B4-BE49-F238E27FC236}">
                            <a16:creationId xmlns:a16="http://schemas.microsoft.com/office/drawing/2014/main" id="{0150BC79-52A6-ECB1-1F15-3E1B089C7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6368" y="3918678"/>
                        <a:ext cx="18716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99BFD182-99B6-1158-9F0F-C6B74AACA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088400"/>
              </p:ext>
            </p:extLst>
          </p:nvPr>
        </p:nvGraphicFramePr>
        <p:xfrm>
          <a:off x="7426368" y="4766403"/>
          <a:ext cx="25431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34960" imgH="228600" progId="Equation.DSMT4">
                  <p:embed/>
                </p:oleObj>
              </mc:Choice>
              <mc:Fallback>
                <p:oleObj name="Equation" r:id="rId23" imgW="1434960" imgH="228600" progId="Equation.DSMT4">
                  <p:embed/>
                  <p:pic>
                    <p:nvPicPr>
                      <p:cNvPr id="515091" name="Object 19">
                        <a:extLst>
                          <a:ext uri="{FF2B5EF4-FFF2-40B4-BE49-F238E27FC236}">
                            <a16:creationId xmlns:a16="http://schemas.microsoft.com/office/drawing/2014/main" id="{E4149A33-9551-EA53-A7C1-A5B5532E18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6368" y="4766403"/>
                        <a:ext cx="25431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0">
            <a:extLst>
              <a:ext uri="{FF2B5EF4-FFF2-40B4-BE49-F238E27FC236}">
                <a16:creationId xmlns:a16="http://schemas.microsoft.com/office/drawing/2014/main" id="{00965BAB-4658-75FC-1717-59037D670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818" y="5672866"/>
            <a:ext cx="9953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800" b="1">
                <a:solidFill>
                  <a:srgbClr val="FF0000"/>
                </a:solidFill>
              </a:rPr>
              <a:t>注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AF5863-EFEA-6BBD-5B66-012182A92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055" y="1756503"/>
            <a:ext cx="144463" cy="144463"/>
          </a:xfrm>
          <a:prstGeom prst="ellipse">
            <a:avLst/>
          </a:prstGeom>
          <a:solidFill>
            <a:srgbClr val="00FFFF"/>
          </a:solidFill>
          <a:ln w="19050" algn="ctr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6367C8-BE65-258A-EFFC-7BC1F4145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43" y="4061553"/>
            <a:ext cx="144462" cy="144463"/>
          </a:xfrm>
          <a:prstGeom prst="ellipse">
            <a:avLst/>
          </a:prstGeom>
          <a:solidFill>
            <a:srgbClr val="0099FF"/>
          </a:solidFill>
          <a:ln w="19050" algn="ctr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846D208-6653-DC9C-F902-CD9370DDB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630" y="4909278"/>
            <a:ext cx="144463" cy="144463"/>
          </a:xfrm>
          <a:prstGeom prst="ellipse">
            <a:avLst/>
          </a:prstGeom>
          <a:solidFill>
            <a:srgbClr val="FF99FF"/>
          </a:solidFill>
          <a:ln w="19050" algn="ctr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5348D79-0655-CB88-52FF-C6F21A619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055" y="2605816"/>
            <a:ext cx="144463" cy="144462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56616ABE-8EB3-041C-0797-C994E08A6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835238"/>
              </p:ext>
            </p:extLst>
          </p:nvPr>
        </p:nvGraphicFramePr>
        <p:xfrm>
          <a:off x="6562768" y="5556978"/>
          <a:ext cx="30956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600200" imgH="431640" progId="Equation.DSMT4">
                  <p:embed/>
                </p:oleObj>
              </mc:Choice>
              <mc:Fallback>
                <p:oleObj name="Equation" r:id="rId25" imgW="1600200" imgH="431640" progId="Equation.DSMT4">
                  <p:embed/>
                  <p:pic>
                    <p:nvPicPr>
                      <p:cNvPr id="515097" name="Object 25">
                        <a:extLst>
                          <a:ext uri="{FF2B5EF4-FFF2-40B4-BE49-F238E27FC236}">
                            <a16:creationId xmlns:a16="http://schemas.microsoft.com/office/drawing/2014/main" id="{7F57B2DD-FECE-59BD-05EB-324957097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68" y="5556978"/>
                        <a:ext cx="309562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50138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 autoUpdateAnimBg="0"/>
      <p:bldP spid="7" grpId="0" build="p" autoUpdateAnimBg="0"/>
      <p:bldP spid="12" grpId="0" build="p" autoUpdateAnimBg="0"/>
      <p:bldP spid="14" grpId="0" build="p" autoUpdateAnimBg="0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6243999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考点一：三种抽样分布（★★★★★）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2C7B823-52D6-5B7D-B722-0EF99D114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092" y="1518047"/>
            <a:ext cx="1894986" cy="52322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一 </a:t>
            </a:r>
            <a:r>
              <a:rPr kumimoji="1" lang="zh-CN" altLang="en-US" sz="2800" b="1" i="1" u="sng" dirty="0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</a:t>
            </a:r>
            <a:r>
              <a:rPr kumimoji="1" lang="en-US" altLang="zh-CN" sz="2800" b="1" u="sng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zh-CN" altLang="en-US" sz="28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6E349C0-5A06-7719-5336-6FFAAEB0A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7083" y="1232102"/>
            <a:ext cx="8316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定义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 设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,…,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 err="1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是正态总体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,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1)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的样本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800" dirty="0">
                <a:solidFill>
                  <a:srgbClr val="000066"/>
                </a:solidFill>
                <a:sym typeface="Symbol" panose="05050102010706020507" pitchFamily="18" charset="2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则称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E7142ED-5106-0F34-EC41-51285EF4E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909520"/>
              </p:ext>
            </p:extLst>
          </p:nvPr>
        </p:nvGraphicFramePr>
        <p:xfrm>
          <a:off x="5664322" y="1823547"/>
          <a:ext cx="3308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241200" progId="Equation.DSMT4">
                  <p:embed/>
                </p:oleObj>
              </mc:Choice>
              <mc:Fallback>
                <p:oleObj name="Equation" r:id="rId3" imgW="1511280" imgH="241200" progId="Equation.DSMT4">
                  <p:embed/>
                  <p:pic>
                    <p:nvPicPr>
                      <p:cNvPr id="519173" name="Object 5">
                        <a:extLst>
                          <a:ext uri="{FF2B5EF4-FFF2-40B4-BE49-F238E27FC236}">
                            <a16:creationId xmlns:a16="http://schemas.microsoft.com/office/drawing/2014/main" id="{C7D32983-1DF1-8E07-0DFF-D3D7249DA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322" y="1823547"/>
                        <a:ext cx="33083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1C233CE8-34EE-5C9A-0273-DF6625C27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747" y="2297081"/>
            <a:ext cx="7489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服从自由度为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n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</a:t>
            </a:r>
            <a:r>
              <a:rPr kumimoji="1" lang="zh-CN" altLang="en-US" sz="2800" b="1" i="1" dirty="0">
                <a:solidFill>
                  <a:srgbClr val="FF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</a:t>
            </a:r>
            <a:r>
              <a:rPr kumimoji="1" lang="en-US" altLang="zh-CN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分布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记</a:t>
            </a:r>
            <a:r>
              <a:rPr kumimoji="1" lang="zh-CN" altLang="en-US" sz="2400" b="1" i="1" dirty="0">
                <a:solidFill>
                  <a:srgbClr val="FF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</a:t>
            </a:r>
            <a:r>
              <a:rPr kumimoji="1"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~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</a:t>
            </a:r>
            <a:r>
              <a:rPr kumimoji="1"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800" dirty="0">
                <a:solidFill>
                  <a:srgbClr val="000066"/>
                </a:solidFill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532B24AD-1DDA-0BCB-F776-028ADB5B5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350" y="1823547"/>
            <a:ext cx="3722809" cy="462285"/>
          </a:xfrm>
          <a:prstGeom prst="rect">
            <a:avLst/>
          </a:prstGeom>
          <a:noFill/>
          <a:ln w="28575" algn="ctr">
            <a:solidFill>
              <a:schemeClr val="accent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 sz="16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9DBFB3DF-B84D-5789-AC27-95D89C949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092" y="3480268"/>
            <a:ext cx="1894986" cy="52322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二 </a:t>
            </a:r>
            <a:r>
              <a:rPr kumimoji="1" lang="en-US" altLang="zh-CN" sz="2800" b="1" i="1" u="sng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 </a:t>
            </a:r>
            <a:r>
              <a:rPr kumimoji="1" lang="zh-CN" altLang="en-US" sz="28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C6CC549C-E151-6EA2-320B-D07AD26C4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7083" y="3023123"/>
            <a:ext cx="8316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定义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 设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~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(0,1),</a:t>
            </a:r>
            <a:r>
              <a:rPr kumimoji="1" lang="en-US" altLang="zh-CN" sz="2800" dirty="0">
                <a:solidFill>
                  <a:srgbClr val="000066"/>
                </a:solidFill>
                <a:sym typeface="Symbol" panose="05050102010706020507" pitchFamily="18" charset="2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~ 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1"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独立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则称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5D11E78A-6019-52EA-BAE9-9A65CD964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010939"/>
              </p:ext>
            </p:extLst>
          </p:nvPr>
        </p:nvGraphicFramePr>
        <p:xfrm>
          <a:off x="6388344" y="3555813"/>
          <a:ext cx="15430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560" imgH="431640" progId="Equation.DSMT4">
                  <p:embed/>
                </p:oleObj>
              </mc:Choice>
              <mc:Fallback>
                <p:oleObj name="Equation" r:id="rId5" imgW="736560" imgH="431640" progId="Equation.DSMT4">
                  <p:embed/>
                  <p:pic>
                    <p:nvPicPr>
                      <p:cNvPr id="522246" name="Object 6">
                        <a:extLst>
                          <a:ext uri="{FF2B5EF4-FFF2-40B4-BE49-F238E27FC236}">
                            <a16:creationId xmlns:a16="http://schemas.microsoft.com/office/drawing/2014/main" id="{AFE049A6-521A-B96A-5517-49BBEF0957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344" y="3555813"/>
                        <a:ext cx="15430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7">
            <a:extLst>
              <a:ext uri="{FF2B5EF4-FFF2-40B4-BE49-F238E27FC236}">
                <a16:creationId xmlns:a16="http://schemas.microsoft.com/office/drawing/2014/main" id="{E89B1CD4-13F0-51F8-9CCF-37F224A65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3025" y="4351943"/>
            <a:ext cx="7489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服从自由度为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n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分布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记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~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800" dirty="0">
                <a:solidFill>
                  <a:srgbClr val="000066"/>
                </a:solidFill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4D0DA95E-AC57-CA15-4B19-E7645AC2D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030" y="3583242"/>
            <a:ext cx="1998420" cy="867921"/>
          </a:xfrm>
          <a:prstGeom prst="rect">
            <a:avLst/>
          </a:prstGeom>
          <a:noFill/>
          <a:ln w="28575" algn="ctr">
            <a:solidFill>
              <a:srgbClr val="0099FF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 sz="1600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2D14A97B-54C8-569F-847A-5736E05FC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092" y="5442489"/>
            <a:ext cx="1894986" cy="52322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 </a:t>
            </a:r>
            <a:r>
              <a:rPr kumimoji="1" lang="en-US" altLang="zh-CN" sz="2800" b="1" i="1" u="sng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F</a:t>
            </a:r>
            <a:r>
              <a:rPr kumimoji="1" lang="zh-CN" altLang="en-US" sz="28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F5D0D213-671A-B07E-3589-4637DEF21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7083" y="4875163"/>
            <a:ext cx="8316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定义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  设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~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),</a:t>
            </a:r>
            <a:r>
              <a:rPr kumimoji="1" lang="en-US" altLang="zh-CN" sz="2800" dirty="0">
                <a:solidFill>
                  <a:srgbClr val="000066"/>
                </a:solidFill>
                <a:sym typeface="Symbol" panose="05050102010706020507" pitchFamily="18" charset="2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~ 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1"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独立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则称</a:t>
            </a:r>
          </a:p>
        </p:txBody>
      </p:sp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B29F747B-F12F-308E-F16E-1F46211ECF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095987"/>
              </p:ext>
            </p:extLst>
          </p:nvPr>
        </p:nvGraphicFramePr>
        <p:xfrm>
          <a:off x="6247670" y="5466670"/>
          <a:ext cx="158432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600" imgH="444240" progId="Equation.DSMT4">
                  <p:embed/>
                </p:oleObj>
              </mc:Choice>
              <mc:Fallback>
                <p:oleObj name="Equation" r:id="rId7" imgW="723600" imgH="444240" progId="Equation.DSMT4">
                  <p:embed/>
                  <p:pic>
                    <p:nvPicPr>
                      <p:cNvPr id="523270" name="Object 6">
                        <a:extLst>
                          <a:ext uri="{FF2B5EF4-FFF2-40B4-BE49-F238E27FC236}">
                            <a16:creationId xmlns:a16="http://schemas.microsoft.com/office/drawing/2014/main" id="{801D5323-E220-CC71-8F2B-2FEB68A64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7670" y="5466670"/>
                        <a:ext cx="158432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>
            <a:extLst>
              <a:ext uri="{FF2B5EF4-FFF2-40B4-BE49-F238E27FC236}">
                <a16:creationId xmlns:a16="http://schemas.microsoft.com/office/drawing/2014/main" id="{0A640B48-6543-62DF-39C2-132AF2AAE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7083" y="6301695"/>
            <a:ext cx="7489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服从自由度为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,n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的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F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分布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>
                <a:latin typeface="Times New Roman" panose="02020603050405020304" pitchFamily="18" charset="0"/>
              </a:rPr>
              <a:t>记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F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~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F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,n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800">
                <a:solidFill>
                  <a:srgbClr val="000066"/>
                </a:solidFill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DAE1ECDC-66F8-1E21-7ED3-CD849BC73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0358" y="5400928"/>
            <a:ext cx="1834292" cy="963612"/>
          </a:xfrm>
          <a:prstGeom prst="rect">
            <a:avLst/>
          </a:prstGeom>
          <a:noFill/>
          <a:ln w="28575" algn="ctr">
            <a:solidFill>
              <a:srgbClr val="9933FF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985953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utoUpdateAnimBg="0"/>
      <p:bldP spid="4" grpId="0" build="p" autoUpdateAnimBg="0"/>
      <p:bldP spid="6" grpId="0" build="p" autoUpdateAnimBg="0"/>
      <p:bldP spid="9" grpId="0" build="p" autoUpdateAnimBg="0"/>
      <p:bldP spid="10" grpId="0" build="p" autoUpdateAnimBg="0"/>
      <p:bldP spid="12" grpId="0" build="p" autoUpdateAnimBg="0"/>
      <p:bldP spid="14" grpId="0" build="p" autoUpdateAnimBg="0"/>
      <p:bldP spid="15" grpId="0" build="p" autoUpdateAnimBg="0"/>
      <p:bldP spid="17" grpId="0" build="p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A343121-1324-CCAB-83D6-A8953680A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452495"/>
            <a:ext cx="9632950" cy="407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44194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88C35695-BA11-4594-D8D3-B2AC96C91B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961957"/>
              </p:ext>
            </p:extLst>
          </p:nvPr>
        </p:nvGraphicFramePr>
        <p:xfrm>
          <a:off x="2189592" y="1316123"/>
          <a:ext cx="24653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419040" progId="Equation.DSMT4">
                  <p:embed/>
                </p:oleObj>
              </mc:Choice>
              <mc:Fallback>
                <p:oleObj name="Equation" r:id="rId3" imgW="1155600" imgH="419040" progId="Equation.DSMT4">
                  <p:embed/>
                  <p:pic>
                    <p:nvPicPr>
                      <p:cNvPr id="524291" name="Object 3">
                        <a:extLst>
                          <a:ext uri="{FF2B5EF4-FFF2-40B4-BE49-F238E27FC236}">
                            <a16:creationId xmlns:a16="http://schemas.microsoft.com/office/drawing/2014/main" id="{B839C9F3-A7A6-E19D-8478-293FE60C7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592" y="1316123"/>
                        <a:ext cx="24653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C30FCB2-C54C-49BF-25A6-F7858E516E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356370"/>
              </p:ext>
            </p:extLst>
          </p:nvPr>
        </p:nvGraphicFramePr>
        <p:xfrm>
          <a:off x="2226104" y="2878223"/>
          <a:ext cx="31194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406080" progId="Equation.DSMT4">
                  <p:embed/>
                </p:oleObj>
              </mc:Choice>
              <mc:Fallback>
                <p:oleObj name="Equation" r:id="rId5" imgW="1511280" imgH="406080" progId="Equation.DSMT4">
                  <p:embed/>
                  <p:pic>
                    <p:nvPicPr>
                      <p:cNvPr id="524292" name="Object 4">
                        <a:extLst>
                          <a:ext uri="{FF2B5EF4-FFF2-40B4-BE49-F238E27FC236}">
                            <a16:creationId xmlns:a16="http://schemas.microsoft.com/office/drawing/2014/main" id="{BEBEE4C7-8119-99DD-EEB5-352F47FBF5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104" y="2878223"/>
                        <a:ext cx="311943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2D6CD29-98FB-7885-EE43-FBFE111B61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169744"/>
              </p:ext>
            </p:extLst>
          </p:nvPr>
        </p:nvGraphicFramePr>
        <p:xfrm>
          <a:off x="2197529" y="2263860"/>
          <a:ext cx="29448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0" imgH="228600" progId="Equation.DSMT4">
                  <p:embed/>
                </p:oleObj>
              </mc:Choice>
              <mc:Fallback>
                <p:oleObj name="Equation" r:id="rId7" imgW="1396800" imgH="228600" progId="Equation.DSMT4">
                  <p:embed/>
                  <p:pic>
                    <p:nvPicPr>
                      <p:cNvPr id="524293" name="Object 5">
                        <a:extLst>
                          <a:ext uri="{FF2B5EF4-FFF2-40B4-BE49-F238E27FC236}">
                            <a16:creationId xmlns:a16="http://schemas.microsoft.com/office/drawing/2014/main" id="{D42534FB-5BAF-8288-24DB-DE25A03411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529" y="2263860"/>
                        <a:ext cx="29448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6D3D5DB2-30BF-1BA5-97C1-C0F9B38C28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760293"/>
              </p:ext>
            </p:extLst>
          </p:nvPr>
        </p:nvGraphicFramePr>
        <p:xfrm>
          <a:off x="5286805" y="2933359"/>
          <a:ext cx="4054046" cy="873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42920" imgH="431640" progId="Equation.DSMT4">
                  <p:embed/>
                </p:oleObj>
              </mc:Choice>
              <mc:Fallback>
                <p:oleObj name="Equation" r:id="rId9" imgW="1942920" imgH="431640" progId="Equation.DSMT4">
                  <p:embed/>
                  <p:pic>
                    <p:nvPicPr>
                      <p:cNvPr id="524296" name="Object 8">
                        <a:extLst>
                          <a:ext uri="{FF2B5EF4-FFF2-40B4-BE49-F238E27FC236}">
                            <a16:creationId xmlns:a16="http://schemas.microsoft.com/office/drawing/2014/main" id="{E54B8E06-3AA1-C980-C1AD-BC9D1F074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805" y="2933359"/>
                        <a:ext cx="4054046" cy="873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526D5F07-4AEB-667F-EA6C-B932BC0F19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17528"/>
              </p:ext>
            </p:extLst>
          </p:nvPr>
        </p:nvGraphicFramePr>
        <p:xfrm>
          <a:off x="4637517" y="1412960"/>
          <a:ext cx="2976562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90640" imgH="482400" progId="Equation.3">
                  <p:embed/>
                </p:oleObj>
              </mc:Choice>
              <mc:Fallback>
                <p:oleObj name="公式" r:id="rId11" imgW="1790640" imgH="482400" progId="Equation.3">
                  <p:embed/>
                  <p:pic>
                    <p:nvPicPr>
                      <p:cNvPr id="524299" name="Object 11">
                        <a:extLst>
                          <a:ext uri="{FF2B5EF4-FFF2-40B4-BE49-F238E27FC236}">
                            <a16:creationId xmlns:a16="http://schemas.microsoft.com/office/drawing/2014/main" id="{7F9797B8-4FB7-FF05-0F82-E1FF15121E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517" y="1412960"/>
                        <a:ext cx="2976562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7489EA23-7EA8-3B7B-297F-E3749FC4A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6104" y="403312"/>
            <a:ext cx="8027988" cy="588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四 正态总体的样本均值和样本方差的分布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A908DD-AB79-68C2-B922-25BB8F04A19F}"/>
              </a:ext>
            </a:extLst>
          </p:cNvPr>
          <p:cNvSpPr txBox="1"/>
          <p:nvPr/>
        </p:nvSpPr>
        <p:spPr>
          <a:xfrm>
            <a:off x="2070100" y="3937000"/>
            <a:ext cx="285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特别注意（</a:t>
            </a:r>
            <a:r>
              <a:rPr lang="en-US" altLang="zh-CN" sz="2400" b="1" dirty="0">
                <a:solidFill>
                  <a:srgbClr val="FF0000"/>
                </a:solidFill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</a:rPr>
              <a:t>）！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B95E74B-49D6-5AF1-CD89-91D5C604E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112259"/>
              </p:ext>
            </p:extLst>
          </p:nvPr>
        </p:nvGraphicFramePr>
        <p:xfrm>
          <a:off x="2192055" y="4897523"/>
          <a:ext cx="2067424" cy="1064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88840" imgH="457200" progId="Equation.DSMT4">
                  <p:embed/>
                </p:oleObj>
              </mc:Choice>
              <mc:Fallback>
                <p:oleObj name="Equation" r:id="rId13" imgW="8888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92055" y="4897523"/>
                        <a:ext cx="2067424" cy="10645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84EB62F-150E-306F-166C-A77FF5C9D0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793040"/>
              </p:ext>
            </p:extLst>
          </p:nvPr>
        </p:nvGraphicFramePr>
        <p:xfrm>
          <a:off x="4144962" y="4985009"/>
          <a:ext cx="1658938" cy="710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33160" imgH="228600" progId="Equation.DSMT4">
                  <p:embed/>
                </p:oleObj>
              </mc:Choice>
              <mc:Fallback>
                <p:oleObj name="Equation" r:id="rId15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44962" y="4985009"/>
                        <a:ext cx="1658938" cy="710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A41D13C-69A4-0A97-ED85-B3A9C48BD0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589946"/>
              </p:ext>
            </p:extLst>
          </p:nvPr>
        </p:nvGraphicFramePr>
        <p:xfrm>
          <a:off x="6807779" y="4865020"/>
          <a:ext cx="2249487" cy="1111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27000" imgH="457200" progId="Equation.DSMT4">
                  <p:embed/>
                </p:oleObj>
              </mc:Choice>
              <mc:Fallback>
                <p:oleObj name="Equation" r:id="rId17" imgW="927000" imgH="457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B95E74B-49D6-5AF1-CD89-91D5C604E6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07779" y="4865020"/>
                        <a:ext cx="2249487" cy="11114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347E828-3604-A3E0-C10B-7BCA2A608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571452"/>
              </p:ext>
            </p:extLst>
          </p:nvPr>
        </p:nvGraphicFramePr>
        <p:xfrm>
          <a:off x="8996363" y="5025646"/>
          <a:ext cx="2330021" cy="722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36560" imgH="228600" progId="Equation.DSMT4">
                  <p:embed/>
                </p:oleObj>
              </mc:Choice>
              <mc:Fallback>
                <p:oleObj name="Equation" r:id="rId19" imgW="73656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84EB62F-150E-306F-166C-A77FF5C9D0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96363" y="5025646"/>
                        <a:ext cx="2330021" cy="722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39B67A0F-E85C-FBA7-29FB-94DF8962388B}"/>
              </a:ext>
            </a:extLst>
          </p:cNvPr>
          <p:cNvSpPr txBox="1"/>
          <p:nvPr/>
        </p:nvSpPr>
        <p:spPr>
          <a:xfrm>
            <a:off x="4696254" y="5962080"/>
            <a:ext cx="2396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区分这两个式子</a:t>
            </a:r>
          </a:p>
        </p:txBody>
      </p:sp>
    </p:spTree>
    <p:extLst>
      <p:ext uri="{BB962C8B-B14F-4D97-AF65-F5344CB8AC3E}">
        <p14:creationId xmlns:p14="http://schemas.microsoft.com/office/powerpoint/2010/main" val="8482157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看看题型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0DA92F0-6F89-25AA-B9F5-342CC6F843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805395"/>
              </p:ext>
            </p:extLst>
          </p:nvPr>
        </p:nvGraphicFramePr>
        <p:xfrm>
          <a:off x="2905039" y="1805116"/>
          <a:ext cx="7489825" cy="259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65280" imgH="1168200" progId="Equation.DSMT4">
                  <p:embed/>
                </p:oleObj>
              </mc:Choice>
              <mc:Fallback>
                <p:oleObj name="Equation" r:id="rId3" imgW="3365280" imgH="1168200" progId="Equation.DSMT4">
                  <p:embed/>
                  <p:pic>
                    <p:nvPicPr>
                      <p:cNvPr id="530435" name="Object 3">
                        <a:extLst>
                          <a:ext uri="{FF2B5EF4-FFF2-40B4-BE49-F238E27FC236}">
                            <a16:creationId xmlns:a16="http://schemas.microsoft.com/office/drawing/2014/main" id="{9C2743E1-5C99-EDC9-9536-D0380E2C73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039" y="1805116"/>
                        <a:ext cx="7489825" cy="259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5">
            <a:extLst>
              <a:ext uri="{FF2B5EF4-FFF2-40B4-BE49-F238E27FC236}">
                <a16:creationId xmlns:a16="http://schemas.microsoft.com/office/drawing/2014/main" id="{BB8BBD23-382D-B83C-4BEF-259FD91731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5489" y="3968879"/>
            <a:ext cx="2151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9D1A73D9-7892-35F2-5DDA-DF471AF37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727" y="5142041"/>
            <a:ext cx="4310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~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),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~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A6C3A91C-8856-95E9-EF33-368A389DDE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61027" y="5624641"/>
            <a:ext cx="2193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DE168BB7-6182-72AC-7E4E-E5BEFAE623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780839"/>
              </p:ext>
            </p:extLst>
          </p:nvPr>
        </p:nvGraphicFramePr>
        <p:xfrm>
          <a:off x="6721389" y="3395791"/>
          <a:ext cx="12239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5000" imgH="203040" progId="Equation.DSMT4">
                  <p:embed/>
                </p:oleObj>
              </mc:Choice>
              <mc:Fallback>
                <p:oleObj name="Equation" r:id="rId5" imgW="495000" imgH="203040" progId="Equation.DSMT4">
                  <p:embed/>
                  <p:pic>
                    <p:nvPicPr>
                      <p:cNvPr id="530440" name="Object 8">
                        <a:extLst>
                          <a:ext uri="{FF2B5EF4-FFF2-40B4-BE49-F238E27FC236}">
                            <a16:creationId xmlns:a16="http://schemas.microsoft.com/office/drawing/2014/main" id="{214F433A-9817-BBB1-FD1D-73693EB8CB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389" y="3395791"/>
                        <a:ext cx="122396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5DD03904-DFA1-339A-8DF4-022440BEE4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740794"/>
              </p:ext>
            </p:extLst>
          </p:nvPr>
        </p:nvGraphicFramePr>
        <p:xfrm>
          <a:off x="6434052" y="5126166"/>
          <a:ext cx="136842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0560" imgH="203040" progId="Equation.DSMT4">
                  <p:embed/>
                </p:oleObj>
              </mc:Choice>
              <mc:Fallback>
                <p:oleObj name="Equation" r:id="rId7" imgW="520560" imgH="203040" progId="Equation.DSMT4">
                  <p:embed/>
                  <p:pic>
                    <p:nvPicPr>
                      <p:cNvPr id="530441" name="Object 9">
                        <a:extLst>
                          <a:ext uri="{FF2B5EF4-FFF2-40B4-BE49-F238E27FC236}">
                            <a16:creationId xmlns:a16="http://schemas.microsoft.com/office/drawing/2014/main" id="{63A29E8A-8BBC-4D8A-E850-D7C61EF611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052" y="5126166"/>
                        <a:ext cx="136842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7822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BA99163-00D8-BBD5-120E-8FBF7254F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957791"/>
              </p:ext>
            </p:extLst>
          </p:nvPr>
        </p:nvGraphicFramePr>
        <p:xfrm>
          <a:off x="2583763" y="1654175"/>
          <a:ext cx="7345363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606480" imgH="558720" progId="Equation.3">
                  <p:embed/>
                </p:oleObj>
              </mc:Choice>
              <mc:Fallback>
                <p:oleObj name="公式" r:id="rId3" imgW="3606480" imgH="558720" progId="Equation.3">
                  <p:embed/>
                  <p:pic>
                    <p:nvPicPr>
                      <p:cNvPr id="532482" name="Object 2">
                        <a:extLst>
                          <a:ext uri="{FF2B5EF4-FFF2-40B4-BE49-F238E27FC236}">
                            <a16:creationId xmlns:a16="http://schemas.microsoft.com/office/drawing/2014/main" id="{A056817A-D127-8E08-51B3-632F8A88B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3763" y="1654175"/>
                        <a:ext cx="7345363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FD9042C-D516-596E-48D9-5396ABA5E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538280"/>
              </p:ext>
            </p:extLst>
          </p:nvPr>
        </p:nvGraphicFramePr>
        <p:xfrm>
          <a:off x="2583763" y="2733675"/>
          <a:ext cx="65532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76360" imgH="888840" progId="Equation.DSMT4">
                  <p:embed/>
                </p:oleObj>
              </mc:Choice>
              <mc:Fallback>
                <p:oleObj name="Equation" r:id="rId5" imgW="3276360" imgH="888840" progId="Equation.DSMT4">
                  <p:embed/>
                  <p:pic>
                    <p:nvPicPr>
                      <p:cNvPr id="532483" name="Object 3">
                        <a:extLst>
                          <a:ext uri="{FF2B5EF4-FFF2-40B4-BE49-F238E27FC236}">
                            <a16:creationId xmlns:a16="http://schemas.microsoft.com/office/drawing/2014/main" id="{27568BE4-5BAF-8DBE-625F-CD2AC0119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3763" y="2733675"/>
                        <a:ext cx="65532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>
            <a:extLst>
              <a:ext uri="{FF2B5EF4-FFF2-40B4-BE49-F238E27FC236}">
                <a16:creationId xmlns:a16="http://schemas.microsoft.com/office/drawing/2014/main" id="{227A9145-78FD-7731-4F7F-AFE7C6FF4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6876" y="2230438"/>
            <a:ext cx="931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3200" b="1">
                <a:solidFill>
                  <a:srgbClr val="3366FF"/>
                </a:solidFill>
                <a:latin typeface="Times New Roman" panose="02020603050405020304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9644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569492" y="2498027"/>
            <a:ext cx="5257914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点估计</a:t>
            </a:r>
            <a:endParaRPr lang="en-US" altLang="zh-CN" sz="4265" dirty="0">
              <a:solidFill>
                <a:schemeClr val="tx1">
                  <a:lumMod val="75000"/>
                  <a:lumOff val="25000"/>
                </a:schemeClr>
              </a:solidFill>
              <a:latin typeface="Kozuka Gothic Pr6N H" panose="020B0800000000000000" charset="-128"/>
              <a:ea typeface="Kozuka Gothic Pr6N H" panose="020B0800000000000000" charset="-128"/>
              <a:cs typeface="博洋行书 7000" panose="02000600000000000000" pitchFamily="2" charset="-122"/>
            </a:endParaRPr>
          </a:p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与区间估计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615555" cy="160199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027738" y="2498027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06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356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795666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一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点估计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8E5B56-3EBE-C4BF-22C8-740D1022E65E}"/>
              </a:ext>
            </a:extLst>
          </p:cNvPr>
          <p:cNvSpPr txBox="1"/>
          <p:nvPr/>
        </p:nvSpPr>
        <p:spPr>
          <a:xfrm>
            <a:off x="2590800" y="2127250"/>
            <a:ext cx="7797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1.</a:t>
            </a:r>
            <a:r>
              <a:rPr lang="zh-CN" altLang="en-US" sz="3200" b="1" dirty="0"/>
              <a:t>矩估计   （原理：辛钦大数定理）</a:t>
            </a:r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r>
              <a:rPr lang="en-US" altLang="zh-CN" sz="3200" b="1" dirty="0"/>
              <a:t>2.</a:t>
            </a:r>
            <a:r>
              <a:rPr lang="zh-CN" altLang="en-US" sz="3200" b="1" dirty="0"/>
              <a:t>极大似然估计（需要知道分布函数）</a:t>
            </a:r>
          </a:p>
        </p:txBody>
      </p:sp>
    </p:spTree>
    <p:extLst>
      <p:ext uri="{BB962C8B-B14F-4D97-AF65-F5344CB8AC3E}">
        <p14:creationId xmlns:p14="http://schemas.microsoft.com/office/powerpoint/2010/main" val="968837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821588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考点一：矩估计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46F53E-98B0-BEDD-5EBE-1744C8B98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644" y="1450515"/>
            <a:ext cx="6003259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195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原理</a:t>
            </a:r>
            <a:r>
              <a:rPr lang="zh-CN" altLang="en-US" sz="1950" b="1" dirty="0">
                <a:latin typeface="Times New Roman" panose="02020603050405020304" pitchFamily="18" charset="0"/>
              </a:rPr>
              <a:t>：大数定理，样本矩在一定程度上逼近总体矩。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511659-3439-E07A-43CD-8FCD832FDCDA}"/>
              </a:ext>
            </a:extLst>
          </p:cNvPr>
          <p:cNvSpPr txBox="1"/>
          <p:nvPr/>
        </p:nvSpPr>
        <p:spPr>
          <a:xfrm>
            <a:off x="2287959" y="2680016"/>
            <a:ext cx="22048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总体</a:t>
            </a:r>
            <a:r>
              <a:rPr lang="en-US" altLang="zh-CN" sz="2400" dirty="0">
                <a:solidFill>
                  <a:srgbClr val="FF0000"/>
                </a:solidFill>
              </a:rPr>
              <a:t>k</a:t>
            </a:r>
            <a:r>
              <a:rPr lang="zh-CN" altLang="en-US" sz="2400" dirty="0">
                <a:solidFill>
                  <a:srgbClr val="FF0000"/>
                </a:solidFill>
              </a:rPr>
              <a:t>阶原点矩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总体</a:t>
            </a:r>
            <a:r>
              <a:rPr lang="en-US" altLang="zh-CN" sz="2400" dirty="0">
                <a:solidFill>
                  <a:srgbClr val="FF0000"/>
                </a:solidFill>
              </a:rPr>
              <a:t>k</a:t>
            </a:r>
            <a:r>
              <a:rPr lang="zh-CN" altLang="en-US" sz="2400" dirty="0">
                <a:solidFill>
                  <a:srgbClr val="FF0000"/>
                </a:solidFill>
              </a:rPr>
              <a:t>阶中心距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zh-CN" altLang="en-US" sz="1400" dirty="0"/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171E13EC-276E-49F4-2CDC-A6409104A7F0}"/>
              </a:ext>
            </a:extLst>
          </p:cNvPr>
          <p:cNvSpPr/>
          <p:nvPr/>
        </p:nvSpPr>
        <p:spPr>
          <a:xfrm>
            <a:off x="1546665" y="2959100"/>
            <a:ext cx="720000" cy="242456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D4F37DF7-3F74-B086-5B35-B60710666611}"/>
              </a:ext>
            </a:extLst>
          </p:cNvPr>
          <p:cNvSpPr/>
          <p:nvPr/>
        </p:nvSpPr>
        <p:spPr>
          <a:xfrm>
            <a:off x="4675834" y="3037005"/>
            <a:ext cx="946150" cy="3365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" name="箭头: 左 6">
            <a:extLst>
              <a:ext uri="{FF2B5EF4-FFF2-40B4-BE49-F238E27FC236}">
                <a16:creationId xmlns:a16="http://schemas.microsoft.com/office/drawing/2014/main" id="{D51E8FEA-BA1E-7A4A-D372-002E8C7323C5}"/>
              </a:ext>
            </a:extLst>
          </p:cNvPr>
          <p:cNvSpPr/>
          <p:nvPr/>
        </p:nvSpPr>
        <p:spPr>
          <a:xfrm>
            <a:off x="4675834" y="4468792"/>
            <a:ext cx="946150" cy="3365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36CCB7-C128-B9ED-1887-EB6DE0EC09E7}"/>
              </a:ext>
            </a:extLst>
          </p:cNvPr>
          <p:cNvSpPr txBox="1"/>
          <p:nvPr/>
        </p:nvSpPr>
        <p:spPr>
          <a:xfrm>
            <a:off x="5907734" y="2973221"/>
            <a:ext cx="23345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样本</a:t>
            </a:r>
            <a:r>
              <a:rPr lang="en-US" altLang="zh-CN" sz="2400" dirty="0">
                <a:solidFill>
                  <a:srgbClr val="FF0000"/>
                </a:solidFill>
              </a:rPr>
              <a:t>k</a:t>
            </a:r>
            <a:r>
              <a:rPr lang="zh-CN" altLang="en-US" sz="2400" dirty="0">
                <a:solidFill>
                  <a:srgbClr val="FF0000"/>
                </a:solidFill>
              </a:rPr>
              <a:t>阶原点矩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样本</a:t>
            </a:r>
            <a:r>
              <a:rPr lang="en-US" altLang="zh-CN" sz="2400" dirty="0">
                <a:solidFill>
                  <a:srgbClr val="FF0000"/>
                </a:solidFill>
              </a:rPr>
              <a:t>k</a:t>
            </a:r>
            <a:r>
              <a:rPr lang="zh-CN" altLang="en-US" sz="2400" dirty="0">
                <a:solidFill>
                  <a:srgbClr val="FF0000"/>
                </a:solidFill>
              </a:rPr>
              <a:t>阶中心距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D3709E3-9AEC-278D-482A-09A3DA0531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551837"/>
              </p:ext>
            </p:extLst>
          </p:nvPr>
        </p:nvGraphicFramePr>
        <p:xfrm>
          <a:off x="8133893" y="2730821"/>
          <a:ext cx="2511442" cy="1016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431640" progId="Equation.DSMT4">
                  <p:embed/>
                </p:oleObj>
              </mc:Choice>
              <mc:Fallback>
                <p:oleObj name="Equation" r:id="rId3" imgW="1066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33893" y="2730821"/>
                        <a:ext cx="2511442" cy="1016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9AF698D-3608-744D-6A24-4C590DFF0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69626"/>
              </p:ext>
            </p:extLst>
          </p:nvPr>
        </p:nvGraphicFramePr>
        <p:xfrm>
          <a:off x="8133893" y="4208843"/>
          <a:ext cx="3837646" cy="85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42920" imgH="431640" progId="Equation.DSMT4">
                  <p:embed/>
                </p:oleObj>
              </mc:Choice>
              <mc:Fallback>
                <p:oleObj name="Equation" r:id="rId5" imgW="1942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33893" y="4208843"/>
                        <a:ext cx="3837646" cy="852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43FCB1B-85FD-4ED9-70C1-A8507816ED4C}"/>
              </a:ext>
            </a:extLst>
          </p:cNvPr>
          <p:cNvSpPr txBox="1"/>
          <p:nvPr/>
        </p:nvSpPr>
        <p:spPr>
          <a:xfrm>
            <a:off x="1906665" y="2310684"/>
            <a:ext cx="39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计算方法：</a:t>
            </a:r>
          </a:p>
        </p:txBody>
      </p:sp>
    </p:spTree>
    <p:extLst>
      <p:ext uri="{BB962C8B-B14F-4D97-AF65-F5344CB8AC3E}">
        <p14:creationId xmlns:p14="http://schemas.microsoft.com/office/powerpoint/2010/main" val="1003039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538625">
            <a:extLst>
              <a:ext uri="{FF2B5EF4-FFF2-40B4-BE49-F238E27FC236}">
                <a16:creationId xmlns:a16="http://schemas.microsoft.com/office/drawing/2014/main" id="{C264C7F2-4E5D-E673-E3A9-B8FF922D3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916" y="734371"/>
            <a:ext cx="5660216" cy="4154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>
                <a:latin typeface="Times New Roman" panose="02020603050405020304" pitchFamily="18" charset="0"/>
              </a:rPr>
              <a:t> 试求总体期望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100" b="1">
                <a:latin typeface="Times New Roman" panose="02020603050405020304" pitchFamily="18" charset="0"/>
              </a:rPr>
              <a:t>=</a:t>
            </a:r>
            <a:r>
              <a:rPr lang="en-US" altLang="zh-CN" sz="2100" b="1" i="1">
                <a:latin typeface="Times New Roman" panose="02020603050405020304" pitchFamily="18" charset="0"/>
              </a:rPr>
              <a:t>EX</a:t>
            </a:r>
            <a:r>
              <a:rPr lang="zh-CN" altLang="en-US" sz="2100" b="1">
                <a:latin typeface="Times New Roman" panose="02020603050405020304" pitchFamily="18" charset="0"/>
              </a:rPr>
              <a:t>和方差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=</a:t>
            </a:r>
            <a:r>
              <a:rPr lang="en-US" altLang="zh-CN" sz="2100" b="1" i="1">
                <a:latin typeface="Times New Roman" panose="02020603050405020304" pitchFamily="18" charset="0"/>
              </a:rPr>
              <a:t>DX</a:t>
            </a:r>
            <a:r>
              <a:rPr lang="zh-CN" altLang="en-US" sz="2100" b="1">
                <a:latin typeface="Times New Roman" panose="02020603050405020304" pitchFamily="18" charset="0"/>
              </a:rPr>
              <a:t>的矩估计。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6D5EA3-314F-943C-52DB-1B7BEB370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9799" y="2063562"/>
            <a:ext cx="2597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4BF4A55-B848-7F1D-93A2-73714A7CBE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0581899"/>
              </p:ext>
            </p:extLst>
          </p:nvPr>
        </p:nvGraphicFramePr>
        <p:xfrm>
          <a:off x="3700595" y="1820675"/>
          <a:ext cx="1972866" cy="102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33500" imgH="698500" progId="Equation.DSMT4">
                  <p:embed/>
                </p:oleObj>
              </mc:Choice>
              <mc:Fallback>
                <p:oleObj r:id="rId3" imgW="1333500" imgH="698500" progId="Equation.DSMT4">
                  <p:embed/>
                  <p:pic>
                    <p:nvPicPr>
                      <p:cNvPr id="538628" name="对象 538627">
                        <a:extLst>
                          <a:ext uri="{FF2B5EF4-FFF2-40B4-BE49-F238E27FC236}">
                            <a16:creationId xmlns:a16="http://schemas.microsoft.com/office/drawing/2014/main" id="{5453CFCA-E337-4A18-B6C3-61C508B4D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0595" y="1820675"/>
                        <a:ext cx="1972866" cy="1026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5C3966A-4B24-F8BA-108F-03C72750BD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3297789"/>
              </p:ext>
            </p:extLst>
          </p:nvPr>
        </p:nvGraphicFramePr>
        <p:xfrm>
          <a:off x="5952067" y="1846868"/>
          <a:ext cx="2114550" cy="101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35100" imgH="698500" progId="Equation.DSMT4">
                  <p:embed/>
                </p:oleObj>
              </mc:Choice>
              <mc:Fallback>
                <p:oleObj r:id="rId5" imgW="1435100" imgH="698500" progId="Equation.DSMT4">
                  <p:embed/>
                  <p:pic>
                    <p:nvPicPr>
                      <p:cNvPr id="538629" name="对象 538628">
                        <a:extLst>
                          <a:ext uri="{FF2B5EF4-FFF2-40B4-BE49-F238E27FC236}">
                            <a16:creationId xmlns:a16="http://schemas.microsoft.com/office/drawing/2014/main" id="{0EF54F16-9473-4EB1-8545-237940D986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2067" y="1846868"/>
                        <a:ext cx="2114550" cy="1017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E75154F-BFEE-A32C-C708-05A7316C6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6788060"/>
              </p:ext>
            </p:extLst>
          </p:nvPr>
        </p:nvGraphicFramePr>
        <p:xfrm>
          <a:off x="5767520" y="3035112"/>
          <a:ext cx="1944291" cy="582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34477" imgH="431613" progId="Equation.DSMT4">
                  <p:embed/>
                </p:oleObj>
              </mc:Choice>
              <mc:Fallback>
                <p:oleObj r:id="rId7" imgW="1434477" imgH="431613" progId="Equation.DSMT4">
                  <p:embed/>
                  <p:pic>
                    <p:nvPicPr>
                      <p:cNvPr id="538630" name="对象 538629">
                        <a:extLst>
                          <a:ext uri="{FF2B5EF4-FFF2-40B4-BE49-F238E27FC236}">
                            <a16:creationId xmlns:a16="http://schemas.microsoft.com/office/drawing/2014/main" id="{F2FFE066-DA69-4345-8EC4-2D929B3A4B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7520" y="3035112"/>
                        <a:ext cx="1944291" cy="582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D82A12C-C37C-7ABC-4295-68349458C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0622" y="4599787"/>
            <a:ext cx="2580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注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AD6C2E-C22C-B7C3-B34D-4E99211D1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2789" y="4599787"/>
            <a:ext cx="5200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此结论对期望和方差存在的总体都适用，即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8C828EA-44FB-18E4-D598-B965D3D484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3537480"/>
              </p:ext>
            </p:extLst>
          </p:nvPr>
        </p:nvGraphicFramePr>
        <p:xfrm>
          <a:off x="4343292" y="5172218"/>
          <a:ext cx="1424227" cy="60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74364" imgH="241195" progId="Equation.DSMT4">
                  <p:embed/>
                </p:oleObj>
              </mc:Choice>
              <mc:Fallback>
                <p:oleObj r:id="rId9" imgW="774364" imgH="241195" progId="Equation.DSMT4">
                  <p:embed/>
                  <p:pic>
                    <p:nvPicPr>
                      <p:cNvPr id="538635" name="对象 538634">
                        <a:extLst>
                          <a:ext uri="{FF2B5EF4-FFF2-40B4-BE49-F238E27FC236}">
                            <a16:creationId xmlns:a16="http://schemas.microsoft.com/office/drawing/2014/main" id="{8BA00B04-7B87-404A-BF54-FFB426AE61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292" y="5172218"/>
                        <a:ext cx="1424227" cy="60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655E418-EA06-35F2-C964-6F520A6124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7780519"/>
              </p:ext>
            </p:extLst>
          </p:nvPr>
        </p:nvGraphicFramePr>
        <p:xfrm>
          <a:off x="6136217" y="5228167"/>
          <a:ext cx="15017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74364" imgH="241195" progId="Equation.DSMT4">
                  <p:embed/>
                </p:oleObj>
              </mc:Choice>
              <mc:Fallback>
                <p:oleObj name="Equation" r:id="rId11" imgW="774364" imgH="241195" progId="Equation.DSMT4">
                  <p:embed/>
                  <p:pic>
                    <p:nvPicPr>
                      <p:cNvPr id="538636" name="对象 538635">
                        <a:extLst>
                          <a:ext uri="{FF2B5EF4-FFF2-40B4-BE49-F238E27FC236}">
                            <a16:creationId xmlns:a16="http://schemas.microsoft.com/office/drawing/2014/main" id="{EA26409C-29D1-41A6-ABE6-E193F6E1349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6217" y="5228167"/>
                        <a:ext cx="150177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02CAA92-460E-04A0-D706-161651702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8763794"/>
              </p:ext>
            </p:extLst>
          </p:nvPr>
        </p:nvGraphicFramePr>
        <p:xfrm>
          <a:off x="3507714" y="3008919"/>
          <a:ext cx="2306241" cy="100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587500" imgH="698500" progId="Equation.DSMT4">
                  <p:embed/>
                </p:oleObj>
              </mc:Choice>
              <mc:Fallback>
                <p:oleObj r:id="rId13" imgW="1587500" imgH="698500" progId="Equation.DSMT4">
                  <p:embed/>
                  <p:pic>
                    <p:nvPicPr>
                      <p:cNvPr id="538644" name="对象 538643">
                        <a:extLst>
                          <a:ext uri="{FF2B5EF4-FFF2-40B4-BE49-F238E27FC236}">
                            <a16:creationId xmlns:a16="http://schemas.microsoft.com/office/drawing/2014/main" id="{BBE0BDF0-0F72-4DC9-86F1-8981D4C985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714" y="3008919"/>
                        <a:ext cx="2306241" cy="1003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3608BF5-9B93-2E29-4235-F752180301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1634028"/>
              </p:ext>
            </p:extLst>
          </p:nvPr>
        </p:nvGraphicFramePr>
        <p:xfrm>
          <a:off x="5902061" y="3603040"/>
          <a:ext cx="1026319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710583" imgH="253780" progId="Equation.DSMT4">
                  <p:embed/>
                </p:oleObj>
              </mc:Choice>
              <mc:Fallback>
                <p:oleObj r:id="rId15" imgW="710583" imgH="253780" progId="Equation.DSMT4">
                  <p:embed/>
                  <p:pic>
                    <p:nvPicPr>
                      <p:cNvPr id="538645" name="对象 538644">
                        <a:extLst>
                          <a:ext uri="{FF2B5EF4-FFF2-40B4-BE49-F238E27FC236}">
                            <a16:creationId xmlns:a16="http://schemas.microsoft.com/office/drawing/2014/main" id="{728DBADF-2A8E-4303-84D6-1C528071676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061" y="3603040"/>
                        <a:ext cx="1026319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1225879-44CC-3C98-5DA2-8B442FFE43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5697026"/>
              </p:ext>
            </p:extLst>
          </p:nvPr>
        </p:nvGraphicFramePr>
        <p:xfrm>
          <a:off x="7357005" y="3603041"/>
          <a:ext cx="787003" cy="364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545626" imgH="253780" progId="Equation.DSMT4">
                  <p:embed/>
                </p:oleObj>
              </mc:Choice>
              <mc:Fallback>
                <p:oleObj r:id="rId17" imgW="545626" imgH="253780" progId="Equation.DSMT4">
                  <p:embed/>
                  <p:pic>
                    <p:nvPicPr>
                      <p:cNvPr id="538646" name="对象 538645">
                        <a:extLst>
                          <a:ext uri="{FF2B5EF4-FFF2-40B4-BE49-F238E27FC236}">
                            <a16:creationId xmlns:a16="http://schemas.microsoft.com/office/drawing/2014/main" id="{5F3B8B65-EAC6-4AEF-8CA1-E94A2EE33B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005" y="3603041"/>
                        <a:ext cx="787003" cy="3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C7487F9-DE93-F7C4-BC27-62A603E8B08B}"/>
              </a:ext>
            </a:extLst>
          </p:cNvPr>
          <p:cNvSpPr txBox="1"/>
          <p:nvPr/>
        </p:nvSpPr>
        <p:spPr>
          <a:xfrm>
            <a:off x="8006690" y="5212777"/>
            <a:ext cx="2879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直接记忆！</a:t>
            </a:r>
          </a:p>
        </p:txBody>
      </p:sp>
    </p:spTree>
    <p:extLst>
      <p:ext uri="{BB962C8B-B14F-4D97-AF65-F5344CB8AC3E}">
        <p14:creationId xmlns:p14="http://schemas.microsoft.com/office/powerpoint/2010/main" val="9007607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25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425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build="p"/>
      <p:bldP spid="9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95170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考点二：极大似然估计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4DAF408-9509-5F5C-7ED0-F8D09A18C81C}"/>
              </a:ext>
            </a:extLst>
          </p:cNvPr>
          <p:cNvGrpSpPr>
            <a:grpSpLocks/>
          </p:cNvGrpSpPr>
          <p:nvPr/>
        </p:nvGrpSpPr>
        <p:grpSpPr bwMode="auto">
          <a:xfrm>
            <a:off x="2737801" y="4885262"/>
            <a:ext cx="4158854" cy="415528"/>
            <a:chOff x="748" y="2659"/>
            <a:chExt cx="2787" cy="349"/>
          </a:xfrm>
        </p:grpSpPr>
        <p:graphicFrame>
          <p:nvGraphicFramePr>
            <p:cNvPr id="4" name="对象 543746">
              <a:extLst>
                <a:ext uri="{FF2B5EF4-FFF2-40B4-BE49-F238E27FC236}">
                  <a16:creationId xmlns:a16="http://schemas.microsoft.com/office/drawing/2014/main" id="{AAA7B037-6F53-66CF-5B60-DE75A8346D1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88" y="2659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15619" imgH="291720" progId="Equation.3">
                    <p:embed/>
                  </p:oleObj>
                </mc:Choice>
                <mc:Fallback>
                  <p:oleObj r:id="rId3" imgW="215619" imgH="291720" progId="Equation.3">
                    <p:embed/>
                    <p:pic>
                      <p:nvPicPr>
                        <p:cNvPr id="22530" name="对象 543746">
                          <a:extLst>
                            <a:ext uri="{FF2B5EF4-FFF2-40B4-BE49-F238E27FC236}">
                              <a16:creationId xmlns:a16="http://schemas.microsoft.com/office/drawing/2014/main" id="{C3EC8F3F-F804-4DFE-8618-3D621CE0C86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2659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543747">
              <a:extLst>
                <a:ext uri="{FF2B5EF4-FFF2-40B4-BE49-F238E27FC236}">
                  <a16:creationId xmlns:a16="http://schemas.microsoft.com/office/drawing/2014/main" id="{7F290617-81EF-DB43-E824-4C1BA6D32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659"/>
              <a:ext cx="260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1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(3) </a:t>
              </a:r>
              <a:r>
                <a:rPr lang="zh-CN" altLang="en-US" sz="2100" b="1">
                  <a:solidFill>
                    <a:srgbClr val="000000"/>
                  </a:solidFill>
                </a:rPr>
                <a:t>解方程</a:t>
              </a: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en-US" sz="2100" b="1">
                  <a:solidFill>
                    <a:srgbClr val="000000"/>
                  </a:solidFill>
                </a:rPr>
                <a:t>组</a:t>
              </a: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sz="2100" b="1">
                  <a:solidFill>
                    <a:srgbClr val="000000"/>
                  </a:solidFill>
                </a:rPr>
                <a:t>得极大似然估计</a:t>
              </a:r>
              <a:endParaRPr lang="zh-CN" altLang="en-US" sz="21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6" name="矩形 543748">
            <a:extLst>
              <a:ext uri="{FF2B5EF4-FFF2-40B4-BE49-F238E27FC236}">
                <a16:creationId xmlns:a16="http://schemas.microsoft.com/office/drawing/2014/main" id="{6C2DAC3C-AB6E-813B-B677-2A97AB235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208" y="1673387"/>
            <a:ext cx="3771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直接记步骤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DAAF39-3CE5-3DED-1D07-DC176CFC4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608" y="3157666"/>
            <a:ext cx="29158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(1)</a:t>
            </a:r>
            <a:r>
              <a:rPr lang="en-US" altLang="zh-CN" sz="2100" b="1" dirty="0">
                <a:latin typeface="Times New Roman" panose="02020603050405020304" pitchFamily="18" charset="0"/>
              </a:rPr>
              <a:t> </a:t>
            </a:r>
            <a:r>
              <a:rPr lang="zh-CN" altLang="en-US" sz="2100" b="1" dirty="0">
                <a:latin typeface="Times New Roman" panose="02020603050405020304" pitchFamily="18" charset="0"/>
              </a:rPr>
              <a:t>写出似然函数</a:t>
            </a:r>
          </a:p>
        </p:txBody>
      </p:sp>
      <p:graphicFrame>
        <p:nvGraphicFramePr>
          <p:cNvPr id="8" name="内容占位符 543750">
            <a:extLst>
              <a:ext uri="{FF2B5EF4-FFF2-40B4-BE49-F238E27FC236}">
                <a16:creationId xmlns:a16="http://schemas.microsoft.com/office/drawing/2014/main" id="{D085F0F3-D460-869C-6DAF-E448AC5D85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536419"/>
              </p:ext>
            </p:extLst>
          </p:nvPr>
        </p:nvGraphicFramePr>
        <p:xfrm>
          <a:off x="4845207" y="3191003"/>
          <a:ext cx="557213" cy="329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2603" imgH="203024" progId="Equation.3">
                  <p:embed/>
                </p:oleObj>
              </mc:Choice>
              <mc:Fallback>
                <p:oleObj r:id="rId5" imgW="342603" imgH="203024" progId="Equation.3">
                  <p:embed/>
                  <p:pic>
                    <p:nvPicPr>
                      <p:cNvPr id="543751" name="内容占位符 543750">
                        <a:extLst>
                          <a:ext uri="{FF2B5EF4-FFF2-40B4-BE49-F238E27FC236}">
                            <a16:creationId xmlns:a16="http://schemas.microsoft.com/office/drawing/2014/main" id="{C082A649-15CF-44EF-9692-048645E5EC9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207" y="3191003"/>
                        <a:ext cx="557213" cy="329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806EC42-A8E9-7732-73D5-6AAF63C6C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607" y="4005391"/>
            <a:ext cx="263565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Times New Roman" panose="02020603050405020304" pitchFamily="18" charset="0"/>
              </a:rPr>
              <a:t>(2)</a:t>
            </a:r>
            <a:r>
              <a:rPr lang="en-US" altLang="zh-CN" sz="2100" b="1">
                <a:solidFill>
                  <a:srgbClr val="000000"/>
                </a:solidFill>
              </a:rPr>
              <a:t> </a:t>
            </a:r>
            <a:r>
              <a:rPr lang="zh-CN" altLang="en-US" sz="2100" b="1">
                <a:solidFill>
                  <a:srgbClr val="000000"/>
                </a:solidFill>
              </a:rPr>
              <a:t>建立似然方程</a:t>
            </a:r>
            <a:r>
              <a:rPr lang="en-US" altLang="zh-CN" sz="21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100" b="1">
                <a:solidFill>
                  <a:srgbClr val="000000"/>
                </a:solidFill>
              </a:rPr>
              <a:t>组</a:t>
            </a:r>
            <a:r>
              <a:rPr lang="en-US" altLang="zh-CN" sz="21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0" name="内容占位符 543752">
            <a:extLst>
              <a:ext uri="{FF2B5EF4-FFF2-40B4-BE49-F238E27FC236}">
                <a16:creationId xmlns:a16="http://schemas.microsoft.com/office/drawing/2014/main" id="{DE486B20-81FF-88D9-0238-E1D7EC6C92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5657076"/>
              </p:ext>
            </p:extLst>
          </p:nvPr>
        </p:nvGraphicFramePr>
        <p:xfrm>
          <a:off x="5303599" y="3867279"/>
          <a:ext cx="2943225" cy="770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50284" imgH="431613" progId="Equation.3">
                  <p:embed/>
                </p:oleObj>
              </mc:Choice>
              <mc:Fallback>
                <p:oleObj r:id="rId7" imgW="1650284" imgH="431613" progId="Equation.3">
                  <p:embed/>
                  <p:pic>
                    <p:nvPicPr>
                      <p:cNvPr id="543753" name="内容占位符 543752">
                        <a:extLst>
                          <a:ext uri="{FF2B5EF4-FFF2-40B4-BE49-F238E27FC236}">
                            <a16:creationId xmlns:a16="http://schemas.microsoft.com/office/drawing/2014/main" id="{E5F469F3-49AC-4548-9A69-6B30F54163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599" y="3867279"/>
                        <a:ext cx="2943225" cy="7703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DF90A986-E0DD-90DE-223D-F4C6EA626D1C}"/>
              </a:ext>
            </a:extLst>
          </p:cNvPr>
          <p:cNvGrpSpPr>
            <a:grpSpLocks/>
          </p:cNvGrpSpPr>
          <p:nvPr/>
        </p:nvGrpSpPr>
        <p:grpSpPr bwMode="auto">
          <a:xfrm>
            <a:off x="8082341" y="1904219"/>
            <a:ext cx="1916906" cy="554831"/>
            <a:chOff x="3153" y="799"/>
            <a:chExt cx="1610" cy="466"/>
          </a:xfrm>
        </p:grpSpPr>
        <p:sp>
          <p:nvSpPr>
            <p:cNvPr id="12" name="圆角矩形标注 543754">
              <a:extLst>
                <a:ext uri="{FF2B5EF4-FFF2-40B4-BE49-F238E27FC236}">
                  <a16:creationId xmlns:a16="http://schemas.microsoft.com/office/drawing/2014/main" id="{7BE227B2-2ACD-652D-793E-2CB3D2C4F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799"/>
              <a:ext cx="1610" cy="466"/>
            </a:xfrm>
            <a:prstGeom prst="wedgeRoundRectCallout">
              <a:avLst>
                <a:gd name="adj1" fmla="val -56708"/>
                <a:gd name="adj2" fmla="val 98282"/>
                <a:gd name="adj3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3" name="内容占位符 543755">
              <a:extLst>
                <a:ext uri="{FF2B5EF4-FFF2-40B4-BE49-F238E27FC236}">
                  <a16:creationId xmlns:a16="http://schemas.microsoft.com/office/drawing/2014/main" id="{F19E0385-D182-6935-7775-3A73681CB7B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66" y="913"/>
            <a:ext cx="121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320227" imgH="342751" progId="Equation.3">
                    <p:embed/>
                  </p:oleObj>
                </mc:Choice>
                <mc:Fallback>
                  <p:oleObj r:id="rId9" imgW="1320227" imgH="342751" progId="Equation.3">
                    <p:embed/>
                    <p:pic>
                      <p:nvPicPr>
                        <p:cNvPr id="22539" name="内容占位符 543755">
                          <a:extLst>
                            <a:ext uri="{FF2B5EF4-FFF2-40B4-BE49-F238E27FC236}">
                              <a16:creationId xmlns:a16="http://schemas.microsoft.com/office/drawing/2014/main" id="{DDD547EE-4833-4DCD-B844-24A9825829A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913"/>
                          <a:ext cx="1215" cy="320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C9C53521-5554-3218-0780-B99E9738F01D}"/>
              </a:ext>
            </a:extLst>
          </p:cNvPr>
          <p:cNvSpPr txBox="1"/>
          <p:nvPr/>
        </p:nvSpPr>
        <p:spPr>
          <a:xfrm>
            <a:off x="5627449" y="2946400"/>
            <a:ext cx="4627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离散型就是概率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P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连续型就是概率密度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f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134686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7D48603-46CA-0EF9-6ED9-7B788874C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175" y="720875"/>
            <a:ext cx="6343650" cy="4154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>
                <a:latin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FF3300"/>
                </a:solidFill>
                <a:latin typeface="宋体" panose="02010600030101010101" pitchFamily="2" charset="-122"/>
              </a:rPr>
              <a:t>例 </a:t>
            </a:r>
            <a:r>
              <a:rPr lang="zh-CN" altLang="en-US" sz="2100" b="1">
                <a:latin typeface="宋体" panose="02010600030101010101" pitchFamily="2" charset="-122"/>
              </a:rPr>
              <a:t>设总体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~</a:t>
            </a:r>
            <a:r>
              <a:rPr lang="en-US" altLang="zh-CN" sz="2100" b="1" i="1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 </a:t>
            </a:r>
            <a:r>
              <a:rPr lang="en-US" altLang="zh-CN" sz="21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1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)</a:t>
            </a:r>
            <a:r>
              <a:rPr lang="zh-CN" altLang="en-US" sz="2100">
                <a:latin typeface="Times New Roman" panose="02020603050405020304" pitchFamily="18" charset="0"/>
              </a:rPr>
              <a:t>，</a:t>
            </a:r>
            <a:r>
              <a:rPr lang="zh-CN" altLang="en-US" sz="2100" b="1">
                <a:latin typeface="Times New Roman" panose="02020603050405020304" pitchFamily="18" charset="0"/>
              </a:rPr>
              <a:t>求</a:t>
            </a:r>
            <a:r>
              <a:rPr lang="en-US" altLang="en-US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 </a:t>
            </a:r>
            <a:r>
              <a:rPr lang="zh-CN" altLang="en-US" sz="2100" b="1">
                <a:latin typeface="Times New Roman" panose="02020603050405020304" pitchFamily="18" charset="0"/>
              </a:rPr>
              <a:t>和</a:t>
            </a:r>
            <a:r>
              <a:rPr lang="en-US" altLang="en-US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en-US" sz="21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100" baseline="30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100" b="1">
                <a:latin typeface="Times New Roman" panose="02020603050405020304" pitchFamily="18" charset="0"/>
              </a:rPr>
              <a:t>的极大似然估计。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0BD4C1E-ADFC-3487-0571-D69139C571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5672891"/>
              </p:ext>
            </p:extLst>
          </p:nvPr>
        </p:nvGraphicFramePr>
        <p:xfrm>
          <a:off x="3788568" y="1351907"/>
          <a:ext cx="2849166" cy="75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28007" imgH="482391" progId="Equation.3">
                  <p:embed/>
                </p:oleObj>
              </mc:Choice>
              <mc:Fallback>
                <p:oleObj r:id="rId3" imgW="1828007" imgH="482391" progId="Equation.3">
                  <p:embed/>
                  <p:pic>
                    <p:nvPicPr>
                      <p:cNvPr id="545795" name="对象 545794">
                        <a:extLst>
                          <a:ext uri="{FF2B5EF4-FFF2-40B4-BE49-F238E27FC236}">
                            <a16:creationId xmlns:a16="http://schemas.microsoft.com/office/drawing/2014/main" id="{874A230E-DFF3-4391-B703-E9CA1F66E3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8568" y="1351907"/>
                        <a:ext cx="2849166" cy="750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7474656-CDFF-57D9-BA29-A9E501467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603" y="1509069"/>
            <a:ext cx="5143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3366FF"/>
                </a:solidFill>
                <a:latin typeface="Times New Roman" panose="02020603050405020304" pitchFamily="18" charset="0"/>
              </a:rPr>
              <a:t>解</a:t>
            </a:r>
            <a:endParaRPr lang="zh-CN" altLang="en-US" sz="2100">
              <a:solidFill>
                <a:srgbClr val="3366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EDDD8E2-CE0B-BC3A-429C-3FCAEA6D6B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1949561"/>
              </p:ext>
            </p:extLst>
          </p:nvPr>
        </p:nvGraphicFramePr>
        <p:xfrm>
          <a:off x="6572250" y="1348336"/>
          <a:ext cx="2294335" cy="610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72561" imgH="393529" progId="Equation.3">
                  <p:embed/>
                </p:oleObj>
              </mc:Choice>
              <mc:Fallback>
                <p:oleObj r:id="rId5" imgW="1472561" imgH="393529" progId="Equation.3">
                  <p:embed/>
                  <p:pic>
                    <p:nvPicPr>
                      <p:cNvPr id="545797" name="对象 545796">
                        <a:extLst>
                          <a:ext uri="{FF2B5EF4-FFF2-40B4-BE49-F238E27FC236}">
                            <a16:creationId xmlns:a16="http://schemas.microsoft.com/office/drawing/2014/main" id="{7A3E98CC-6862-4D39-B320-8CB53F0A5C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1348336"/>
                        <a:ext cx="2294335" cy="610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0832D9A-95ED-3E9F-C5FF-C1B8F7E106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66728"/>
              </p:ext>
            </p:extLst>
          </p:nvPr>
        </p:nvGraphicFramePr>
        <p:xfrm>
          <a:off x="4176713" y="2531816"/>
          <a:ext cx="3486150" cy="639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48481" imgH="431613" progId="Equation.3">
                  <p:embed/>
                </p:oleObj>
              </mc:Choice>
              <mc:Fallback>
                <p:oleObj r:id="rId7" imgW="2348481" imgH="431613" progId="Equation.3">
                  <p:embed/>
                  <p:pic>
                    <p:nvPicPr>
                      <p:cNvPr id="545798" name="对象 545797">
                        <a:extLst>
                          <a:ext uri="{FF2B5EF4-FFF2-40B4-BE49-F238E27FC236}">
                            <a16:creationId xmlns:a16="http://schemas.microsoft.com/office/drawing/2014/main" id="{9D863F39-4C2E-4505-8FE7-BDF2D89A15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2531816"/>
                        <a:ext cx="3486150" cy="639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3658589-80B4-1E95-9C3F-1A5D0AA4C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2508482"/>
              </p:ext>
            </p:extLst>
          </p:nvPr>
        </p:nvGraphicFramePr>
        <p:xfrm>
          <a:off x="4154685" y="3754017"/>
          <a:ext cx="269081" cy="89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90417" imgH="634725" progId="Equation.3">
                  <p:embed/>
                </p:oleObj>
              </mc:Choice>
              <mc:Fallback>
                <p:oleObj r:id="rId9" imgW="190417" imgH="634725" progId="Equation.3">
                  <p:embed/>
                  <p:pic>
                    <p:nvPicPr>
                      <p:cNvPr id="545799" name="对象 545798">
                        <a:extLst>
                          <a:ext uri="{FF2B5EF4-FFF2-40B4-BE49-F238E27FC236}">
                            <a16:creationId xmlns:a16="http://schemas.microsoft.com/office/drawing/2014/main" id="{99124C70-B246-4D99-B22D-5EE570670B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685" y="3754017"/>
                        <a:ext cx="269081" cy="89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2754874-8A37-C5B1-B630-8E1A6C832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0985075"/>
              </p:ext>
            </p:extLst>
          </p:nvPr>
        </p:nvGraphicFramePr>
        <p:xfrm>
          <a:off x="4440434" y="3569470"/>
          <a:ext cx="2072879" cy="58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10644" imgH="431613" progId="Equation.3">
                  <p:embed/>
                </p:oleObj>
              </mc:Choice>
              <mc:Fallback>
                <p:oleObj r:id="rId11" imgW="1510644" imgH="431613" progId="Equation.3">
                  <p:embed/>
                  <p:pic>
                    <p:nvPicPr>
                      <p:cNvPr id="545800" name="对象 545799">
                        <a:extLst>
                          <a:ext uri="{FF2B5EF4-FFF2-40B4-BE49-F238E27FC236}">
                            <a16:creationId xmlns:a16="http://schemas.microsoft.com/office/drawing/2014/main" id="{B2E1DAB0-1FDB-409B-A0B3-7A5BB04CFC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434" y="3569470"/>
                        <a:ext cx="2072879" cy="58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02FC12B-2663-96BC-2189-8ED73891D0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984446"/>
              </p:ext>
            </p:extLst>
          </p:nvPr>
        </p:nvGraphicFramePr>
        <p:xfrm>
          <a:off x="4383284" y="4262414"/>
          <a:ext cx="3714750" cy="62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576982" imgH="431613" progId="Equation.3">
                  <p:embed/>
                </p:oleObj>
              </mc:Choice>
              <mc:Fallback>
                <p:oleObj r:id="rId13" imgW="2576982" imgH="431613" progId="Equation.3">
                  <p:embed/>
                  <p:pic>
                    <p:nvPicPr>
                      <p:cNvPr id="545801" name="对象 545800">
                        <a:extLst>
                          <a:ext uri="{FF2B5EF4-FFF2-40B4-BE49-F238E27FC236}">
                            <a16:creationId xmlns:a16="http://schemas.microsoft.com/office/drawing/2014/main" id="{CD1E5096-8B4A-46F1-B56A-AA8C80E0C4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284" y="4262414"/>
                        <a:ext cx="3714750" cy="620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75AEA67-5173-4E64-3B48-550FBFA0AE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210287"/>
              </p:ext>
            </p:extLst>
          </p:nvPr>
        </p:nvGraphicFramePr>
        <p:xfrm>
          <a:off x="6535934" y="3606380"/>
          <a:ext cx="1619250" cy="536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180588" imgH="393529" progId="Equation.3">
                  <p:embed/>
                </p:oleObj>
              </mc:Choice>
              <mc:Fallback>
                <p:oleObj r:id="rId15" imgW="1180588" imgH="393529" progId="Equation.3">
                  <p:embed/>
                  <p:pic>
                    <p:nvPicPr>
                      <p:cNvPr id="545802" name="对象 545801">
                        <a:extLst>
                          <a:ext uri="{FF2B5EF4-FFF2-40B4-BE49-F238E27FC236}">
                            <a16:creationId xmlns:a16="http://schemas.microsoft.com/office/drawing/2014/main" id="{7C485AFB-3841-444C-9868-F26CC89712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934" y="3606380"/>
                        <a:ext cx="1619250" cy="536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26D68A9-260E-196E-09CF-BEAFC9796F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9847752"/>
              </p:ext>
            </p:extLst>
          </p:nvPr>
        </p:nvGraphicFramePr>
        <p:xfrm>
          <a:off x="4233862" y="5442942"/>
          <a:ext cx="8001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456803" imgH="203024" progId="Equation.3">
                  <p:embed/>
                </p:oleObj>
              </mc:Choice>
              <mc:Fallback>
                <p:oleObj r:id="rId17" imgW="456803" imgH="203024" progId="Equation.3">
                  <p:embed/>
                  <p:pic>
                    <p:nvPicPr>
                      <p:cNvPr id="545803" name="对象 545802">
                        <a:extLst>
                          <a:ext uri="{FF2B5EF4-FFF2-40B4-BE49-F238E27FC236}">
                            <a16:creationId xmlns:a16="http://schemas.microsoft.com/office/drawing/2014/main" id="{9A4B0D4B-D95C-4332-889A-D716AEFD710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62" y="5442942"/>
                        <a:ext cx="8001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7983A19-A87B-E56A-4A7A-E9DCD072D0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3133234"/>
              </p:ext>
            </p:extLst>
          </p:nvPr>
        </p:nvGraphicFramePr>
        <p:xfrm>
          <a:off x="5476874" y="5281018"/>
          <a:ext cx="2320529" cy="650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536033" imgH="431613" progId="Equation.DSMT4">
                  <p:embed/>
                </p:oleObj>
              </mc:Choice>
              <mc:Fallback>
                <p:oleObj r:id="rId19" imgW="1536033" imgH="431613" progId="Equation.DSMT4">
                  <p:embed/>
                  <p:pic>
                    <p:nvPicPr>
                      <p:cNvPr id="545804" name="对象 545803">
                        <a:extLst>
                          <a:ext uri="{FF2B5EF4-FFF2-40B4-BE49-F238E27FC236}">
                            <a16:creationId xmlns:a16="http://schemas.microsoft.com/office/drawing/2014/main" id="{CB13F32F-584E-4991-859A-FD2712AA71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74" y="5281018"/>
                        <a:ext cx="2320529" cy="650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A5BE381-456F-8BA2-7D10-A5B1266D40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8579097"/>
              </p:ext>
            </p:extLst>
          </p:nvPr>
        </p:nvGraphicFramePr>
        <p:xfrm>
          <a:off x="3667125" y="5496521"/>
          <a:ext cx="333375" cy="263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90335" imgH="152268" progId="Equation.3">
                  <p:embed/>
                </p:oleObj>
              </mc:Choice>
              <mc:Fallback>
                <p:oleObj r:id="rId21" imgW="190335" imgH="152268" progId="Equation.3">
                  <p:embed/>
                  <p:pic>
                    <p:nvPicPr>
                      <p:cNvPr id="545805" name="对象 545804">
                        <a:extLst>
                          <a:ext uri="{FF2B5EF4-FFF2-40B4-BE49-F238E27FC236}">
                            <a16:creationId xmlns:a16="http://schemas.microsoft.com/office/drawing/2014/main" id="{E617C6C1-B021-4D42-A286-38E2962888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25" y="5496521"/>
                        <a:ext cx="333375" cy="263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1F27525-4CC2-1007-DE39-25F7AF035C99}"/>
              </a:ext>
            </a:extLst>
          </p:cNvPr>
          <p:cNvSpPr txBox="1"/>
          <p:nvPr/>
        </p:nvSpPr>
        <p:spPr>
          <a:xfrm>
            <a:off x="8866585" y="2616200"/>
            <a:ext cx="31158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有个重要性质：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已知：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则：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CA2221D-AEC5-05CE-34D2-FC014252C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937343"/>
              </p:ext>
            </p:extLst>
          </p:nvPr>
        </p:nvGraphicFramePr>
        <p:xfrm>
          <a:off x="9556750" y="3213870"/>
          <a:ext cx="80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00041" imgH="355364" progId="Equation.DSMT4">
                  <p:embed/>
                </p:oleObj>
              </mc:Choice>
              <mc:Fallback>
                <p:oleObj name="Equation" r:id="rId23" imgW="800041" imgH="35536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556750" y="3213870"/>
                        <a:ext cx="800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4038DD3-1738-5FB6-03D6-12CAA1993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716954"/>
              </p:ext>
            </p:extLst>
          </p:nvPr>
        </p:nvGraphicFramePr>
        <p:xfrm>
          <a:off x="9506866" y="3667721"/>
          <a:ext cx="1058740" cy="414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83920" imgH="228600" progId="Equation.DSMT4">
                  <p:embed/>
                </p:oleObj>
              </mc:Choice>
              <mc:Fallback>
                <p:oleObj name="Equation" r:id="rId25" imgW="583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506866" y="3667721"/>
                        <a:ext cx="1058740" cy="414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48058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build="p"/>
      <p:bldP spid="1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三个评选标准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939384-4553-9FD2-FC78-65EFA2E87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25" y="1823641"/>
            <a:ext cx="2052638" cy="485775"/>
          </a:xfrm>
          <a:prstGeom prst="rect">
            <a:avLst/>
          </a:prstGeom>
          <a:solidFill>
            <a:srgbClr val="FFFF99"/>
          </a:solidFill>
          <a:ln w="19050">
            <a:solidFill>
              <a:srgbClr val="00FFFF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F3EF62-DB5C-C5A9-5590-037C7859F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535" y="1202135"/>
            <a:ext cx="194429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一 无偏性</a:t>
            </a:r>
          </a:p>
        </p:txBody>
      </p:sp>
      <p:graphicFrame>
        <p:nvGraphicFramePr>
          <p:cNvPr id="5" name="内容占位符 549892">
            <a:extLst>
              <a:ext uri="{FF2B5EF4-FFF2-40B4-BE49-F238E27FC236}">
                <a16:creationId xmlns:a16="http://schemas.microsoft.com/office/drawing/2014/main" id="{BE21A0E0-813C-E87E-A3C1-43C74428BC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6414856"/>
              </p:ext>
            </p:extLst>
          </p:nvPr>
        </p:nvGraphicFramePr>
        <p:xfrm>
          <a:off x="3342085" y="1823641"/>
          <a:ext cx="4212431" cy="464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53510" imgH="253780" progId="Equation.DSMT4">
                  <p:embed/>
                </p:oleObj>
              </mc:Choice>
              <mc:Fallback>
                <p:oleObj r:id="rId3" imgW="2753510" imgH="253780" progId="Equation.DSMT4">
                  <p:embed/>
                  <p:pic>
                    <p:nvPicPr>
                      <p:cNvPr id="549893" name="内容占位符 549892">
                        <a:extLst>
                          <a:ext uri="{FF2B5EF4-FFF2-40B4-BE49-F238E27FC236}">
                            <a16:creationId xmlns:a16="http://schemas.microsoft.com/office/drawing/2014/main" id="{EF93FDEA-127D-435F-96BA-95BF3BDE63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2085" y="1823641"/>
                        <a:ext cx="4212431" cy="464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内容占位符 549893">
            <a:extLst>
              <a:ext uri="{FF2B5EF4-FFF2-40B4-BE49-F238E27FC236}">
                <a16:creationId xmlns:a16="http://schemas.microsoft.com/office/drawing/2014/main" id="{FFE79265-B4D4-2E3A-0BEC-81C2A01163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107254"/>
              </p:ext>
            </p:extLst>
          </p:nvPr>
        </p:nvGraphicFramePr>
        <p:xfrm>
          <a:off x="8362554" y="1853407"/>
          <a:ext cx="8667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09336" imgH="241195" progId="Equation.DSMT4">
                  <p:embed/>
                </p:oleObj>
              </mc:Choice>
              <mc:Fallback>
                <p:oleObj r:id="rId5" imgW="609336" imgH="241195" progId="Equation.DSMT4">
                  <p:embed/>
                  <p:pic>
                    <p:nvPicPr>
                      <p:cNvPr id="549894" name="内容占位符 549893">
                        <a:extLst>
                          <a:ext uri="{FF2B5EF4-FFF2-40B4-BE49-F238E27FC236}">
                            <a16:creationId xmlns:a16="http://schemas.microsoft.com/office/drawing/2014/main" id="{8D5D1E43-EA17-4B76-86DF-937EC95557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2554" y="1853407"/>
                        <a:ext cx="8667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FF65D609-B563-60B5-F557-EAE967E70003}"/>
              </a:ext>
            </a:extLst>
          </p:cNvPr>
          <p:cNvGrpSpPr>
            <a:grpSpLocks/>
          </p:cNvGrpSpPr>
          <p:nvPr/>
        </p:nvGrpSpPr>
        <p:grpSpPr bwMode="auto">
          <a:xfrm>
            <a:off x="2919016" y="2282032"/>
            <a:ext cx="3439716" cy="394096"/>
            <a:chOff x="249" y="2024"/>
            <a:chExt cx="2889" cy="331"/>
          </a:xfrm>
        </p:grpSpPr>
        <p:sp>
          <p:nvSpPr>
            <p:cNvPr id="8" name="文本框 549900">
              <a:extLst>
                <a:ext uri="{FF2B5EF4-FFF2-40B4-BE49-F238E27FC236}">
                  <a16:creationId xmlns:a16="http://schemas.microsoft.com/office/drawing/2014/main" id="{F7724900-AB21-6790-A3DA-F7E660DE7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2024"/>
              <a:ext cx="2889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 dirty="0">
                  <a:solidFill>
                    <a:schemeClr val="tx2"/>
                  </a:solidFill>
                </a:rPr>
                <a:t>则称</a:t>
              </a:r>
              <a:r>
                <a:rPr lang="en-US" altLang="zh-CN" b="1" i="1" dirty="0">
                  <a:solidFill>
                    <a:schemeClr val="tx2"/>
                  </a:solidFill>
                  <a:latin typeface="Symbol" panose="05050102010706020507" pitchFamily="18" charset="2"/>
                </a:rPr>
                <a:t>q</a:t>
              </a:r>
              <a:r>
                <a:rPr lang="zh-CN" altLang="en-US" sz="2100" b="1" dirty="0">
                  <a:solidFill>
                    <a:schemeClr val="tx2"/>
                  </a:solidFill>
                </a:rPr>
                <a:t>是</a:t>
              </a:r>
              <a:r>
                <a:rPr lang="en-US" altLang="zh-CN" sz="2100" b="1" i="1" dirty="0">
                  <a:solidFill>
                    <a:schemeClr val="tx2"/>
                  </a:solidFill>
                  <a:latin typeface="Symbol" panose="05050102010706020507" pitchFamily="18" charset="2"/>
                </a:rPr>
                <a:t>q </a:t>
              </a:r>
              <a:r>
                <a:rPr lang="zh-CN" altLang="en-US" sz="2100" b="1" dirty="0">
                  <a:solidFill>
                    <a:schemeClr val="tx2"/>
                  </a:solidFill>
                </a:rPr>
                <a:t>的</a:t>
              </a:r>
              <a:r>
                <a:rPr lang="zh-CN" altLang="en-US" sz="2100" b="1" dirty="0">
                  <a:solidFill>
                    <a:srgbClr val="FF0000"/>
                  </a:solidFill>
                </a:rPr>
                <a:t>无偏估计量</a:t>
              </a:r>
              <a:r>
                <a:rPr lang="en-US" altLang="zh-CN" sz="2100" b="1" dirty="0">
                  <a:solidFill>
                    <a:srgbClr val="3366FF"/>
                  </a:solidFill>
                </a:rPr>
                <a:t>.</a:t>
              </a:r>
            </a:p>
          </p:txBody>
        </p:sp>
        <p:sp>
          <p:nvSpPr>
            <p:cNvPr id="9" name="任意多边形 549901">
              <a:extLst>
                <a:ext uri="{FF2B5EF4-FFF2-40B4-BE49-F238E27FC236}">
                  <a16:creationId xmlns:a16="http://schemas.microsoft.com/office/drawing/2014/main" id="{9C66959B-E269-CE69-AF99-E28AFF3A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" y="2087"/>
              <a:ext cx="73" cy="45"/>
            </a:xfrm>
            <a:custGeom>
              <a:avLst/>
              <a:gdLst>
                <a:gd name="T0" fmla="*/ 0 w 90"/>
                <a:gd name="T1" fmla="*/ 46 h 46"/>
                <a:gd name="T2" fmla="*/ 45 w 90"/>
                <a:gd name="T3" fmla="*/ 0 h 46"/>
                <a:gd name="T4" fmla="*/ 90 w 90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46">
                  <a:moveTo>
                    <a:pt x="0" y="46"/>
                  </a:moveTo>
                  <a:cubicBezTo>
                    <a:pt x="15" y="23"/>
                    <a:pt x="30" y="0"/>
                    <a:pt x="45" y="0"/>
                  </a:cubicBezTo>
                  <a:cubicBezTo>
                    <a:pt x="60" y="0"/>
                    <a:pt x="83" y="38"/>
                    <a:pt x="90" y="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8CCD2BC-926E-E482-B141-4021220F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238" y="3544852"/>
            <a:ext cx="2052638" cy="485775"/>
          </a:xfrm>
          <a:prstGeom prst="rect">
            <a:avLst/>
          </a:prstGeom>
          <a:solidFill>
            <a:srgbClr val="FFFF99"/>
          </a:solidFill>
          <a:ln w="19050">
            <a:solidFill>
              <a:srgbClr val="00FFFF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342DCC-0DFC-7055-B1D0-44C5C2FB9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535" y="2894929"/>
            <a:ext cx="1701403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二 有效性</a:t>
            </a:r>
          </a:p>
        </p:txBody>
      </p:sp>
      <p:graphicFrame>
        <p:nvGraphicFramePr>
          <p:cNvPr id="12" name="内容占位符 563203">
            <a:extLst>
              <a:ext uri="{FF2B5EF4-FFF2-40B4-BE49-F238E27FC236}">
                <a16:creationId xmlns:a16="http://schemas.microsoft.com/office/drawing/2014/main" id="{3AC8702A-7004-04AE-F63F-53D6920BED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0406695"/>
              </p:ext>
            </p:extLst>
          </p:nvPr>
        </p:nvGraphicFramePr>
        <p:xfrm>
          <a:off x="3286126" y="3503338"/>
          <a:ext cx="3917156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537797" imgH="253780" progId="Equation.DSMT4">
                  <p:embed/>
                </p:oleObj>
              </mc:Choice>
              <mc:Fallback>
                <p:oleObj r:id="rId7" imgW="2537797" imgH="253780" progId="Equation.DSMT4">
                  <p:embed/>
                  <p:pic>
                    <p:nvPicPr>
                      <p:cNvPr id="563204" name="内容占位符 563203">
                        <a:extLst>
                          <a:ext uri="{FF2B5EF4-FFF2-40B4-BE49-F238E27FC236}">
                            <a16:creationId xmlns:a16="http://schemas.microsoft.com/office/drawing/2014/main" id="{56370764-13E9-43FF-93D0-2736E81010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6" y="3503338"/>
                        <a:ext cx="3917156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内容占位符 563204">
            <a:extLst>
              <a:ext uri="{FF2B5EF4-FFF2-40B4-BE49-F238E27FC236}">
                <a16:creationId xmlns:a16="http://schemas.microsoft.com/office/drawing/2014/main" id="{765D7723-5799-701F-07A2-1E4D03D9E3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7007089"/>
              </p:ext>
            </p:extLst>
          </p:nvPr>
        </p:nvGraphicFramePr>
        <p:xfrm>
          <a:off x="8063707" y="3544852"/>
          <a:ext cx="1378744" cy="472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26296" imgH="253780" progId="Equation.DSMT4">
                  <p:embed/>
                </p:oleObj>
              </mc:Choice>
              <mc:Fallback>
                <p:oleObj r:id="rId9" imgW="926296" imgH="253780" progId="Equation.DSMT4">
                  <p:embed/>
                  <p:pic>
                    <p:nvPicPr>
                      <p:cNvPr id="563205" name="内容占位符 563204">
                        <a:extLst>
                          <a:ext uri="{FF2B5EF4-FFF2-40B4-BE49-F238E27FC236}">
                            <a16:creationId xmlns:a16="http://schemas.microsoft.com/office/drawing/2014/main" id="{693EFC3A-54AC-419E-827C-D205B780E9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3707" y="3544852"/>
                        <a:ext cx="1378744" cy="472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9B14E5-B17B-6BF3-A38B-26A15403AA08}"/>
              </a:ext>
            </a:extLst>
          </p:cNvPr>
          <p:cNvGrpSpPr>
            <a:grpSpLocks/>
          </p:cNvGrpSpPr>
          <p:nvPr/>
        </p:nvGrpSpPr>
        <p:grpSpPr bwMode="auto">
          <a:xfrm>
            <a:off x="2953942" y="4030626"/>
            <a:ext cx="2359819" cy="409575"/>
            <a:chOff x="385" y="1661"/>
            <a:chExt cx="1982" cy="344"/>
          </a:xfrm>
        </p:grpSpPr>
        <p:sp>
          <p:nvSpPr>
            <p:cNvPr id="15" name="文本框 563207">
              <a:extLst>
                <a:ext uri="{FF2B5EF4-FFF2-40B4-BE49-F238E27FC236}">
                  <a16:creationId xmlns:a16="http://schemas.microsoft.com/office/drawing/2014/main" id="{ED2224FF-75C5-42F9-5B28-ED6A043A4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661"/>
              <a:ext cx="198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chemeClr val="tx2"/>
                  </a:solidFill>
                </a:rPr>
                <a:t>则称        </a:t>
              </a:r>
              <a:r>
                <a:rPr lang="zh-CN" altLang="en-US" sz="2100" b="1">
                  <a:solidFill>
                    <a:srgbClr val="FF0000"/>
                  </a:solidFill>
                </a:rPr>
                <a:t>有效</a:t>
              </a:r>
              <a:r>
                <a:rPr lang="en-US" altLang="zh-CN" sz="2100" b="1">
                  <a:solidFill>
                    <a:schemeClr val="tx2"/>
                  </a:solidFill>
                </a:rPr>
                <a:t>.</a:t>
              </a:r>
            </a:p>
          </p:txBody>
        </p:sp>
        <p:graphicFrame>
          <p:nvGraphicFramePr>
            <p:cNvPr id="16" name="对象 563208">
              <a:extLst>
                <a:ext uri="{FF2B5EF4-FFF2-40B4-BE49-F238E27FC236}">
                  <a16:creationId xmlns:a16="http://schemas.microsoft.com/office/drawing/2014/main" id="{049946EF-65F9-F208-6073-C3B49075DA2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3050428"/>
                </p:ext>
              </p:extLst>
            </p:nvPr>
          </p:nvGraphicFramePr>
          <p:xfrm>
            <a:off x="1273" y="1709"/>
            <a:ext cx="52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20474" imgH="291973" progId="Equation.DSMT4">
                    <p:embed/>
                  </p:oleObj>
                </mc:Choice>
                <mc:Fallback>
                  <p:oleObj name="Equation" r:id="rId11" imgW="520474" imgH="291973" progId="Equation.DSMT4">
                    <p:embed/>
                    <p:pic>
                      <p:nvPicPr>
                        <p:cNvPr id="40968" name="对象 563208">
                          <a:extLst>
                            <a:ext uri="{FF2B5EF4-FFF2-40B4-BE49-F238E27FC236}">
                              <a16:creationId xmlns:a16="http://schemas.microsoft.com/office/drawing/2014/main" id="{14801DF3-E3D8-4F5E-A8EE-C36FD8BAD5A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3" y="1709"/>
                          <a:ext cx="52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48F03BEE-A951-98A2-0D05-8F08778E3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498" y="5089711"/>
            <a:ext cx="4228702" cy="539353"/>
          </a:xfrm>
          <a:prstGeom prst="rect">
            <a:avLst/>
          </a:prstGeom>
          <a:solidFill>
            <a:srgbClr val="FFFF99"/>
          </a:solidFill>
          <a:ln w="19050">
            <a:solidFill>
              <a:srgbClr val="E3F2AC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18" name="内容占位符 565250">
            <a:extLst>
              <a:ext uri="{FF2B5EF4-FFF2-40B4-BE49-F238E27FC236}">
                <a16:creationId xmlns:a16="http://schemas.microsoft.com/office/drawing/2014/main" id="{14102210-B006-3ABC-10E6-8E967CD995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1599774"/>
              </p:ext>
            </p:extLst>
          </p:nvPr>
        </p:nvGraphicFramePr>
        <p:xfrm>
          <a:off x="3099198" y="5090902"/>
          <a:ext cx="4914900" cy="42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754704" imgH="241195" progId="Equation.DSMT4">
                  <p:embed/>
                </p:oleObj>
              </mc:Choice>
              <mc:Fallback>
                <p:oleObj r:id="rId13" imgW="2754704" imgH="241195" progId="Equation.DSMT4">
                  <p:embed/>
                  <p:pic>
                    <p:nvPicPr>
                      <p:cNvPr id="565251" name="内容占位符 565250">
                        <a:extLst>
                          <a:ext uri="{FF2B5EF4-FFF2-40B4-BE49-F238E27FC236}">
                            <a16:creationId xmlns:a16="http://schemas.microsoft.com/office/drawing/2014/main" id="{5C2082AA-C6B5-4531-ADA1-30E964E557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9198" y="5090902"/>
                        <a:ext cx="4914900" cy="429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内容占位符 565251">
            <a:extLst>
              <a:ext uri="{FF2B5EF4-FFF2-40B4-BE49-F238E27FC236}">
                <a16:creationId xmlns:a16="http://schemas.microsoft.com/office/drawing/2014/main" id="{5C5A1CD6-6666-3CEF-C35D-454F6E2384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1178462"/>
              </p:ext>
            </p:extLst>
          </p:nvPr>
        </p:nvGraphicFramePr>
        <p:xfrm>
          <a:off x="8258573" y="5089711"/>
          <a:ext cx="2123320" cy="513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345032" imgH="304536" progId="Equation.DSMT4">
                  <p:embed/>
                </p:oleObj>
              </mc:Choice>
              <mc:Fallback>
                <p:oleObj r:id="rId15" imgW="1345032" imgH="304536" progId="Equation.DSMT4">
                  <p:embed/>
                  <p:pic>
                    <p:nvPicPr>
                      <p:cNvPr id="565252" name="内容占位符 565251">
                        <a:extLst>
                          <a:ext uri="{FF2B5EF4-FFF2-40B4-BE49-F238E27FC236}">
                            <a16:creationId xmlns:a16="http://schemas.microsoft.com/office/drawing/2014/main" id="{0A6DC1F1-40C3-44CF-9027-AD29BDCD08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8573" y="5089711"/>
                        <a:ext cx="2123320" cy="513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18AD9522-D4B8-C0DD-084F-8FB357045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8382" y="4419389"/>
            <a:ext cx="2107406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三 一致性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E82A14A-1F0E-D4FF-8EA2-32633FEBDDD6}"/>
              </a:ext>
            </a:extLst>
          </p:cNvPr>
          <p:cNvGrpSpPr>
            <a:grpSpLocks/>
          </p:cNvGrpSpPr>
          <p:nvPr/>
        </p:nvGrpSpPr>
        <p:grpSpPr bwMode="auto">
          <a:xfrm>
            <a:off x="2919016" y="5841729"/>
            <a:ext cx="3171825" cy="394097"/>
            <a:chOff x="385" y="1752"/>
            <a:chExt cx="2664" cy="331"/>
          </a:xfrm>
        </p:grpSpPr>
        <p:sp>
          <p:nvSpPr>
            <p:cNvPr id="22" name="文本框 565255">
              <a:extLst>
                <a:ext uri="{FF2B5EF4-FFF2-40B4-BE49-F238E27FC236}">
                  <a16:creationId xmlns:a16="http://schemas.microsoft.com/office/drawing/2014/main" id="{AE84296E-4FF0-A3D6-5AD3-E96FFB5A1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752"/>
              <a:ext cx="266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 dirty="0">
                  <a:solidFill>
                    <a:schemeClr val="tx2"/>
                  </a:solidFill>
                </a:rPr>
                <a:t>则称        </a:t>
              </a:r>
              <a:r>
                <a:rPr lang="zh-CN" altLang="en-US" sz="2100" b="1" dirty="0">
                  <a:solidFill>
                    <a:srgbClr val="FF0000"/>
                  </a:solidFill>
                </a:rPr>
                <a:t>一致估计量</a:t>
              </a:r>
              <a:r>
                <a:rPr lang="en-US" altLang="zh-CN" sz="2100" b="1" dirty="0"/>
                <a:t>.</a:t>
              </a:r>
            </a:p>
          </p:txBody>
        </p:sp>
        <p:graphicFrame>
          <p:nvGraphicFramePr>
            <p:cNvPr id="23" name="对象 565256">
              <a:extLst>
                <a:ext uri="{FF2B5EF4-FFF2-40B4-BE49-F238E27FC236}">
                  <a16:creationId xmlns:a16="http://schemas.microsoft.com/office/drawing/2014/main" id="{3165FBF3-AE77-0E84-F4E5-A1593464139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17616647"/>
                </p:ext>
              </p:extLst>
            </p:nvPr>
          </p:nvGraphicFramePr>
          <p:xfrm>
            <a:off x="1250" y="1757"/>
            <a:ext cx="54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380835" imgH="228501" progId="Equation.DSMT4">
                    <p:embed/>
                  </p:oleObj>
                </mc:Choice>
                <mc:Fallback>
                  <p:oleObj r:id="rId17" imgW="380835" imgH="228501" progId="Equation.DSMT4">
                    <p:embed/>
                    <p:pic>
                      <p:nvPicPr>
                        <p:cNvPr id="43016" name="对象 565256">
                          <a:extLst>
                            <a:ext uri="{FF2B5EF4-FFF2-40B4-BE49-F238E27FC236}">
                              <a16:creationId xmlns:a16="http://schemas.microsoft.com/office/drawing/2014/main" id="{909EE7F5-66BB-45C0-9203-779794E5439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0" y="1757"/>
                          <a:ext cx="54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内容占位符 565262">
            <a:extLst>
              <a:ext uri="{FF2B5EF4-FFF2-40B4-BE49-F238E27FC236}">
                <a16:creationId xmlns:a16="http://schemas.microsoft.com/office/drawing/2014/main" id="{D7045ADE-6300-626E-C39B-7A5CA4D050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2616537"/>
              </p:ext>
            </p:extLst>
          </p:nvPr>
        </p:nvGraphicFramePr>
        <p:xfrm>
          <a:off x="10727968" y="5077804"/>
          <a:ext cx="818513" cy="45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761669" imgH="342751" progId="Equation.3">
                  <p:embed/>
                </p:oleObj>
              </mc:Choice>
              <mc:Fallback>
                <p:oleObj r:id="rId19" imgW="761669" imgH="342751" progId="Equation.3">
                  <p:embed/>
                  <p:pic>
                    <p:nvPicPr>
                      <p:cNvPr id="565263" name="内容占位符 565262">
                        <a:extLst>
                          <a:ext uri="{FF2B5EF4-FFF2-40B4-BE49-F238E27FC236}">
                            <a16:creationId xmlns:a16="http://schemas.microsoft.com/office/drawing/2014/main" id="{2B72DB9D-CB71-4F15-8D3C-C67A0E7FD4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7968" y="5077804"/>
                        <a:ext cx="818513" cy="456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77650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75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11" grpId="0" build="p"/>
      <p:bldP spid="20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25948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考点三：区间估计（★）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E02CA3-0858-4A9E-7397-2C1A721B9C00}"/>
              </a:ext>
            </a:extLst>
          </p:cNvPr>
          <p:cNvSpPr txBox="1"/>
          <p:nvPr/>
        </p:nvSpPr>
        <p:spPr>
          <a:xfrm>
            <a:off x="2435225" y="1358922"/>
            <a:ext cx="7321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关键是理解如何求区间？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C09678-0C80-26BC-8F79-A1C0C047C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900" y="2058543"/>
            <a:ext cx="6352156" cy="381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73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2A866F9-02C8-8014-9B8B-722D424371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055285"/>
              </p:ext>
            </p:extLst>
          </p:nvPr>
        </p:nvGraphicFramePr>
        <p:xfrm>
          <a:off x="2430531" y="65088"/>
          <a:ext cx="3665469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34943" imgH="602984" progId="Equation.DSMT4">
                  <p:embed/>
                </p:oleObj>
              </mc:Choice>
              <mc:Fallback>
                <p:oleObj name="Equation" r:id="rId3" imgW="1834943" imgH="6029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0531" y="65088"/>
                        <a:ext cx="3665469" cy="1204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F37E582-ADA5-1552-CDB5-BC41848664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779006"/>
              </p:ext>
            </p:extLst>
          </p:nvPr>
        </p:nvGraphicFramePr>
        <p:xfrm>
          <a:off x="7497763" y="143669"/>
          <a:ext cx="3049587" cy="992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85900" imgH="419100" progId="Equation.DSMT4">
                  <p:embed/>
                </p:oleObj>
              </mc:Choice>
              <mc:Fallback>
                <p:oleObj r:id="rId5" imgW="1485900" imgH="419100" progId="Equation.DSMT4">
                  <p:embed/>
                  <p:pic>
                    <p:nvPicPr>
                      <p:cNvPr id="571396" name="对象 571395">
                        <a:extLst>
                          <a:ext uri="{FF2B5EF4-FFF2-40B4-BE49-F238E27FC236}">
                            <a16:creationId xmlns:a16="http://schemas.microsoft.com/office/drawing/2014/main" id="{804D77DB-D7C8-48DC-93F8-CFE2BFF268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7763" y="143669"/>
                        <a:ext cx="3049587" cy="992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237FB06-F973-B793-9931-F4A954049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316" y="2509919"/>
            <a:ext cx="343098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en-US" altLang="zh-CN" sz="2100" b="1" i="1" dirty="0">
                <a:solidFill>
                  <a:srgbClr val="008080"/>
                </a:solidFill>
                <a:latin typeface="Symbol" panose="05050102010706020507" pitchFamily="18" charset="2"/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sz="2100" b="1" baseline="30000" dirty="0">
                <a:solidFill>
                  <a:srgbClr val="00808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1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已知   用上面第一个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B22338C-E7F1-6042-5C7A-4D60553456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1716822"/>
              </p:ext>
            </p:extLst>
          </p:nvPr>
        </p:nvGraphicFramePr>
        <p:xfrm>
          <a:off x="5732066" y="2260335"/>
          <a:ext cx="2453878" cy="70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853396" imgH="533169" progId="Equation.DSMT4">
                  <p:embed/>
                </p:oleObj>
              </mc:Choice>
              <mc:Fallback>
                <p:oleObj r:id="rId7" imgW="1853396" imgH="533169" progId="Equation.DSMT4">
                  <p:embed/>
                  <p:pic>
                    <p:nvPicPr>
                      <p:cNvPr id="569349" name="对象 569348">
                        <a:extLst>
                          <a:ext uri="{FF2B5EF4-FFF2-40B4-BE49-F238E27FC236}">
                            <a16:creationId xmlns:a16="http://schemas.microsoft.com/office/drawing/2014/main" id="{B1948526-8A58-4625-ACBE-D46F51357C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066" y="2260335"/>
                        <a:ext cx="2453878" cy="706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6354D6B-6FCA-80FC-2B09-A867972901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8156141"/>
              </p:ext>
            </p:extLst>
          </p:nvPr>
        </p:nvGraphicFramePr>
        <p:xfrm>
          <a:off x="5462985" y="2962804"/>
          <a:ext cx="4266009" cy="645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856260" imgH="431613" progId="Equation.DSMT4">
                  <p:embed/>
                </p:oleObj>
              </mc:Choice>
              <mc:Fallback>
                <p:oleObj r:id="rId9" imgW="2856260" imgH="431613" progId="Equation.DSMT4">
                  <p:embed/>
                  <p:pic>
                    <p:nvPicPr>
                      <p:cNvPr id="569351" name="对象 569350">
                        <a:extLst>
                          <a:ext uri="{FF2B5EF4-FFF2-40B4-BE49-F238E27FC236}">
                            <a16:creationId xmlns:a16="http://schemas.microsoft.com/office/drawing/2014/main" id="{198D21F9-70D8-4373-9564-4A060F25F5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985" y="2962804"/>
                        <a:ext cx="4266009" cy="645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571393">
            <a:extLst>
              <a:ext uri="{FF2B5EF4-FFF2-40B4-BE49-F238E27FC236}">
                <a16:creationId xmlns:a16="http://schemas.microsoft.com/office/drawing/2014/main" id="{2D2EF41F-D1E1-BC68-3697-EA18A2600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316" y="4250633"/>
            <a:ext cx="3965773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2 </a:t>
            </a:r>
            <a:r>
              <a:rPr lang="en-US" altLang="zh-CN" sz="2000" b="1" i="1" dirty="0">
                <a:solidFill>
                  <a:srgbClr val="008080"/>
                </a:solidFill>
                <a:latin typeface="Symbol" panose="05050102010706020507" pitchFamily="18" charset="2"/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sz="2000" b="1" baseline="30000" dirty="0">
                <a:solidFill>
                  <a:srgbClr val="00808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0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未知   用上面第二个</a:t>
            </a:r>
            <a:endParaRPr lang="en-US" altLang="zh-CN" sz="2000" b="1" dirty="0">
              <a:solidFill>
                <a:srgbClr val="00808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sz="20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为什么不用第一个？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FFCFD7E-C70F-5A2F-559E-439B799FE0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963101"/>
              </p:ext>
            </p:extLst>
          </p:nvPr>
        </p:nvGraphicFramePr>
        <p:xfrm>
          <a:off x="5732066" y="4176978"/>
          <a:ext cx="2792016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99506" imgH="241195" progId="Equation.DSMT4">
                  <p:embed/>
                </p:oleObj>
              </mc:Choice>
              <mc:Fallback>
                <p:oleObj r:id="rId11" imgW="1599506" imgH="241195" progId="Equation.DSMT4">
                  <p:embed/>
                  <p:pic>
                    <p:nvPicPr>
                      <p:cNvPr id="571397" name="对象 571396">
                        <a:extLst>
                          <a:ext uri="{FF2B5EF4-FFF2-40B4-BE49-F238E27FC236}">
                            <a16:creationId xmlns:a16="http://schemas.microsoft.com/office/drawing/2014/main" id="{135F5BD6-CF0F-47C4-8ED7-BE73D3F034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066" y="4176978"/>
                        <a:ext cx="2792016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8FA5754-9FAC-E1DF-25FC-832FC80474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7947110"/>
              </p:ext>
            </p:extLst>
          </p:nvPr>
        </p:nvGraphicFramePr>
        <p:xfrm>
          <a:off x="5570141" y="4731809"/>
          <a:ext cx="5563791" cy="67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567152" imgH="431613" progId="Equation.DSMT4">
                  <p:embed/>
                </p:oleObj>
              </mc:Choice>
              <mc:Fallback>
                <p:oleObj r:id="rId13" imgW="3567152" imgH="431613" progId="Equation.DSMT4">
                  <p:embed/>
                  <p:pic>
                    <p:nvPicPr>
                      <p:cNvPr id="571398" name="对象 571397">
                        <a:extLst>
                          <a:ext uri="{FF2B5EF4-FFF2-40B4-BE49-F238E27FC236}">
                            <a16:creationId xmlns:a16="http://schemas.microsoft.com/office/drawing/2014/main" id="{6616FD0B-026B-4531-AEC9-794D11699F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141" y="4731809"/>
                        <a:ext cx="5563791" cy="675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81259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835234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总体均值的区间估计（理解记忆）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F2D0E7-CDCE-9B43-0195-3F3D0A89D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397" y="1786732"/>
            <a:ext cx="4834670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50" b="1" i="1" dirty="0">
                <a:solidFill>
                  <a:schemeClr val="tx2"/>
                </a:solidFill>
                <a:sym typeface="Symbol" panose="05050102010706020507" pitchFamily="18" charset="2"/>
              </a:rPr>
              <a:t> </a:t>
            </a:r>
            <a:r>
              <a:rPr lang="en-US" altLang="zh-CN" sz="1950" b="1" baseline="30000" dirty="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zh-CN" altLang="en-US" sz="1950" b="1" dirty="0">
                <a:solidFill>
                  <a:schemeClr val="tx2"/>
                </a:solidFill>
              </a:rPr>
              <a:t>已知时，</a:t>
            </a:r>
            <a:r>
              <a:rPr lang="zh-CN" altLang="en-US" sz="195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1950" b="1" dirty="0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 dirty="0">
                <a:latin typeface="Times New Roman" panose="02020603050405020304" pitchFamily="18" charset="0"/>
              </a:rPr>
              <a:t>1</a:t>
            </a:r>
            <a:r>
              <a:rPr lang="zh-CN" altLang="en-US" sz="1950" b="1" dirty="0">
                <a:latin typeface="Times New Roman" panose="02020603050405020304" pitchFamily="18" charset="0"/>
              </a:rPr>
              <a:t>－</a:t>
            </a:r>
            <a:r>
              <a:rPr lang="zh-CN" altLang="en-US" sz="195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 dirty="0">
                <a:latin typeface="Times New Roman" panose="02020603050405020304" pitchFamily="18" charset="0"/>
              </a:rPr>
              <a:t>的</a:t>
            </a:r>
            <a:r>
              <a:rPr lang="zh-CN" altLang="en-US" sz="195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 dirty="0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2BC91DF-BFD5-5BC1-17BC-B2356D809D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327574"/>
              </p:ext>
            </p:extLst>
          </p:nvPr>
        </p:nvGraphicFramePr>
        <p:xfrm>
          <a:off x="3462735" y="2127250"/>
          <a:ext cx="2862263" cy="66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53396" imgH="431613" progId="Equation.DSMT4">
                  <p:embed/>
                </p:oleObj>
              </mc:Choice>
              <mc:Fallback>
                <p:oleObj r:id="rId3" imgW="1853396" imgH="431613" progId="Equation.DSMT4">
                  <p:embed/>
                  <p:pic>
                    <p:nvPicPr>
                      <p:cNvPr id="569353" name="对象 569352">
                        <a:extLst>
                          <a:ext uri="{FF2B5EF4-FFF2-40B4-BE49-F238E27FC236}">
                            <a16:creationId xmlns:a16="http://schemas.microsoft.com/office/drawing/2014/main" id="{3DFC6165-2BAD-497F-9904-1D6693D870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735" y="2127250"/>
                        <a:ext cx="2862263" cy="665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06D2B4A-BD19-E6E9-2F9B-A5A94E0EB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960" y="1721247"/>
            <a:ext cx="5076825" cy="1133475"/>
          </a:xfrm>
          <a:prstGeom prst="rect">
            <a:avLst/>
          </a:prstGeom>
          <a:noFill/>
          <a:ln w="28575">
            <a:solidFill>
              <a:srgbClr val="339933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1CB72D-A735-B9F1-F8D7-946245F96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234" y="3677048"/>
            <a:ext cx="4833066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50" b="1" i="1">
                <a:solidFill>
                  <a:schemeClr val="tx2"/>
                </a:solidFill>
                <a:sym typeface="Symbol" panose="05050102010706020507" pitchFamily="18" charset="2"/>
              </a:rPr>
              <a:t> </a:t>
            </a:r>
            <a:r>
              <a:rPr lang="en-US" altLang="zh-CN" sz="1950" b="1" baseline="300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1950" b="1">
                <a:solidFill>
                  <a:schemeClr val="tx2"/>
                </a:solidFill>
              </a:rPr>
              <a:t>未知时，</a:t>
            </a:r>
            <a:r>
              <a:rPr lang="zh-CN" altLang="en-US" sz="195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1950" b="1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>
                <a:latin typeface="Times New Roman" panose="02020603050405020304" pitchFamily="18" charset="0"/>
              </a:rPr>
              <a:t>1</a:t>
            </a:r>
            <a:r>
              <a:rPr lang="zh-CN" altLang="en-US" sz="1950" b="1">
                <a:latin typeface="Times New Roman" panose="02020603050405020304" pitchFamily="18" charset="0"/>
              </a:rPr>
              <a:t>－</a:t>
            </a:r>
            <a:r>
              <a:rPr lang="zh-CN" altLang="en-US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>
                <a:latin typeface="Times New Roman" panose="02020603050405020304" pitchFamily="18" charset="0"/>
              </a:rPr>
              <a:t>的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690A067-E10A-EB42-69BE-28D9F98C39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7415367"/>
              </p:ext>
            </p:extLst>
          </p:nvPr>
        </p:nvGraphicFramePr>
        <p:xfrm>
          <a:off x="3144915" y="4068763"/>
          <a:ext cx="4077891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41600" imgH="457200" progId="Equation.DSMT4">
                  <p:embed/>
                </p:oleObj>
              </mc:Choice>
              <mc:Fallback>
                <p:oleObj r:id="rId5" imgW="2641600" imgH="457200" progId="Equation.DSMT4">
                  <p:embed/>
                  <p:pic>
                    <p:nvPicPr>
                      <p:cNvPr id="571401" name="对象 571400">
                        <a:extLst>
                          <a:ext uri="{FF2B5EF4-FFF2-40B4-BE49-F238E27FC236}">
                            <a16:creationId xmlns:a16="http://schemas.microsoft.com/office/drawing/2014/main" id="{FAB02148-06B1-4DE5-A70F-01BE03CA7C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4915" y="4068763"/>
                        <a:ext cx="4077891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D01D52A-27A3-9024-AA7A-1309410F4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6797" y="3640138"/>
            <a:ext cx="5076825" cy="1133475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699927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75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75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75"/>
                            </p:stCondLst>
                            <p:childTnLst>
                              <p:par>
                                <p:cTn id="2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75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会怎么出题？</a:t>
            </a:r>
          </a:p>
        </p:txBody>
      </p:sp>
      <p:sp>
        <p:nvSpPr>
          <p:cNvPr id="3" name="文本框 572417">
            <a:extLst>
              <a:ext uri="{FF2B5EF4-FFF2-40B4-BE49-F238E27FC236}">
                <a16:creationId xmlns:a16="http://schemas.microsoft.com/office/drawing/2014/main" id="{0CFB5046-1CD0-3342-BB93-C9A9378B3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1475879"/>
            <a:ext cx="5459841" cy="8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100" b="1" dirty="0">
                <a:latin typeface="Times New Roman" panose="02020603050405020304" pitchFamily="18" charset="0"/>
              </a:rPr>
              <a:t>滚珠直径</a:t>
            </a:r>
            <a:r>
              <a:rPr lang="en-US" altLang="zh-CN" sz="21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~</a:t>
            </a:r>
            <a:r>
              <a:rPr lang="en-US" altLang="zh-CN" sz="21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100" b="1" dirty="0">
                <a:latin typeface="Times New Roman" panose="02020603050405020304" pitchFamily="18" charset="0"/>
              </a:rPr>
              <a:t>(</a:t>
            </a:r>
            <a:r>
              <a:rPr lang="en-US" altLang="zh-CN" sz="2100" b="1" i="1" dirty="0">
                <a:latin typeface="Symbol" panose="05050102010706020507" pitchFamily="18" charset="2"/>
              </a:rPr>
              <a:t>m</a:t>
            </a:r>
            <a:r>
              <a:rPr lang="en-US" altLang="zh-CN" sz="2100" b="1" dirty="0">
                <a:latin typeface="Times New Roman" panose="02020603050405020304" pitchFamily="18" charset="0"/>
              </a:rPr>
              <a:t>, </a:t>
            </a:r>
            <a:r>
              <a:rPr lang="en-US" altLang="zh-CN" sz="2100" b="1" i="1" dirty="0">
                <a:latin typeface="Symbol" panose="05050102010706020507" pitchFamily="18" charset="2"/>
              </a:rPr>
              <a:t>s </a:t>
            </a:r>
            <a:r>
              <a:rPr lang="en-US" altLang="zh-CN" sz="21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100" b="1" dirty="0">
                <a:latin typeface="Times New Roman" panose="02020603050405020304" pitchFamily="18" charset="0"/>
              </a:rPr>
              <a:t>)</a:t>
            </a:r>
            <a:r>
              <a:rPr lang="zh-CN" altLang="en-US" sz="2100" b="1" dirty="0">
                <a:latin typeface="Times New Roman" panose="02020603050405020304" pitchFamily="18" charset="0"/>
              </a:rPr>
              <a:t>，从某天生产的滚珠中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100" b="1" dirty="0">
                <a:latin typeface="Times New Roman" panose="02020603050405020304" pitchFamily="18" charset="0"/>
              </a:rPr>
              <a:t>随机抽取</a:t>
            </a:r>
            <a:r>
              <a:rPr lang="en-US" altLang="zh-CN" sz="2100" b="1" dirty="0">
                <a:latin typeface="Times New Roman" panose="02020603050405020304" pitchFamily="18" charset="0"/>
              </a:rPr>
              <a:t>6</a:t>
            </a:r>
            <a:r>
              <a:rPr lang="zh-CN" altLang="en-US" sz="2100" b="1" dirty="0">
                <a:latin typeface="Times New Roman" panose="02020603050405020304" pitchFamily="18" charset="0"/>
              </a:rPr>
              <a:t>个，测得直径为</a:t>
            </a:r>
            <a:r>
              <a:rPr lang="en-US" altLang="zh-CN" sz="2100" b="1" dirty="0">
                <a:latin typeface="Times New Roman" panose="02020603050405020304" pitchFamily="18" charset="0"/>
              </a:rPr>
              <a:t>(</a:t>
            </a:r>
            <a:r>
              <a:rPr lang="zh-CN" altLang="en-US" sz="2100" b="1" dirty="0">
                <a:latin typeface="Times New Roman" panose="02020603050405020304" pitchFamily="18" charset="0"/>
              </a:rPr>
              <a:t>单位：</a:t>
            </a:r>
            <a:r>
              <a:rPr lang="en-US" altLang="zh-CN" sz="2100" b="1" dirty="0">
                <a:latin typeface="Times New Roman" panose="02020603050405020304" pitchFamily="18" charset="0"/>
              </a:rPr>
              <a:t>mm)</a:t>
            </a:r>
          </a:p>
        </p:txBody>
      </p:sp>
      <p:sp>
        <p:nvSpPr>
          <p:cNvPr id="4" name="文本框 572418">
            <a:extLst>
              <a:ext uri="{FF2B5EF4-FFF2-40B4-BE49-F238E27FC236}">
                <a16:creationId xmlns:a16="http://schemas.microsoft.com/office/drawing/2014/main" id="{139E8B8F-186C-3B63-21BB-A201C2CBC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182" y="2311492"/>
            <a:ext cx="386485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latin typeface="Times New Roman" panose="02020603050405020304" pitchFamily="18" charset="0"/>
              </a:rPr>
              <a:t>1.46   1.51   1.49   1.48   1.52   1.51</a:t>
            </a:r>
          </a:p>
        </p:txBody>
      </p:sp>
      <p:sp>
        <p:nvSpPr>
          <p:cNvPr id="5" name="文本框 572419">
            <a:extLst>
              <a:ext uri="{FF2B5EF4-FFF2-40B4-BE49-F238E27FC236}">
                <a16:creationId xmlns:a16="http://schemas.microsoft.com/office/drawing/2014/main" id="{5C15F2D7-B6CC-0E74-F3CB-48FD2B035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410" y="2954907"/>
            <a:ext cx="5724525" cy="8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latin typeface="Times New Roman" panose="02020603050405020304" pitchFamily="18" charset="0"/>
              </a:rPr>
              <a:t>求下面两种情况下</a:t>
            </a:r>
            <a:r>
              <a:rPr lang="en-US" altLang="zh-CN" sz="2100" b="1" i="1" dirty="0">
                <a:latin typeface="Symbol" panose="05050102010706020507" pitchFamily="18" charset="2"/>
              </a:rPr>
              <a:t>m</a:t>
            </a:r>
            <a:r>
              <a:rPr lang="zh-CN" altLang="en-US" sz="2100" b="1" dirty="0">
                <a:latin typeface="Times New Roman" panose="02020603050405020304" pitchFamily="18" charset="0"/>
              </a:rPr>
              <a:t>的置信度为</a:t>
            </a:r>
            <a:r>
              <a:rPr lang="en-US" altLang="zh-CN" sz="2100" b="1" dirty="0">
                <a:latin typeface="Times New Roman" panose="02020603050405020304" pitchFamily="18" charset="0"/>
              </a:rPr>
              <a:t>95%</a:t>
            </a:r>
            <a:r>
              <a:rPr lang="zh-CN" altLang="en-US" sz="2100" b="1" dirty="0">
                <a:latin typeface="Times New Roman" panose="02020603050405020304" pitchFamily="18" charset="0"/>
              </a:rPr>
              <a:t>的置信区间。      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1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2100" b="1" dirty="0">
                <a:latin typeface="Times New Roman" panose="02020603050405020304" pitchFamily="18" charset="0"/>
              </a:rPr>
              <a:t>(1)</a:t>
            </a:r>
            <a:r>
              <a:rPr lang="en-US" altLang="zh-CN" sz="2100" b="1" i="1" dirty="0">
                <a:latin typeface="Symbol" panose="05050102010706020507" pitchFamily="18" charset="2"/>
              </a:rPr>
              <a:t>s</a:t>
            </a:r>
            <a:r>
              <a:rPr lang="en-US" altLang="zh-CN" sz="21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100" b="1" dirty="0">
                <a:latin typeface="Times New Roman" panose="02020603050405020304" pitchFamily="18" charset="0"/>
              </a:rPr>
              <a:t>=0.0006</a:t>
            </a:r>
            <a:r>
              <a:rPr lang="zh-CN" altLang="en-US" sz="2100" b="1" dirty="0">
                <a:latin typeface="Times New Roman" panose="02020603050405020304" pitchFamily="18" charset="0"/>
              </a:rPr>
              <a:t>时；    </a:t>
            </a:r>
            <a:r>
              <a:rPr lang="en-US" altLang="zh-CN" sz="2100" b="1" dirty="0">
                <a:latin typeface="Times New Roman" panose="02020603050405020304" pitchFamily="18" charset="0"/>
              </a:rPr>
              <a:t>(2) </a:t>
            </a:r>
            <a:r>
              <a:rPr lang="en-US" altLang="zh-CN" sz="2100" b="1" i="1" dirty="0">
                <a:latin typeface="Symbol" panose="05050102010706020507" pitchFamily="18" charset="2"/>
              </a:rPr>
              <a:t>s</a:t>
            </a:r>
            <a:r>
              <a:rPr lang="en-US" altLang="zh-CN" sz="2100" b="1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sz="2100" b="1" dirty="0">
                <a:latin typeface="Times New Roman" panose="02020603050405020304" pitchFamily="18" charset="0"/>
              </a:rPr>
              <a:t>未知时。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97A83B8-AC6C-8299-FBF1-61EA57BBBA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297199"/>
              </p:ext>
            </p:extLst>
          </p:nvPr>
        </p:nvGraphicFramePr>
        <p:xfrm>
          <a:off x="3160316" y="4242197"/>
          <a:ext cx="2862263" cy="665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53396" imgH="431613" progId="Equation.DSMT4">
                  <p:embed/>
                </p:oleObj>
              </mc:Choice>
              <mc:Fallback>
                <p:oleObj r:id="rId3" imgW="1853396" imgH="431613" progId="Equation.DSMT4">
                  <p:embed/>
                  <p:pic>
                    <p:nvPicPr>
                      <p:cNvPr id="572421" name="对象 572420">
                        <a:extLst>
                          <a:ext uri="{FF2B5EF4-FFF2-40B4-BE49-F238E27FC236}">
                            <a16:creationId xmlns:a16="http://schemas.microsoft.com/office/drawing/2014/main" id="{F74C1547-AF3E-4835-A4C7-EC4EDC6970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316" y="4242197"/>
                        <a:ext cx="2862263" cy="665559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8C9D29E-E482-A970-E88D-52EA72C1D5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7852067"/>
              </p:ext>
            </p:extLst>
          </p:nvPr>
        </p:nvGraphicFramePr>
        <p:xfrm>
          <a:off x="4871244" y="4943475"/>
          <a:ext cx="3960019" cy="66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64287" imgH="431613" progId="Equation.DSMT4">
                  <p:embed/>
                </p:oleObj>
              </mc:Choice>
              <mc:Fallback>
                <p:oleObj r:id="rId5" imgW="2564287" imgH="431613" progId="Equation.DSMT4">
                  <p:embed/>
                  <p:pic>
                    <p:nvPicPr>
                      <p:cNvPr id="572422" name="对象 572421">
                        <a:extLst>
                          <a:ext uri="{FF2B5EF4-FFF2-40B4-BE49-F238E27FC236}">
                            <a16:creationId xmlns:a16="http://schemas.microsoft.com/office/drawing/2014/main" id="{7F79479F-E3FF-4733-8D61-098DF17712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244" y="4943475"/>
                        <a:ext cx="3960019" cy="66556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9102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3F14E29-E371-1FCD-AD20-2ACFEB5D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921" y="3476411"/>
            <a:ext cx="1037034" cy="7429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D45025-A86F-88C7-5F20-96F904A9F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528" y="3476411"/>
            <a:ext cx="914400" cy="7429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72A3D1D-DE1E-94D5-1385-AE8B674BE8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811230"/>
              </p:ext>
            </p:extLst>
          </p:nvPr>
        </p:nvGraphicFramePr>
        <p:xfrm>
          <a:off x="5268557" y="1825430"/>
          <a:ext cx="194429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58900" imgH="419100" progId="Equation.DSMT4">
                  <p:embed/>
                </p:oleObj>
              </mc:Choice>
              <mc:Fallback>
                <p:oleObj r:id="rId4" imgW="1358900" imgH="419100" progId="Equation.DSMT4">
                  <p:embed/>
                  <p:pic>
                    <p:nvPicPr>
                      <p:cNvPr id="573444" name="对象 573443">
                        <a:extLst>
                          <a:ext uri="{FF2B5EF4-FFF2-40B4-BE49-F238E27FC236}">
                            <a16:creationId xmlns:a16="http://schemas.microsoft.com/office/drawing/2014/main" id="{AF2763BB-36C3-4CF2-8407-A597E078D9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557" y="1825430"/>
                        <a:ext cx="194429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92F3810-B7CE-98E7-1A25-0C31BF1E3B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0415139"/>
              </p:ext>
            </p:extLst>
          </p:nvPr>
        </p:nvGraphicFramePr>
        <p:xfrm>
          <a:off x="4188065" y="2566773"/>
          <a:ext cx="350996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82900" imgH="457200" progId="Equation.DSMT4">
                  <p:embed/>
                </p:oleObj>
              </mc:Choice>
              <mc:Fallback>
                <p:oleObj r:id="rId6" imgW="2882900" imgH="457200" progId="Equation.DSMT4">
                  <p:embed/>
                  <p:pic>
                    <p:nvPicPr>
                      <p:cNvPr id="573445" name="对象 573444">
                        <a:extLst>
                          <a:ext uri="{FF2B5EF4-FFF2-40B4-BE49-F238E27FC236}">
                            <a16:creationId xmlns:a16="http://schemas.microsoft.com/office/drawing/2014/main" id="{876441B7-536D-4BCD-AF78-F663FD0076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065" y="2566773"/>
                        <a:ext cx="3509963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573446">
            <a:extLst>
              <a:ext uri="{FF2B5EF4-FFF2-40B4-BE49-F238E27FC236}">
                <a16:creationId xmlns:a16="http://schemas.microsoft.com/office/drawing/2014/main" id="{0694773F-7575-3665-B0B6-F95A2542D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180" y="441441"/>
            <a:ext cx="6875620" cy="366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square"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</a:pPr>
            <a:r>
              <a:rPr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三 </a:t>
            </a:r>
            <a:r>
              <a:rPr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单个正态总体</a:t>
            </a:r>
            <a:r>
              <a:rPr lang="en-US" altLang="zh-CN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400" b="1" i="1" u="sng" dirty="0">
                <a:solidFill>
                  <a:srgbClr val="0000FF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400" b="1" i="1" u="sng" dirty="0">
                <a:solidFill>
                  <a:srgbClr val="0000FF"/>
                </a:solidFill>
                <a:latin typeface="Symbol" panose="05050102010706020507" pitchFamily="18" charset="2"/>
                <a:ea typeface="楷体_GB2312" pitchFamily="49" charset="-122"/>
              </a:rPr>
              <a:t>s</a:t>
            </a:r>
            <a:r>
              <a:rPr lang="en-US" altLang="zh-CN" sz="2400" b="1" u="sng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方差的区间估计</a:t>
            </a:r>
            <a:endParaRPr lang="zh-CN" altLang="en-US" sz="225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734BF6-6F6C-64A0-126C-E9C063417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653" y="1926186"/>
            <a:ext cx="11334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i="1" dirty="0">
                <a:solidFill>
                  <a:srgbClr val="00808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zh-CN" altLang="en-US" sz="21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未知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55C631-927D-240F-CAFE-C1D558827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727" y="5274585"/>
            <a:ext cx="479940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 i="1">
                <a:solidFill>
                  <a:schemeClr val="tx2"/>
                </a:solidFill>
                <a:latin typeface="Symbol" panose="05050102010706020507" pitchFamily="18" charset="2"/>
              </a:rPr>
              <a:t>m</a:t>
            </a:r>
            <a:r>
              <a:rPr lang="zh-CN" altLang="en-US" sz="1950" b="1">
                <a:solidFill>
                  <a:schemeClr val="tx2"/>
                </a:solidFill>
                <a:latin typeface="Symbol" panose="05050102010706020507" pitchFamily="18" charset="2"/>
              </a:rPr>
              <a:t>未</a:t>
            </a:r>
            <a:r>
              <a:rPr lang="zh-CN" altLang="en-US" sz="1950" b="1">
                <a:solidFill>
                  <a:schemeClr val="tx2"/>
                </a:solidFill>
              </a:rPr>
              <a:t>知时，</a:t>
            </a:r>
            <a:r>
              <a:rPr lang="zh-CN" altLang="en-US" sz="21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100" b="1" baseline="300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1950" b="1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>
                <a:latin typeface="Times New Roman" panose="02020603050405020304" pitchFamily="18" charset="0"/>
              </a:rPr>
              <a:t>1</a:t>
            </a:r>
            <a:r>
              <a:rPr lang="zh-CN" altLang="en-US" sz="1950" b="1">
                <a:latin typeface="Times New Roman" panose="02020603050405020304" pitchFamily="18" charset="0"/>
              </a:rPr>
              <a:t>－</a:t>
            </a:r>
            <a:r>
              <a:rPr lang="zh-CN" altLang="en-US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>
                <a:latin typeface="Times New Roman" panose="02020603050405020304" pitchFamily="18" charset="0"/>
              </a:rPr>
              <a:t>的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BC7D0F3-D5CC-773C-48F7-FE01DFD676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3978772"/>
              </p:ext>
            </p:extLst>
          </p:nvPr>
        </p:nvGraphicFramePr>
        <p:xfrm>
          <a:off x="4188065" y="5586529"/>
          <a:ext cx="2861072" cy="74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53396" imgH="482391" progId="Equation.DSMT4">
                  <p:embed/>
                </p:oleObj>
              </mc:Choice>
              <mc:Fallback>
                <p:oleObj r:id="rId8" imgW="1853396" imgH="482391" progId="Equation.DSMT4">
                  <p:embed/>
                  <p:pic>
                    <p:nvPicPr>
                      <p:cNvPr id="573450" name="对象 573449">
                        <a:extLst>
                          <a:ext uri="{FF2B5EF4-FFF2-40B4-BE49-F238E27FC236}">
                            <a16:creationId xmlns:a16="http://schemas.microsoft.com/office/drawing/2014/main" id="{47887144-B001-4E62-8D7B-0E9141E113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065" y="5586529"/>
                        <a:ext cx="2861072" cy="744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57330E2-2FD4-B678-6C32-D49B46D08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290" y="5209101"/>
            <a:ext cx="5076825" cy="1133475"/>
          </a:xfrm>
          <a:prstGeom prst="rect">
            <a:avLst/>
          </a:prstGeom>
          <a:noFill/>
          <a:ln w="28575">
            <a:solidFill>
              <a:srgbClr val="339933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B2715DE-BB8B-50C1-4737-A8C4A7CBA6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2675764"/>
              </p:ext>
            </p:extLst>
          </p:nvPr>
        </p:nvGraphicFramePr>
        <p:xfrm>
          <a:off x="4242834" y="3531179"/>
          <a:ext cx="40671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830871" imgH="520474" progId="Equation.DSMT4">
                  <p:embed/>
                </p:oleObj>
              </mc:Choice>
              <mc:Fallback>
                <p:oleObj r:id="rId10" imgW="2830871" imgH="520474" progId="Equation.DSMT4">
                  <p:embed/>
                  <p:pic>
                    <p:nvPicPr>
                      <p:cNvPr id="573453" name="对象 573452">
                        <a:extLst>
                          <a:ext uri="{FF2B5EF4-FFF2-40B4-BE49-F238E27FC236}">
                            <a16:creationId xmlns:a16="http://schemas.microsoft.com/office/drawing/2014/main" id="{F12D0809-2CA4-494D-9C6C-858C317692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834" y="3531179"/>
                        <a:ext cx="40671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809ABD2F-4BA7-DF79-C65D-3A78057494D1}"/>
              </a:ext>
            </a:extLst>
          </p:cNvPr>
          <p:cNvSpPr txBox="1"/>
          <p:nvPr/>
        </p:nvSpPr>
        <p:spPr>
          <a:xfrm>
            <a:off x="9193453" y="5495034"/>
            <a:ext cx="308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第七章内容完结</a:t>
            </a:r>
          </a:p>
        </p:txBody>
      </p:sp>
    </p:spTree>
    <p:extLst>
      <p:ext uri="{BB962C8B-B14F-4D97-AF65-F5344CB8AC3E}">
        <p14:creationId xmlns:p14="http://schemas.microsoft.com/office/powerpoint/2010/main" val="4142728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75"/>
                            </p:stCondLst>
                            <p:childTnLst>
                              <p:par>
                                <p:cTn id="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75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/>
          <p:cNvSpPr/>
          <p:nvPr/>
        </p:nvSpPr>
        <p:spPr bwMode="auto">
          <a:xfrm rot="10800000">
            <a:off x="5352751" y="1197380"/>
            <a:ext cx="4927899" cy="4914899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707188" y="3054680"/>
            <a:ext cx="4484562" cy="1200302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7200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谢谢</a:t>
            </a:r>
            <a:r>
              <a:rPr lang="en-US" altLang="zh-CN" sz="7200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!</a:t>
            </a:r>
            <a:endParaRPr lang="en-GB" altLang="zh-CN" sz="7200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91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2144</TotalTime>
  <Words>2913</Words>
  <Application>Microsoft Office PowerPoint</Application>
  <PresentationFormat>宽屏</PresentationFormat>
  <Paragraphs>558</Paragraphs>
  <Slides>111</Slides>
  <Notes>93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111</vt:i4>
      </vt:variant>
    </vt:vector>
  </HeadingPairs>
  <TitlesOfParts>
    <vt:vector size="138" baseType="lpstr">
      <vt:lpstr>Adobe Gothic Std B</vt:lpstr>
      <vt:lpstr>Arial Unicode MS</vt:lpstr>
      <vt:lpstr>Kozuka Gothic Pr6N H</vt:lpstr>
      <vt:lpstr>UniversalMath1 BT</vt:lpstr>
      <vt:lpstr>博洋行书 7000</vt:lpstr>
      <vt:lpstr>等线</vt:lpstr>
      <vt:lpstr>等线 Light</vt:lpstr>
      <vt:lpstr>仿宋</vt:lpstr>
      <vt:lpstr>黑体</vt:lpstr>
      <vt:lpstr>华文楷体</vt:lpstr>
      <vt:lpstr>华文中宋</vt:lpstr>
      <vt:lpstr>楷体</vt:lpstr>
      <vt:lpstr>楷体_GB2312</vt:lpstr>
      <vt:lpstr>宋体</vt:lpstr>
      <vt:lpstr>微软雅黑</vt:lpstr>
      <vt:lpstr>Arial</vt:lpstr>
      <vt:lpstr>Book Antiqua</vt:lpstr>
      <vt:lpstr>Calibri</vt:lpstr>
      <vt:lpstr>Symbol</vt:lpstr>
      <vt:lpstr>Times New Roman</vt:lpstr>
      <vt:lpstr>Wingdings</vt:lpstr>
      <vt:lpstr>Office 主题​​</vt:lpstr>
      <vt:lpstr>Equation</vt:lpstr>
      <vt:lpstr>Equation.3</vt:lpstr>
      <vt:lpstr>MathType 7.0 Equation</vt:lpstr>
      <vt:lpstr>公式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设(X,Y )的联合分布函数是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例3    设(X,Y )的概率密度是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洛琦 白</dc:creator>
  <cp:lastModifiedBy>洛琦 白</cp:lastModifiedBy>
  <cp:revision>77</cp:revision>
  <dcterms:created xsi:type="dcterms:W3CDTF">2024-06-24T03:44:53Z</dcterms:created>
  <dcterms:modified xsi:type="dcterms:W3CDTF">2025-06-23T10:37:31Z</dcterms:modified>
</cp:coreProperties>
</file>