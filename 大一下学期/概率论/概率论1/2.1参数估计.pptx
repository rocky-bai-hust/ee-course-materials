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av" ContentType="audio/x-wav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7"/>
  </p:notesMasterIdLst>
  <p:handoutMasterIdLst>
    <p:handoutMasterId r:id="rId48"/>
  </p:handoutMasterIdLst>
  <p:sldIdLst>
    <p:sldId id="1185" r:id="rId2"/>
    <p:sldId id="1186" r:id="rId3"/>
    <p:sldId id="489" r:id="rId4"/>
    <p:sldId id="490" r:id="rId5"/>
    <p:sldId id="491" r:id="rId6"/>
    <p:sldId id="492" r:id="rId7"/>
    <p:sldId id="493" r:id="rId8"/>
    <p:sldId id="526" r:id="rId9"/>
    <p:sldId id="494" r:id="rId10"/>
    <p:sldId id="495" r:id="rId11"/>
    <p:sldId id="496" r:id="rId12"/>
    <p:sldId id="497" r:id="rId13"/>
    <p:sldId id="498" r:id="rId14"/>
    <p:sldId id="499" r:id="rId15"/>
    <p:sldId id="500" r:id="rId16"/>
    <p:sldId id="501" r:id="rId17"/>
    <p:sldId id="502" r:id="rId18"/>
    <p:sldId id="559" r:id="rId19"/>
    <p:sldId id="560" r:id="rId20"/>
    <p:sldId id="584" r:id="rId21"/>
    <p:sldId id="608" r:id="rId22"/>
    <p:sldId id="503" r:id="rId23"/>
    <p:sldId id="504" r:id="rId24"/>
    <p:sldId id="505" r:id="rId25"/>
    <p:sldId id="506" r:id="rId26"/>
    <p:sldId id="507" r:id="rId27"/>
    <p:sldId id="632" r:id="rId28"/>
    <p:sldId id="508" r:id="rId29"/>
    <p:sldId id="509" r:id="rId30"/>
    <p:sldId id="1187" r:id="rId31"/>
    <p:sldId id="510" r:id="rId32"/>
    <p:sldId id="511" r:id="rId33"/>
    <p:sldId id="512" r:id="rId34"/>
    <p:sldId id="513" r:id="rId35"/>
    <p:sldId id="514" r:id="rId36"/>
    <p:sldId id="515" r:id="rId37"/>
    <p:sldId id="516" r:id="rId38"/>
    <p:sldId id="517" r:id="rId39"/>
    <p:sldId id="518" r:id="rId40"/>
    <p:sldId id="519" r:id="rId41"/>
    <p:sldId id="308" r:id="rId42"/>
    <p:sldId id="1188" r:id="rId43"/>
    <p:sldId id="309" r:id="rId44"/>
    <p:sldId id="1189" r:id="rId45"/>
    <p:sldId id="1190" r:id="rId46"/>
  </p:sldIdLst>
  <p:sldSz cx="9144000" cy="5143500" type="screen16x9"/>
  <p:notesSz cx="6858000" cy="9144000"/>
  <p:custDataLst>
    <p:tags r:id="rId49"/>
  </p:custDataLst>
  <p:defaultTextStyle>
    <a:defPPr>
      <a:defRPr lang="zh-CN"/>
    </a:defPPr>
    <a:lvl1pPr marL="0" algn="l" defTabSz="91428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40" algn="l" defTabSz="91428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82" algn="l" defTabSz="91428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22" algn="l" defTabSz="91428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563" algn="l" defTabSz="91428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704" algn="l" defTabSz="91428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845" algn="l" defTabSz="91428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985" algn="l" defTabSz="91428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126" algn="l" defTabSz="91428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pos="476" userDrawn="1">
          <p15:clr>
            <a:srgbClr val="A4A3A4"/>
          </p15:clr>
        </p15:guide>
        <p15:guide id="4" pos="528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4B70"/>
    <a:srgbClr val="E88D22"/>
    <a:srgbClr val="94CDD4"/>
    <a:srgbClr val="F2F2F2"/>
    <a:srgbClr val="034EA2"/>
    <a:srgbClr val="0075BF"/>
    <a:srgbClr val="0087CD"/>
    <a:srgbClr val="C68F06"/>
    <a:srgbClr val="DB2C03"/>
    <a:srgbClr val="EBAC0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80143" autoAdjust="0"/>
  </p:normalViewPr>
  <p:slideViewPr>
    <p:cSldViewPr>
      <p:cViewPr varScale="1">
        <p:scale>
          <a:sx n="110" d="100"/>
          <a:sy n="110" d="100"/>
        </p:scale>
        <p:origin x="102" y="198"/>
      </p:cViewPr>
      <p:guideLst>
        <p:guide orient="horz" pos="1620"/>
        <p:guide pos="2880"/>
        <p:guide pos="476"/>
        <p:guide pos="5284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4" d="100"/>
          <a:sy n="84" d="100"/>
        </p:scale>
        <p:origin x="3618" y="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gs" Target="tags/tag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" Type="http://schemas.openxmlformats.org/officeDocument/2006/relationships/image" Target="../media/image9.wmf"/><Relationship Id="rId5" Type="http://schemas.openxmlformats.org/officeDocument/2006/relationships/image" Target="../media/image13.wmf"/><Relationship Id="rId4" Type="http://schemas.openxmlformats.org/officeDocument/2006/relationships/image" Target="../media/image12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emf"/><Relationship Id="rId1" Type="http://schemas.openxmlformats.org/officeDocument/2006/relationships/image" Target="../media/image14.emf"/><Relationship Id="rId4" Type="http://schemas.openxmlformats.org/officeDocument/2006/relationships/image" Target="../media/image17.e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3" Type="http://schemas.openxmlformats.org/officeDocument/2006/relationships/image" Target="../media/image20.wmf"/><Relationship Id="rId7" Type="http://schemas.openxmlformats.org/officeDocument/2006/relationships/image" Target="../media/image24.wmf"/><Relationship Id="rId12" Type="http://schemas.openxmlformats.org/officeDocument/2006/relationships/image" Target="../media/image29.wmf"/><Relationship Id="rId2" Type="http://schemas.openxmlformats.org/officeDocument/2006/relationships/image" Target="../media/image19.wmf"/><Relationship Id="rId1" Type="http://schemas.openxmlformats.org/officeDocument/2006/relationships/image" Target="../media/image18.wmf"/><Relationship Id="rId6" Type="http://schemas.openxmlformats.org/officeDocument/2006/relationships/image" Target="../media/image23.wmf"/><Relationship Id="rId11" Type="http://schemas.openxmlformats.org/officeDocument/2006/relationships/image" Target="../media/image28.wmf"/><Relationship Id="rId5" Type="http://schemas.openxmlformats.org/officeDocument/2006/relationships/image" Target="../media/image22.wmf"/><Relationship Id="rId10" Type="http://schemas.openxmlformats.org/officeDocument/2006/relationships/image" Target="../media/image27.wmf"/><Relationship Id="rId4" Type="http://schemas.openxmlformats.org/officeDocument/2006/relationships/image" Target="../media/image21.wmf"/><Relationship Id="rId9" Type="http://schemas.openxmlformats.org/officeDocument/2006/relationships/image" Target="../media/image26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7" Type="http://schemas.openxmlformats.org/officeDocument/2006/relationships/image" Target="../media/image36.wmf"/><Relationship Id="rId2" Type="http://schemas.openxmlformats.org/officeDocument/2006/relationships/image" Target="../media/image31.wmf"/><Relationship Id="rId1" Type="http://schemas.openxmlformats.org/officeDocument/2006/relationships/image" Target="../media/image30.wmf"/><Relationship Id="rId6" Type="http://schemas.openxmlformats.org/officeDocument/2006/relationships/image" Target="../media/image35.wmf"/><Relationship Id="rId5" Type="http://schemas.openxmlformats.org/officeDocument/2006/relationships/image" Target="../media/image34.wmf"/><Relationship Id="rId4" Type="http://schemas.openxmlformats.org/officeDocument/2006/relationships/image" Target="../media/image33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9.wmf"/><Relationship Id="rId2" Type="http://schemas.openxmlformats.org/officeDocument/2006/relationships/image" Target="../media/image38.wmf"/><Relationship Id="rId1" Type="http://schemas.openxmlformats.org/officeDocument/2006/relationships/image" Target="../media/image37.wmf"/><Relationship Id="rId5" Type="http://schemas.openxmlformats.org/officeDocument/2006/relationships/image" Target="../media/image41.wmf"/><Relationship Id="rId4" Type="http://schemas.openxmlformats.org/officeDocument/2006/relationships/image" Target="../media/image40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43.wmf"/><Relationship Id="rId1" Type="http://schemas.openxmlformats.org/officeDocument/2006/relationships/image" Target="../media/image42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51.wmf"/><Relationship Id="rId3" Type="http://schemas.openxmlformats.org/officeDocument/2006/relationships/image" Target="../media/image46.wmf"/><Relationship Id="rId7" Type="http://schemas.openxmlformats.org/officeDocument/2006/relationships/image" Target="../media/image50.wmf"/><Relationship Id="rId2" Type="http://schemas.openxmlformats.org/officeDocument/2006/relationships/image" Target="../media/image45.wmf"/><Relationship Id="rId1" Type="http://schemas.openxmlformats.org/officeDocument/2006/relationships/image" Target="../media/image44.wmf"/><Relationship Id="rId6" Type="http://schemas.openxmlformats.org/officeDocument/2006/relationships/image" Target="../media/image49.wmf"/><Relationship Id="rId5" Type="http://schemas.openxmlformats.org/officeDocument/2006/relationships/image" Target="../media/image48.wmf"/><Relationship Id="rId4" Type="http://schemas.openxmlformats.org/officeDocument/2006/relationships/image" Target="../media/image47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54.wmf"/><Relationship Id="rId2" Type="http://schemas.openxmlformats.org/officeDocument/2006/relationships/image" Target="../media/image53.wmf"/><Relationship Id="rId1" Type="http://schemas.openxmlformats.org/officeDocument/2006/relationships/image" Target="../media/image52.wmf"/><Relationship Id="rId4" Type="http://schemas.openxmlformats.org/officeDocument/2006/relationships/image" Target="../media/image55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58.wmf"/><Relationship Id="rId2" Type="http://schemas.openxmlformats.org/officeDocument/2006/relationships/image" Target="../media/image57.wmf"/><Relationship Id="rId1" Type="http://schemas.openxmlformats.org/officeDocument/2006/relationships/image" Target="../media/image56.wmf"/><Relationship Id="rId6" Type="http://schemas.openxmlformats.org/officeDocument/2006/relationships/image" Target="../media/image61.emf"/><Relationship Id="rId5" Type="http://schemas.openxmlformats.org/officeDocument/2006/relationships/image" Target="../media/image60.wmf"/><Relationship Id="rId4" Type="http://schemas.openxmlformats.org/officeDocument/2006/relationships/image" Target="../media/image59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69.wmf"/><Relationship Id="rId3" Type="http://schemas.openxmlformats.org/officeDocument/2006/relationships/image" Target="../media/image64.wmf"/><Relationship Id="rId7" Type="http://schemas.openxmlformats.org/officeDocument/2006/relationships/image" Target="../media/image68.wmf"/><Relationship Id="rId2" Type="http://schemas.openxmlformats.org/officeDocument/2006/relationships/image" Target="../media/image63.wmf"/><Relationship Id="rId1" Type="http://schemas.openxmlformats.org/officeDocument/2006/relationships/image" Target="../media/image62.wmf"/><Relationship Id="rId6" Type="http://schemas.openxmlformats.org/officeDocument/2006/relationships/image" Target="../media/image67.wmf"/><Relationship Id="rId5" Type="http://schemas.openxmlformats.org/officeDocument/2006/relationships/image" Target="../media/image66.wmf"/><Relationship Id="rId10" Type="http://schemas.openxmlformats.org/officeDocument/2006/relationships/image" Target="../media/image71.wmf"/><Relationship Id="rId4" Type="http://schemas.openxmlformats.org/officeDocument/2006/relationships/image" Target="../media/image65.wmf"/><Relationship Id="rId9" Type="http://schemas.openxmlformats.org/officeDocument/2006/relationships/image" Target="../media/image70.w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79.wmf"/><Relationship Id="rId3" Type="http://schemas.openxmlformats.org/officeDocument/2006/relationships/image" Target="../media/image74.wmf"/><Relationship Id="rId7" Type="http://schemas.openxmlformats.org/officeDocument/2006/relationships/image" Target="../media/image78.wmf"/><Relationship Id="rId12" Type="http://schemas.openxmlformats.org/officeDocument/2006/relationships/image" Target="../media/image83.wmf"/><Relationship Id="rId2" Type="http://schemas.openxmlformats.org/officeDocument/2006/relationships/image" Target="../media/image73.wmf"/><Relationship Id="rId1" Type="http://schemas.openxmlformats.org/officeDocument/2006/relationships/image" Target="../media/image72.wmf"/><Relationship Id="rId6" Type="http://schemas.openxmlformats.org/officeDocument/2006/relationships/image" Target="../media/image77.wmf"/><Relationship Id="rId11" Type="http://schemas.openxmlformats.org/officeDocument/2006/relationships/image" Target="../media/image82.wmf"/><Relationship Id="rId5" Type="http://schemas.openxmlformats.org/officeDocument/2006/relationships/image" Target="../media/image76.wmf"/><Relationship Id="rId10" Type="http://schemas.openxmlformats.org/officeDocument/2006/relationships/image" Target="../media/image81.wmf"/><Relationship Id="rId4" Type="http://schemas.openxmlformats.org/officeDocument/2006/relationships/image" Target="../media/image75.wmf"/><Relationship Id="rId9" Type="http://schemas.openxmlformats.org/officeDocument/2006/relationships/image" Target="../media/image80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86.wmf"/><Relationship Id="rId2" Type="http://schemas.openxmlformats.org/officeDocument/2006/relationships/image" Target="../media/image85.wmf"/><Relationship Id="rId1" Type="http://schemas.openxmlformats.org/officeDocument/2006/relationships/image" Target="../media/image84.wmf"/><Relationship Id="rId5" Type="http://schemas.openxmlformats.org/officeDocument/2006/relationships/image" Target="../media/image88.wmf"/><Relationship Id="rId4" Type="http://schemas.openxmlformats.org/officeDocument/2006/relationships/image" Target="../media/image87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91.wmf"/><Relationship Id="rId2" Type="http://schemas.openxmlformats.org/officeDocument/2006/relationships/image" Target="../media/image90.wmf"/><Relationship Id="rId1" Type="http://schemas.openxmlformats.org/officeDocument/2006/relationships/image" Target="../media/image89.wmf"/><Relationship Id="rId4" Type="http://schemas.openxmlformats.org/officeDocument/2006/relationships/image" Target="../media/image92.w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94.wmf"/><Relationship Id="rId1" Type="http://schemas.openxmlformats.org/officeDocument/2006/relationships/image" Target="../media/image93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95.w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97.wmf"/><Relationship Id="rId1" Type="http://schemas.openxmlformats.org/officeDocument/2006/relationships/image" Target="../media/image96.w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98.wmf"/></Relationships>
</file>

<file path=ppt/drawings/_rels/vmlDrawing1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wmf"/><Relationship Id="rId3" Type="http://schemas.openxmlformats.org/officeDocument/2006/relationships/image" Target="../media/image101.wmf"/><Relationship Id="rId7" Type="http://schemas.openxmlformats.org/officeDocument/2006/relationships/image" Target="../media/image105.wmf"/><Relationship Id="rId2" Type="http://schemas.openxmlformats.org/officeDocument/2006/relationships/image" Target="../media/image100.wmf"/><Relationship Id="rId1" Type="http://schemas.openxmlformats.org/officeDocument/2006/relationships/image" Target="../media/image99.wmf"/><Relationship Id="rId6" Type="http://schemas.openxmlformats.org/officeDocument/2006/relationships/image" Target="../media/image104.wmf"/><Relationship Id="rId5" Type="http://schemas.openxmlformats.org/officeDocument/2006/relationships/image" Target="../media/image103.wmf"/><Relationship Id="rId4" Type="http://schemas.openxmlformats.org/officeDocument/2006/relationships/image" Target="../media/image102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emf"/><Relationship Id="rId2" Type="http://schemas.openxmlformats.org/officeDocument/2006/relationships/image" Target="../media/image108.emf"/><Relationship Id="rId1" Type="http://schemas.openxmlformats.org/officeDocument/2006/relationships/image" Target="../media/image107.emf"/></Relationships>
</file>

<file path=ppt/drawings/_rels/vmlDrawing2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7.wmf"/><Relationship Id="rId3" Type="http://schemas.openxmlformats.org/officeDocument/2006/relationships/image" Target="../media/image112.wmf"/><Relationship Id="rId7" Type="http://schemas.openxmlformats.org/officeDocument/2006/relationships/image" Target="../media/image116.wmf"/><Relationship Id="rId2" Type="http://schemas.openxmlformats.org/officeDocument/2006/relationships/image" Target="../media/image111.wmf"/><Relationship Id="rId1" Type="http://schemas.openxmlformats.org/officeDocument/2006/relationships/image" Target="../media/image110.wmf"/><Relationship Id="rId6" Type="http://schemas.openxmlformats.org/officeDocument/2006/relationships/image" Target="../media/image115.wmf"/><Relationship Id="rId11" Type="http://schemas.openxmlformats.org/officeDocument/2006/relationships/image" Target="../media/image120.wmf"/><Relationship Id="rId5" Type="http://schemas.openxmlformats.org/officeDocument/2006/relationships/image" Target="../media/image114.wmf"/><Relationship Id="rId10" Type="http://schemas.openxmlformats.org/officeDocument/2006/relationships/image" Target="../media/image119.wmf"/><Relationship Id="rId4" Type="http://schemas.openxmlformats.org/officeDocument/2006/relationships/image" Target="../media/image113.wmf"/><Relationship Id="rId9" Type="http://schemas.openxmlformats.org/officeDocument/2006/relationships/image" Target="../media/image118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emf"/><Relationship Id="rId2" Type="http://schemas.openxmlformats.org/officeDocument/2006/relationships/image" Target="../media/image122.emf"/><Relationship Id="rId1" Type="http://schemas.openxmlformats.org/officeDocument/2006/relationships/image" Target="../media/image121.emf"/><Relationship Id="rId6" Type="http://schemas.openxmlformats.org/officeDocument/2006/relationships/image" Target="../media/image126.emf"/><Relationship Id="rId5" Type="http://schemas.openxmlformats.org/officeDocument/2006/relationships/image" Target="../media/image125.emf"/><Relationship Id="rId4" Type="http://schemas.openxmlformats.org/officeDocument/2006/relationships/image" Target="../media/image124.e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emf"/><Relationship Id="rId2" Type="http://schemas.openxmlformats.org/officeDocument/2006/relationships/image" Target="../media/image128.emf"/><Relationship Id="rId1" Type="http://schemas.openxmlformats.org/officeDocument/2006/relationships/image" Target="../media/image127.emf"/><Relationship Id="rId6" Type="http://schemas.openxmlformats.org/officeDocument/2006/relationships/image" Target="../media/image132.emf"/><Relationship Id="rId5" Type="http://schemas.openxmlformats.org/officeDocument/2006/relationships/image" Target="../media/image131.emf"/><Relationship Id="rId4" Type="http://schemas.openxmlformats.org/officeDocument/2006/relationships/image" Target="../media/image130.e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wmf"/><Relationship Id="rId2" Type="http://schemas.openxmlformats.org/officeDocument/2006/relationships/image" Target="../media/image134.wmf"/><Relationship Id="rId1" Type="http://schemas.openxmlformats.org/officeDocument/2006/relationships/image" Target="../media/image133.w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wmf"/><Relationship Id="rId2" Type="http://schemas.openxmlformats.org/officeDocument/2006/relationships/image" Target="../media/image137.wmf"/><Relationship Id="rId1" Type="http://schemas.openxmlformats.org/officeDocument/2006/relationships/image" Target="../media/image136.wmf"/><Relationship Id="rId6" Type="http://schemas.openxmlformats.org/officeDocument/2006/relationships/image" Target="../media/image141.wmf"/><Relationship Id="rId5" Type="http://schemas.openxmlformats.org/officeDocument/2006/relationships/image" Target="../media/image140.wmf"/><Relationship Id="rId4" Type="http://schemas.openxmlformats.org/officeDocument/2006/relationships/image" Target="../media/image139.wmf"/></Relationships>
</file>

<file path=ppt/drawings/_rels/vmlDrawing2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9.wmf"/><Relationship Id="rId3" Type="http://schemas.openxmlformats.org/officeDocument/2006/relationships/image" Target="../media/image144.wmf"/><Relationship Id="rId7" Type="http://schemas.openxmlformats.org/officeDocument/2006/relationships/image" Target="../media/image148.wmf"/><Relationship Id="rId2" Type="http://schemas.openxmlformats.org/officeDocument/2006/relationships/image" Target="../media/image143.wmf"/><Relationship Id="rId1" Type="http://schemas.openxmlformats.org/officeDocument/2006/relationships/image" Target="../media/image142.wmf"/><Relationship Id="rId6" Type="http://schemas.openxmlformats.org/officeDocument/2006/relationships/image" Target="../media/image147.wmf"/><Relationship Id="rId5" Type="http://schemas.openxmlformats.org/officeDocument/2006/relationships/image" Target="../media/image146.wmf"/><Relationship Id="rId4" Type="http://schemas.openxmlformats.org/officeDocument/2006/relationships/image" Target="../media/image145.wmf"/><Relationship Id="rId9" Type="http://schemas.openxmlformats.org/officeDocument/2006/relationships/image" Target="../media/image150.w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3.wmf"/><Relationship Id="rId2" Type="http://schemas.openxmlformats.org/officeDocument/2006/relationships/image" Target="../media/image152.wmf"/><Relationship Id="rId1" Type="http://schemas.openxmlformats.org/officeDocument/2006/relationships/image" Target="../media/image151.wmf"/><Relationship Id="rId6" Type="http://schemas.openxmlformats.org/officeDocument/2006/relationships/image" Target="../media/image156.wmf"/><Relationship Id="rId5" Type="http://schemas.openxmlformats.org/officeDocument/2006/relationships/image" Target="../media/image155.wmf"/><Relationship Id="rId4" Type="http://schemas.openxmlformats.org/officeDocument/2006/relationships/image" Target="../media/image154.w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9.wmf"/><Relationship Id="rId2" Type="http://schemas.openxmlformats.org/officeDocument/2006/relationships/image" Target="../media/image158.wmf"/><Relationship Id="rId1" Type="http://schemas.openxmlformats.org/officeDocument/2006/relationships/image" Target="../media/image157.wmf"/><Relationship Id="rId6" Type="http://schemas.openxmlformats.org/officeDocument/2006/relationships/image" Target="../media/image162.wmf"/><Relationship Id="rId5" Type="http://schemas.openxmlformats.org/officeDocument/2006/relationships/image" Target="../media/image161.wmf"/><Relationship Id="rId4" Type="http://schemas.openxmlformats.org/officeDocument/2006/relationships/image" Target="../media/image160.w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5.wmf"/><Relationship Id="rId2" Type="http://schemas.openxmlformats.org/officeDocument/2006/relationships/image" Target="../media/image164.wmf"/><Relationship Id="rId1" Type="http://schemas.openxmlformats.org/officeDocument/2006/relationships/image" Target="../media/image163.wmf"/><Relationship Id="rId6" Type="http://schemas.openxmlformats.org/officeDocument/2006/relationships/image" Target="../media/image168.wmf"/><Relationship Id="rId5" Type="http://schemas.openxmlformats.org/officeDocument/2006/relationships/image" Target="../media/image167.wmf"/><Relationship Id="rId4" Type="http://schemas.openxmlformats.org/officeDocument/2006/relationships/image" Target="../media/image166.wmf"/></Relationships>
</file>

<file path=ppt/drawings/_rels/vmlDrawing3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1.wmf"/><Relationship Id="rId2" Type="http://schemas.openxmlformats.org/officeDocument/2006/relationships/image" Target="../media/image170.wmf"/><Relationship Id="rId1" Type="http://schemas.openxmlformats.org/officeDocument/2006/relationships/image" Target="../media/image169.wmf"/></Relationships>
</file>

<file path=ppt/drawings/_rels/vmlDrawing3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4.wmf"/><Relationship Id="rId2" Type="http://schemas.openxmlformats.org/officeDocument/2006/relationships/image" Target="../media/image173.wmf"/><Relationship Id="rId1" Type="http://schemas.openxmlformats.org/officeDocument/2006/relationships/image" Target="../media/image172.wmf"/><Relationship Id="rId6" Type="http://schemas.openxmlformats.org/officeDocument/2006/relationships/image" Target="../media/image177.wmf"/><Relationship Id="rId5" Type="http://schemas.openxmlformats.org/officeDocument/2006/relationships/image" Target="../media/image176.wmf"/><Relationship Id="rId4" Type="http://schemas.openxmlformats.org/officeDocument/2006/relationships/image" Target="../media/image175.png"/></Relationships>
</file>

<file path=ppt/drawings/_rels/vmlDrawing3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8.wmf"/><Relationship Id="rId7" Type="http://schemas.openxmlformats.org/officeDocument/2006/relationships/image" Target="../media/image182.wmf"/><Relationship Id="rId2" Type="http://schemas.openxmlformats.org/officeDocument/2006/relationships/image" Target="../media/image177.wmf"/><Relationship Id="rId1" Type="http://schemas.openxmlformats.org/officeDocument/2006/relationships/image" Target="../media/image175.png"/><Relationship Id="rId6" Type="http://schemas.openxmlformats.org/officeDocument/2006/relationships/image" Target="../media/image181.wmf"/><Relationship Id="rId5" Type="http://schemas.openxmlformats.org/officeDocument/2006/relationships/image" Target="../media/image180.wmf"/><Relationship Id="rId4" Type="http://schemas.openxmlformats.org/officeDocument/2006/relationships/image" Target="../media/image179.wmf"/></Relationships>
</file>

<file path=ppt/drawings/_rels/vmlDrawing3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5.wmf"/><Relationship Id="rId2" Type="http://schemas.openxmlformats.org/officeDocument/2006/relationships/image" Target="../media/image184.wmf"/><Relationship Id="rId1" Type="http://schemas.openxmlformats.org/officeDocument/2006/relationships/image" Target="../media/image183.wmf"/><Relationship Id="rId5" Type="http://schemas.openxmlformats.org/officeDocument/2006/relationships/image" Target="../media/image187.wmf"/><Relationship Id="rId4" Type="http://schemas.openxmlformats.org/officeDocument/2006/relationships/image" Target="../media/image186.wmf"/></Relationships>
</file>

<file path=ppt/drawings/_rels/vmlDrawing3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9.wmf"/><Relationship Id="rId1" Type="http://schemas.openxmlformats.org/officeDocument/2006/relationships/image" Target="../media/image177.wmf"/></Relationships>
</file>

<file path=ppt/drawings/_rels/vmlDrawing3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2.png"/><Relationship Id="rId2" Type="http://schemas.openxmlformats.org/officeDocument/2006/relationships/image" Target="../media/image191.wmf"/><Relationship Id="rId1" Type="http://schemas.openxmlformats.org/officeDocument/2006/relationships/image" Target="../media/image190.wmf"/><Relationship Id="rId5" Type="http://schemas.openxmlformats.org/officeDocument/2006/relationships/image" Target="../media/image194.wmf"/><Relationship Id="rId4" Type="http://schemas.openxmlformats.org/officeDocument/2006/relationships/image" Target="../media/image193.wmf"/></Relationships>
</file>

<file path=ppt/drawings/_rels/vmlDrawing3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5.wmf"/></Relationships>
</file>

<file path=ppt/drawings/_rels/vmlDrawing3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8.wmf"/><Relationship Id="rId2" Type="http://schemas.openxmlformats.org/officeDocument/2006/relationships/image" Target="../media/image197.wmf"/><Relationship Id="rId1" Type="http://schemas.openxmlformats.org/officeDocument/2006/relationships/image" Target="../media/image196.wmf"/><Relationship Id="rId6" Type="http://schemas.openxmlformats.org/officeDocument/2006/relationships/image" Target="../media/image201.wmf"/><Relationship Id="rId5" Type="http://schemas.openxmlformats.org/officeDocument/2006/relationships/image" Target="../media/image200.wmf"/><Relationship Id="rId4" Type="http://schemas.openxmlformats.org/officeDocument/2006/relationships/image" Target="../media/image199.wmf"/></Relationships>
</file>

<file path=ppt/drawings/_rels/vmlDrawing3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7.wmf"/><Relationship Id="rId2" Type="http://schemas.openxmlformats.org/officeDocument/2006/relationships/image" Target="../media/image206.wmf"/><Relationship Id="rId1" Type="http://schemas.openxmlformats.org/officeDocument/2006/relationships/image" Target="../media/image205.wmf"/><Relationship Id="rId6" Type="http://schemas.openxmlformats.org/officeDocument/2006/relationships/image" Target="../media/image201.wmf"/><Relationship Id="rId5" Type="http://schemas.openxmlformats.org/officeDocument/2006/relationships/image" Target="../media/image209.wmf"/><Relationship Id="rId4" Type="http://schemas.openxmlformats.org/officeDocument/2006/relationships/image" Target="../media/image208.wmf"/></Relationships>
</file>

<file path=ppt/drawings/_rels/vmlDrawing3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1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6E556AB4-0BB4-4983-8A83-42424D6058C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FCADC3E-68AC-4C0B-9806-A4221B24D78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86650E-F7DA-4B38-AB1F-1052BE95A2CE}" type="datetimeFigureOut">
              <a:rPr lang="zh-CN" altLang="en-US" smtClean="0"/>
              <a:t>2021/10/15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3A53BF9-514D-4B1C-88DE-08CF3D69085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E930AFA-9C90-4F00-8136-9C73C79C7F3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35CDD3-FB77-4A6A-82C5-147FD4F148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92961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2A5992-9D73-4015-9385-ABE035416B29}" type="datetimeFigureOut">
              <a:rPr lang="zh-CN" altLang="en-US" smtClean="0"/>
              <a:pPr/>
              <a:t>2021/10/15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95A699-AB68-4A20-99FB-6F69DC266D4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2344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28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40" algn="l" defTabSz="91428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282" algn="l" defTabSz="91428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422" algn="l" defTabSz="91428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563" algn="l" defTabSz="91428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704" algn="l" defTabSz="91428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845" algn="l" defTabSz="91428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985" algn="l" defTabSz="91428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126" algn="l" defTabSz="91428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95A699-AB68-4A20-99FB-6F69DC266D45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20305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2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同学们好！从本章开始，我们进入到数理统计部分的学习</a:t>
            </a:r>
            <a:r>
              <a:rPr lang="en-US" altLang="zh-CN" dirty="0"/>
              <a:t>.</a:t>
            </a:r>
            <a:r>
              <a:rPr lang="zh-CN" altLang="en-US" dirty="0"/>
              <a:t>数理统计与前五章的概率论都是研究随机现象的数学学科，那么它们的区别何在呢？我们用一个例子来回答这个问题</a:t>
            </a:r>
            <a:r>
              <a:rPr lang="en-US" altLang="zh-CN" dirty="0"/>
              <a:t>.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2580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幻灯片图像占位符 542721">
            <a:extLst>
              <a:ext uri="{FF2B5EF4-FFF2-40B4-BE49-F238E27FC236}">
                <a16:creationId xmlns:a16="http://schemas.microsoft.com/office/drawing/2014/main" id="{E3D6BED5-D80D-4D0E-9365-09E6F3977064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xfrm>
            <a:off x="139700" y="768350"/>
            <a:ext cx="6819900" cy="3836988"/>
          </a:xfrm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506" name="文本占位符 542722">
            <a:extLst>
              <a:ext uri="{FF2B5EF4-FFF2-40B4-BE49-F238E27FC236}">
                <a16:creationId xmlns:a16="http://schemas.microsoft.com/office/drawing/2014/main" id="{52CC8A2C-5D50-42B5-9680-1C4A57EAAC7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709613" y="4860925"/>
            <a:ext cx="5680075" cy="4605338"/>
          </a:xfrm>
        </p:spPr>
        <p:txBody>
          <a:bodyPr/>
          <a:lstStyle/>
          <a:p>
            <a:r>
              <a:rPr lang="zh-CN" altLang="en-US"/>
              <a:t>具体说。解释连续型</a:t>
            </a:r>
            <a:r>
              <a:rPr lang="en-US" altLang="zh-CN"/>
              <a:t>.</a:t>
            </a:r>
            <a:r>
              <a:rPr lang="zh-CN" altLang="en-US"/>
              <a:t>给出极大似然估计法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幻灯片图像占位符 555009">
            <a:extLst>
              <a:ext uri="{FF2B5EF4-FFF2-40B4-BE49-F238E27FC236}">
                <a16:creationId xmlns:a16="http://schemas.microsoft.com/office/drawing/2014/main" id="{C9ECE3B5-8BF9-4B60-8EBF-DE3C78B2EA32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xfrm>
            <a:off x="139700" y="768350"/>
            <a:ext cx="6819900" cy="3836988"/>
          </a:xfrm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18" name="文本占位符 555010">
            <a:extLst>
              <a:ext uri="{FF2B5EF4-FFF2-40B4-BE49-F238E27FC236}">
                <a16:creationId xmlns:a16="http://schemas.microsoft.com/office/drawing/2014/main" id="{012E6CBA-222B-494F-8564-EAE6CC2387C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709613" y="4860925"/>
            <a:ext cx="5680075" cy="4605338"/>
          </a:xfrm>
        </p:spPr>
        <p:txBody>
          <a:bodyPr/>
          <a:lstStyle/>
          <a:p>
            <a:r>
              <a:rPr lang="zh-CN" altLang="en-US"/>
              <a:t>无偏估计不唯一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幻灯片图像占位符 560129">
            <a:extLst>
              <a:ext uri="{FF2B5EF4-FFF2-40B4-BE49-F238E27FC236}">
                <a16:creationId xmlns:a16="http://schemas.microsoft.com/office/drawing/2014/main" id="{5EC0018E-0F17-4EBC-9049-6B41E5A4076B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xfrm>
            <a:off x="139700" y="768350"/>
            <a:ext cx="6819900" cy="3836988"/>
          </a:xfrm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6866" name="文本占位符 560130">
            <a:extLst>
              <a:ext uri="{FF2B5EF4-FFF2-40B4-BE49-F238E27FC236}">
                <a16:creationId xmlns:a16="http://schemas.microsoft.com/office/drawing/2014/main" id="{0892827C-DE89-48F9-88E7-A460A8476AE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709613" y="4860925"/>
            <a:ext cx="5680075" cy="4605338"/>
          </a:xfrm>
        </p:spPr>
        <p:txBody>
          <a:bodyPr/>
          <a:lstStyle/>
          <a:p>
            <a:r>
              <a:rPr lang="zh-CN" altLang="en-US"/>
              <a:t>无偏估计不唯一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54A03-91AF-448A-9954-517C0577E5F0}" type="datetimeFigureOut">
              <a:rPr lang="zh-CN" altLang="en-US" smtClean="0"/>
              <a:pPr/>
              <a:t>2021/10/15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FC946-6D13-4F8C-9740-992A906A613E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6" name="燕尾形 5"/>
          <p:cNvSpPr/>
          <p:nvPr userDrawn="1"/>
        </p:nvSpPr>
        <p:spPr>
          <a:xfrm>
            <a:off x="243136" y="267494"/>
            <a:ext cx="216024" cy="288032"/>
          </a:xfrm>
          <a:prstGeom prst="chevron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燕尾形 6"/>
          <p:cNvSpPr/>
          <p:nvPr userDrawn="1"/>
        </p:nvSpPr>
        <p:spPr>
          <a:xfrm>
            <a:off x="395536" y="267494"/>
            <a:ext cx="216024" cy="288032"/>
          </a:xfrm>
          <a:prstGeom prst="chevr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213560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54A03-91AF-448A-9954-517C0577E5F0}" type="datetimeFigureOut">
              <a:rPr lang="zh-CN" altLang="en-US" smtClean="0"/>
              <a:pPr/>
              <a:t>2021/10/15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FC946-6D13-4F8C-9740-992A906A613E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5" name="文本框 12"/>
          <p:cNvSpPr txBox="1">
            <a:spLocks noChangeArrowheads="1"/>
          </p:cNvSpPr>
          <p:nvPr userDrawn="1"/>
        </p:nvSpPr>
        <p:spPr bwMode="auto">
          <a:xfrm>
            <a:off x="680039" y="212870"/>
            <a:ext cx="2444162" cy="373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5023" tIns="32511" rIns="65023" bIns="32511">
            <a:spAutoFit/>
          </a:bodyPr>
          <a:lstStyle>
            <a:lvl1pPr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9pPr>
          </a:lstStyle>
          <a:p>
            <a:r>
              <a:rPr lang="en-US" altLang="zh-CN" sz="2000" b="1" dirty="0">
                <a:solidFill>
                  <a:srgbClr val="1F4B7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lt"/>
              </a:rPr>
              <a:t>1.1 </a:t>
            </a:r>
            <a:r>
              <a:rPr lang="zh-CN" altLang="en-US" sz="2000" b="1" dirty="0">
                <a:solidFill>
                  <a:srgbClr val="1F4B7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lt"/>
              </a:rPr>
              <a:t>总体与样本</a:t>
            </a:r>
          </a:p>
        </p:txBody>
      </p:sp>
      <p:sp>
        <p:nvSpPr>
          <p:cNvPr id="6" name="燕尾形 5"/>
          <p:cNvSpPr/>
          <p:nvPr userDrawn="1"/>
        </p:nvSpPr>
        <p:spPr>
          <a:xfrm>
            <a:off x="243136" y="267494"/>
            <a:ext cx="216024" cy="288032"/>
          </a:xfrm>
          <a:prstGeom prst="chevron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燕尾形 6"/>
          <p:cNvSpPr/>
          <p:nvPr userDrawn="1"/>
        </p:nvSpPr>
        <p:spPr>
          <a:xfrm>
            <a:off x="395536" y="267494"/>
            <a:ext cx="216024" cy="288032"/>
          </a:xfrm>
          <a:prstGeom prst="chevr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9542109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54A03-91AF-448A-9954-517C0577E5F0}" type="datetimeFigureOut">
              <a:rPr lang="zh-CN" altLang="en-US" smtClean="0"/>
              <a:pPr/>
              <a:t>2021/10/15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5" name="文本框 12"/>
          <p:cNvSpPr txBox="1">
            <a:spLocks noChangeArrowheads="1"/>
          </p:cNvSpPr>
          <p:nvPr userDrawn="1"/>
        </p:nvSpPr>
        <p:spPr bwMode="auto">
          <a:xfrm>
            <a:off x="680039" y="212870"/>
            <a:ext cx="1515697" cy="373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5023" tIns="32511" rIns="65023" bIns="32511">
            <a:spAutoFit/>
          </a:bodyPr>
          <a:lstStyle>
            <a:lvl1pPr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9pPr>
          </a:lstStyle>
          <a:p>
            <a:r>
              <a:rPr lang="zh-CN" altLang="en-US" sz="2000" b="1" dirty="0">
                <a:solidFill>
                  <a:srgbClr val="1F4B7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lt"/>
              </a:rPr>
              <a:t>总体与样本</a:t>
            </a:r>
          </a:p>
        </p:txBody>
      </p:sp>
      <p:sp>
        <p:nvSpPr>
          <p:cNvPr id="6" name="燕尾形 5"/>
          <p:cNvSpPr/>
          <p:nvPr userDrawn="1"/>
        </p:nvSpPr>
        <p:spPr>
          <a:xfrm>
            <a:off x="243136" y="267494"/>
            <a:ext cx="216024" cy="288032"/>
          </a:xfrm>
          <a:prstGeom prst="chevron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燕尾形 6"/>
          <p:cNvSpPr/>
          <p:nvPr userDrawn="1"/>
        </p:nvSpPr>
        <p:spPr>
          <a:xfrm>
            <a:off x="395536" y="267494"/>
            <a:ext cx="216024" cy="288032"/>
          </a:xfrm>
          <a:prstGeom prst="chevr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1396189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54A03-91AF-448A-9954-517C0577E5F0}" type="datetimeFigureOut">
              <a:rPr lang="zh-CN" altLang="en-US" smtClean="0"/>
              <a:pPr/>
              <a:t>2021/10/15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FC946-6D13-4F8C-9740-992A906A613E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4" name="文本框 37"/>
          <p:cNvSpPr txBox="1"/>
          <p:nvPr userDrawn="1"/>
        </p:nvSpPr>
        <p:spPr>
          <a:xfrm>
            <a:off x="899592" y="239588"/>
            <a:ext cx="912897" cy="312819"/>
          </a:xfrm>
          <a:prstGeom prst="rect">
            <a:avLst/>
          </a:prstGeom>
          <a:noFill/>
        </p:spPr>
        <p:txBody>
          <a:bodyPr wrap="none" lIns="96434" tIns="48217" rIns="96434" bIns="48217" rtlCol="0">
            <a:spAutoFit/>
          </a:bodyPr>
          <a:lstStyle/>
          <a:p>
            <a:pPr defTabSz="964278"/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工作回顾</a:t>
            </a:r>
          </a:p>
        </p:txBody>
      </p:sp>
      <p:sp>
        <p:nvSpPr>
          <p:cNvPr id="15" name="文本框 38"/>
          <p:cNvSpPr txBox="1"/>
          <p:nvPr userDrawn="1"/>
        </p:nvSpPr>
        <p:spPr>
          <a:xfrm>
            <a:off x="899592" y="432889"/>
            <a:ext cx="892058" cy="258958"/>
          </a:xfrm>
          <a:prstGeom prst="rect">
            <a:avLst/>
          </a:prstGeom>
          <a:noFill/>
        </p:spPr>
        <p:txBody>
          <a:bodyPr wrap="none" lIns="96434" tIns="48217" rIns="96434" bIns="48217" rtlCol="0">
            <a:spAutoFit/>
          </a:bodyPr>
          <a:lstStyle/>
          <a:p>
            <a:pPr defTabSz="964278"/>
            <a:r>
              <a:rPr lang="en-US" altLang="zh-CN" sz="105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Work review</a:t>
            </a:r>
            <a:endParaRPr lang="zh-CN" altLang="en-US" sz="105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10" name="Picture 3" descr="C:\Users\Administrator\Desktop\微立体创业计划\005.png"/>
          <p:cNvPicPr>
            <a:picLocks noChangeAspect="1" noChangeArrowheads="1"/>
          </p:cNvPicPr>
          <p:nvPr userDrawn="1"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23478"/>
            <a:ext cx="609601" cy="609601"/>
          </a:xfrm>
          <a:prstGeom prst="rect">
            <a:avLst/>
          </a:prstGeom>
          <a:noFill/>
          <a:effectLst>
            <a:outerShdw blurRad="127000" dist="63500" dir="3000000" sx="104000" sy="104000" algn="tl" rotWithShape="0">
              <a:prstClr val="black">
                <a:alpha val="34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C:\Users\Administrator\Desktop\微立体创业计划\004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903" y="132850"/>
            <a:ext cx="609601" cy="609601"/>
          </a:xfrm>
          <a:prstGeom prst="rect">
            <a:avLst/>
          </a:prstGeom>
          <a:noFill/>
          <a:effectLst>
            <a:outerShdw blurRad="127000" dist="63500" dir="3000000" sx="104000" sy="104000" algn="tl" rotWithShape="0">
              <a:prstClr val="black">
                <a:alpha val="34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213560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5321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" y="0"/>
            <a:ext cx="9143499" cy="5143500"/>
          </a:xfrm>
          <a:prstGeom prst="rect">
            <a:avLst/>
          </a:prstGeom>
        </p:spPr>
      </p:pic>
      <p:grpSp>
        <p:nvGrpSpPr>
          <p:cNvPr id="2" name="组合 3"/>
          <p:cNvGrpSpPr/>
          <p:nvPr userDrawn="1"/>
        </p:nvGrpSpPr>
        <p:grpSpPr bwMode="auto">
          <a:xfrm flipH="1">
            <a:off x="-1" y="248018"/>
            <a:ext cx="1797166" cy="507206"/>
            <a:chOff x="2370576" y="533400"/>
            <a:chExt cx="2417494" cy="675969"/>
          </a:xfrm>
          <a:solidFill>
            <a:srgbClr val="EE1C39"/>
          </a:solidFill>
        </p:grpSpPr>
        <p:sp>
          <p:nvSpPr>
            <p:cNvPr id="3" name="矩形 2"/>
            <p:cNvSpPr/>
            <p:nvPr/>
          </p:nvSpPr>
          <p:spPr>
            <a:xfrm>
              <a:off x="2738030" y="533400"/>
              <a:ext cx="2050040" cy="67596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400" dirty="0">
                <a:cs typeface="+mn-ea"/>
                <a:sym typeface="+mn-lt"/>
              </a:endParaRPr>
            </a:p>
          </p:txBody>
        </p:sp>
        <p:sp>
          <p:nvSpPr>
            <p:cNvPr id="4" name="椭圆 3"/>
            <p:cNvSpPr/>
            <p:nvPr/>
          </p:nvSpPr>
          <p:spPr>
            <a:xfrm>
              <a:off x="2370576" y="533400"/>
              <a:ext cx="623734" cy="67596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400" dirty="0">
                <a:cs typeface="+mn-ea"/>
                <a:sym typeface="+mn-lt"/>
              </a:endParaRPr>
            </a:p>
          </p:txBody>
        </p:sp>
      </p:grpSp>
      <p:sp>
        <p:nvSpPr>
          <p:cNvPr id="6" name="文本框 12"/>
          <p:cNvSpPr txBox="1">
            <a:spLocks noChangeArrowheads="1"/>
          </p:cNvSpPr>
          <p:nvPr userDrawn="1"/>
        </p:nvSpPr>
        <p:spPr bwMode="auto">
          <a:xfrm>
            <a:off x="-1" y="370296"/>
            <a:ext cx="1796090" cy="6196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5023" tIns="32511" rIns="65023" bIns="32511">
            <a:spAutoFit/>
          </a:bodyPr>
          <a:lstStyle>
            <a:lvl1pPr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9pPr>
          </a:lstStyle>
          <a:p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点击添加相关标题文字</a:t>
            </a:r>
          </a:p>
        </p:txBody>
      </p:sp>
    </p:spTree>
    <p:extLst>
      <p:ext uri="{BB962C8B-B14F-4D97-AF65-F5344CB8AC3E}">
        <p14:creationId xmlns:p14="http://schemas.microsoft.com/office/powerpoint/2010/main" val="21168080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BD0C8-D35A-439E-96FB-C8D4A6430554}" type="datetimeFigureOut">
              <a:rPr lang="zh-CN" altLang="en-US" smtClean="0"/>
              <a:pPr/>
              <a:t>2021/10/15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F15A6-E82C-4E1E-834E-C415C51F7DF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0728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1" y="205979"/>
            <a:ext cx="8229600" cy="857250"/>
          </a:xfrm>
          <a:prstGeom prst="rect">
            <a:avLst/>
          </a:prstGeom>
        </p:spPr>
        <p:txBody>
          <a:bodyPr vert="horz" lIns="91428" tIns="45714" rIns="91428" bIns="45714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1" y="1200151"/>
            <a:ext cx="8229600" cy="3394472"/>
          </a:xfrm>
          <a:prstGeom prst="rect">
            <a:avLst/>
          </a:prstGeom>
        </p:spPr>
        <p:txBody>
          <a:bodyPr vert="horz" lIns="91428" tIns="45714" rIns="91428" bIns="45714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1" y="4767264"/>
            <a:ext cx="2133600" cy="273844"/>
          </a:xfrm>
          <a:prstGeom prst="rect">
            <a:avLst/>
          </a:prstGeom>
        </p:spPr>
        <p:txBody>
          <a:bodyPr vert="horz" lIns="91428" tIns="45714" rIns="91428" bIns="45714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854A03-91AF-448A-9954-517C0577E5F0}" type="datetimeFigureOut">
              <a:rPr lang="zh-CN" altLang="en-US" smtClean="0"/>
              <a:pPr/>
              <a:t>2021/10/15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1" y="4767264"/>
            <a:ext cx="2895600" cy="273844"/>
          </a:xfrm>
          <a:prstGeom prst="rect">
            <a:avLst/>
          </a:prstGeom>
        </p:spPr>
        <p:txBody>
          <a:bodyPr vert="horz" lIns="91428" tIns="45714" rIns="91428" bIns="45714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1" y="4767264"/>
            <a:ext cx="2133600" cy="273844"/>
          </a:xfrm>
          <a:prstGeom prst="rect">
            <a:avLst/>
          </a:prstGeom>
        </p:spPr>
        <p:txBody>
          <a:bodyPr vert="horz" lIns="91428" tIns="45714" rIns="91428" bIns="45714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EFC946-6D13-4F8C-9740-992A906A613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5072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75" r:id="rId2"/>
    <p:sldLayoutId id="2147483676" r:id="rId3"/>
    <p:sldLayoutId id="2147483670" r:id="rId4"/>
    <p:sldLayoutId id="2147483668" r:id="rId5"/>
    <p:sldLayoutId id="2147483674" r:id="rId6"/>
    <p:sldLayoutId id="2147483677" r:id="rId7"/>
  </p:sldLayoutIdLst>
  <p:transition/>
  <p:txStyles>
    <p:titleStyle>
      <a:lvl1pPr algn="ctr" defTabSz="914282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55" indent="-342855" algn="l" defTabSz="914282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854" indent="-285713" algn="l" defTabSz="914282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52" indent="-228570" algn="l" defTabSz="914282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993" indent="-228570" algn="l" defTabSz="914282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133" indent="-228570" algn="l" defTabSz="914282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275" indent="-228570" algn="l" defTabSz="91428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415" indent="-228570" algn="l" defTabSz="91428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556" indent="-228570" algn="l" defTabSz="91428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697" indent="-228570" algn="l" defTabSz="91428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2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40" algn="l" defTabSz="9142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82" algn="l" defTabSz="9142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22" algn="l" defTabSz="9142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63" algn="l" defTabSz="9142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04" algn="l" defTabSz="9142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45" algn="l" defTabSz="9142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985" algn="l" defTabSz="9142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26" algn="l" defTabSz="9142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5.w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12" Type="http://schemas.openxmlformats.org/officeDocument/2006/relationships/image" Target="../media/image13.wmf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0.wmf"/><Relationship Id="rId11" Type="http://schemas.openxmlformats.org/officeDocument/2006/relationships/oleObject" Target="../embeddings/oleObject8.bin"/><Relationship Id="rId5" Type="http://schemas.openxmlformats.org/officeDocument/2006/relationships/oleObject" Target="../embeddings/oleObject5.bin"/><Relationship Id="rId10" Type="http://schemas.openxmlformats.org/officeDocument/2006/relationships/image" Target="../media/image12.wmf"/><Relationship Id="rId4" Type="http://schemas.openxmlformats.org/officeDocument/2006/relationships/image" Target="../media/image9.wmf"/><Relationship Id="rId9" Type="http://schemas.openxmlformats.org/officeDocument/2006/relationships/oleObject" Target="../embeddings/oleObject7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emf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1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5.emf"/><Relationship Id="rId5" Type="http://schemas.openxmlformats.org/officeDocument/2006/relationships/oleObject" Target="../embeddings/oleObject10.bin"/><Relationship Id="rId10" Type="http://schemas.openxmlformats.org/officeDocument/2006/relationships/image" Target="../media/image17.emf"/><Relationship Id="rId4" Type="http://schemas.openxmlformats.org/officeDocument/2006/relationships/image" Target="../media/image14.emf"/><Relationship Id="rId9" Type="http://schemas.openxmlformats.org/officeDocument/2006/relationships/oleObject" Target="../embeddings/oleObject12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13" Type="http://schemas.openxmlformats.org/officeDocument/2006/relationships/oleObject" Target="../embeddings/oleObject18.bin"/><Relationship Id="rId18" Type="http://schemas.openxmlformats.org/officeDocument/2006/relationships/image" Target="../media/image25.wmf"/><Relationship Id="rId26" Type="http://schemas.openxmlformats.org/officeDocument/2006/relationships/image" Target="../media/image29.wmf"/><Relationship Id="rId3" Type="http://schemas.openxmlformats.org/officeDocument/2006/relationships/oleObject" Target="../embeddings/oleObject13.bin"/><Relationship Id="rId21" Type="http://schemas.openxmlformats.org/officeDocument/2006/relationships/oleObject" Target="../embeddings/oleObject22.bin"/><Relationship Id="rId7" Type="http://schemas.openxmlformats.org/officeDocument/2006/relationships/oleObject" Target="../embeddings/oleObject15.bin"/><Relationship Id="rId12" Type="http://schemas.openxmlformats.org/officeDocument/2006/relationships/image" Target="../media/image22.wmf"/><Relationship Id="rId17" Type="http://schemas.openxmlformats.org/officeDocument/2006/relationships/oleObject" Target="../embeddings/oleObject20.bin"/><Relationship Id="rId25" Type="http://schemas.openxmlformats.org/officeDocument/2006/relationships/oleObject" Target="../embeddings/oleObject24.bin"/><Relationship Id="rId2" Type="http://schemas.openxmlformats.org/officeDocument/2006/relationships/slideLayout" Target="../slideLayouts/slideLayout5.xml"/><Relationship Id="rId16" Type="http://schemas.openxmlformats.org/officeDocument/2006/relationships/image" Target="../media/image24.wmf"/><Relationship Id="rId20" Type="http://schemas.openxmlformats.org/officeDocument/2006/relationships/image" Target="../media/image26.wmf"/><Relationship Id="rId1" Type="http://schemas.openxmlformats.org/officeDocument/2006/relationships/vmlDrawing" Target="../drawings/vmlDrawing4.vml"/><Relationship Id="rId6" Type="http://schemas.openxmlformats.org/officeDocument/2006/relationships/image" Target="../media/image19.wmf"/><Relationship Id="rId11" Type="http://schemas.openxmlformats.org/officeDocument/2006/relationships/oleObject" Target="../embeddings/oleObject17.bin"/><Relationship Id="rId24" Type="http://schemas.openxmlformats.org/officeDocument/2006/relationships/image" Target="../media/image28.wmf"/><Relationship Id="rId5" Type="http://schemas.openxmlformats.org/officeDocument/2006/relationships/oleObject" Target="../embeddings/oleObject14.bin"/><Relationship Id="rId15" Type="http://schemas.openxmlformats.org/officeDocument/2006/relationships/oleObject" Target="../embeddings/oleObject19.bin"/><Relationship Id="rId23" Type="http://schemas.openxmlformats.org/officeDocument/2006/relationships/oleObject" Target="../embeddings/oleObject23.bin"/><Relationship Id="rId10" Type="http://schemas.openxmlformats.org/officeDocument/2006/relationships/image" Target="../media/image21.wmf"/><Relationship Id="rId19" Type="http://schemas.openxmlformats.org/officeDocument/2006/relationships/oleObject" Target="../embeddings/oleObject21.bin"/><Relationship Id="rId4" Type="http://schemas.openxmlformats.org/officeDocument/2006/relationships/image" Target="../media/image18.wmf"/><Relationship Id="rId9" Type="http://schemas.openxmlformats.org/officeDocument/2006/relationships/oleObject" Target="../embeddings/oleObject16.bin"/><Relationship Id="rId14" Type="http://schemas.openxmlformats.org/officeDocument/2006/relationships/image" Target="../media/image23.wmf"/><Relationship Id="rId22" Type="http://schemas.openxmlformats.org/officeDocument/2006/relationships/image" Target="../media/image27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wmf"/><Relationship Id="rId13" Type="http://schemas.openxmlformats.org/officeDocument/2006/relationships/oleObject" Target="../embeddings/oleObject30.bin"/><Relationship Id="rId3" Type="http://schemas.openxmlformats.org/officeDocument/2006/relationships/oleObject" Target="../embeddings/oleObject25.bin"/><Relationship Id="rId7" Type="http://schemas.openxmlformats.org/officeDocument/2006/relationships/oleObject" Target="../embeddings/oleObject27.bin"/><Relationship Id="rId12" Type="http://schemas.openxmlformats.org/officeDocument/2006/relationships/image" Target="../media/image34.wmf"/><Relationship Id="rId2" Type="http://schemas.openxmlformats.org/officeDocument/2006/relationships/slideLayout" Target="../slideLayouts/slideLayout5.xml"/><Relationship Id="rId16" Type="http://schemas.openxmlformats.org/officeDocument/2006/relationships/image" Target="../media/image36.wmf"/><Relationship Id="rId1" Type="http://schemas.openxmlformats.org/officeDocument/2006/relationships/vmlDrawing" Target="../drawings/vmlDrawing5.vml"/><Relationship Id="rId6" Type="http://schemas.openxmlformats.org/officeDocument/2006/relationships/image" Target="../media/image31.wmf"/><Relationship Id="rId11" Type="http://schemas.openxmlformats.org/officeDocument/2006/relationships/oleObject" Target="../embeddings/oleObject29.bin"/><Relationship Id="rId5" Type="http://schemas.openxmlformats.org/officeDocument/2006/relationships/oleObject" Target="../embeddings/oleObject26.bin"/><Relationship Id="rId15" Type="http://schemas.openxmlformats.org/officeDocument/2006/relationships/oleObject" Target="../embeddings/oleObject31.bin"/><Relationship Id="rId10" Type="http://schemas.openxmlformats.org/officeDocument/2006/relationships/image" Target="../media/image33.wmf"/><Relationship Id="rId4" Type="http://schemas.openxmlformats.org/officeDocument/2006/relationships/image" Target="../media/image30.wmf"/><Relationship Id="rId9" Type="http://schemas.openxmlformats.org/officeDocument/2006/relationships/oleObject" Target="../embeddings/oleObject28.bin"/><Relationship Id="rId14" Type="http://schemas.openxmlformats.org/officeDocument/2006/relationships/image" Target="../media/image35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wmf"/><Relationship Id="rId3" Type="http://schemas.openxmlformats.org/officeDocument/2006/relationships/oleObject" Target="../embeddings/oleObject32.bin"/><Relationship Id="rId7" Type="http://schemas.openxmlformats.org/officeDocument/2006/relationships/oleObject" Target="../embeddings/oleObject34.bin"/><Relationship Id="rId12" Type="http://schemas.openxmlformats.org/officeDocument/2006/relationships/image" Target="../media/image41.wmf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38.wmf"/><Relationship Id="rId11" Type="http://schemas.openxmlformats.org/officeDocument/2006/relationships/oleObject" Target="../embeddings/oleObject36.bin"/><Relationship Id="rId5" Type="http://schemas.openxmlformats.org/officeDocument/2006/relationships/oleObject" Target="../embeddings/oleObject33.bin"/><Relationship Id="rId10" Type="http://schemas.openxmlformats.org/officeDocument/2006/relationships/image" Target="../media/image40.wmf"/><Relationship Id="rId4" Type="http://schemas.openxmlformats.org/officeDocument/2006/relationships/image" Target="../media/image37.wmf"/><Relationship Id="rId9" Type="http://schemas.openxmlformats.org/officeDocument/2006/relationships/oleObject" Target="../embeddings/oleObject35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7.bin"/><Relationship Id="rId7" Type="http://schemas.openxmlformats.org/officeDocument/2006/relationships/oleObject" Target="../embeddings/oleObject39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43.wmf"/><Relationship Id="rId5" Type="http://schemas.openxmlformats.org/officeDocument/2006/relationships/oleObject" Target="../embeddings/oleObject38.bin"/><Relationship Id="rId4" Type="http://schemas.openxmlformats.org/officeDocument/2006/relationships/image" Target="../media/image42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2.bin"/><Relationship Id="rId13" Type="http://schemas.openxmlformats.org/officeDocument/2006/relationships/image" Target="../media/image48.wmf"/><Relationship Id="rId18" Type="http://schemas.openxmlformats.org/officeDocument/2006/relationships/oleObject" Target="../embeddings/oleObject47.bin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45.wmf"/><Relationship Id="rId12" Type="http://schemas.openxmlformats.org/officeDocument/2006/relationships/oleObject" Target="../embeddings/oleObject44.bin"/><Relationship Id="rId17" Type="http://schemas.openxmlformats.org/officeDocument/2006/relationships/image" Target="../media/image50.wmf"/><Relationship Id="rId2" Type="http://schemas.openxmlformats.org/officeDocument/2006/relationships/slideLayout" Target="../slideLayouts/slideLayout5.xml"/><Relationship Id="rId16" Type="http://schemas.openxmlformats.org/officeDocument/2006/relationships/oleObject" Target="../embeddings/oleObject46.bin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41.bin"/><Relationship Id="rId11" Type="http://schemas.openxmlformats.org/officeDocument/2006/relationships/image" Target="../media/image47.wmf"/><Relationship Id="rId5" Type="http://schemas.openxmlformats.org/officeDocument/2006/relationships/image" Target="../media/image44.wmf"/><Relationship Id="rId15" Type="http://schemas.openxmlformats.org/officeDocument/2006/relationships/image" Target="../media/image49.wmf"/><Relationship Id="rId10" Type="http://schemas.openxmlformats.org/officeDocument/2006/relationships/oleObject" Target="../embeddings/oleObject43.bin"/><Relationship Id="rId19" Type="http://schemas.openxmlformats.org/officeDocument/2006/relationships/image" Target="../media/image51.wmf"/><Relationship Id="rId4" Type="http://schemas.openxmlformats.org/officeDocument/2006/relationships/oleObject" Target="../embeddings/oleObject40.bin"/><Relationship Id="rId9" Type="http://schemas.openxmlformats.org/officeDocument/2006/relationships/image" Target="../media/image46.wmf"/><Relationship Id="rId14" Type="http://schemas.openxmlformats.org/officeDocument/2006/relationships/oleObject" Target="../embeddings/oleObject45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wmf"/><Relationship Id="rId3" Type="http://schemas.openxmlformats.org/officeDocument/2006/relationships/oleObject" Target="../embeddings/oleObject48.bin"/><Relationship Id="rId7" Type="http://schemas.openxmlformats.org/officeDocument/2006/relationships/oleObject" Target="../embeddings/oleObject50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53.wmf"/><Relationship Id="rId5" Type="http://schemas.openxmlformats.org/officeDocument/2006/relationships/oleObject" Target="../embeddings/oleObject49.bin"/><Relationship Id="rId10" Type="http://schemas.openxmlformats.org/officeDocument/2006/relationships/image" Target="../media/image55.wmf"/><Relationship Id="rId4" Type="http://schemas.openxmlformats.org/officeDocument/2006/relationships/image" Target="../media/image52.wmf"/><Relationship Id="rId9" Type="http://schemas.openxmlformats.org/officeDocument/2006/relationships/oleObject" Target="../embeddings/oleObject51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wmf"/><Relationship Id="rId13" Type="http://schemas.openxmlformats.org/officeDocument/2006/relationships/oleObject" Target="../embeddings/oleObject57.bin"/><Relationship Id="rId3" Type="http://schemas.openxmlformats.org/officeDocument/2006/relationships/oleObject" Target="../embeddings/oleObject52.bin"/><Relationship Id="rId7" Type="http://schemas.openxmlformats.org/officeDocument/2006/relationships/oleObject" Target="../embeddings/oleObject54.bin"/><Relationship Id="rId12" Type="http://schemas.openxmlformats.org/officeDocument/2006/relationships/image" Target="../media/image60.wmf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57.wmf"/><Relationship Id="rId11" Type="http://schemas.openxmlformats.org/officeDocument/2006/relationships/oleObject" Target="../embeddings/oleObject56.bin"/><Relationship Id="rId5" Type="http://schemas.openxmlformats.org/officeDocument/2006/relationships/oleObject" Target="../embeddings/oleObject53.bin"/><Relationship Id="rId10" Type="http://schemas.openxmlformats.org/officeDocument/2006/relationships/image" Target="../media/image59.wmf"/><Relationship Id="rId4" Type="http://schemas.openxmlformats.org/officeDocument/2006/relationships/image" Target="../media/image56.wmf"/><Relationship Id="rId9" Type="http://schemas.openxmlformats.org/officeDocument/2006/relationships/oleObject" Target="../embeddings/oleObject55.bin"/><Relationship Id="rId14" Type="http://schemas.openxmlformats.org/officeDocument/2006/relationships/image" Target="../media/image61.e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wmf"/><Relationship Id="rId13" Type="http://schemas.openxmlformats.org/officeDocument/2006/relationships/oleObject" Target="../embeddings/oleObject63.bin"/><Relationship Id="rId18" Type="http://schemas.openxmlformats.org/officeDocument/2006/relationships/image" Target="../media/image69.wmf"/><Relationship Id="rId3" Type="http://schemas.openxmlformats.org/officeDocument/2006/relationships/oleObject" Target="../embeddings/oleObject58.bin"/><Relationship Id="rId21" Type="http://schemas.openxmlformats.org/officeDocument/2006/relationships/oleObject" Target="../embeddings/oleObject67.bin"/><Relationship Id="rId7" Type="http://schemas.openxmlformats.org/officeDocument/2006/relationships/oleObject" Target="../embeddings/oleObject60.bin"/><Relationship Id="rId12" Type="http://schemas.openxmlformats.org/officeDocument/2006/relationships/image" Target="../media/image66.wmf"/><Relationship Id="rId17" Type="http://schemas.openxmlformats.org/officeDocument/2006/relationships/oleObject" Target="../embeddings/oleObject65.bin"/><Relationship Id="rId2" Type="http://schemas.openxmlformats.org/officeDocument/2006/relationships/slideLayout" Target="../slideLayouts/slideLayout5.xml"/><Relationship Id="rId16" Type="http://schemas.openxmlformats.org/officeDocument/2006/relationships/image" Target="../media/image68.wmf"/><Relationship Id="rId20" Type="http://schemas.openxmlformats.org/officeDocument/2006/relationships/image" Target="../media/image70.wmf"/><Relationship Id="rId1" Type="http://schemas.openxmlformats.org/officeDocument/2006/relationships/vmlDrawing" Target="../drawings/vmlDrawing11.vml"/><Relationship Id="rId6" Type="http://schemas.openxmlformats.org/officeDocument/2006/relationships/image" Target="../media/image63.wmf"/><Relationship Id="rId11" Type="http://schemas.openxmlformats.org/officeDocument/2006/relationships/oleObject" Target="../embeddings/oleObject62.bin"/><Relationship Id="rId5" Type="http://schemas.openxmlformats.org/officeDocument/2006/relationships/oleObject" Target="../embeddings/oleObject59.bin"/><Relationship Id="rId15" Type="http://schemas.openxmlformats.org/officeDocument/2006/relationships/oleObject" Target="../embeddings/oleObject64.bin"/><Relationship Id="rId10" Type="http://schemas.openxmlformats.org/officeDocument/2006/relationships/image" Target="../media/image65.wmf"/><Relationship Id="rId19" Type="http://schemas.openxmlformats.org/officeDocument/2006/relationships/oleObject" Target="../embeddings/oleObject66.bin"/><Relationship Id="rId4" Type="http://schemas.openxmlformats.org/officeDocument/2006/relationships/image" Target="../media/image62.wmf"/><Relationship Id="rId9" Type="http://schemas.openxmlformats.org/officeDocument/2006/relationships/oleObject" Target="../embeddings/oleObject61.bin"/><Relationship Id="rId14" Type="http://schemas.openxmlformats.org/officeDocument/2006/relationships/image" Target="../media/image67.wmf"/><Relationship Id="rId22" Type="http://schemas.openxmlformats.org/officeDocument/2006/relationships/image" Target="../media/image71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wmf"/><Relationship Id="rId13" Type="http://schemas.openxmlformats.org/officeDocument/2006/relationships/oleObject" Target="../embeddings/oleObject73.bin"/><Relationship Id="rId18" Type="http://schemas.openxmlformats.org/officeDocument/2006/relationships/image" Target="../media/image79.wmf"/><Relationship Id="rId26" Type="http://schemas.openxmlformats.org/officeDocument/2006/relationships/image" Target="../media/image83.wmf"/><Relationship Id="rId3" Type="http://schemas.openxmlformats.org/officeDocument/2006/relationships/oleObject" Target="../embeddings/oleObject68.bin"/><Relationship Id="rId21" Type="http://schemas.openxmlformats.org/officeDocument/2006/relationships/oleObject" Target="../embeddings/oleObject77.bin"/><Relationship Id="rId7" Type="http://schemas.openxmlformats.org/officeDocument/2006/relationships/oleObject" Target="../embeddings/oleObject70.bin"/><Relationship Id="rId12" Type="http://schemas.openxmlformats.org/officeDocument/2006/relationships/image" Target="../media/image76.wmf"/><Relationship Id="rId17" Type="http://schemas.openxmlformats.org/officeDocument/2006/relationships/oleObject" Target="../embeddings/oleObject75.bin"/><Relationship Id="rId25" Type="http://schemas.openxmlformats.org/officeDocument/2006/relationships/oleObject" Target="../embeddings/oleObject79.bin"/><Relationship Id="rId2" Type="http://schemas.openxmlformats.org/officeDocument/2006/relationships/slideLayout" Target="../slideLayouts/slideLayout5.xml"/><Relationship Id="rId16" Type="http://schemas.openxmlformats.org/officeDocument/2006/relationships/image" Target="../media/image78.wmf"/><Relationship Id="rId20" Type="http://schemas.openxmlformats.org/officeDocument/2006/relationships/image" Target="../media/image80.wmf"/><Relationship Id="rId1" Type="http://schemas.openxmlformats.org/officeDocument/2006/relationships/vmlDrawing" Target="../drawings/vmlDrawing12.vml"/><Relationship Id="rId6" Type="http://schemas.openxmlformats.org/officeDocument/2006/relationships/image" Target="../media/image73.wmf"/><Relationship Id="rId11" Type="http://schemas.openxmlformats.org/officeDocument/2006/relationships/oleObject" Target="../embeddings/oleObject72.bin"/><Relationship Id="rId24" Type="http://schemas.openxmlformats.org/officeDocument/2006/relationships/image" Target="../media/image82.wmf"/><Relationship Id="rId5" Type="http://schemas.openxmlformats.org/officeDocument/2006/relationships/oleObject" Target="../embeddings/oleObject69.bin"/><Relationship Id="rId15" Type="http://schemas.openxmlformats.org/officeDocument/2006/relationships/oleObject" Target="../embeddings/oleObject74.bin"/><Relationship Id="rId23" Type="http://schemas.openxmlformats.org/officeDocument/2006/relationships/oleObject" Target="../embeddings/oleObject78.bin"/><Relationship Id="rId10" Type="http://schemas.openxmlformats.org/officeDocument/2006/relationships/image" Target="../media/image75.wmf"/><Relationship Id="rId19" Type="http://schemas.openxmlformats.org/officeDocument/2006/relationships/oleObject" Target="../embeddings/oleObject76.bin"/><Relationship Id="rId4" Type="http://schemas.openxmlformats.org/officeDocument/2006/relationships/image" Target="../media/image72.wmf"/><Relationship Id="rId9" Type="http://schemas.openxmlformats.org/officeDocument/2006/relationships/oleObject" Target="../embeddings/oleObject71.bin"/><Relationship Id="rId14" Type="http://schemas.openxmlformats.org/officeDocument/2006/relationships/image" Target="../media/image77.wmf"/><Relationship Id="rId22" Type="http://schemas.openxmlformats.org/officeDocument/2006/relationships/image" Target="../media/image81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wmf"/><Relationship Id="rId3" Type="http://schemas.openxmlformats.org/officeDocument/2006/relationships/oleObject" Target="../embeddings/oleObject80.bin"/><Relationship Id="rId7" Type="http://schemas.openxmlformats.org/officeDocument/2006/relationships/oleObject" Target="../embeddings/oleObject82.bin"/><Relationship Id="rId12" Type="http://schemas.openxmlformats.org/officeDocument/2006/relationships/image" Target="../media/image88.wmf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85.wmf"/><Relationship Id="rId11" Type="http://schemas.openxmlformats.org/officeDocument/2006/relationships/oleObject" Target="../embeddings/oleObject84.bin"/><Relationship Id="rId5" Type="http://schemas.openxmlformats.org/officeDocument/2006/relationships/oleObject" Target="../embeddings/oleObject81.bin"/><Relationship Id="rId10" Type="http://schemas.openxmlformats.org/officeDocument/2006/relationships/image" Target="../media/image87.wmf"/><Relationship Id="rId4" Type="http://schemas.openxmlformats.org/officeDocument/2006/relationships/image" Target="../media/image84.wmf"/><Relationship Id="rId9" Type="http://schemas.openxmlformats.org/officeDocument/2006/relationships/oleObject" Target="../embeddings/oleObject83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wmf"/><Relationship Id="rId3" Type="http://schemas.openxmlformats.org/officeDocument/2006/relationships/oleObject" Target="../embeddings/oleObject85.bin"/><Relationship Id="rId7" Type="http://schemas.openxmlformats.org/officeDocument/2006/relationships/oleObject" Target="../embeddings/oleObject87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90.wmf"/><Relationship Id="rId5" Type="http://schemas.openxmlformats.org/officeDocument/2006/relationships/oleObject" Target="../embeddings/oleObject86.bin"/><Relationship Id="rId10" Type="http://schemas.openxmlformats.org/officeDocument/2006/relationships/image" Target="../media/image92.wmf"/><Relationship Id="rId4" Type="http://schemas.openxmlformats.org/officeDocument/2006/relationships/image" Target="../media/image89.wmf"/><Relationship Id="rId9" Type="http://schemas.openxmlformats.org/officeDocument/2006/relationships/oleObject" Target="../embeddings/oleObject88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9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94.wmf"/><Relationship Id="rId5" Type="http://schemas.openxmlformats.org/officeDocument/2006/relationships/oleObject" Target="../embeddings/oleObject90.bin"/><Relationship Id="rId4" Type="http://schemas.openxmlformats.org/officeDocument/2006/relationships/image" Target="../media/image93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1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6.vml"/><Relationship Id="rId4" Type="http://schemas.openxmlformats.org/officeDocument/2006/relationships/image" Target="../media/image95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2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97.wmf"/><Relationship Id="rId5" Type="http://schemas.openxmlformats.org/officeDocument/2006/relationships/oleObject" Target="../embeddings/oleObject93.bin"/><Relationship Id="rId4" Type="http://schemas.openxmlformats.org/officeDocument/2006/relationships/image" Target="../media/image96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4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8.vml"/><Relationship Id="rId4" Type="http://schemas.openxmlformats.org/officeDocument/2006/relationships/image" Target="../media/image98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wmf"/><Relationship Id="rId13" Type="http://schemas.openxmlformats.org/officeDocument/2006/relationships/oleObject" Target="../embeddings/oleObject100.bin"/><Relationship Id="rId18" Type="http://schemas.openxmlformats.org/officeDocument/2006/relationships/image" Target="../media/image106.wmf"/><Relationship Id="rId3" Type="http://schemas.openxmlformats.org/officeDocument/2006/relationships/oleObject" Target="../embeddings/oleObject95.bin"/><Relationship Id="rId7" Type="http://schemas.openxmlformats.org/officeDocument/2006/relationships/oleObject" Target="../embeddings/oleObject97.bin"/><Relationship Id="rId12" Type="http://schemas.openxmlformats.org/officeDocument/2006/relationships/image" Target="../media/image103.wmf"/><Relationship Id="rId17" Type="http://schemas.openxmlformats.org/officeDocument/2006/relationships/oleObject" Target="../embeddings/oleObject102.bin"/><Relationship Id="rId2" Type="http://schemas.openxmlformats.org/officeDocument/2006/relationships/slideLayout" Target="../slideLayouts/slideLayout5.xml"/><Relationship Id="rId16" Type="http://schemas.openxmlformats.org/officeDocument/2006/relationships/image" Target="../media/image105.wmf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00.wmf"/><Relationship Id="rId11" Type="http://schemas.openxmlformats.org/officeDocument/2006/relationships/oleObject" Target="../embeddings/oleObject99.bin"/><Relationship Id="rId5" Type="http://schemas.openxmlformats.org/officeDocument/2006/relationships/oleObject" Target="../embeddings/oleObject96.bin"/><Relationship Id="rId15" Type="http://schemas.openxmlformats.org/officeDocument/2006/relationships/oleObject" Target="../embeddings/oleObject101.bin"/><Relationship Id="rId10" Type="http://schemas.openxmlformats.org/officeDocument/2006/relationships/image" Target="../media/image102.wmf"/><Relationship Id="rId4" Type="http://schemas.openxmlformats.org/officeDocument/2006/relationships/image" Target="../media/image99.wmf"/><Relationship Id="rId9" Type="http://schemas.openxmlformats.org/officeDocument/2006/relationships/oleObject" Target="../embeddings/oleObject98.bin"/><Relationship Id="rId14" Type="http://schemas.openxmlformats.org/officeDocument/2006/relationships/image" Target="../media/image104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5.bin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108.emf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104.bin"/><Relationship Id="rId5" Type="http://schemas.openxmlformats.org/officeDocument/2006/relationships/image" Target="../media/image107.emf"/><Relationship Id="rId4" Type="http://schemas.openxmlformats.org/officeDocument/2006/relationships/oleObject" Target="../embeddings/oleObject103.bin"/><Relationship Id="rId9" Type="http://schemas.openxmlformats.org/officeDocument/2006/relationships/image" Target="../media/image109.e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8.bin"/><Relationship Id="rId13" Type="http://schemas.openxmlformats.org/officeDocument/2006/relationships/image" Target="../media/image114.wmf"/><Relationship Id="rId18" Type="http://schemas.openxmlformats.org/officeDocument/2006/relationships/oleObject" Target="../embeddings/oleObject113.bin"/><Relationship Id="rId3" Type="http://schemas.openxmlformats.org/officeDocument/2006/relationships/notesSlide" Target="../notesSlides/notesSlide5.xml"/><Relationship Id="rId21" Type="http://schemas.openxmlformats.org/officeDocument/2006/relationships/image" Target="../media/image118.wmf"/><Relationship Id="rId7" Type="http://schemas.openxmlformats.org/officeDocument/2006/relationships/image" Target="../media/image111.wmf"/><Relationship Id="rId12" Type="http://schemas.openxmlformats.org/officeDocument/2006/relationships/oleObject" Target="../embeddings/oleObject110.bin"/><Relationship Id="rId17" Type="http://schemas.openxmlformats.org/officeDocument/2006/relationships/image" Target="../media/image116.wmf"/><Relationship Id="rId25" Type="http://schemas.openxmlformats.org/officeDocument/2006/relationships/image" Target="../media/image120.wmf"/><Relationship Id="rId2" Type="http://schemas.openxmlformats.org/officeDocument/2006/relationships/slideLayout" Target="../slideLayouts/slideLayout5.xml"/><Relationship Id="rId16" Type="http://schemas.openxmlformats.org/officeDocument/2006/relationships/oleObject" Target="../embeddings/oleObject112.bin"/><Relationship Id="rId20" Type="http://schemas.openxmlformats.org/officeDocument/2006/relationships/oleObject" Target="../embeddings/oleObject114.bin"/><Relationship Id="rId1" Type="http://schemas.openxmlformats.org/officeDocument/2006/relationships/vmlDrawing" Target="../drawings/vmlDrawing21.vml"/><Relationship Id="rId6" Type="http://schemas.openxmlformats.org/officeDocument/2006/relationships/oleObject" Target="../embeddings/oleObject107.bin"/><Relationship Id="rId11" Type="http://schemas.openxmlformats.org/officeDocument/2006/relationships/image" Target="../media/image113.wmf"/><Relationship Id="rId24" Type="http://schemas.openxmlformats.org/officeDocument/2006/relationships/oleObject" Target="../embeddings/oleObject116.bin"/><Relationship Id="rId5" Type="http://schemas.openxmlformats.org/officeDocument/2006/relationships/image" Target="../media/image110.wmf"/><Relationship Id="rId15" Type="http://schemas.openxmlformats.org/officeDocument/2006/relationships/image" Target="../media/image115.wmf"/><Relationship Id="rId23" Type="http://schemas.openxmlformats.org/officeDocument/2006/relationships/image" Target="../media/image119.wmf"/><Relationship Id="rId10" Type="http://schemas.openxmlformats.org/officeDocument/2006/relationships/oleObject" Target="../embeddings/oleObject109.bin"/><Relationship Id="rId19" Type="http://schemas.openxmlformats.org/officeDocument/2006/relationships/image" Target="../media/image117.wmf"/><Relationship Id="rId4" Type="http://schemas.openxmlformats.org/officeDocument/2006/relationships/oleObject" Target="../embeddings/oleObject106.bin"/><Relationship Id="rId9" Type="http://schemas.openxmlformats.org/officeDocument/2006/relationships/image" Target="../media/image112.wmf"/><Relationship Id="rId14" Type="http://schemas.openxmlformats.org/officeDocument/2006/relationships/oleObject" Target="../embeddings/oleObject111.bin"/><Relationship Id="rId22" Type="http://schemas.openxmlformats.org/officeDocument/2006/relationships/oleObject" Target="../embeddings/oleObject115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3.emf"/><Relationship Id="rId13" Type="http://schemas.openxmlformats.org/officeDocument/2006/relationships/oleObject" Target="../embeddings/oleObject122.bin"/><Relationship Id="rId3" Type="http://schemas.openxmlformats.org/officeDocument/2006/relationships/oleObject" Target="../embeddings/oleObject117.bin"/><Relationship Id="rId7" Type="http://schemas.openxmlformats.org/officeDocument/2006/relationships/oleObject" Target="../embeddings/oleObject119.bin"/><Relationship Id="rId12" Type="http://schemas.openxmlformats.org/officeDocument/2006/relationships/image" Target="../media/image125.emf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22.emf"/><Relationship Id="rId11" Type="http://schemas.openxmlformats.org/officeDocument/2006/relationships/oleObject" Target="../embeddings/oleObject121.bin"/><Relationship Id="rId5" Type="http://schemas.openxmlformats.org/officeDocument/2006/relationships/oleObject" Target="../embeddings/oleObject118.bin"/><Relationship Id="rId10" Type="http://schemas.openxmlformats.org/officeDocument/2006/relationships/image" Target="../media/image124.emf"/><Relationship Id="rId4" Type="http://schemas.openxmlformats.org/officeDocument/2006/relationships/image" Target="../media/image121.emf"/><Relationship Id="rId9" Type="http://schemas.openxmlformats.org/officeDocument/2006/relationships/oleObject" Target="../embeddings/oleObject120.bin"/><Relationship Id="rId14" Type="http://schemas.openxmlformats.org/officeDocument/2006/relationships/image" Target="../media/image126.e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9.emf"/><Relationship Id="rId13" Type="http://schemas.openxmlformats.org/officeDocument/2006/relationships/oleObject" Target="../embeddings/oleObject128.bin"/><Relationship Id="rId3" Type="http://schemas.openxmlformats.org/officeDocument/2006/relationships/oleObject" Target="../embeddings/oleObject123.bin"/><Relationship Id="rId7" Type="http://schemas.openxmlformats.org/officeDocument/2006/relationships/oleObject" Target="../embeddings/oleObject125.bin"/><Relationship Id="rId12" Type="http://schemas.openxmlformats.org/officeDocument/2006/relationships/image" Target="../media/image131.emf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128.emf"/><Relationship Id="rId11" Type="http://schemas.openxmlformats.org/officeDocument/2006/relationships/oleObject" Target="../embeddings/oleObject127.bin"/><Relationship Id="rId5" Type="http://schemas.openxmlformats.org/officeDocument/2006/relationships/oleObject" Target="../embeddings/oleObject124.bin"/><Relationship Id="rId10" Type="http://schemas.openxmlformats.org/officeDocument/2006/relationships/image" Target="../media/image130.emf"/><Relationship Id="rId4" Type="http://schemas.openxmlformats.org/officeDocument/2006/relationships/image" Target="../media/image127.emf"/><Relationship Id="rId9" Type="http://schemas.openxmlformats.org/officeDocument/2006/relationships/oleObject" Target="../embeddings/oleObject126.bin"/><Relationship Id="rId14" Type="http://schemas.openxmlformats.org/officeDocument/2006/relationships/image" Target="../media/image132.e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wmf"/><Relationship Id="rId3" Type="http://schemas.openxmlformats.org/officeDocument/2006/relationships/oleObject" Target="../embeddings/oleObject129.bin"/><Relationship Id="rId7" Type="http://schemas.openxmlformats.org/officeDocument/2006/relationships/oleObject" Target="../embeddings/oleObject131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134.wmf"/><Relationship Id="rId5" Type="http://schemas.openxmlformats.org/officeDocument/2006/relationships/oleObject" Target="../embeddings/oleObject130.bin"/><Relationship Id="rId4" Type="http://schemas.openxmlformats.org/officeDocument/2006/relationships/image" Target="../media/image133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8.wmf"/><Relationship Id="rId13" Type="http://schemas.openxmlformats.org/officeDocument/2006/relationships/oleObject" Target="../embeddings/oleObject137.bin"/><Relationship Id="rId3" Type="http://schemas.openxmlformats.org/officeDocument/2006/relationships/oleObject" Target="../embeddings/oleObject132.bin"/><Relationship Id="rId7" Type="http://schemas.openxmlformats.org/officeDocument/2006/relationships/oleObject" Target="../embeddings/oleObject134.bin"/><Relationship Id="rId12" Type="http://schemas.openxmlformats.org/officeDocument/2006/relationships/image" Target="../media/image140.wmf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137.wmf"/><Relationship Id="rId11" Type="http://schemas.openxmlformats.org/officeDocument/2006/relationships/oleObject" Target="../embeddings/oleObject136.bin"/><Relationship Id="rId5" Type="http://schemas.openxmlformats.org/officeDocument/2006/relationships/oleObject" Target="../embeddings/oleObject133.bin"/><Relationship Id="rId10" Type="http://schemas.openxmlformats.org/officeDocument/2006/relationships/image" Target="../media/image139.wmf"/><Relationship Id="rId4" Type="http://schemas.openxmlformats.org/officeDocument/2006/relationships/image" Target="../media/image136.wmf"/><Relationship Id="rId9" Type="http://schemas.openxmlformats.org/officeDocument/2006/relationships/oleObject" Target="../embeddings/oleObject135.bin"/><Relationship Id="rId14" Type="http://schemas.openxmlformats.org/officeDocument/2006/relationships/image" Target="../media/image141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4.wmf"/><Relationship Id="rId13" Type="http://schemas.openxmlformats.org/officeDocument/2006/relationships/oleObject" Target="../embeddings/oleObject143.bin"/><Relationship Id="rId18" Type="http://schemas.openxmlformats.org/officeDocument/2006/relationships/image" Target="../media/image149.wmf"/><Relationship Id="rId3" Type="http://schemas.openxmlformats.org/officeDocument/2006/relationships/oleObject" Target="../embeddings/oleObject138.bin"/><Relationship Id="rId7" Type="http://schemas.openxmlformats.org/officeDocument/2006/relationships/oleObject" Target="../embeddings/oleObject140.bin"/><Relationship Id="rId12" Type="http://schemas.openxmlformats.org/officeDocument/2006/relationships/image" Target="../media/image146.wmf"/><Relationship Id="rId17" Type="http://schemas.openxmlformats.org/officeDocument/2006/relationships/oleObject" Target="../embeddings/oleObject145.bin"/><Relationship Id="rId2" Type="http://schemas.openxmlformats.org/officeDocument/2006/relationships/slideLayout" Target="../slideLayouts/slideLayout5.xml"/><Relationship Id="rId16" Type="http://schemas.openxmlformats.org/officeDocument/2006/relationships/image" Target="../media/image148.wmf"/><Relationship Id="rId20" Type="http://schemas.openxmlformats.org/officeDocument/2006/relationships/image" Target="../media/image150.wmf"/><Relationship Id="rId1" Type="http://schemas.openxmlformats.org/officeDocument/2006/relationships/vmlDrawing" Target="../drawings/vmlDrawing26.vml"/><Relationship Id="rId6" Type="http://schemas.openxmlformats.org/officeDocument/2006/relationships/image" Target="../media/image143.wmf"/><Relationship Id="rId11" Type="http://schemas.openxmlformats.org/officeDocument/2006/relationships/oleObject" Target="../embeddings/oleObject142.bin"/><Relationship Id="rId5" Type="http://schemas.openxmlformats.org/officeDocument/2006/relationships/oleObject" Target="../embeddings/oleObject139.bin"/><Relationship Id="rId15" Type="http://schemas.openxmlformats.org/officeDocument/2006/relationships/oleObject" Target="../embeddings/oleObject144.bin"/><Relationship Id="rId10" Type="http://schemas.openxmlformats.org/officeDocument/2006/relationships/image" Target="../media/image145.wmf"/><Relationship Id="rId19" Type="http://schemas.openxmlformats.org/officeDocument/2006/relationships/oleObject" Target="../embeddings/oleObject146.bin"/><Relationship Id="rId4" Type="http://schemas.openxmlformats.org/officeDocument/2006/relationships/image" Target="../media/image142.wmf"/><Relationship Id="rId9" Type="http://schemas.openxmlformats.org/officeDocument/2006/relationships/oleObject" Target="../embeddings/oleObject141.bin"/><Relationship Id="rId14" Type="http://schemas.openxmlformats.org/officeDocument/2006/relationships/image" Target="../media/image147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3.wmf"/><Relationship Id="rId13" Type="http://schemas.openxmlformats.org/officeDocument/2006/relationships/oleObject" Target="../embeddings/oleObject152.bin"/><Relationship Id="rId3" Type="http://schemas.openxmlformats.org/officeDocument/2006/relationships/oleObject" Target="../embeddings/oleObject147.bin"/><Relationship Id="rId7" Type="http://schemas.openxmlformats.org/officeDocument/2006/relationships/oleObject" Target="../embeddings/oleObject149.bin"/><Relationship Id="rId12" Type="http://schemas.openxmlformats.org/officeDocument/2006/relationships/image" Target="../media/image155.w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7.vml"/><Relationship Id="rId6" Type="http://schemas.openxmlformats.org/officeDocument/2006/relationships/image" Target="../media/image152.wmf"/><Relationship Id="rId11" Type="http://schemas.openxmlformats.org/officeDocument/2006/relationships/oleObject" Target="../embeddings/oleObject151.bin"/><Relationship Id="rId5" Type="http://schemas.openxmlformats.org/officeDocument/2006/relationships/oleObject" Target="../embeddings/oleObject148.bin"/><Relationship Id="rId10" Type="http://schemas.openxmlformats.org/officeDocument/2006/relationships/image" Target="../media/image154.wmf"/><Relationship Id="rId4" Type="http://schemas.openxmlformats.org/officeDocument/2006/relationships/image" Target="../media/image151.wmf"/><Relationship Id="rId9" Type="http://schemas.openxmlformats.org/officeDocument/2006/relationships/oleObject" Target="../embeddings/oleObject150.bin"/><Relationship Id="rId14" Type="http://schemas.openxmlformats.org/officeDocument/2006/relationships/image" Target="../media/image156.w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9.wmf"/><Relationship Id="rId13" Type="http://schemas.openxmlformats.org/officeDocument/2006/relationships/oleObject" Target="../embeddings/oleObject158.bin"/><Relationship Id="rId3" Type="http://schemas.openxmlformats.org/officeDocument/2006/relationships/oleObject" Target="../embeddings/oleObject153.bin"/><Relationship Id="rId7" Type="http://schemas.openxmlformats.org/officeDocument/2006/relationships/oleObject" Target="../embeddings/oleObject155.bin"/><Relationship Id="rId12" Type="http://schemas.openxmlformats.org/officeDocument/2006/relationships/image" Target="../media/image161.wmf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28.vml"/><Relationship Id="rId6" Type="http://schemas.openxmlformats.org/officeDocument/2006/relationships/image" Target="../media/image158.wmf"/><Relationship Id="rId11" Type="http://schemas.openxmlformats.org/officeDocument/2006/relationships/oleObject" Target="../embeddings/oleObject157.bin"/><Relationship Id="rId5" Type="http://schemas.openxmlformats.org/officeDocument/2006/relationships/oleObject" Target="../embeddings/oleObject154.bin"/><Relationship Id="rId10" Type="http://schemas.openxmlformats.org/officeDocument/2006/relationships/image" Target="../media/image160.wmf"/><Relationship Id="rId4" Type="http://schemas.openxmlformats.org/officeDocument/2006/relationships/image" Target="../media/image157.wmf"/><Relationship Id="rId9" Type="http://schemas.openxmlformats.org/officeDocument/2006/relationships/oleObject" Target="../embeddings/oleObject156.bin"/><Relationship Id="rId14" Type="http://schemas.openxmlformats.org/officeDocument/2006/relationships/image" Target="../media/image162.w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5.wmf"/><Relationship Id="rId13" Type="http://schemas.openxmlformats.org/officeDocument/2006/relationships/oleObject" Target="../embeddings/oleObject164.bin"/><Relationship Id="rId3" Type="http://schemas.openxmlformats.org/officeDocument/2006/relationships/oleObject" Target="../embeddings/oleObject159.bin"/><Relationship Id="rId7" Type="http://schemas.openxmlformats.org/officeDocument/2006/relationships/oleObject" Target="../embeddings/oleObject161.bin"/><Relationship Id="rId12" Type="http://schemas.openxmlformats.org/officeDocument/2006/relationships/image" Target="../media/image167.wmf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29.vml"/><Relationship Id="rId6" Type="http://schemas.openxmlformats.org/officeDocument/2006/relationships/image" Target="../media/image164.wmf"/><Relationship Id="rId11" Type="http://schemas.openxmlformats.org/officeDocument/2006/relationships/oleObject" Target="../embeddings/oleObject163.bin"/><Relationship Id="rId5" Type="http://schemas.openxmlformats.org/officeDocument/2006/relationships/oleObject" Target="../embeddings/oleObject160.bin"/><Relationship Id="rId10" Type="http://schemas.openxmlformats.org/officeDocument/2006/relationships/image" Target="../media/image166.wmf"/><Relationship Id="rId4" Type="http://schemas.openxmlformats.org/officeDocument/2006/relationships/image" Target="../media/image163.wmf"/><Relationship Id="rId9" Type="http://schemas.openxmlformats.org/officeDocument/2006/relationships/oleObject" Target="../embeddings/oleObject162.bin"/><Relationship Id="rId14" Type="http://schemas.openxmlformats.org/officeDocument/2006/relationships/image" Target="../media/image168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1.wmf"/><Relationship Id="rId3" Type="http://schemas.openxmlformats.org/officeDocument/2006/relationships/oleObject" Target="../embeddings/oleObject165.bin"/><Relationship Id="rId7" Type="http://schemas.openxmlformats.org/officeDocument/2006/relationships/oleObject" Target="../embeddings/oleObject167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30.vml"/><Relationship Id="rId6" Type="http://schemas.openxmlformats.org/officeDocument/2006/relationships/image" Target="../media/image170.wmf"/><Relationship Id="rId5" Type="http://schemas.openxmlformats.org/officeDocument/2006/relationships/oleObject" Target="../embeddings/oleObject166.bin"/><Relationship Id="rId4" Type="http://schemas.openxmlformats.org/officeDocument/2006/relationships/image" Target="../media/image169.wmf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0.bin"/><Relationship Id="rId13" Type="http://schemas.openxmlformats.org/officeDocument/2006/relationships/image" Target="../media/image176.wmf"/><Relationship Id="rId3" Type="http://schemas.openxmlformats.org/officeDocument/2006/relationships/audio" Target="../media/audio1.wav"/><Relationship Id="rId7" Type="http://schemas.openxmlformats.org/officeDocument/2006/relationships/image" Target="../media/image173.wmf"/><Relationship Id="rId12" Type="http://schemas.openxmlformats.org/officeDocument/2006/relationships/oleObject" Target="../embeddings/oleObject172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31.vml"/><Relationship Id="rId6" Type="http://schemas.openxmlformats.org/officeDocument/2006/relationships/oleObject" Target="../embeddings/oleObject169.bin"/><Relationship Id="rId11" Type="http://schemas.openxmlformats.org/officeDocument/2006/relationships/image" Target="../media/image175.png"/><Relationship Id="rId5" Type="http://schemas.openxmlformats.org/officeDocument/2006/relationships/image" Target="../media/image172.wmf"/><Relationship Id="rId15" Type="http://schemas.openxmlformats.org/officeDocument/2006/relationships/image" Target="../media/image177.wmf"/><Relationship Id="rId10" Type="http://schemas.openxmlformats.org/officeDocument/2006/relationships/oleObject" Target="../embeddings/oleObject171.bin"/><Relationship Id="rId4" Type="http://schemas.openxmlformats.org/officeDocument/2006/relationships/oleObject" Target="../embeddings/oleObject168.bin"/><Relationship Id="rId9" Type="http://schemas.openxmlformats.org/officeDocument/2006/relationships/image" Target="../media/image174.wmf"/><Relationship Id="rId14" Type="http://schemas.openxmlformats.org/officeDocument/2006/relationships/oleObject" Target="../embeddings/oleObject173.bin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8.wmf"/><Relationship Id="rId13" Type="http://schemas.openxmlformats.org/officeDocument/2006/relationships/oleObject" Target="../embeddings/oleObject179.bin"/><Relationship Id="rId3" Type="http://schemas.openxmlformats.org/officeDocument/2006/relationships/oleObject" Target="../embeddings/oleObject174.bin"/><Relationship Id="rId7" Type="http://schemas.openxmlformats.org/officeDocument/2006/relationships/oleObject" Target="../embeddings/oleObject176.bin"/><Relationship Id="rId12" Type="http://schemas.openxmlformats.org/officeDocument/2006/relationships/image" Target="../media/image180.wmf"/><Relationship Id="rId2" Type="http://schemas.openxmlformats.org/officeDocument/2006/relationships/slideLayout" Target="../slideLayouts/slideLayout5.xml"/><Relationship Id="rId16" Type="http://schemas.openxmlformats.org/officeDocument/2006/relationships/image" Target="../media/image182.wmf"/><Relationship Id="rId1" Type="http://schemas.openxmlformats.org/officeDocument/2006/relationships/vmlDrawing" Target="../drawings/vmlDrawing32.vml"/><Relationship Id="rId6" Type="http://schemas.openxmlformats.org/officeDocument/2006/relationships/image" Target="../media/image177.wmf"/><Relationship Id="rId11" Type="http://schemas.openxmlformats.org/officeDocument/2006/relationships/oleObject" Target="../embeddings/oleObject178.bin"/><Relationship Id="rId5" Type="http://schemas.openxmlformats.org/officeDocument/2006/relationships/oleObject" Target="../embeddings/oleObject175.bin"/><Relationship Id="rId15" Type="http://schemas.openxmlformats.org/officeDocument/2006/relationships/oleObject" Target="../embeddings/oleObject180.bin"/><Relationship Id="rId10" Type="http://schemas.openxmlformats.org/officeDocument/2006/relationships/image" Target="../media/image179.wmf"/><Relationship Id="rId4" Type="http://schemas.openxmlformats.org/officeDocument/2006/relationships/image" Target="../media/image175.png"/><Relationship Id="rId9" Type="http://schemas.openxmlformats.org/officeDocument/2006/relationships/oleObject" Target="../embeddings/oleObject177.bin"/><Relationship Id="rId14" Type="http://schemas.openxmlformats.org/officeDocument/2006/relationships/image" Target="../media/image181.wmf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5.wmf"/><Relationship Id="rId13" Type="http://schemas.openxmlformats.org/officeDocument/2006/relationships/image" Target="../media/image187.wmf"/><Relationship Id="rId3" Type="http://schemas.openxmlformats.org/officeDocument/2006/relationships/oleObject" Target="../embeddings/oleObject181.bin"/><Relationship Id="rId7" Type="http://schemas.openxmlformats.org/officeDocument/2006/relationships/oleObject" Target="../embeddings/oleObject183.bin"/><Relationship Id="rId12" Type="http://schemas.openxmlformats.org/officeDocument/2006/relationships/oleObject" Target="../embeddings/oleObject185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33.vml"/><Relationship Id="rId6" Type="http://schemas.openxmlformats.org/officeDocument/2006/relationships/image" Target="../media/image184.wmf"/><Relationship Id="rId11" Type="http://schemas.openxmlformats.org/officeDocument/2006/relationships/image" Target="../media/image188.png"/><Relationship Id="rId5" Type="http://schemas.openxmlformats.org/officeDocument/2006/relationships/oleObject" Target="../embeddings/oleObject182.bin"/><Relationship Id="rId10" Type="http://schemas.openxmlformats.org/officeDocument/2006/relationships/image" Target="../media/image186.wmf"/><Relationship Id="rId4" Type="http://schemas.openxmlformats.org/officeDocument/2006/relationships/image" Target="../media/image183.wmf"/><Relationship Id="rId9" Type="http://schemas.openxmlformats.org/officeDocument/2006/relationships/oleObject" Target="../embeddings/oleObject184.bin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6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34.vml"/><Relationship Id="rId6" Type="http://schemas.openxmlformats.org/officeDocument/2006/relationships/image" Target="../media/image189.wmf"/><Relationship Id="rId5" Type="http://schemas.openxmlformats.org/officeDocument/2006/relationships/oleObject" Target="../embeddings/oleObject187.bin"/><Relationship Id="rId4" Type="http://schemas.openxmlformats.org/officeDocument/2006/relationships/image" Target="../media/image177.wmf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0.bin"/><Relationship Id="rId13" Type="http://schemas.openxmlformats.org/officeDocument/2006/relationships/image" Target="../media/image194.wmf"/><Relationship Id="rId3" Type="http://schemas.openxmlformats.org/officeDocument/2006/relationships/audio" Target="../media/audio1.wav"/><Relationship Id="rId7" Type="http://schemas.openxmlformats.org/officeDocument/2006/relationships/image" Target="../media/image191.wmf"/><Relationship Id="rId12" Type="http://schemas.openxmlformats.org/officeDocument/2006/relationships/oleObject" Target="../embeddings/oleObject192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35.vml"/><Relationship Id="rId6" Type="http://schemas.openxmlformats.org/officeDocument/2006/relationships/oleObject" Target="../embeddings/oleObject189.bin"/><Relationship Id="rId11" Type="http://schemas.openxmlformats.org/officeDocument/2006/relationships/image" Target="../media/image193.wmf"/><Relationship Id="rId5" Type="http://schemas.openxmlformats.org/officeDocument/2006/relationships/image" Target="../media/image190.wmf"/><Relationship Id="rId10" Type="http://schemas.openxmlformats.org/officeDocument/2006/relationships/oleObject" Target="../embeddings/oleObject191.bin"/><Relationship Id="rId4" Type="http://schemas.openxmlformats.org/officeDocument/2006/relationships/oleObject" Target="../embeddings/oleObject188.bin"/><Relationship Id="rId9" Type="http://schemas.openxmlformats.org/officeDocument/2006/relationships/image" Target="../media/image19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3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36.vml"/><Relationship Id="rId4" Type="http://schemas.openxmlformats.org/officeDocument/2006/relationships/image" Target="../media/image195.wmf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8.wmf"/><Relationship Id="rId13" Type="http://schemas.openxmlformats.org/officeDocument/2006/relationships/oleObject" Target="../embeddings/oleObject199.bin"/><Relationship Id="rId3" Type="http://schemas.openxmlformats.org/officeDocument/2006/relationships/oleObject" Target="../embeddings/oleObject194.bin"/><Relationship Id="rId7" Type="http://schemas.openxmlformats.org/officeDocument/2006/relationships/oleObject" Target="../embeddings/oleObject196.bin"/><Relationship Id="rId12" Type="http://schemas.openxmlformats.org/officeDocument/2006/relationships/image" Target="../media/image200.w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37.vml"/><Relationship Id="rId6" Type="http://schemas.openxmlformats.org/officeDocument/2006/relationships/image" Target="../media/image197.wmf"/><Relationship Id="rId11" Type="http://schemas.openxmlformats.org/officeDocument/2006/relationships/oleObject" Target="../embeddings/oleObject198.bin"/><Relationship Id="rId5" Type="http://schemas.openxmlformats.org/officeDocument/2006/relationships/oleObject" Target="../embeddings/oleObject195.bin"/><Relationship Id="rId10" Type="http://schemas.openxmlformats.org/officeDocument/2006/relationships/image" Target="../media/image199.wmf"/><Relationship Id="rId4" Type="http://schemas.openxmlformats.org/officeDocument/2006/relationships/image" Target="../media/image196.wmf"/><Relationship Id="rId9" Type="http://schemas.openxmlformats.org/officeDocument/2006/relationships/oleObject" Target="../embeddings/oleObject197.bin"/><Relationship Id="rId14" Type="http://schemas.openxmlformats.org/officeDocument/2006/relationships/image" Target="../media/image201.w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3.png"/><Relationship Id="rId2" Type="http://schemas.openxmlformats.org/officeDocument/2006/relationships/image" Target="../media/image20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04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7.wmf"/><Relationship Id="rId13" Type="http://schemas.openxmlformats.org/officeDocument/2006/relationships/oleObject" Target="../embeddings/oleObject205.bin"/><Relationship Id="rId3" Type="http://schemas.openxmlformats.org/officeDocument/2006/relationships/oleObject" Target="../embeddings/oleObject200.bin"/><Relationship Id="rId7" Type="http://schemas.openxmlformats.org/officeDocument/2006/relationships/oleObject" Target="../embeddings/oleObject202.bin"/><Relationship Id="rId12" Type="http://schemas.openxmlformats.org/officeDocument/2006/relationships/image" Target="../media/image209.w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38.vml"/><Relationship Id="rId6" Type="http://schemas.openxmlformats.org/officeDocument/2006/relationships/image" Target="../media/image206.wmf"/><Relationship Id="rId11" Type="http://schemas.openxmlformats.org/officeDocument/2006/relationships/oleObject" Target="../embeddings/oleObject204.bin"/><Relationship Id="rId5" Type="http://schemas.openxmlformats.org/officeDocument/2006/relationships/oleObject" Target="../embeddings/oleObject201.bin"/><Relationship Id="rId10" Type="http://schemas.openxmlformats.org/officeDocument/2006/relationships/image" Target="../media/image208.wmf"/><Relationship Id="rId4" Type="http://schemas.openxmlformats.org/officeDocument/2006/relationships/image" Target="../media/image205.wmf"/><Relationship Id="rId9" Type="http://schemas.openxmlformats.org/officeDocument/2006/relationships/oleObject" Target="../embeddings/oleObject203.bin"/><Relationship Id="rId14" Type="http://schemas.openxmlformats.org/officeDocument/2006/relationships/image" Target="../media/image201.w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1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12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3.png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39.vml"/><Relationship Id="rId6" Type="http://schemas.openxmlformats.org/officeDocument/2006/relationships/image" Target="../media/image214.png"/><Relationship Id="rId5" Type="http://schemas.openxmlformats.org/officeDocument/2006/relationships/image" Target="../media/image171.wmf"/><Relationship Id="rId4" Type="http://schemas.openxmlformats.org/officeDocument/2006/relationships/oleObject" Target="../embeddings/oleObject167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Administrator\Desktop\1057523b4226046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00601" y="627534"/>
            <a:ext cx="4403278" cy="3888433"/>
          </a:xfrm>
          <a:prstGeom prst="rect">
            <a:avLst/>
          </a:prstGeom>
          <a:noFill/>
        </p:spPr>
      </p:pic>
      <p:sp>
        <p:nvSpPr>
          <p:cNvPr id="9" name="矩形 259"/>
          <p:cNvSpPr>
            <a:spLocks noChangeArrowheads="1"/>
          </p:cNvSpPr>
          <p:nvPr/>
        </p:nvSpPr>
        <p:spPr bwMode="auto">
          <a:xfrm>
            <a:off x="755650" y="1956197"/>
            <a:ext cx="4104456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zh-CN" altLang="en-US" sz="4000" b="1" cap="all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数理统计</a:t>
            </a:r>
          </a:p>
        </p:txBody>
      </p:sp>
      <p:sp>
        <p:nvSpPr>
          <p:cNvPr id="10" name="矩形 259"/>
          <p:cNvSpPr>
            <a:spLocks noChangeArrowheads="1"/>
          </p:cNvSpPr>
          <p:nvPr/>
        </p:nvSpPr>
        <p:spPr bwMode="auto">
          <a:xfrm>
            <a:off x="899592" y="2667672"/>
            <a:ext cx="316835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cs typeface="Arial" panose="020B0604020202020204" pitchFamily="34" charset="0"/>
              </a:rPr>
              <a:t>华中科技大学  概率统计系</a:t>
            </a:r>
            <a:endParaRPr lang="en-US" altLang="zh-CN" sz="2000" dirty="0">
              <a:solidFill>
                <a:schemeClr val="tx1">
                  <a:lumMod val="65000"/>
                  <a:lumOff val="35000"/>
                </a:schemeClr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0083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 tmFilter="0,0; .5, 1; 1, 1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150"/>
                            </p:stCondLst>
                            <p:childTnLst>
                              <p:par>
                                <p:cTn id="19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20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650"/>
                            </p:stCondLst>
                            <p:childTnLst>
                              <p:par>
                                <p:cTn id="23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 tmFilter="0,0; .5, 1; 1, 1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650"/>
                            </p:stCondLst>
                            <p:childTnLst>
                              <p:par>
                                <p:cTn id="3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32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3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  <p:bldP spid="10" grpId="0"/>
      <p:bldP spid="10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组合 98">
            <a:extLst>
              <a:ext uri="{FF2B5EF4-FFF2-40B4-BE49-F238E27FC236}">
                <a16:creationId xmlns:a16="http://schemas.microsoft.com/office/drawing/2014/main" id="{2131B0C1-14D8-4285-BF46-F98E21D335FE}"/>
              </a:ext>
            </a:extLst>
          </p:cNvPr>
          <p:cNvGrpSpPr/>
          <p:nvPr/>
        </p:nvGrpSpPr>
        <p:grpSpPr>
          <a:xfrm>
            <a:off x="3995936" y="1297102"/>
            <a:ext cx="823015" cy="761106"/>
            <a:chOff x="5308588" y="1203598"/>
            <a:chExt cx="1012247" cy="936104"/>
          </a:xfrm>
        </p:grpSpPr>
        <p:sp>
          <p:nvSpPr>
            <p:cNvPr id="100" name="椭圆 99">
              <a:extLst>
                <a:ext uri="{FF2B5EF4-FFF2-40B4-BE49-F238E27FC236}">
                  <a16:creationId xmlns:a16="http://schemas.microsoft.com/office/drawing/2014/main" id="{C1F618C2-DC06-4822-A44D-5DCBFB6FB8DE}"/>
                </a:ext>
              </a:extLst>
            </p:cNvPr>
            <p:cNvSpPr/>
            <p:nvPr/>
          </p:nvSpPr>
          <p:spPr>
            <a:xfrm>
              <a:off x="5364088" y="1203598"/>
              <a:ext cx="936104" cy="936104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1" name="文本框 100">
              <a:extLst>
                <a:ext uri="{FF2B5EF4-FFF2-40B4-BE49-F238E27FC236}">
                  <a16:creationId xmlns:a16="http://schemas.microsoft.com/office/drawing/2014/main" id="{FD64F61A-A00E-438E-8AD2-D96663D20007}"/>
                </a:ext>
              </a:extLst>
            </p:cNvPr>
            <p:cNvSpPr txBox="1"/>
            <p:nvPr/>
          </p:nvSpPr>
          <p:spPr>
            <a:xfrm>
              <a:off x="5308588" y="1316131"/>
              <a:ext cx="1012247" cy="686420"/>
            </a:xfrm>
            <a:prstGeom prst="rect">
              <a:avLst/>
            </a:prstGeom>
            <a:noFill/>
          </p:spPr>
          <p:txBody>
            <a:bodyPr wrap="square" lIns="65023" tIns="32511" rIns="65023" bIns="32511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itchFamily="34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01</a:t>
              </a:r>
              <a:endParaRPr lang="zh-CN" alt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  <a:sym typeface="Arial" panose="020B0604020202020204" pitchFamily="34" charset="0"/>
              </a:endParaRPr>
            </a:p>
          </p:txBody>
        </p:sp>
      </p:grpSp>
      <p:sp>
        <p:nvSpPr>
          <p:cNvPr id="102" name="矩形 101">
            <a:extLst>
              <a:ext uri="{FF2B5EF4-FFF2-40B4-BE49-F238E27FC236}">
                <a16:creationId xmlns:a16="http://schemas.microsoft.com/office/drawing/2014/main" id="{5445B3AD-FB30-4C78-9B52-EAAAE1245BFB}"/>
              </a:ext>
            </a:extLst>
          </p:cNvPr>
          <p:cNvSpPr/>
          <p:nvPr/>
        </p:nvSpPr>
        <p:spPr>
          <a:xfrm>
            <a:off x="2360963" y="2211710"/>
            <a:ext cx="4182972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数理统计的基本概念</a:t>
            </a:r>
          </a:p>
        </p:txBody>
      </p:sp>
      <p:grpSp>
        <p:nvGrpSpPr>
          <p:cNvPr id="103" name="组合 102">
            <a:extLst>
              <a:ext uri="{FF2B5EF4-FFF2-40B4-BE49-F238E27FC236}">
                <a16:creationId xmlns:a16="http://schemas.microsoft.com/office/drawing/2014/main" id="{73F530C0-4DEF-4307-B3C5-10ED8F637F04}"/>
              </a:ext>
            </a:extLst>
          </p:cNvPr>
          <p:cNvGrpSpPr/>
          <p:nvPr/>
        </p:nvGrpSpPr>
        <p:grpSpPr>
          <a:xfrm>
            <a:off x="2940267" y="3059519"/>
            <a:ext cx="2934352" cy="1157731"/>
            <a:chOff x="1588" y="3059113"/>
            <a:chExt cx="10031413" cy="3654425"/>
          </a:xfrm>
        </p:grpSpPr>
        <p:sp>
          <p:nvSpPr>
            <p:cNvPr id="104" name="Rectangle 5">
              <a:extLst>
                <a:ext uri="{FF2B5EF4-FFF2-40B4-BE49-F238E27FC236}">
                  <a16:creationId xmlns:a16="http://schemas.microsoft.com/office/drawing/2014/main" id="{CEBF21E0-43EB-4B0B-A370-07EE942E2B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9475" y="5126038"/>
              <a:ext cx="261938" cy="30163"/>
            </a:xfrm>
            <a:prstGeom prst="rect">
              <a:avLst/>
            </a:prstGeom>
            <a:solidFill>
              <a:srgbClr val="94CD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5" name="Rectangle 6">
              <a:extLst>
                <a:ext uri="{FF2B5EF4-FFF2-40B4-BE49-F238E27FC236}">
                  <a16:creationId xmlns:a16="http://schemas.microsoft.com/office/drawing/2014/main" id="{63C46A34-9757-406F-A82D-974DEA9CB1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9475" y="5191125"/>
              <a:ext cx="261938" cy="115888"/>
            </a:xfrm>
            <a:prstGeom prst="rect">
              <a:avLst/>
            </a:prstGeom>
            <a:solidFill>
              <a:srgbClr val="94CD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6" name="Rectangle 7">
              <a:extLst>
                <a:ext uri="{FF2B5EF4-FFF2-40B4-BE49-F238E27FC236}">
                  <a16:creationId xmlns:a16="http://schemas.microsoft.com/office/drawing/2014/main" id="{78FE2439-3821-497E-B5A4-77E536DB80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9475" y="3876675"/>
              <a:ext cx="261938" cy="1214438"/>
            </a:xfrm>
            <a:prstGeom prst="rect">
              <a:avLst/>
            </a:prstGeom>
            <a:solidFill>
              <a:srgbClr val="94CD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7" name="Rectangle 8">
              <a:extLst>
                <a:ext uri="{FF2B5EF4-FFF2-40B4-BE49-F238E27FC236}">
                  <a16:creationId xmlns:a16="http://schemas.microsoft.com/office/drawing/2014/main" id="{684F8419-82C0-4C2E-A804-0740D30A78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9475" y="3719513"/>
              <a:ext cx="261938" cy="95250"/>
            </a:xfrm>
            <a:prstGeom prst="rect">
              <a:avLst/>
            </a:prstGeom>
            <a:solidFill>
              <a:srgbClr val="94CD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8" name="Rectangle 9">
              <a:extLst>
                <a:ext uri="{FF2B5EF4-FFF2-40B4-BE49-F238E27FC236}">
                  <a16:creationId xmlns:a16="http://schemas.microsoft.com/office/drawing/2014/main" id="{67247324-E276-40D7-818F-743170E37A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9275" y="5126038"/>
              <a:ext cx="261938" cy="30163"/>
            </a:xfrm>
            <a:prstGeom prst="rect">
              <a:avLst/>
            </a:prstGeom>
            <a:solidFill>
              <a:srgbClr val="1F4B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9" name="Rectangle 10">
              <a:extLst>
                <a:ext uri="{FF2B5EF4-FFF2-40B4-BE49-F238E27FC236}">
                  <a16:creationId xmlns:a16="http://schemas.microsoft.com/office/drawing/2014/main" id="{2E409FE8-627C-42E9-891E-581E584354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9275" y="3719513"/>
              <a:ext cx="261938" cy="95250"/>
            </a:xfrm>
            <a:prstGeom prst="rect">
              <a:avLst/>
            </a:prstGeom>
            <a:solidFill>
              <a:srgbClr val="1F4B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0" name="Rectangle 11">
              <a:extLst>
                <a:ext uri="{FF2B5EF4-FFF2-40B4-BE49-F238E27FC236}">
                  <a16:creationId xmlns:a16="http://schemas.microsoft.com/office/drawing/2014/main" id="{3AF91818-84E4-41D1-9D0C-A682DE5C08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9275" y="5191125"/>
              <a:ext cx="261938" cy="115888"/>
            </a:xfrm>
            <a:prstGeom prst="rect">
              <a:avLst/>
            </a:prstGeom>
            <a:solidFill>
              <a:srgbClr val="1F4B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1" name="Rectangle 12">
              <a:extLst>
                <a:ext uri="{FF2B5EF4-FFF2-40B4-BE49-F238E27FC236}">
                  <a16:creationId xmlns:a16="http://schemas.microsoft.com/office/drawing/2014/main" id="{E0AA6F7D-D544-4B04-9BF8-3D6D1CE12C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9275" y="3876675"/>
              <a:ext cx="261938" cy="1214438"/>
            </a:xfrm>
            <a:prstGeom prst="rect">
              <a:avLst/>
            </a:prstGeom>
            <a:solidFill>
              <a:srgbClr val="1F4B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2" name="Rectangle 13">
              <a:extLst>
                <a:ext uri="{FF2B5EF4-FFF2-40B4-BE49-F238E27FC236}">
                  <a16:creationId xmlns:a16="http://schemas.microsoft.com/office/drawing/2014/main" id="{BB5DCBE1-427C-4AC4-BA62-5898419997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37400" y="4057650"/>
              <a:ext cx="1454150" cy="307975"/>
            </a:xfrm>
            <a:prstGeom prst="rect">
              <a:avLst/>
            </a:prstGeom>
            <a:solidFill>
              <a:srgbClr val="F7F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3" name="Freeform 14">
              <a:extLst>
                <a:ext uri="{FF2B5EF4-FFF2-40B4-BE49-F238E27FC236}">
                  <a16:creationId xmlns:a16="http://schemas.microsoft.com/office/drawing/2014/main" id="{D31D27D5-0F85-4A6F-9322-62D6AB4E4031}"/>
                </a:ext>
              </a:extLst>
            </p:cNvPr>
            <p:cNvSpPr>
              <a:spLocks/>
            </p:cNvSpPr>
            <p:nvPr/>
          </p:nvSpPr>
          <p:spPr bwMode="auto">
            <a:xfrm>
              <a:off x="7137400" y="4064000"/>
              <a:ext cx="1454150" cy="304800"/>
            </a:xfrm>
            <a:custGeom>
              <a:avLst/>
              <a:gdLst>
                <a:gd name="T0" fmla="*/ 0 w 916"/>
                <a:gd name="T1" fmla="*/ 192 h 192"/>
                <a:gd name="T2" fmla="*/ 0 w 916"/>
                <a:gd name="T3" fmla="*/ 0 h 192"/>
                <a:gd name="T4" fmla="*/ 916 w 916"/>
                <a:gd name="T5" fmla="*/ 0 h 192"/>
                <a:gd name="T6" fmla="*/ 0 w 916"/>
                <a:gd name="T7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16" h="192">
                  <a:moveTo>
                    <a:pt x="0" y="192"/>
                  </a:moveTo>
                  <a:lnTo>
                    <a:pt x="0" y="0"/>
                  </a:lnTo>
                  <a:lnTo>
                    <a:pt x="916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rgbClr val="DC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4" name="Freeform 15">
              <a:extLst>
                <a:ext uri="{FF2B5EF4-FFF2-40B4-BE49-F238E27FC236}">
                  <a16:creationId xmlns:a16="http://schemas.microsoft.com/office/drawing/2014/main" id="{617CFC01-7554-4813-8AA1-5EEBD514C82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37400" y="4064000"/>
              <a:ext cx="1454150" cy="304800"/>
            </a:xfrm>
            <a:custGeom>
              <a:avLst/>
              <a:gdLst>
                <a:gd name="T0" fmla="*/ 0 w 916"/>
                <a:gd name="T1" fmla="*/ 192 h 192"/>
                <a:gd name="T2" fmla="*/ 0 w 916"/>
                <a:gd name="T3" fmla="*/ 0 h 192"/>
                <a:gd name="T4" fmla="*/ 916 w 916"/>
                <a:gd name="T5" fmla="*/ 0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16" h="192">
                  <a:moveTo>
                    <a:pt x="0" y="192"/>
                  </a:moveTo>
                  <a:lnTo>
                    <a:pt x="0" y="0"/>
                  </a:lnTo>
                  <a:lnTo>
                    <a:pt x="916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5" name="Freeform 16">
              <a:extLst>
                <a:ext uri="{FF2B5EF4-FFF2-40B4-BE49-F238E27FC236}">
                  <a16:creationId xmlns:a16="http://schemas.microsoft.com/office/drawing/2014/main" id="{0BB256FF-4BB0-453A-A8FF-3B1DC2F682CF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363" y="4038600"/>
              <a:ext cx="1687513" cy="349250"/>
            </a:xfrm>
            <a:custGeom>
              <a:avLst/>
              <a:gdLst>
                <a:gd name="T0" fmla="*/ 916 w 925"/>
                <a:gd name="T1" fmla="*/ 178 h 192"/>
                <a:gd name="T2" fmla="*/ 412 w 925"/>
                <a:gd name="T3" fmla="*/ 178 h 192"/>
                <a:gd name="T4" fmla="*/ 144 w 925"/>
                <a:gd name="T5" fmla="*/ 178 h 192"/>
                <a:gd name="T6" fmla="*/ 70 w 925"/>
                <a:gd name="T7" fmla="*/ 166 h 192"/>
                <a:gd name="T8" fmla="*/ 42 w 925"/>
                <a:gd name="T9" fmla="*/ 57 h 192"/>
                <a:gd name="T10" fmla="*/ 112 w 925"/>
                <a:gd name="T11" fmla="*/ 16 h 192"/>
                <a:gd name="T12" fmla="*/ 646 w 925"/>
                <a:gd name="T13" fmla="*/ 16 h 192"/>
                <a:gd name="T14" fmla="*/ 916 w 925"/>
                <a:gd name="T15" fmla="*/ 16 h 192"/>
                <a:gd name="T16" fmla="*/ 916 w 925"/>
                <a:gd name="T17" fmla="*/ 2 h 192"/>
                <a:gd name="T18" fmla="*/ 412 w 925"/>
                <a:gd name="T19" fmla="*/ 2 h 192"/>
                <a:gd name="T20" fmla="*/ 144 w 925"/>
                <a:gd name="T21" fmla="*/ 2 h 192"/>
                <a:gd name="T22" fmla="*/ 77 w 925"/>
                <a:gd name="T23" fmla="*/ 8 h 192"/>
                <a:gd name="T24" fmla="*/ 54 w 925"/>
                <a:gd name="T25" fmla="*/ 172 h 192"/>
                <a:gd name="T26" fmla="*/ 134 w 925"/>
                <a:gd name="T27" fmla="*/ 192 h 192"/>
                <a:gd name="T28" fmla="*/ 235 w 925"/>
                <a:gd name="T29" fmla="*/ 192 h 192"/>
                <a:gd name="T30" fmla="*/ 563 w 925"/>
                <a:gd name="T31" fmla="*/ 192 h 192"/>
                <a:gd name="T32" fmla="*/ 916 w 925"/>
                <a:gd name="T33" fmla="*/ 192 h 192"/>
                <a:gd name="T34" fmla="*/ 916 w 925"/>
                <a:gd name="T35" fmla="*/ 178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25" h="192">
                  <a:moveTo>
                    <a:pt x="916" y="178"/>
                  </a:moveTo>
                  <a:cubicBezTo>
                    <a:pt x="748" y="178"/>
                    <a:pt x="580" y="178"/>
                    <a:pt x="412" y="178"/>
                  </a:cubicBezTo>
                  <a:cubicBezTo>
                    <a:pt x="323" y="178"/>
                    <a:pt x="234" y="178"/>
                    <a:pt x="144" y="178"/>
                  </a:cubicBezTo>
                  <a:cubicBezTo>
                    <a:pt x="118" y="178"/>
                    <a:pt x="94" y="180"/>
                    <a:pt x="70" y="166"/>
                  </a:cubicBezTo>
                  <a:cubicBezTo>
                    <a:pt x="33" y="145"/>
                    <a:pt x="24" y="94"/>
                    <a:pt x="42" y="57"/>
                  </a:cubicBezTo>
                  <a:cubicBezTo>
                    <a:pt x="55" y="31"/>
                    <a:pt x="84" y="16"/>
                    <a:pt x="112" y="16"/>
                  </a:cubicBezTo>
                  <a:cubicBezTo>
                    <a:pt x="290" y="16"/>
                    <a:pt x="468" y="16"/>
                    <a:pt x="646" y="16"/>
                  </a:cubicBezTo>
                  <a:cubicBezTo>
                    <a:pt x="736" y="16"/>
                    <a:pt x="826" y="16"/>
                    <a:pt x="916" y="16"/>
                  </a:cubicBezTo>
                  <a:cubicBezTo>
                    <a:pt x="925" y="16"/>
                    <a:pt x="925" y="2"/>
                    <a:pt x="916" y="2"/>
                  </a:cubicBezTo>
                  <a:cubicBezTo>
                    <a:pt x="748" y="2"/>
                    <a:pt x="580" y="2"/>
                    <a:pt x="412" y="2"/>
                  </a:cubicBezTo>
                  <a:cubicBezTo>
                    <a:pt x="323" y="2"/>
                    <a:pt x="234" y="2"/>
                    <a:pt x="144" y="2"/>
                  </a:cubicBezTo>
                  <a:cubicBezTo>
                    <a:pt x="121" y="2"/>
                    <a:pt x="99" y="0"/>
                    <a:pt x="77" y="8"/>
                  </a:cubicBezTo>
                  <a:cubicBezTo>
                    <a:pt x="9" y="34"/>
                    <a:pt x="0" y="129"/>
                    <a:pt x="54" y="172"/>
                  </a:cubicBezTo>
                  <a:cubicBezTo>
                    <a:pt x="78" y="192"/>
                    <a:pt x="106" y="192"/>
                    <a:pt x="134" y="192"/>
                  </a:cubicBezTo>
                  <a:cubicBezTo>
                    <a:pt x="168" y="192"/>
                    <a:pt x="202" y="192"/>
                    <a:pt x="235" y="192"/>
                  </a:cubicBezTo>
                  <a:cubicBezTo>
                    <a:pt x="345" y="192"/>
                    <a:pt x="454" y="192"/>
                    <a:pt x="563" y="192"/>
                  </a:cubicBezTo>
                  <a:cubicBezTo>
                    <a:pt x="681" y="192"/>
                    <a:pt x="798" y="192"/>
                    <a:pt x="916" y="192"/>
                  </a:cubicBezTo>
                  <a:cubicBezTo>
                    <a:pt x="925" y="192"/>
                    <a:pt x="925" y="178"/>
                    <a:pt x="916" y="178"/>
                  </a:cubicBezTo>
                  <a:close/>
                </a:path>
              </a:pathLst>
            </a:custGeom>
            <a:solidFill>
              <a:srgbClr val="7A6A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6" name="Rectangle 17">
              <a:extLst>
                <a:ext uri="{FF2B5EF4-FFF2-40B4-BE49-F238E27FC236}">
                  <a16:creationId xmlns:a16="http://schemas.microsoft.com/office/drawing/2014/main" id="{A9385924-D096-422E-B8C0-7D09E3BFA3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16938" y="4460875"/>
              <a:ext cx="114300" cy="212725"/>
            </a:xfrm>
            <a:prstGeom prst="rect">
              <a:avLst/>
            </a:prstGeom>
            <a:solidFill>
              <a:srgbClr val="F398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7" name="Rectangle 18">
              <a:extLst>
                <a:ext uri="{FF2B5EF4-FFF2-40B4-BE49-F238E27FC236}">
                  <a16:creationId xmlns:a16="http://schemas.microsoft.com/office/drawing/2014/main" id="{2F5D1F2E-D418-474B-8DA5-29AC2F2C88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38975" y="4460875"/>
              <a:ext cx="1362075" cy="212725"/>
            </a:xfrm>
            <a:prstGeom prst="rect">
              <a:avLst/>
            </a:prstGeom>
            <a:solidFill>
              <a:srgbClr val="F398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8" name="Rectangle 19">
              <a:extLst>
                <a:ext uri="{FF2B5EF4-FFF2-40B4-BE49-F238E27FC236}">
                  <a16:creationId xmlns:a16="http://schemas.microsoft.com/office/drawing/2014/main" id="{1B7E5BF7-3A6D-4379-86C5-38006612A2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35975" y="4460875"/>
              <a:ext cx="46038" cy="212725"/>
            </a:xfrm>
            <a:prstGeom prst="rect">
              <a:avLst/>
            </a:prstGeom>
            <a:solidFill>
              <a:srgbClr val="F398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9" name="Rectangle 20">
              <a:extLst>
                <a:ext uri="{FF2B5EF4-FFF2-40B4-BE49-F238E27FC236}">
                  <a16:creationId xmlns:a16="http://schemas.microsoft.com/office/drawing/2014/main" id="{4AD89C7A-3167-4169-A30D-805A045833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16488" y="4756150"/>
              <a:ext cx="298450" cy="33338"/>
            </a:xfrm>
            <a:prstGeom prst="rect">
              <a:avLst/>
            </a:prstGeom>
            <a:solidFill>
              <a:srgbClr val="F398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0" name="Rectangle 21">
              <a:extLst>
                <a:ext uri="{FF2B5EF4-FFF2-40B4-BE49-F238E27FC236}">
                  <a16:creationId xmlns:a16="http://schemas.microsoft.com/office/drawing/2014/main" id="{2E4E11B0-FDEC-4EE8-9509-B42E86267D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16488" y="4586288"/>
              <a:ext cx="298450" cy="130175"/>
            </a:xfrm>
            <a:prstGeom prst="rect">
              <a:avLst/>
            </a:prstGeom>
            <a:solidFill>
              <a:srgbClr val="F398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1" name="Rectangle 22">
              <a:extLst>
                <a:ext uri="{FF2B5EF4-FFF2-40B4-BE49-F238E27FC236}">
                  <a16:creationId xmlns:a16="http://schemas.microsoft.com/office/drawing/2014/main" id="{12276C9A-1357-44CE-9A3A-2ED6990018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16488" y="4829175"/>
              <a:ext cx="298450" cy="1370013"/>
            </a:xfrm>
            <a:prstGeom prst="rect">
              <a:avLst/>
            </a:prstGeom>
            <a:solidFill>
              <a:srgbClr val="F398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2" name="Rectangle 23">
              <a:extLst>
                <a:ext uri="{FF2B5EF4-FFF2-40B4-BE49-F238E27FC236}">
                  <a16:creationId xmlns:a16="http://schemas.microsoft.com/office/drawing/2014/main" id="{1043E52E-28C3-4455-897D-47469A00D1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16488" y="6269038"/>
              <a:ext cx="298450" cy="109538"/>
            </a:xfrm>
            <a:prstGeom prst="rect">
              <a:avLst/>
            </a:prstGeom>
            <a:solidFill>
              <a:srgbClr val="F398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3" name="Rectangle 24">
              <a:extLst>
                <a:ext uri="{FF2B5EF4-FFF2-40B4-BE49-F238E27FC236}">
                  <a16:creationId xmlns:a16="http://schemas.microsoft.com/office/drawing/2014/main" id="{1184592D-3035-4904-8340-418B083865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9788" y="4576763"/>
              <a:ext cx="184150" cy="1800225"/>
            </a:xfrm>
            <a:prstGeom prst="rect">
              <a:avLst/>
            </a:prstGeom>
            <a:solidFill>
              <a:srgbClr val="7A6A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4" name="Rectangle 25">
              <a:extLst>
                <a:ext uri="{FF2B5EF4-FFF2-40B4-BE49-F238E27FC236}">
                  <a16:creationId xmlns:a16="http://schemas.microsoft.com/office/drawing/2014/main" id="{21FD5601-BF7B-4ED8-9139-D45D1FF5E9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83088" y="4576763"/>
              <a:ext cx="184150" cy="1800225"/>
            </a:xfrm>
            <a:prstGeom prst="rect">
              <a:avLst/>
            </a:prstGeom>
            <a:solidFill>
              <a:srgbClr val="94CD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5" name="Rectangle 26">
              <a:extLst>
                <a:ext uri="{FF2B5EF4-FFF2-40B4-BE49-F238E27FC236}">
                  <a16:creationId xmlns:a16="http://schemas.microsoft.com/office/drawing/2014/main" id="{AD770336-0CAC-470E-A6BD-BB607894A6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9088" y="4576763"/>
              <a:ext cx="182563" cy="1800225"/>
            </a:xfrm>
            <a:prstGeom prst="rect">
              <a:avLst/>
            </a:prstGeom>
            <a:solidFill>
              <a:srgbClr val="94CD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6" name="Rectangle 27">
              <a:extLst>
                <a:ext uri="{FF2B5EF4-FFF2-40B4-BE49-F238E27FC236}">
                  <a16:creationId xmlns:a16="http://schemas.microsoft.com/office/drawing/2014/main" id="{5F185414-8267-4F0D-B8FB-8B315F7C05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3188" y="4908550"/>
              <a:ext cx="139700" cy="1468438"/>
            </a:xfrm>
            <a:prstGeom prst="rect">
              <a:avLst/>
            </a:prstGeom>
            <a:solidFill>
              <a:srgbClr val="F398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7" name="Freeform 28">
              <a:extLst>
                <a:ext uri="{FF2B5EF4-FFF2-40B4-BE49-F238E27FC236}">
                  <a16:creationId xmlns:a16="http://schemas.microsoft.com/office/drawing/2014/main" id="{AD46C30B-8620-417F-82EF-DE12460D854B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5838" y="4906963"/>
              <a:ext cx="365125" cy="1471613"/>
            </a:xfrm>
            <a:custGeom>
              <a:avLst/>
              <a:gdLst>
                <a:gd name="T0" fmla="*/ 0 w 230"/>
                <a:gd name="T1" fmla="*/ 913 h 927"/>
                <a:gd name="T2" fmla="*/ 87 w 230"/>
                <a:gd name="T3" fmla="*/ 927 h 927"/>
                <a:gd name="T4" fmla="*/ 230 w 230"/>
                <a:gd name="T5" fmla="*/ 14 h 927"/>
                <a:gd name="T6" fmla="*/ 143 w 230"/>
                <a:gd name="T7" fmla="*/ 0 h 927"/>
                <a:gd name="T8" fmla="*/ 0 w 230"/>
                <a:gd name="T9" fmla="*/ 913 h 9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0" h="927">
                  <a:moveTo>
                    <a:pt x="0" y="913"/>
                  </a:moveTo>
                  <a:lnTo>
                    <a:pt x="87" y="927"/>
                  </a:lnTo>
                  <a:lnTo>
                    <a:pt x="230" y="14"/>
                  </a:lnTo>
                  <a:lnTo>
                    <a:pt x="143" y="0"/>
                  </a:lnTo>
                  <a:lnTo>
                    <a:pt x="0" y="913"/>
                  </a:lnTo>
                  <a:close/>
                </a:path>
              </a:pathLst>
            </a:custGeom>
            <a:solidFill>
              <a:srgbClr val="7A6A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8" name="Rectangle 29">
              <a:extLst>
                <a:ext uri="{FF2B5EF4-FFF2-40B4-BE49-F238E27FC236}">
                  <a16:creationId xmlns:a16="http://schemas.microsoft.com/office/drawing/2014/main" id="{56A24F96-0929-4517-BEC2-7EC8C9AA46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63013" y="3833813"/>
              <a:ext cx="184150" cy="1798638"/>
            </a:xfrm>
            <a:prstGeom prst="rect">
              <a:avLst/>
            </a:prstGeom>
            <a:solidFill>
              <a:srgbClr val="94CD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9" name="Rectangle 30">
              <a:extLst>
                <a:ext uri="{FF2B5EF4-FFF2-40B4-BE49-F238E27FC236}">
                  <a16:creationId xmlns:a16="http://schemas.microsoft.com/office/drawing/2014/main" id="{B9EDBACC-2FF0-499D-9521-B32B30F5F9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18600" y="3833813"/>
              <a:ext cx="184150" cy="1798638"/>
            </a:xfrm>
            <a:prstGeom prst="rect">
              <a:avLst/>
            </a:prstGeom>
            <a:solidFill>
              <a:srgbClr val="94CD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0" name="Rectangle 31">
              <a:extLst>
                <a:ext uri="{FF2B5EF4-FFF2-40B4-BE49-F238E27FC236}">
                  <a16:creationId xmlns:a16="http://schemas.microsoft.com/office/drawing/2014/main" id="{3433DA75-2CFE-44B5-89FA-1495829C71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78950" y="4165600"/>
              <a:ext cx="139700" cy="1466850"/>
            </a:xfrm>
            <a:prstGeom prst="rect">
              <a:avLst/>
            </a:prstGeom>
            <a:solidFill>
              <a:srgbClr val="F398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1" name="Freeform 32">
              <a:extLst>
                <a:ext uri="{FF2B5EF4-FFF2-40B4-BE49-F238E27FC236}">
                  <a16:creationId xmlns:a16="http://schemas.microsoft.com/office/drawing/2014/main" id="{C5C84E39-D08B-4958-BD99-D9406EC1771F}"/>
                </a:ext>
              </a:extLst>
            </p:cNvPr>
            <p:cNvSpPr>
              <a:spLocks/>
            </p:cNvSpPr>
            <p:nvPr/>
          </p:nvSpPr>
          <p:spPr bwMode="auto">
            <a:xfrm>
              <a:off x="9540875" y="4164013"/>
              <a:ext cx="365125" cy="1470025"/>
            </a:xfrm>
            <a:custGeom>
              <a:avLst/>
              <a:gdLst>
                <a:gd name="T0" fmla="*/ 230 w 230"/>
                <a:gd name="T1" fmla="*/ 912 h 926"/>
                <a:gd name="T2" fmla="*/ 141 w 230"/>
                <a:gd name="T3" fmla="*/ 926 h 926"/>
                <a:gd name="T4" fmla="*/ 0 w 230"/>
                <a:gd name="T5" fmla="*/ 14 h 926"/>
                <a:gd name="T6" fmla="*/ 87 w 230"/>
                <a:gd name="T7" fmla="*/ 0 h 926"/>
                <a:gd name="T8" fmla="*/ 230 w 230"/>
                <a:gd name="T9" fmla="*/ 912 h 9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0" h="926">
                  <a:moveTo>
                    <a:pt x="230" y="912"/>
                  </a:moveTo>
                  <a:lnTo>
                    <a:pt x="141" y="926"/>
                  </a:lnTo>
                  <a:lnTo>
                    <a:pt x="0" y="14"/>
                  </a:lnTo>
                  <a:lnTo>
                    <a:pt x="87" y="0"/>
                  </a:lnTo>
                  <a:lnTo>
                    <a:pt x="230" y="912"/>
                  </a:lnTo>
                  <a:close/>
                </a:path>
              </a:pathLst>
            </a:custGeom>
            <a:solidFill>
              <a:srgbClr val="7A6A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2" name="Rectangle 33">
              <a:extLst>
                <a:ext uri="{FF2B5EF4-FFF2-40B4-BE49-F238E27FC236}">
                  <a16:creationId xmlns:a16="http://schemas.microsoft.com/office/drawing/2014/main" id="{230E1915-725F-42F6-8A11-307ACF6A97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8750" y="4200525"/>
              <a:ext cx="1466850" cy="311150"/>
            </a:xfrm>
            <a:prstGeom prst="rect">
              <a:avLst/>
            </a:prstGeom>
            <a:solidFill>
              <a:srgbClr val="F7F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3" name="Freeform 34">
              <a:extLst>
                <a:ext uri="{FF2B5EF4-FFF2-40B4-BE49-F238E27FC236}">
                  <a16:creationId xmlns:a16="http://schemas.microsoft.com/office/drawing/2014/main" id="{59C0D12A-1B72-4387-8559-9511BE32FFC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7163" y="4205288"/>
              <a:ext cx="1468438" cy="309563"/>
            </a:xfrm>
            <a:custGeom>
              <a:avLst/>
              <a:gdLst>
                <a:gd name="T0" fmla="*/ 0 w 925"/>
                <a:gd name="T1" fmla="*/ 195 h 195"/>
                <a:gd name="T2" fmla="*/ 0 w 925"/>
                <a:gd name="T3" fmla="*/ 0 h 195"/>
                <a:gd name="T4" fmla="*/ 925 w 925"/>
                <a:gd name="T5" fmla="*/ 0 h 195"/>
                <a:gd name="T6" fmla="*/ 0 w 925"/>
                <a:gd name="T7" fmla="*/ 195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25" h="195">
                  <a:moveTo>
                    <a:pt x="0" y="195"/>
                  </a:moveTo>
                  <a:lnTo>
                    <a:pt x="0" y="0"/>
                  </a:lnTo>
                  <a:lnTo>
                    <a:pt x="925" y="0"/>
                  </a:lnTo>
                  <a:lnTo>
                    <a:pt x="0" y="195"/>
                  </a:lnTo>
                  <a:close/>
                </a:path>
              </a:pathLst>
            </a:custGeom>
            <a:solidFill>
              <a:srgbClr val="DC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4" name="Freeform 35">
              <a:extLst>
                <a:ext uri="{FF2B5EF4-FFF2-40B4-BE49-F238E27FC236}">
                  <a16:creationId xmlns:a16="http://schemas.microsoft.com/office/drawing/2014/main" id="{308A924F-D947-4D5B-A8E1-C105F601F65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7163" y="4205288"/>
              <a:ext cx="1468438" cy="309563"/>
            </a:xfrm>
            <a:custGeom>
              <a:avLst/>
              <a:gdLst>
                <a:gd name="T0" fmla="*/ 0 w 925"/>
                <a:gd name="T1" fmla="*/ 195 h 195"/>
                <a:gd name="T2" fmla="*/ 0 w 925"/>
                <a:gd name="T3" fmla="*/ 0 h 195"/>
                <a:gd name="T4" fmla="*/ 925 w 925"/>
                <a:gd name="T5" fmla="*/ 0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25" h="195">
                  <a:moveTo>
                    <a:pt x="0" y="195"/>
                  </a:moveTo>
                  <a:lnTo>
                    <a:pt x="0" y="0"/>
                  </a:lnTo>
                  <a:lnTo>
                    <a:pt x="925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5" name="Freeform 36">
              <a:extLst>
                <a:ext uri="{FF2B5EF4-FFF2-40B4-BE49-F238E27FC236}">
                  <a16:creationId xmlns:a16="http://schemas.microsoft.com/office/drawing/2014/main" id="{E2ACF4A1-124D-4E93-801F-542D1464385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2538" y="4179888"/>
              <a:ext cx="1704975" cy="354013"/>
            </a:xfrm>
            <a:custGeom>
              <a:avLst/>
              <a:gdLst>
                <a:gd name="T0" fmla="*/ 926 w 935"/>
                <a:gd name="T1" fmla="*/ 179 h 194"/>
                <a:gd name="T2" fmla="*/ 416 w 935"/>
                <a:gd name="T3" fmla="*/ 179 h 194"/>
                <a:gd name="T4" fmla="*/ 146 w 935"/>
                <a:gd name="T5" fmla="*/ 179 h 194"/>
                <a:gd name="T6" fmla="*/ 71 w 935"/>
                <a:gd name="T7" fmla="*/ 168 h 194"/>
                <a:gd name="T8" fmla="*/ 42 w 935"/>
                <a:gd name="T9" fmla="*/ 58 h 194"/>
                <a:gd name="T10" fmla="*/ 114 w 935"/>
                <a:gd name="T11" fmla="*/ 16 h 194"/>
                <a:gd name="T12" fmla="*/ 652 w 935"/>
                <a:gd name="T13" fmla="*/ 16 h 194"/>
                <a:gd name="T14" fmla="*/ 926 w 935"/>
                <a:gd name="T15" fmla="*/ 16 h 194"/>
                <a:gd name="T16" fmla="*/ 926 w 935"/>
                <a:gd name="T17" fmla="*/ 2 h 194"/>
                <a:gd name="T18" fmla="*/ 416 w 935"/>
                <a:gd name="T19" fmla="*/ 2 h 194"/>
                <a:gd name="T20" fmla="*/ 146 w 935"/>
                <a:gd name="T21" fmla="*/ 2 h 194"/>
                <a:gd name="T22" fmla="*/ 78 w 935"/>
                <a:gd name="T23" fmla="*/ 8 h 194"/>
                <a:gd name="T24" fmla="*/ 55 w 935"/>
                <a:gd name="T25" fmla="*/ 174 h 194"/>
                <a:gd name="T26" fmla="*/ 136 w 935"/>
                <a:gd name="T27" fmla="*/ 194 h 194"/>
                <a:gd name="T28" fmla="*/ 238 w 935"/>
                <a:gd name="T29" fmla="*/ 194 h 194"/>
                <a:gd name="T30" fmla="*/ 569 w 935"/>
                <a:gd name="T31" fmla="*/ 194 h 194"/>
                <a:gd name="T32" fmla="*/ 926 w 935"/>
                <a:gd name="T33" fmla="*/ 194 h 194"/>
                <a:gd name="T34" fmla="*/ 926 w 935"/>
                <a:gd name="T35" fmla="*/ 179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5" h="194">
                  <a:moveTo>
                    <a:pt x="926" y="179"/>
                  </a:moveTo>
                  <a:cubicBezTo>
                    <a:pt x="756" y="179"/>
                    <a:pt x="586" y="179"/>
                    <a:pt x="416" y="179"/>
                  </a:cubicBezTo>
                  <a:cubicBezTo>
                    <a:pt x="326" y="179"/>
                    <a:pt x="236" y="179"/>
                    <a:pt x="146" y="179"/>
                  </a:cubicBezTo>
                  <a:cubicBezTo>
                    <a:pt x="120" y="179"/>
                    <a:pt x="95" y="182"/>
                    <a:pt x="71" y="168"/>
                  </a:cubicBezTo>
                  <a:cubicBezTo>
                    <a:pt x="33" y="146"/>
                    <a:pt x="24" y="95"/>
                    <a:pt x="42" y="58"/>
                  </a:cubicBezTo>
                  <a:cubicBezTo>
                    <a:pt x="56" y="31"/>
                    <a:pt x="85" y="16"/>
                    <a:pt x="114" y="16"/>
                  </a:cubicBezTo>
                  <a:cubicBezTo>
                    <a:pt x="293" y="16"/>
                    <a:pt x="473" y="16"/>
                    <a:pt x="652" y="16"/>
                  </a:cubicBezTo>
                  <a:cubicBezTo>
                    <a:pt x="743" y="16"/>
                    <a:pt x="834" y="16"/>
                    <a:pt x="926" y="16"/>
                  </a:cubicBezTo>
                  <a:cubicBezTo>
                    <a:pt x="935" y="16"/>
                    <a:pt x="935" y="2"/>
                    <a:pt x="926" y="2"/>
                  </a:cubicBezTo>
                  <a:cubicBezTo>
                    <a:pt x="756" y="2"/>
                    <a:pt x="586" y="2"/>
                    <a:pt x="416" y="2"/>
                  </a:cubicBezTo>
                  <a:cubicBezTo>
                    <a:pt x="326" y="2"/>
                    <a:pt x="236" y="2"/>
                    <a:pt x="146" y="2"/>
                  </a:cubicBezTo>
                  <a:cubicBezTo>
                    <a:pt x="123" y="2"/>
                    <a:pt x="100" y="0"/>
                    <a:pt x="78" y="8"/>
                  </a:cubicBezTo>
                  <a:cubicBezTo>
                    <a:pt x="9" y="34"/>
                    <a:pt x="0" y="130"/>
                    <a:pt x="55" y="174"/>
                  </a:cubicBezTo>
                  <a:cubicBezTo>
                    <a:pt x="79" y="193"/>
                    <a:pt x="107" y="194"/>
                    <a:pt x="136" y="194"/>
                  </a:cubicBezTo>
                  <a:cubicBezTo>
                    <a:pt x="170" y="194"/>
                    <a:pt x="204" y="194"/>
                    <a:pt x="238" y="194"/>
                  </a:cubicBezTo>
                  <a:cubicBezTo>
                    <a:pt x="348" y="194"/>
                    <a:pt x="458" y="194"/>
                    <a:pt x="569" y="194"/>
                  </a:cubicBezTo>
                  <a:cubicBezTo>
                    <a:pt x="688" y="194"/>
                    <a:pt x="807" y="194"/>
                    <a:pt x="926" y="194"/>
                  </a:cubicBezTo>
                  <a:cubicBezTo>
                    <a:pt x="935" y="194"/>
                    <a:pt x="935" y="179"/>
                    <a:pt x="926" y="179"/>
                  </a:cubicBezTo>
                  <a:close/>
                </a:path>
              </a:pathLst>
            </a:custGeom>
            <a:solidFill>
              <a:srgbClr val="F398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6" name="Freeform 37">
              <a:extLst>
                <a:ext uri="{FF2B5EF4-FFF2-40B4-BE49-F238E27FC236}">
                  <a16:creationId xmlns:a16="http://schemas.microsoft.com/office/drawing/2014/main" id="{699EBC29-2B69-452D-BC38-1F6871772D0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2725" y="4325938"/>
              <a:ext cx="122238" cy="247650"/>
            </a:xfrm>
            <a:custGeom>
              <a:avLst/>
              <a:gdLst>
                <a:gd name="T0" fmla="*/ 77 w 77"/>
                <a:gd name="T1" fmla="*/ 156 h 156"/>
                <a:gd name="T2" fmla="*/ 39 w 77"/>
                <a:gd name="T3" fmla="*/ 127 h 156"/>
                <a:gd name="T4" fmla="*/ 0 w 77"/>
                <a:gd name="T5" fmla="*/ 156 h 156"/>
                <a:gd name="T6" fmla="*/ 0 w 77"/>
                <a:gd name="T7" fmla="*/ 0 h 156"/>
                <a:gd name="T8" fmla="*/ 77 w 77"/>
                <a:gd name="T9" fmla="*/ 0 h 156"/>
                <a:gd name="T10" fmla="*/ 77 w 77"/>
                <a:gd name="T11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7" h="156">
                  <a:moveTo>
                    <a:pt x="77" y="156"/>
                  </a:moveTo>
                  <a:lnTo>
                    <a:pt x="39" y="127"/>
                  </a:lnTo>
                  <a:lnTo>
                    <a:pt x="0" y="156"/>
                  </a:lnTo>
                  <a:lnTo>
                    <a:pt x="0" y="0"/>
                  </a:lnTo>
                  <a:lnTo>
                    <a:pt x="77" y="0"/>
                  </a:lnTo>
                  <a:lnTo>
                    <a:pt x="77" y="156"/>
                  </a:lnTo>
                  <a:close/>
                </a:path>
              </a:pathLst>
            </a:custGeom>
            <a:solidFill>
              <a:srgbClr val="7A6A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7" name="Rectangle 38">
              <a:extLst>
                <a:ext uri="{FF2B5EF4-FFF2-40B4-BE49-F238E27FC236}">
                  <a16:creationId xmlns:a16="http://schemas.microsoft.com/office/drawing/2014/main" id="{1A19CFDE-5004-4397-B37D-57B0F1949D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32113" y="4992688"/>
              <a:ext cx="36513" cy="307975"/>
            </a:xfrm>
            <a:prstGeom prst="rect">
              <a:avLst/>
            </a:prstGeom>
            <a:solidFill>
              <a:srgbClr val="7A6A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8" name="Rectangle 39">
              <a:extLst>
                <a:ext uri="{FF2B5EF4-FFF2-40B4-BE49-F238E27FC236}">
                  <a16:creationId xmlns:a16="http://schemas.microsoft.com/office/drawing/2014/main" id="{7A71712B-6D47-4C62-9D45-19F907B792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09900" y="4992688"/>
              <a:ext cx="133350" cy="307975"/>
            </a:xfrm>
            <a:prstGeom prst="rect">
              <a:avLst/>
            </a:prstGeom>
            <a:solidFill>
              <a:srgbClr val="7A6A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9" name="Rectangle 40">
              <a:extLst>
                <a:ext uri="{FF2B5EF4-FFF2-40B4-BE49-F238E27FC236}">
                  <a16:creationId xmlns:a16="http://schemas.microsoft.com/office/drawing/2014/main" id="{3935E4F6-D4A7-4F0F-9F0C-FDCFE65127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8438" y="4992688"/>
              <a:ext cx="1423988" cy="307975"/>
            </a:xfrm>
            <a:prstGeom prst="rect">
              <a:avLst/>
            </a:prstGeom>
            <a:solidFill>
              <a:srgbClr val="7A6A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0" name="Rectangle 41">
              <a:extLst>
                <a:ext uri="{FF2B5EF4-FFF2-40B4-BE49-F238E27FC236}">
                  <a16:creationId xmlns:a16="http://schemas.microsoft.com/office/drawing/2014/main" id="{B77EF6E1-1BB6-4C89-BD9E-6578140F39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4288" y="4992688"/>
              <a:ext cx="112713" cy="307975"/>
            </a:xfrm>
            <a:prstGeom prst="rect">
              <a:avLst/>
            </a:prstGeom>
            <a:solidFill>
              <a:srgbClr val="7A6A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1" name="Rectangle 42">
              <a:extLst>
                <a:ext uri="{FF2B5EF4-FFF2-40B4-BE49-F238E27FC236}">
                  <a16:creationId xmlns:a16="http://schemas.microsoft.com/office/drawing/2014/main" id="{2A2B1347-FAE8-4D74-868E-7430937D9E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32113" y="4606925"/>
              <a:ext cx="36513" cy="307975"/>
            </a:xfrm>
            <a:prstGeom prst="rect">
              <a:avLst/>
            </a:prstGeom>
            <a:solidFill>
              <a:srgbClr val="B5B5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2" name="Rectangle 43">
              <a:extLst>
                <a:ext uri="{FF2B5EF4-FFF2-40B4-BE49-F238E27FC236}">
                  <a16:creationId xmlns:a16="http://schemas.microsoft.com/office/drawing/2014/main" id="{A2A3441B-1664-4F93-8F90-1E509EF3D3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4288" y="4606925"/>
              <a:ext cx="112713" cy="307975"/>
            </a:xfrm>
            <a:prstGeom prst="rect">
              <a:avLst/>
            </a:prstGeom>
            <a:solidFill>
              <a:srgbClr val="B5B5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3" name="Rectangle 44">
              <a:extLst>
                <a:ext uri="{FF2B5EF4-FFF2-40B4-BE49-F238E27FC236}">
                  <a16:creationId xmlns:a16="http://schemas.microsoft.com/office/drawing/2014/main" id="{6A331C1D-F2D6-4259-8D4F-2D6CE7AA0A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09900" y="4606925"/>
              <a:ext cx="133350" cy="307975"/>
            </a:xfrm>
            <a:prstGeom prst="rect">
              <a:avLst/>
            </a:prstGeom>
            <a:solidFill>
              <a:srgbClr val="B5B5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4" name="Rectangle 45">
              <a:extLst>
                <a:ext uri="{FF2B5EF4-FFF2-40B4-BE49-F238E27FC236}">
                  <a16:creationId xmlns:a16="http://schemas.microsoft.com/office/drawing/2014/main" id="{B2B1A8C6-E4C9-48F2-B17D-29A4AB61B3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8438" y="4606925"/>
              <a:ext cx="1423988" cy="307975"/>
            </a:xfrm>
            <a:prstGeom prst="rect">
              <a:avLst/>
            </a:prstGeom>
            <a:solidFill>
              <a:srgbClr val="B5B5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5" name="Rectangle 46">
              <a:extLst>
                <a:ext uri="{FF2B5EF4-FFF2-40B4-BE49-F238E27FC236}">
                  <a16:creationId xmlns:a16="http://schemas.microsoft.com/office/drawing/2014/main" id="{97B0F232-0F46-4634-A120-32BDD8D6B2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4350" y="3432175"/>
              <a:ext cx="236538" cy="28575"/>
            </a:xfrm>
            <a:prstGeom prst="rect">
              <a:avLst/>
            </a:prstGeom>
            <a:solidFill>
              <a:srgbClr val="B5B5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6" name="Rectangle 47">
              <a:extLst>
                <a:ext uri="{FF2B5EF4-FFF2-40B4-BE49-F238E27FC236}">
                  <a16:creationId xmlns:a16="http://schemas.microsoft.com/office/drawing/2014/main" id="{5D872C4E-8054-4895-B425-7355DFABF7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4350" y="4641850"/>
              <a:ext cx="236538" cy="85725"/>
            </a:xfrm>
            <a:prstGeom prst="rect">
              <a:avLst/>
            </a:prstGeom>
            <a:solidFill>
              <a:srgbClr val="B5B5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7" name="Rectangle 48">
              <a:extLst>
                <a:ext uri="{FF2B5EF4-FFF2-40B4-BE49-F238E27FC236}">
                  <a16:creationId xmlns:a16="http://schemas.microsoft.com/office/drawing/2014/main" id="{C0E7261F-AD66-44CE-B3A6-730890BC28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4350" y="3297238"/>
              <a:ext cx="236538" cy="103188"/>
            </a:xfrm>
            <a:prstGeom prst="rect">
              <a:avLst/>
            </a:prstGeom>
            <a:solidFill>
              <a:srgbClr val="B5B5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8" name="Rectangle 49">
              <a:extLst>
                <a:ext uri="{FF2B5EF4-FFF2-40B4-BE49-F238E27FC236}">
                  <a16:creationId xmlns:a16="http://schemas.microsoft.com/office/drawing/2014/main" id="{B8DAB03A-F80D-4EC6-9D87-E46D6874D9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4350" y="3490913"/>
              <a:ext cx="236538" cy="1093788"/>
            </a:xfrm>
            <a:prstGeom prst="rect">
              <a:avLst/>
            </a:prstGeom>
            <a:solidFill>
              <a:srgbClr val="B5B5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9" name="Rectangle 50">
              <a:extLst>
                <a:ext uri="{FF2B5EF4-FFF2-40B4-BE49-F238E27FC236}">
                  <a16:creationId xmlns:a16="http://schemas.microsoft.com/office/drawing/2014/main" id="{FB4C8186-BB73-4B8D-97CF-33475B5425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07088" y="4545013"/>
              <a:ext cx="271463" cy="30163"/>
            </a:xfrm>
            <a:prstGeom prst="rect">
              <a:avLst/>
            </a:prstGeom>
            <a:solidFill>
              <a:srgbClr val="1F4B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0" name="Rectangle 51">
              <a:extLst>
                <a:ext uri="{FF2B5EF4-FFF2-40B4-BE49-F238E27FC236}">
                  <a16:creationId xmlns:a16="http://schemas.microsoft.com/office/drawing/2014/main" id="{18A47D49-6DE5-41A5-8513-3FE9DB959A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07088" y="4611688"/>
              <a:ext cx="271463" cy="119063"/>
            </a:xfrm>
            <a:prstGeom prst="rect">
              <a:avLst/>
            </a:prstGeom>
            <a:solidFill>
              <a:srgbClr val="1F4B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1" name="Rectangle 52">
              <a:extLst>
                <a:ext uri="{FF2B5EF4-FFF2-40B4-BE49-F238E27FC236}">
                  <a16:creationId xmlns:a16="http://schemas.microsoft.com/office/drawing/2014/main" id="{5090CCFD-1375-47B4-BE35-FC4196343B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07088" y="3246438"/>
              <a:ext cx="271463" cy="1262063"/>
            </a:xfrm>
            <a:prstGeom prst="rect">
              <a:avLst/>
            </a:prstGeom>
            <a:solidFill>
              <a:srgbClr val="1F4B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2" name="Rectangle 53">
              <a:extLst>
                <a:ext uri="{FF2B5EF4-FFF2-40B4-BE49-F238E27FC236}">
                  <a16:creationId xmlns:a16="http://schemas.microsoft.com/office/drawing/2014/main" id="{44DCB7D0-842D-4C24-993E-EC0D0B6960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07088" y="3084513"/>
              <a:ext cx="271463" cy="100013"/>
            </a:xfrm>
            <a:prstGeom prst="rect">
              <a:avLst/>
            </a:prstGeom>
            <a:solidFill>
              <a:srgbClr val="1F4B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3" name="Rectangle 54">
              <a:extLst>
                <a:ext uri="{FF2B5EF4-FFF2-40B4-BE49-F238E27FC236}">
                  <a16:creationId xmlns:a16="http://schemas.microsoft.com/office/drawing/2014/main" id="{F443E0F1-20A8-4106-A92A-F5069C8C23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29388" y="3216275"/>
              <a:ext cx="276225" cy="31750"/>
            </a:xfrm>
            <a:prstGeom prst="rect">
              <a:avLst/>
            </a:prstGeom>
            <a:solidFill>
              <a:srgbClr val="F398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4" name="Rectangle 55">
              <a:extLst>
                <a:ext uri="{FF2B5EF4-FFF2-40B4-BE49-F238E27FC236}">
                  <a16:creationId xmlns:a16="http://schemas.microsoft.com/office/drawing/2014/main" id="{58464CF5-D136-492B-9D2E-B031B586D1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29388" y="4629150"/>
              <a:ext cx="276225" cy="100013"/>
            </a:xfrm>
            <a:prstGeom prst="rect">
              <a:avLst/>
            </a:prstGeom>
            <a:solidFill>
              <a:srgbClr val="F398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5" name="Rectangle 56">
              <a:extLst>
                <a:ext uri="{FF2B5EF4-FFF2-40B4-BE49-F238E27FC236}">
                  <a16:creationId xmlns:a16="http://schemas.microsoft.com/office/drawing/2014/main" id="{D5F4211D-E4FF-45F9-812D-43718FA753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29388" y="3059113"/>
              <a:ext cx="276225" cy="120650"/>
            </a:xfrm>
            <a:prstGeom prst="rect">
              <a:avLst/>
            </a:prstGeom>
            <a:solidFill>
              <a:srgbClr val="F398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6" name="Rectangle 57">
              <a:extLst>
                <a:ext uri="{FF2B5EF4-FFF2-40B4-BE49-F238E27FC236}">
                  <a16:creationId xmlns:a16="http://schemas.microsoft.com/office/drawing/2014/main" id="{A57161FC-EE46-4376-9B12-28FC8C5624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29388" y="3284538"/>
              <a:ext cx="276225" cy="1277938"/>
            </a:xfrm>
            <a:prstGeom prst="rect">
              <a:avLst/>
            </a:prstGeom>
            <a:solidFill>
              <a:srgbClr val="F398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7" name="Rectangle 58">
              <a:extLst>
                <a:ext uri="{FF2B5EF4-FFF2-40B4-BE49-F238E27FC236}">
                  <a16:creationId xmlns:a16="http://schemas.microsoft.com/office/drawing/2014/main" id="{615370A0-FCB0-4D42-A1EA-35A9184E34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80150" y="4630738"/>
              <a:ext cx="193675" cy="103188"/>
            </a:xfrm>
            <a:prstGeom prst="rect">
              <a:avLst/>
            </a:prstGeom>
            <a:solidFill>
              <a:srgbClr val="94CD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8" name="Rectangle 59">
              <a:extLst>
                <a:ext uri="{FF2B5EF4-FFF2-40B4-BE49-F238E27FC236}">
                  <a16:creationId xmlns:a16="http://schemas.microsoft.com/office/drawing/2014/main" id="{C827563B-C563-49D9-AAE2-0AD593944B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80150" y="3290888"/>
              <a:ext cx="193675" cy="1235075"/>
            </a:xfrm>
            <a:prstGeom prst="rect">
              <a:avLst/>
            </a:prstGeom>
            <a:solidFill>
              <a:srgbClr val="94CD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" name="Rectangle 60">
              <a:extLst>
                <a:ext uri="{FF2B5EF4-FFF2-40B4-BE49-F238E27FC236}">
                  <a16:creationId xmlns:a16="http://schemas.microsoft.com/office/drawing/2014/main" id="{D7753C8E-4C71-40C4-A8E2-6E08F3098E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80150" y="4557713"/>
              <a:ext cx="193675" cy="41275"/>
            </a:xfrm>
            <a:prstGeom prst="rect">
              <a:avLst/>
            </a:prstGeom>
            <a:solidFill>
              <a:srgbClr val="94CD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0" name="Freeform 61">
              <a:extLst>
                <a:ext uri="{FF2B5EF4-FFF2-40B4-BE49-F238E27FC236}">
                  <a16:creationId xmlns:a16="http://schemas.microsoft.com/office/drawing/2014/main" id="{E35ABC41-9014-4A9A-AD2F-B8B2ADA3E806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8" y="4860925"/>
              <a:ext cx="10031413" cy="1852613"/>
            </a:xfrm>
            <a:custGeom>
              <a:avLst/>
              <a:gdLst>
                <a:gd name="T0" fmla="*/ 1843 w 6319"/>
                <a:gd name="T1" fmla="*/ 1167 h 1167"/>
                <a:gd name="T2" fmla="*/ 1843 w 6319"/>
                <a:gd name="T3" fmla="*/ 502 h 1167"/>
                <a:gd name="T4" fmla="*/ 0 w 6319"/>
                <a:gd name="T5" fmla="*/ 502 h 1167"/>
                <a:gd name="T6" fmla="*/ 0 w 6319"/>
                <a:gd name="T7" fmla="*/ 375 h 1167"/>
                <a:gd name="T8" fmla="*/ 1971 w 6319"/>
                <a:gd name="T9" fmla="*/ 375 h 1167"/>
                <a:gd name="T10" fmla="*/ 1971 w 6319"/>
                <a:gd name="T11" fmla="*/ 1039 h 1167"/>
                <a:gd name="T12" fmla="*/ 3428 w 6319"/>
                <a:gd name="T13" fmla="*/ 1039 h 1167"/>
                <a:gd name="T14" fmla="*/ 3428 w 6319"/>
                <a:gd name="T15" fmla="*/ 0 h 1167"/>
                <a:gd name="T16" fmla="*/ 5481 w 6319"/>
                <a:gd name="T17" fmla="*/ 0 h 1167"/>
                <a:gd name="T18" fmla="*/ 5481 w 6319"/>
                <a:gd name="T19" fmla="*/ 562 h 1167"/>
                <a:gd name="T20" fmla="*/ 6319 w 6319"/>
                <a:gd name="T21" fmla="*/ 562 h 1167"/>
                <a:gd name="T22" fmla="*/ 6319 w 6319"/>
                <a:gd name="T23" fmla="*/ 689 h 1167"/>
                <a:gd name="T24" fmla="*/ 5353 w 6319"/>
                <a:gd name="T25" fmla="*/ 689 h 1167"/>
                <a:gd name="T26" fmla="*/ 5353 w 6319"/>
                <a:gd name="T27" fmla="*/ 128 h 1167"/>
                <a:gd name="T28" fmla="*/ 3556 w 6319"/>
                <a:gd name="T29" fmla="*/ 128 h 1167"/>
                <a:gd name="T30" fmla="*/ 3556 w 6319"/>
                <a:gd name="T31" fmla="*/ 1167 h 1167"/>
                <a:gd name="T32" fmla="*/ 1843 w 6319"/>
                <a:gd name="T33" fmla="*/ 1167 h 1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319" h="1167">
                  <a:moveTo>
                    <a:pt x="1843" y="1167"/>
                  </a:moveTo>
                  <a:lnTo>
                    <a:pt x="1843" y="502"/>
                  </a:lnTo>
                  <a:lnTo>
                    <a:pt x="0" y="502"/>
                  </a:lnTo>
                  <a:lnTo>
                    <a:pt x="0" y="375"/>
                  </a:lnTo>
                  <a:lnTo>
                    <a:pt x="1971" y="375"/>
                  </a:lnTo>
                  <a:lnTo>
                    <a:pt x="1971" y="1039"/>
                  </a:lnTo>
                  <a:lnTo>
                    <a:pt x="3428" y="1039"/>
                  </a:lnTo>
                  <a:lnTo>
                    <a:pt x="3428" y="0"/>
                  </a:lnTo>
                  <a:lnTo>
                    <a:pt x="5481" y="0"/>
                  </a:lnTo>
                  <a:lnTo>
                    <a:pt x="5481" y="562"/>
                  </a:lnTo>
                  <a:lnTo>
                    <a:pt x="6319" y="562"/>
                  </a:lnTo>
                  <a:lnTo>
                    <a:pt x="6319" y="689"/>
                  </a:lnTo>
                  <a:lnTo>
                    <a:pt x="5353" y="689"/>
                  </a:lnTo>
                  <a:lnTo>
                    <a:pt x="5353" y="128"/>
                  </a:lnTo>
                  <a:lnTo>
                    <a:pt x="3556" y="128"/>
                  </a:lnTo>
                  <a:lnTo>
                    <a:pt x="3556" y="1167"/>
                  </a:lnTo>
                  <a:lnTo>
                    <a:pt x="1843" y="1167"/>
                  </a:lnTo>
                  <a:close/>
                </a:path>
              </a:pathLst>
            </a:custGeom>
            <a:solidFill>
              <a:srgbClr val="1F4B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295260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530" name="文本占位符 534529">
            <a:extLst>
              <a:ext uri="{FF2B5EF4-FFF2-40B4-BE49-F238E27FC236}">
                <a16:creationId xmlns:a16="http://schemas.microsoft.com/office/drawing/2014/main" id="{5D560180-9913-4A90-A616-185BAA07CE2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2978944" y="876301"/>
            <a:ext cx="3213497" cy="507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 fontScale="77500" lnSpcReduction="20000"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2.1 </a:t>
            </a:r>
            <a:r>
              <a:rPr lang="zh-CN" altLang="en-US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参数估计的概念</a:t>
            </a:r>
          </a:p>
        </p:txBody>
      </p:sp>
      <p:sp>
        <p:nvSpPr>
          <p:cNvPr id="534531" name="标题 534530">
            <a:extLst>
              <a:ext uri="{FF2B5EF4-FFF2-40B4-BE49-F238E27FC236}">
                <a16:creationId xmlns:a16="http://schemas.microsoft.com/office/drawing/2014/main" id="{8F461699-AADE-4703-8F90-91997FE0C6E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2277666" y="167879"/>
            <a:ext cx="4526582" cy="567928"/>
          </a:xfrm>
          <a:prstGeom prst="rect">
            <a:avLst/>
          </a:prstGeom>
          <a:solidFill>
            <a:schemeClr val="bg1"/>
          </a:solidFill>
          <a:ln cap="flat">
            <a:solidFill>
              <a:schemeClr val="tx1"/>
            </a:solidFill>
            <a:round/>
            <a:headEnd/>
            <a:tailEnd/>
          </a:ln>
        </p:spPr>
        <p:txBody>
          <a:bodyPr>
            <a:noAutofit/>
          </a:bodyPr>
          <a:lstStyle/>
          <a:p>
            <a:r>
              <a:rPr lang="zh-CN" altLang="en-US" sz="32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第二章  参数估计</a:t>
            </a:r>
          </a:p>
        </p:txBody>
      </p:sp>
      <p:sp>
        <p:nvSpPr>
          <p:cNvPr id="534532" name="文本框 534531">
            <a:extLst>
              <a:ext uri="{FF2B5EF4-FFF2-40B4-BE49-F238E27FC236}">
                <a16:creationId xmlns:a16="http://schemas.microsoft.com/office/drawing/2014/main" id="{52FC0927-7BED-4DF4-A1A9-94E5611C5C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87166" y="1653778"/>
            <a:ext cx="2840534" cy="2933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3500" tIns="8100" rIns="13500" bIns="810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i="1">
                <a:solidFill>
                  <a:srgbClr val="3366FF"/>
                </a:solidFill>
                <a:latin typeface="Symbol" panose="05050102010706020507" pitchFamily="18" charset="2"/>
              </a:rPr>
              <a:t>q</a:t>
            </a:r>
            <a:r>
              <a:rPr lang="zh-CN" altLang="en-US" b="1">
                <a:latin typeface="Times New Roman" panose="02020603050405020304" pitchFamily="18" charset="0"/>
              </a:rPr>
              <a:t>是总体</a:t>
            </a:r>
            <a:r>
              <a:rPr lang="en-US" altLang="zh-CN" b="1" i="1">
                <a:latin typeface="Times New Roman" panose="02020603050405020304" pitchFamily="18" charset="0"/>
              </a:rPr>
              <a:t>F</a:t>
            </a:r>
            <a:r>
              <a:rPr lang="en-US" altLang="zh-CN" b="1">
                <a:latin typeface="Times New Roman" panose="02020603050405020304" pitchFamily="18" charset="0"/>
              </a:rPr>
              <a:t>(</a:t>
            </a:r>
            <a:r>
              <a:rPr lang="en-US" altLang="zh-CN" b="1" i="1">
                <a:latin typeface="Times New Roman" panose="02020603050405020304" pitchFamily="18" charset="0"/>
              </a:rPr>
              <a:t>x</a:t>
            </a:r>
            <a:r>
              <a:rPr lang="en-US" altLang="zh-CN" b="1">
                <a:latin typeface="Times New Roman" panose="02020603050405020304" pitchFamily="18" charset="0"/>
              </a:rPr>
              <a:t>,</a:t>
            </a:r>
            <a:r>
              <a:rPr lang="en-US" altLang="zh-CN" b="1" i="1">
                <a:solidFill>
                  <a:srgbClr val="3366FF"/>
                </a:solidFill>
                <a:latin typeface="Symbol" panose="05050102010706020507" pitchFamily="18" charset="2"/>
              </a:rPr>
              <a:t>q</a:t>
            </a:r>
            <a:r>
              <a:rPr lang="en-US" altLang="zh-CN" b="1">
                <a:latin typeface="Times New Roman" panose="02020603050405020304" pitchFamily="18" charset="0"/>
              </a:rPr>
              <a:t>)</a:t>
            </a:r>
            <a:r>
              <a:rPr lang="zh-CN" altLang="en-US" b="1">
                <a:latin typeface="Times New Roman" panose="02020603050405020304" pitchFamily="18" charset="0"/>
              </a:rPr>
              <a:t>中的</a:t>
            </a:r>
            <a:r>
              <a:rPr lang="zh-CN" altLang="en-US" b="1">
                <a:solidFill>
                  <a:srgbClr val="3366FF"/>
                </a:solidFill>
                <a:latin typeface="Times New Roman" panose="02020603050405020304" pitchFamily="18" charset="0"/>
              </a:rPr>
              <a:t>未知参数</a:t>
            </a:r>
          </a:p>
        </p:txBody>
      </p:sp>
      <p:grpSp>
        <p:nvGrpSpPr>
          <p:cNvPr id="534533" name="组合 534532">
            <a:extLst>
              <a:ext uri="{FF2B5EF4-FFF2-40B4-BE49-F238E27FC236}">
                <a16:creationId xmlns:a16="http://schemas.microsoft.com/office/drawing/2014/main" id="{35EE0DD7-D7D4-4151-87C5-B368D2523B65}"/>
              </a:ext>
            </a:extLst>
          </p:cNvPr>
          <p:cNvGrpSpPr>
            <a:grpSpLocks/>
          </p:cNvGrpSpPr>
          <p:nvPr/>
        </p:nvGrpSpPr>
        <p:grpSpPr bwMode="auto">
          <a:xfrm>
            <a:off x="2087166" y="2112170"/>
            <a:ext cx="1930003" cy="369094"/>
            <a:chOff x="1082" y="1584"/>
            <a:chExt cx="1621" cy="310"/>
          </a:xfrm>
        </p:grpSpPr>
        <p:graphicFrame>
          <p:nvGraphicFramePr>
            <p:cNvPr id="12293" name="对象 534533">
              <a:extLst>
                <a:ext uri="{FF2B5EF4-FFF2-40B4-BE49-F238E27FC236}">
                  <a16:creationId xmlns:a16="http://schemas.microsoft.com/office/drawing/2014/main" id="{BD01B9FC-8A39-4405-AE85-082DE8230114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1521" y="1596"/>
            <a:ext cx="1182" cy="2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9" r:id="rId3" imgW="977900" imgH="228600" progId="Equation.DSMT4">
                    <p:embed/>
                  </p:oleObj>
                </mc:Choice>
                <mc:Fallback>
                  <p:oleObj r:id="rId3" imgW="977900" imgH="228600" progId="Equation.DSMT4">
                    <p:embed/>
                    <p:pic>
                      <p:nvPicPr>
                        <p:cNvPr id="12293" name="对象 534533">
                          <a:extLst>
                            <a:ext uri="{FF2B5EF4-FFF2-40B4-BE49-F238E27FC236}">
                              <a16:creationId xmlns:a16="http://schemas.microsoft.com/office/drawing/2014/main" id="{BD01B9FC-8A39-4405-AE85-082DE8230114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21" y="1596"/>
                          <a:ext cx="1182" cy="2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294" name="文本框 534534">
              <a:extLst>
                <a:ext uri="{FF2B5EF4-FFF2-40B4-BE49-F238E27FC236}">
                  <a16:creationId xmlns:a16="http://schemas.microsoft.com/office/drawing/2014/main" id="{BA7708D0-F0C6-4B11-B35C-B63CBC7841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2" y="1584"/>
              <a:ext cx="413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3500" rIns="135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>
                  <a:latin typeface="Times New Roman" panose="02020603050405020304" pitchFamily="18" charset="0"/>
                </a:rPr>
                <a:t>样本</a:t>
              </a:r>
            </a:p>
          </p:txBody>
        </p:sp>
      </p:grpSp>
      <p:grpSp>
        <p:nvGrpSpPr>
          <p:cNvPr id="534536" name="组合 534535">
            <a:extLst>
              <a:ext uri="{FF2B5EF4-FFF2-40B4-BE49-F238E27FC236}">
                <a16:creationId xmlns:a16="http://schemas.microsoft.com/office/drawing/2014/main" id="{A8F4322B-0FA3-4ADF-8709-8CA5142733D9}"/>
              </a:ext>
            </a:extLst>
          </p:cNvPr>
          <p:cNvGrpSpPr>
            <a:grpSpLocks/>
          </p:cNvGrpSpPr>
          <p:nvPr/>
        </p:nvGrpSpPr>
        <p:grpSpPr bwMode="auto">
          <a:xfrm>
            <a:off x="2951560" y="2559846"/>
            <a:ext cx="2197894" cy="369094"/>
            <a:chOff x="1968" y="2160"/>
            <a:chExt cx="1846" cy="310"/>
          </a:xfrm>
        </p:grpSpPr>
        <p:graphicFrame>
          <p:nvGraphicFramePr>
            <p:cNvPr id="12296" name="对象 534536">
              <a:extLst>
                <a:ext uri="{FF2B5EF4-FFF2-40B4-BE49-F238E27FC236}">
                  <a16:creationId xmlns:a16="http://schemas.microsoft.com/office/drawing/2014/main" id="{FBB61181-5CD8-48CD-9B22-95134902191D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2523" y="2160"/>
            <a:ext cx="1291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0" r:id="rId5" imgW="1129320" imgH="253780" progId="Equation.DSMT4">
                    <p:embed/>
                  </p:oleObj>
                </mc:Choice>
                <mc:Fallback>
                  <p:oleObj r:id="rId5" imgW="1129320" imgH="253780" progId="Equation.DSMT4">
                    <p:embed/>
                    <p:pic>
                      <p:nvPicPr>
                        <p:cNvPr id="12296" name="对象 534536">
                          <a:extLst>
                            <a:ext uri="{FF2B5EF4-FFF2-40B4-BE49-F238E27FC236}">
                              <a16:creationId xmlns:a16="http://schemas.microsoft.com/office/drawing/2014/main" id="{FBB61181-5CD8-48CD-9B22-95134902191D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23" y="2160"/>
                          <a:ext cx="1291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297" name="文本框 534537">
              <a:extLst>
                <a:ext uri="{FF2B5EF4-FFF2-40B4-BE49-F238E27FC236}">
                  <a16:creationId xmlns:a16="http://schemas.microsoft.com/office/drawing/2014/main" id="{CD39ADE1-2185-4B37-9E7A-308114022D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68" y="2160"/>
              <a:ext cx="609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3500" rIns="135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统计量</a:t>
              </a:r>
            </a:p>
          </p:txBody>
        </p:sp>
      </p:grpSp>
      <p:grpSp>
        <p:nvGrpSpPr>
          <p:cNvPr id="534539" name="组合 534538">
            <a:extLst>
              <a:ext uri="{FF2B5EF4-FFF2-40B4-BE49-F238E27FC236}">
                <a16:creationId xmlns:a16="http://schemas.microsoft.com/office/drawing/2014/main" id="{4AE156BB-3799-4891-8278-CF98465F5B5B}"/>
              </a:ext>
            </a:extLst>
          </p:cNvPr>
          <p:cNvGrpSpPr>
            <a:grpSpLocks/>
          </p:cNvGrpSpPr>
          <p:nvPr/>
        </p:nvGrpSpPr>
        <p:grpSpPr bwMode="auto">
          <a:xfrm>
            <a:off x="4030266" y="2917036"/>
            <a:ext cx="2162175" cy="379810"/>
            <a:chOff x="2736" y="3090"/>
            <a:chExt cx="1816" cy="319"/>
          </a:xfrm>
        </p:grpSpPr>
        <p:graphicFrame>
          <p:nvGraphicFramePr>
            <p:cNvPr id="12299" name="对象 534539">
              <a:extLst>
                <a:ext uri="{FF2B5EF4-FFF2-40B4-BE49-F238E27FC236}">
                  <a16:creationId xmlns:a16="http://schemas.microsoft.com/office/drawing/2014/main" id="{C41543CB-1300-452A-828D-3F554328325F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3272" y="3090"/>
            <a:ext cx="1280" cy="3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1" r:id="rId7" imgW="1015119" imgH="253780" progId="Equation.DSMT4">
                    <p:embed/>
                  </p:oleObj>
                </mc:Choice>
                <mc:Fallback>
                  <p:oleObj r:id="rId7" imgW="1015119" imgH="253780" progId="Equation.DSMT4">
                    <p:embed/>
                    <p:pic>
                      <p:nvPicPr>
                        <p:cNvPr id="12299" name="对象 534539">
                          <a:extLst>
                            <a:ext uri="{FF2B5EF4-FFF2-40B4-BE49-F238E27FC236}">
                              <a16:creationId xmlns:a16="http://schemas.microsoft.com/office/drawing/2014/main" id="{C41543CB-1300-452A-828D-3F554328325F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72" y="3090"/>
                          <a:ext cx="1280" cy="3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00" name="文本框 534540">
              <a:extLst>
                <a:ext uri="{FF2B5EF4-FFF2-40B4-BE49-F238E27FC236}">
                  <a16:creationId xmlns:a16="http://schemas.microsoft.com/office/drawing/2014/main" id="{2A8031FE-77AF-407E-B056-4470D9CF02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6" y="3099"/>
              <a:ext cx="609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3500" rIns="135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>
                  <a:solidFill>
                    <a:srgbClr val="FF00FF"/>
                  </a:solidFill>
                  <a:latin typeface="Times New Roman" panose="02020603050405020304" pitchFamily="18" charset="0"/>
                </a:rPr>
                <a:t>估计值</a:t>
              </a:r>
            </a:p>
          </p:txBody>
        </p:sp>
      </p:grpSp>
      <p:grpSp>
        <p:nvGrpSpPr>
          <p:cNvPr id="534542" name="组合 534541">
            <a:extLst>
              <a:ext uri="{FF2B5EF4-FFF2-40B4-BE49-F238E27FC236}">
                <a16:creationId xmlns:a16="http://schemas.microsoft.com/office/drawing/2014/main" id="{4277FDF8-1EF7-40AE-88EE-98977557D404}"/>
              </a:ext>
            </a:extLst>
          </p:cNvPr>
          <p:cNvGrpSpPr>
            <a:grpSpLocks/>
          </p:cNvGrpSpPr>
          <p:nvPr/>
        </p:nvGrpSpPr>
        <p:grpSpPr bwMode="auto">
          <a:xfrm>
            <a:off x="2383631" y="2516982"/>
            <a:ext cx="514350" cy="222647"/>
            <a:chOff x="1632" y="2208"/>
            <a:chExt cx="432" cy="288"/>
          </a:xfrm>
        </p:grpSpPr>
        <p:sp>
          <p:nvSpPr>
            <p:cNvPr id="12302" name="直接连接符 534542">
              <a:extLst>
                <a:ext uri="{FF2B5EF4-FFF2-40B4-BE49-F238E27FC236}">
                  <a16:creationId xmlns:a16="http://schemas.microsoft.com/office/drawing/2014/main" id="{24E36966-2FE2-4ED2-936C-229F0F4A37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4" y="2496"/>
              <a:ext cx="240" cy="0"/>
            </a:xfrm>
            <a:prstGeom prst="line">
              <a:avLst/>
            </a:prstGeom>
            <a:noFill/>
            <a:ln w="28575">
              <a:solidFill>
                <a:srgbClr val="9933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2303" name="直接连接符 534543">
              <a:extLst>
                <a:ext uri="{FF2B5EF4-FFF2-40B4-BE49-F238E27FC236}">
                  <a16:creationId xmlns:a16="http://schemas.microsoft.com/office/drawing/2014/main" id="{B926AAAC-2586-414B-8DE4-5E78BA2773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632" y="2208"/>
              <a:ext cx="192" cy="288"/>
            </a:xfrm>
            <a:prstGeom prst="line">
              <a:avLst/>
            </a:prstGeom>
            <a:noFill/>
            <a:ln w="28575">
              <a:solidFill>
                <a:srgbClr val="9933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534545" name="组合 534544">
            <a:extLst>
              <a:ext uri="{FF2B5EF4-FFF2-40B4-BE49-F238E27FC236}">
                <a16:creationId xmlns:a16="http://schemas.microsoft.com/office/drawing/2014/main" id="{B3437A77-537E-438A-85B4-1020CE1B568A}"/>
              </a:ext>
            </a:extLst>
          </p:cNvPr>
          <p:cNvGrpSpPr>
            <a:grpSpLocks/>
          </p:cNvGrpSpPr>
          <p:nvPr/>
        </p:nvGrpSpPr>
        <p:grpSpPr bwMode="auto">
          <a:xfrm>
            <a:off x="3409950" y="2917031"/>
            <a:ext cx="514350" cy="195263"/>
            <a:chOff x="1632" y="2208"/>
            <a:chExt cx="432" cy="288"/>
          </a:xfrm>
        </p:grpSpPr>
        <p:sp>
          <p:nvSpPr>
            <p:cNvPr id="12305" name="直接连接符 534545">
              <a:extLst>
                <a:ext uri="{FF2B5EF4-FFF2-40B4-BE49-F238E27FC236}">
                  <a16:creationId xmlns:a16="http://schemas.microsoft.com/office/drawing/2014/main" id="{CC5A19BD-F46F-410C-B6C1-E4D7F0E0CF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4" y="2496"/>
              <a:ext cx="240" cy="0"/>
            </a:xfrm>
            <a:prstGeom prst="line">
              <a:avLst/>
            </a:prstGeom>
            <a:noFill/>
            <a:ln w="28575">
              <a:solidFill>
                <a:srgbClr val="9933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2306" name="直接连接符 534546">
              <a:extLst>
                <a:ext uri="{FF2B5EF4-FFF2-40B4-BE49-F238E27FC236}">
                  <a16:creationId xmlns:a16="http://schemas.microsoft.com/office/drawing/2014/main" id="{5AFFD550-71A3-40DF-965D-714D22833FD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632" y="2208"/>
              <a:ext cx="192" cy="288"/>
            </a:xfrm>
            <a:prstGeom prst="line">
              <a:avLst/>
            </a:prstGeom>
            <a:noFill/>
            <a:ln w="28575">
              <a:solidFill>
                <a:srgbClr val="9933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534548" name="组合 534547">
            <a:extLst>
              <a:ext uri="{FF2B5EF4-FFF2-40B4-BE49-F238E27FC236}">
                <a16:creationId xmlns:a16="http://schemas.microsoft.com/office/drawing/2014/main" id="{54C8F417-5035-439B-81EE-1279B77AA69C}"/>
              </a:ext>
            </a:extLst>
          </p:cNvPr>
          <p:cNvGrpSpPr>
            <a:grpSpLocks/>
          </p:cNvGrpSpPr>
          <p:nvPr/>
        </p:nvGrpSpPr>
        <p:grpSpPr bwMode="auto">
          <a:xfrm>
            <a:off x="4651772" y="3327797"/>
            <a:ext cx="514350" cy="161925"/>
            <a:chOff x="1632" y="2208"/>
            <a:chExt cx="432" cy="288"/>
          </a:xfrm>
        </p:grpSpPr>
        <p:sp>
          <p:nvSpPr>
            <p:cNvPr id="12308" name="直接连接符 534548">
              <a:extLst>
                <a:ext uri="{FF2B5EF4-FFF2-40B4-BE49-F238E27FC236}">
                  <a16:creationId xmlns:a16="http://schemas.microsoft.com/office/drawing/2014/main" id="{C43EFD4F-034F-4525-BAAB-F586361957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4" y="2496"/>
              <a:ext cx="240" cy="0"/>
            </a:xfrm>
            <a:prstGeom prst="line">
              <a:avLst/>
            </a:prstGeom>
            <a:noFill/>
            <a:ln w="28575">
              <a:solidFill>
                <a:srgbClr val="9933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2309" name="直接连接符 534549">
              <a:extLst>
                <a:ext uri="{FF2B5EF4-FFF2-40B4-BE49-F238E27FC236}">
                  <a16:creationId xmlns:a16="http://schemas.microsoft.com/office/drawing/2014/main" id="{2CEC155A-26C5-4E07-95C0-E2CEF121CE3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632" y="2208"/>
              <a:ext cx="192" cy="288"/>
            </a:xfrm>
            <a:prstGeom prst="line">
              <a:avLst/>
            </a:prstGeom>
            <a:noFill/>
            <a:ln w="28575">
              <a:solidFill>
                <a:srgbClr val="9933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sp>
        <p:nvSpPr>
          <p:cNvPr id="534551" name="矩形 534550">
            <a:extLst>
              <a:ext uri="{FF2B5EF4-FFF2-40B4-BE49-F238E27FC236}">
                <a16:creationId xmlns:a16="http://schemas.microsoft.com/office/drawing/2014/main" id="{08F92BB6-9BC7-4423-86FD-68C4DD426C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6122" y="3274219"/>
            <a:ext cx="455574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100" b="1" i="1">
                <a:latin typeface="宋体" panose="02010600030101010101" pitchFamily="2" charset="-122"/>
              </a:rPr>
              <a:t>θ</a:t>
            </a:r>
            <a:endParaRPr lang="en-US" altLang="zh-CN" b="1" i="1">
              <a:latin typeface="宋体" panose="02010600030101010101" pitchFamily="2" charset="-122"/>
            </a:endParaRPr>
          </a:p>
        </p:txBody>
      </p:sp>
      <p:sp>
        <p:nvSpPr>
          <p:cNvPr id="534553" name="文本框 534552">
            <a:extLst>
              <a:ext uri="{FF2B5EF4-FFF2-40B4-BE49-F238E27FC236}">
                <a16:creationId xmlns:a16="http://schemas.microsoft.com/office/drawing/2014/main" id="{1265CE80-5AF0-4837-A435-94F9480A5E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6204" y="4043363"/>
            <a:ext cx="1350169" cy="369332"/>
          </a:xfrm>
          <a:prstGeom prst="rect">
            <a:avLst/>
          </a:prstGeom>
          <a:noFill/>
          <a:ln w="28575">
            <a:solidFill>
              <a:srgbClr val="FF5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indent="2254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zh-CN" altLang="en-US" b="1">
                <a:latin typeface="宋体" panose="02010600030101010101" pitchFamily="2" charset="-122"/>
              </a:rPr>
              <a:t>参数估计</a:t>
            </a:r>
          </a:p>
        </p:txBody>
      </p:sp>
      <p:sp>
        <p:nvSpPr>
          <p:cNvPr id="534554" name="文本框 534553">
            <a:extLst>
              <a:ext uri="{FF2B5EF4-FFF2-40B4-BE49-F238E27FC236}">
                <a16:creationId xmlns:a16="http://schemas.microsoft.com/office/drawing/2014/main" id="{0DA072EC-DC5E-473E-905C-BF165536F7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8298" y="4354116"/>
            <a:ext cx="1150143" cy="369332"/>
          </a:xfrm>
          <a:prstGeom prst="rect">
            <a:avLst/>
          </a:prstGeom>
          <a:noFill/>
          <a:ln w="2857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indent="2254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zh-CN" altLang="en-US" b="1" dirty="0">
                <a:latin typeface="宋体" panose="02010600030101010101" pitchFamily="2" charset="-122"/>
              </a:rPr>
              <a:t>点估计</a:t>
            </a:r>
          </a:p>
        </p:txBody>
      </p:sp>
      <p:sp>
        <p:nvSpPr>
          <p:cNvPr id="534555" name="文本框 534554">
            <a:extLst>
              <a:ext uri="{FF2B5EF4-FFF2-40B4-BE49-F238E27FC236}">
                <a16:creationId xmlns:a16="http://schemas.microsoft.com/office/drawing/2014/main" id="{A2E0CAF4-8738-4383-BE2A-AFB9A25368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9488" y="3706416"/>
            <a:ext cx="1114408" cy="369332"/>
          </a:xfrm>
          <a:prstGeom prst="rect">
            <a:avLst/>
          </a:prstGeom>
          <a:noFill/>
          <a:ln w="2857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zh-CN" altLang="en-US" b="1">
                <a:solidFill>
                  <a:srgbClr val="000000"/>
                </a:solidFill>
              </a:rPr>
              <a:t>区间估计</a:t>
            </a:r>
          </a:p>
        </p:txBody>
      </p:sp>
      <p:sp>
        <p:nvSpPr>
          <p:cNvPr id="534556" name="左大括号 534555">
            <a:extLst>
              <a:ext uri="{FF2B5EF4-FFF2-40B4-BE49-F238E27FC236}">
                <a16:creationId xmlns:a16="http://schemas.microsoft.com/office/drawing/2014/main" id="{2B381DE9-9F67-4DBC-B12C-D78E3D46EF4B}"/>
              </a:ext>
            </a:extLst>
          </p:cNvPr>
          <p:cNvSpPr>
            <a:spLocks/>
          </p:cNvSpPr>
          <p:nvPr/>
        </p:nvSpPr>
        <p:spPr bwMode="auto">
          <a:xfrm>
            <a:off x="3409950" y="3921919"/>
            <a:ext cx="53579" cy="647700"/>
          </a:xfrm>
          <a:prstGeom prst="leftBrace">
            <a:avLst>
              <a:gd name="adj1" fmla="val 100460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 type="non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grpSp>
        <p:nvGrpSpPr>
          <p:cNvPr id="534557" name="组合 534556">
            <a:extLst>
              <a:ext uri="{FF2B5EF4-FFF2-40B4-BE49-F238E27FC236}">
                <a16:creationId xmlns:a16="http://schemas.microsoft.com/office/drawing/2014/main" id="{D7184F16-4327-484C-8342-1FCA972CC84B}"/>
              </a:ext>
            </a:extLst>
          </p:cNvPr>
          <p:cNvGrpSpPr>
            <a:grpSpLocks/>
          </p:cNvGrpSpPr>
          <p:nvPr/>
        </p:nvGrpSpPr>
        <p:grpSpPr bwMode="auto">
          <a:xfrm>
            <a:off x="4738688" y="3919536"/>
            <a:ext cx="2399108" cy="1189434"/>
            <a:chOff x="3020" y="3292"/>
            <a:chExt cx="1856" cy="999"/>
          </a:xfrm>
        </p:grpSpPr>
        <p:sp>
          <p:nvSpPr>
            <p:cNvPr id="12316" name="文本框 534557">
              <a:extLst>
                <a:ext uri="{FF2B5EF4-FFF2-40B4-BE49-F238E27FC236}">
                  <a16:creationId xmlns:a16="http://schemas.microsoft.com/office/drawing/2014/main" id="{32CE420E-F061-452D-89EC-D063B75723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0800000" flipV="1">
              <a:off x="3202" y="3292"/>
              <a:ext cx="1134" cy="310"/>
            </a:xfrm>
            <a:prstGeom prst="rect">
              <a:avLst/>
            </a:prstGeom>
            <a:noFill/>
            <a:ln w="28575">
              <a:solidFill>
                <a:srgbClr val="0066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indent="2254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zh-CN" altLang="en-US" b="1">
                  <a:latin typeface="宋体" panose="02010600030101010101" pitchFamily="2" charset="-122"/>
                </a:rPr>
                <a:t>矩估计法</a:t>
              </a:r>
            </a:p>
          </p:txBody>
        </p:sp>
        <p:sp>
          <p:nvSpPr>
            <p:cNvPr id="12317" name="文本框 534558">
              <a:extLst>
                <a:ext uri="{FF2B5EF4-FFF2-40B4-BE49-F238E27FC236}">
                  <a16:creationId xmlns:a16="http://schemas.microsoft.com/office/drawing/2014/main" id="{9BD37509-BBB1-4319-868D-7AF5479E0F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20" y="3748"/>
              <a:ext cx="1656" cy="543"/>
            </a:xfrm>
            <a:prstGeom prst="rect">
              <a:avLst/>
            </a:prstGeom>
            <a:noFill/>
            <a:ln w="28575">
              <a:solidFill>
                <a:srgbClr val="0066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indent="2254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zh-CN" altLang="en-US" b="1">
                  <a:latin typeface="宋体" panose="02010600030101010101" pitchFamily="2" charset="-122"/>
                </a:rPr>
                <a:t>极大似然估计法</a:t>
              </a:r>
            </a:p>
          </p:txBody>
        </p:sp>
        <p:sp>
          <p:nvSpPr>
            <p:cNvPr id="12318" name="左大括号 534559">
              <a:extLst>
                <a:ext uri="{FF2B5EF4-FFF2-40B4-BE49-F238E27FC236}">
                  <a16:creationId xmlns:a16="http://schemas.microsoft.com/office/drawing/2014/main" id="{2829207D-E505-472F-862B-14D80FF91623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0" y="3475"/>
              <a:ext cx="45" cy="544"/>
            </a:xfrm>
            <a:prstGeom prst="leftBrace">
              <a:avLst>
                <a:gd name="adj1" fmla="val 100461"/>
                <a:gd name="adj2" fmla="val 50000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534561" name="组合 534560">
            <a:extLst>
              <a:ext uri="{FF2B5EF4-FFF2-40B4-BE49-F238E27FC236}">
                <a16:creationId xmlns:a16="http://schemas.microsoft.com/office/drawing/2014/main" id="{6058CEBA-7715-47CB-AED0-D85A88D70AC4}"/>
              </a:ext>
            </a:extLst>
          </p:cNvPr>
          <p:cNvGrpSpPr>
            <a:grpSpLocks/>
          </p:cNvGrpSpPr>
          <p:nvPr/>
        </p:nvGrpSpPr>
        <p:grpSpPr bwMode="auto">
          <a:xfrm>
            <a:off x="5328049" y="2518172"/>
            <a:ext cx="1295401" cy="347662"/>
            <a:chOff x="3787" y="2069"/>
            <a:chExt cx="1088" cy="292"/>
          </a:xfrm>
        </p:grpSpPr>
        <p:sp>
          <p:nvSpPr>
            <p:cNvPr id="12320" name="文本框 534561">
              <a:extLst>
                <a:ext uri="{FF2B5EF4-FFF2-40B4-BE49-F238E27FC236}">
                  <a16:creationId xmlns:a16="http://schemas.microsoft.com/office/drawing/2014/main" id="{BC61D6FF-5839-45F6-AB1B-2F360EDAD9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87" y="2069"/>
              <a:ext cx="1088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7500" tIns="35100" rIns="67500" bIns="351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lvl="1">
                <a:spcBef>
                  <a:spcPct val="20000"/>
                </a:spcBef>
                <a:buClr>
                  <a:schemeClr val="tx1"/>
                </a:buClr>
                <a:buSzPct val="80000"/>
                <a:buFontTx/>
                <a:buNone/>
              </a:pPr>
              <a:r>
                <a:rPr lang="zh-CN" altLang="en-US" b="1">
                  <a:solidFill>
                    <a:srgbClr val="FF0000"/>
                  </a:solidFill>
                </a:rPr>
                <a:t>估计量</a:t>
              </a:r>
            </a:p>
          </p:txBody>
        </p:sp>
        <p:sp>
          <p:nvSpPr>
            <p:cNvPr id="12321" name="直接连接符 534562">
              <a:extLst>
                <a:ext uri="{FF2B5EF4-FFF2-40B4-BE49-F238E27FC236}">
                  <a16:creationId xmlns:a16="http://schemas.microsoft.com/office/drawing/2014/main" id="{91E658ED-5940-46D2-9FC4-6FFEAF5894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33" y="2251"/>
              <a:ext cx="2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</p:spTree>
  </p:cSld>
  <p:clrMapOvr>
    <a:masterClrMapping/>
  </p:clrMapOvr>
  <p:transition spd="med"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3.61111E-6 3.33333E-6  C 0.06892 3.33333E-6  0.125 0.02847  0.125 0.06389  C 0.125 0.09907  0.06892 0.12777  3.61111E-6 0.12777  C -0.0691 0.12777  -0.125 0.09907  -0.125 0.06389  C -0.125 0.02847  -0.0691 3.33333E-6  3.61111E-6 3.33333E-6  Z " pathEditMode="relative" rAng="0" ptsTypes="">
                                      <p:cBhvr>
                                        <p:cTn id="6" dur="1000" fill="hold"/>
                                        <p:tgtEl>
                                          <p:spTgt spid="534531"/>
                                        </p:tgtEl>
                                        <p:attrNameLst>
                                          <p:attrName>ppt_x,ppt_y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160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75"/>
                                        <p:tgtEl>
                                          <p:spTgt spid="5345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345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345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34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1" dur="500"/>
                                        <p:tgtEl>
                                          <p:spTgt spid="534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34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1" dur="500"/>
                                        <p:tgtEl>
                                          <p:spTgt spid="534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534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5345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5345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3000"/>
                                        <p:tgtEl>
                                          <p:spTgt spid="534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534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534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534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534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534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4530" grpId="0" build="p"/>
      <p:bldP spid="534531" grpId="0" animBg="1"/>
      <p:bldP spid="534532" grpId="0" build="p"/>
      <p:bldP spid="534551" grpId="0"/>
      <p:bldP spid="534553" grpId="0" animBg="1"/>
      <p:bldP spid="534554" grpId="0" animBg="1"/>
      <p:bldP spid="53455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5554" name="图片 535553" descr="MCj03445130000[1]">
            <a:extLst>
              <a:ext uri="{FF2B5EF4-FFF2-40B4-BE49-F238E27FC236}">
                <a16:creationId xmlns:a16="http://schemas.microsoft.com/office/drawing/2014/main" id="{3B49CF23-9FF1-4316-9DD5-BD062FAA12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7944" y="3981450"/>
            <a:ext cx="1029891" cy="8477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35555" name="文本占位符 535554">
            <a:extLst>
              <a:ext uri="{FF2B5EF4-FFF2-40B4-BE49-F238E27FC236}">
                <a16:creationId xmlns:a16="http://schemas.microsoft.com/office/drawing/2014/main" id="{D42469E1-817B-4996-9AE9-74B7E4BC439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1713310" y="925116"/>
            <a:ext cx="5829300" cy="3671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2.2 </a:t>
            </a:r>
            <a:r>
              <a:rPr lang="zh-CN" altLang="en-US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矩估计法和极大似然估计法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2.3 </a:t>
            </a:r>
            <a:r>
              <a:rPr lang="zh-CN" altLang="en-US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估计量的评选原则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2.4 </a:t>
            </a:r>
            <a:r>
              <a:rPr lang="zh-CN" altLang="en-US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区间估计</a:t>
            </a:r>
            <a:endParaRPr lang="zh-CN" altLang="en-US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35556" name="文本框 535555">
            <a:extLst>
              <a:ext uri="{FF2B5EF4-FFF2-40B4-BE49-F238E27FC236}">
                <a16:creationId xmlns:a16="http://schemas.microsoft.com/office/drawing/2014/main" id="{97FEC435-22B8-4F32-9676-EFD856D0E5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119" y="2960513"/>
            <a:ext cx="4547782" cy="20418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500" tIns="35100" rIns="67500" bIns="35100">
            <a:spAutoFit/>
          </a:bodyPr>
          <a:lstStyle>
            <a:lvl1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30000"/>
              </a:lnSpc>
              <a:spcBef>
                <a:spcPct val="20000"/>
              </a:spcBef>
              <a:buClr>
                <a:schemeClr val="tx1"/>
              </a:buClr>
              <a:buSzPct val="80000"/>
            </a:pPr>
            <a:r>
              <a:rPr lang="zh-CN" altLang="en-US" b="1" u="sng" dirty="0">
                <a:solidFill>
                  <a:srgbClr val="0000FF"/>
                </a:solidFill>
                <a:latin typeface="宋体" panose="02010600030101010101" pitchFamily="2" charset="-122"/>
              </a:rPr>
              <a:t>一 区间估计的概念</a:t>
            </a:r>
          </a:p>
          <a:p>
            <a:pPr>
              <a:lnSpc>
                <a:spcPct val="130000"/>
              </a:lnSpc>
              <a:spcBef>
                <a:spcPct val="20000"/>
              </a:spcBef>
              <a:buClr>
                <a:schemeClr val="tx1"/>
              </a:buClr>
              <a:buSzPct val="80000"/>
            </a:pPr>
            <a:r>
              <a:rPr lang="zh-CN" altLang="en-US" b="1" u="sng" dirty="0">
                <a:solidFill>
                  <a:srgbClr val="0000FF"/>
                </a:solidFill>
                <a:latin typeface="宋体" panose="02010600030101010101" pitchFamily="2" charset="-122"/>
              </a:rPr>
              <a:t>二 单个正态总体均值的区间估计</a:t>
            </a:r>
          </a:p>
          <a:p>
            <a:pPr>
              <a:lnSpc>
                <a:spcPct val="130000"/>
              </a:lnSpc>
              <a:spcBef>
                <a:spcPct val="20000"/>
              </a:spcBef>
              <a:buClr>
                <a:schemeClr val="tx1"/>
              </a:buClr>
              <a:buSzPct val="80000"/>
            </a:pPr>
            <a:r>
              <a:rPr lang="zh-CN" altLang="en-US" b="1" u="sng" dirty="0">
                <a:solidFill>
                  <a:srgbClr val="0000FF"/>
                </a:solidFill>
                <a:latin typeface="宋体" panose="02010600030101010101" pitchFamily="2" charset="-122"/>
              </a:rPr>
              <a:t>三 单个正态总体方差的区间估计</a:t>
            </a:r>
          </a:p>
          <a:p>
            <a:pPr>
              <a:lnSpc>
                <a:spcPct val="130000"/>
              </a:lnSpc>
              <a:spcBef>
                <a:spcPct val="20000"/>
              </a:spcBef>
              <a:buClr>
                <a:schemeClr val="tx1"/>
              </a:buClr>
              <a:buSzPct val="80000"/>
            </a:pPr>
            <a:r>
              <a:rPr lang="zh-CN" altLang="en-US" b="1" u="sng" dirty="0">
                <a:solidFill>
                  <a:srgbClr val="0000FF"/>
                </a:solidFill>
                <a:latin typeface="宋体" panose="02010600030101010101" pitchFamily="2" charset="-122"/>
              </a:rPr>
              <a:t>四  单个正态总体的单侧区间估计</a:t>
            </a:r>
            <a:endParaRPr lang="zh-CN" altLang="en-US" b="1" dirty="0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 lvl="1">
              <a:lnSpc>
                <a:spcPct val="130000"/>
              </a:lnSpc>
              <a:spcBef>
                <a:spcPct val="20000"/>
              </a:spcBef>
              <a:buClr>
                <a:schemeClr val="tx1"/>
              </a:buClr>
              <a:buSzPct val="80000"/>
              <a:buFontTx/>
              <a:buNone/>
            </a:pPr>
            <a:endParaRPr lang="zh-CN" altLang="en-US" dirty="0">
              <a:solidFill>
                <a:srgbClr val="0000FF"/>
              </a:solidFill>
              <a:latin typeface="宋体" panose="02010600030101010101" pitchFamily="2" charset="-122"/>
            </a:endParaRPr>
          </a:p>
        </p:txBody>
      </p:sp>
      <p:sp>
        <p:nvSpPr>
          <p:cNvPr id="535557" name="Sound">
            <a:extLst>
              <a:ext uri="{FF2B5EF4-FFF2-40B4-BE49-F238E27FC236}">
                <a16:creationId xmlns:a16="http://schemas.microsoft.com/office/drawing/2014/main" id="{558D8547-6304-4D68-94E3-15DA84D7365D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1385888" y="1210867"/>
            <a:ext cx="192881" cy="192881"/>
          </a:xfrm>
          <a:custGeom>
            <a:avLst/>
            <a:gdLst>
              <a:gd name="T0" fmla="*/ 5824 w 21600"/>
              <a:gd name="T1" fmla="*/ 7273 h 21600"/>
              <a:gd name="T2" fmla="*/ 11164 w 21600"/>
              <a:gd name="T3" fmla="*/ 21159 h 21600"/>
              <a:gd name="T4" fmla="*/ 0 w 21600"/>
              <a:gd name="T5" fmla="*/ 13885 h 21600"/>
              <a:gd name="T6" fmla="*/ 13024 w 21600"/>
              <a:gd name="T7" fmla="*/ 7273 h 21600"/>
              <a:gd name="T8" fmla="*/ 13833 w 21600"/>
              <a:gd name="T9" fmla="*/ 7548 h 21600"/>
              <a:gd name="T10" fmla="*/ 14157 w 21600"/>
              <a:gd name="T11" fmla="*/ 9367 h 21600"/>
              <a:gd name="T12" fmla="*/ 14197 w 21600"/>
              <a:gd name="T13" fmla="*/ 11406 h 21600"/>
              <a:gd name="T14" fmla="*/ 13995 w 21600"/>
              <a:gd name="T15" fmla="*/ 12728 h 21600"/>
              <a:gd name="T16" fmla="*/ 13712 w 21600"/>
              <a:gd name="T17" fmla="*/ 14106 h 21600"/>
              <a:gd name="T18" fmla="*/ 13065 w 21600"/>
              <a:gd name="T19" fmla="*/ 13885 h 21600"/>
              <a:gd name="T20" fmla="*/ 13469 w 21600"/>
              <a:gd name="T21" fmla="*/ 11791 h 21600"/>
              <a:gd name="T22" fmla="*/ 13591 w 21600"/>
              <a:gd name="T23" fmla="*/ 10138 h 21600"/>
              <a:gd name="T24" fmla="*/ 13388 w 21600"/>
              <a:gd name="T25" fmla="*/ 8595 h 21600"/>
              <a:gd name="T26" fmla="*/ 13024 w 21600"/>
              <a:gd name="T27" fmla="*/ 7273 h 21600"/>
              <a:gd name="T28" fmla="*/ 16786 w 21600"/>
              <a:gd name="T29" fmla="*/ 5179 h 21600"/>
              <a:gd name="T30" fmla="*/ 17474 w 21600"/>
              <a:gd name="T31" fmla="*/ 8651 h 21600"/>
              <a:gd name="T32" fmla="*/ 17635 w 21600"/>
              <a:gd name="T33" fmla="*/ 12012 h 21600"/>
              <a:gd name="T34" fmla="*/ 17150 w 21600"/>
              <a:gd name="T35" fmla="*/ 15208 h 21600"/>
              <a:gd name="T36" fmla="*/ 16341 w 21600"/>
              <a:gd name="T37" fmla="*/ 17687 h 21600"/>
              <a:gd name="T38" fmla="*/ 16503 w 21600"/>
              <a:gd name="T39" fmla="*/ 14602 h 21600"/>
              <a:gd name="T40" fmla="*/ 16867 w 21600"/>
              <a:gd name="T41" fmla="*/ 12012 h 21600"/>
              <a:gd name="T42" fmla="*/ 16705 w 21600"/>
              <a:gd name="T43" fmla="*/ 7989 h 21600"/>
              <a:gd name="T44" fmla="*/ 16220 w 21600"/>
              <a:gd name="T45" fmla="*/ 5675 h 21600"/>
              <a:gd name="T46" fmla="*/ 16382 w 21600"/>
              <a:gd name="T47" fmla="*/ 3967 h 21600"/>
              <a:gd name="T48" fmla="*/ 19415 w 21600"/>
              <a:gd name="T49" fmla="*/ 826 h 21600"/>
              <a:gd name="T50" fmla="*/ 20831 w 21600"/>
              <a:gd name="T51" fmla="*/ 4683 h 21600"/>
              <a:gd name="T52" fmla="*/ 21650 w 21600"/>
              <a:gd name="T53" fmla="*/ 9450 h 21600"/>
              <a:gd name="T54" fmla="*/ 21215 w 21600"/>
              <a:gd name="T55" fmla="*/ 15938 h 21600"/>
              <a:gd name="T56" fmla="*/ 19415 w 21600"/>
              <a:gd name="T57" fmla="*/ 21655 h 21600"/>
              <a:gd name="T58" fmla="*/ 19901 w 21600"/>
              <a:gd name="T59" fmla="*/ 18404 h 21600"/>
              <a:gd name="T60" fmla="*/ 20791 w 21600"/>
              <a:gd name="T61" fmla="*/ 12342 h 21600"/>
              <a:gd name="T62" fmla="*/ 20629 w 21600"/>
              <a:gd name="T63" fmla="*/ 7411 h 21600"/>
              <a:gd name="T64" fmla="*/ 19415 w 21600"/>
              <a:gd name="T65" fmla="*/ 281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1600" h="21600">
                <a:moveTo>
                  <a:pt x="0" y="7273"/>
                </a:moveTo>
                <a:lnTo>
                  <a:pt x="5824" y="7273"/>
                </a:lnTo>
                <a:lnTo>
                  <a:pt x="11164" y="0"/>
                </a:lnTo>
                <a:lnTo>
                  <a:pt x="11164" y="21159"/>
                </a:lnTo>
                <a:lnTo>
                  <a:pt x="5824" y="13885"/>
                </a:lnTo>
                <a:lnTo>
                  <a:pt x="0" y="13885"/>
                </a:lnTo>
                <a:lnTo>
                  <a:pt x="0" y="7273"/>
                </a:lnTo>
                <a:close/>
              </a:path>
              <a:path w="21600" h="21600">
                <a:moveTo>
                  <a:pt x="13024" y="7273"/>
                </a:moveTo>
                <a:lnTo>
                  <a:pt x="13591" y="6722"/>
                </a:lnTo>
                <a:lnTo>
                  <a:pt x="13833" y="7548"/>
                </a:lnTo>
                <a:lnTo>
                  <a:pt x="14076" y="8485"/>
                </a:lnTo>
                <a:lnTo>
                  <a:pt x="14157" y="9367"/>
                </a:lnTo>
                <a:lnTo>
                  <a:pt x="14197" y="10524"/>
                </a:lnTo>
                <a:lnTo>
                  <a:pt x="14197" y="11406"/>
                </a:lnTo>
                <a:lnTo>
                  <a:pt x="14116" y="12012"/>
                </a:lnTo>
                <a:lnTo>
                  <a:pt x="13995" y="12728"/>
                </a:lnTo>
                <a:lnTo>
                  <a:pt x="13833" y="13444"/>
                </a:lnTo>
                <a:lnTo>
                  <a:pt x="13712" y="14106"/>
                </a:lnTo>
                <a:lnTo>
                  <a:pt x="13591" y="14546"/>
                </a:lnTo>
                <a:lnTo>
                  <a:pt x="13065" y="13885"/>
                </a:lnTo>
                <a:lnTo>
                  <a:pt x="13307" y="12893"/>
                </a:lnTo>
                <a:lnTo>
                  <a:pt x="13469" y="11791"/>
                </a:lnTo>
                <a:lnTo>
                  <a:pt x="13550" y="10910"/>
                </a:lnTo>
                <a:lnTo>
                  <a:pt x="13591" y="10138"/>
                </a:lnTo>
                <a:lnTo>
                  <a:pt x="13469" y="9367"/>
                </a:lnTo>
                <a:lnTo>
                  <a:pt x="13388" y="8595"/>
                </a:lnTo>
                <a:lnTo>
                  <a:pt x="13267" y="7934"/>
                </a:lnTo>
                <a:lnTo>
                  <a:pt x="13024" y="7273"/>
                </a:lnTo>
                <a:close/>
              </a:path>
              <a:path w="21600" h="21600">
                <a:moveTo>
                  <a:pt x="16382" y="3967"/>
                </a:moveTo>
                <a:lnTo>
                  <a:pt x="16786" y="5179"/>
                </a:lnTo>
                <a:lnTo>
                  <a:pt x="17150" y="6612"/>
                </a:lnTo>
                <a:lnTo>
                  <a:pt x="17474" y="8651"/>
                </a:lnTo>
                <a:lnTo>
                  <a:pt x="17595" y="9753"/>
                </a:lnTo>
                <a:lnTo>
                  <a:pt x="17635" y="12012"/>
                </a:lnTo>
                <a:lnTo>
                  <a:pt x="17393" y="13665"/>
                </a:lnTo>
                <a:lnTo>
                  <a:pt x="17150" y="15208"/>
                </a:lnTo>
                <a:lnTo>
                  <a:pt x="16786" y="16310"/>
                </a:lnTo>
                <a:lnTo>
                  <a:pt x="16341" y="17687"/>
                </a:lnTo>
                <a:lnTo>
                  <a:pt x="15815" y="17081"/>
                </a:lnTo>
                <a:lnTo>
                  <a:pt x="16503" y="14602"/>
                </a:lnTo>
                <a:lnTo>
                  <a:pt x="16786" y="13169"/>
                </a:lnTo>
                <a:lnTo>
                  <a:pt x="16867" y="12012"/>
                </a:lnTo>
                <a:lnTo>
                  <a:pt x="16867" y="9642"/>
                </a:lnTo>
                <a:lnTo>
                  <a:pt x="16705" y="7989"/>
                </a:lnTo>
                <a:lnTo>
                  <a:pt x="16422" y="6612"/>
                </a:lnTo>
                <a:lnTo>
                  <a:pt x="16220" y="5675"/>
                </a:lnTo>
                <a:lnTo>
                  <a:pt x="15856" y="4518"/>
                </a:lnTo>
                <a:lnTo>
                  <a:pt x="16382" y="3967"/>
                </a:lnTo>
                <a:close/>
              </a:path>
              <a:path w="21600" h="21600">
                <a:moveTo>
                  <a:pt x="18889" y="1377"/>
                </a:moveTo>
                <a:lnTo>
                  <a:pt x="19415" y="826"/>
                </a:lnTo>
                <a:lnTo>
                  <a:pt x="20194" y="2576"/>
                </a:lnTo>
                <a:lnTo>
                  <a:pt x="20831" y="4683"/>
                </a:lnTo>
                <a:lnTo>
                  <a:pt x="21357" y="7204"/>
                </a:lnTo>
                <a:lnTo>
                  <a:pt x="21650" y="9450"/>
                </a:lnTo>
                <a:lnTo>
                  <a:pt x="21600" y="12301"/>
                </a:lnTo>
                <a:lnTo>
                  <a:pt x="21215" y="15938"/>
                </a:lnTo>
                <a:lnTo>
                  <a:pt x="20629" y="18348"/>
                </a:lnTo>
                <a:lnTo>
                  <a:pt x="19415" y="21655"/>
                </a:lnTo>
                <a:lnTo>
                  <a:pt x="18889" y="21159"/>
                </a:lnTo>
                <a:lnTo>
                  <a:pt x="19901" y="18404"/>
                </a:lnTo>
                <a:lnTo>
                  <a:pt x="20467" y="15593"/>
                </a:lnTo>
                <a:lnTo>
                  <a:pt x="20791" y="12342"/>
                </a:lnTo>
                <a:lnTo>
                  <a:pt x="20871" y="9532"/>
                </a:lnTo>
                <a:lnTo>
                  <a:pt x="20629" y="7411"/>
                </a:lnTo>
                <a:lnTo>
                  <a:pt x="20062" y="4628"/>
                </a:lnTo>
                <a:lnTo>
                  <a:pt x="19415" y="2810"/>
                </a:lnTo>
                <a:lnTo>
                  <a:pt x="18889" y="1377"/>
                </a:lnTo>
                <a:close/>
              </a:path>
            </a:pathLst>
          </a:custGeom>
          <a:solidFill>
            <a:srgbClr val="FFBE7D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/>
          <a:p>
            <a:endParaRPr lang="zh-CN" altLang="en-US" sz="1350"/>
          </a:p>
        </p:txBody>
      </p:sp>
      <p:sp>
        <p:nvSpPr>
          <p:cNvPr id="535558" name="矩形 535557">
            <a:extLst>
              <a:ext uri="{FF2B5EF4-FFF2-40B4-BE49-F238E27FC236}">
                <a16:creationId xmlns:a16="http://schemas.microsoft.com/office/drawing/2014/main" id="{3A5691DE-F051-42C0-9E44-6D085F86CDC6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4788694" y="4839891"/>
            <a:ext cx="3093244" cy="53578"/>
          </a:xfrm>
          <a:prstGeom prst="rect">
            <a:avLst/>
          </a:prstGeom>
          <a:solidFill>
            <a:schemeClr val="hlink"/>
          </a:solidFill>
          <a:ln w="9525">
            <a:solidFill>
              <a:schemeClr val="hlink"/>
            </a:solidFill>
            <a:miter lim="800000"/>
            <a:headEnd/>
            <a:tailEnd/>
          </a:ln>
        </p:spPr>
        <p:txBody>
          <a:bodyPr rot="10800000" wrap="none" anchor="ctr"/>
          <a:lstStyle/>
          <a:p>
            <a:pPr algn="ctr"/>
            <a:endParaRPr lang="zh-CN" altLang="en-US">
              <a:solidFill>
                <a:schemeClr val="tx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535559" name="文本框 535558">
            <a:extLst>
              <a:ext uri="{FF2B5EF4-FFF2-40B4-BE49-F238E27FC236}">
                <a16:creationId xmlns:a16="http://schemas.microsoft.com/office/drawing/2014/main" id="{487DBED0-FBC2-4158-8E35-D835F61598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119" y="2080023"/>
            <a:ext cx="4664802" cy="3478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500" tIns="35100" rIns="67500" bIns="35100">
            <a:spAutoFit/>
          </a:bodyPr>
          <a:lstStyle>
            <a:lvl1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tx1"/>
              </a:buClr>
              <a:buSzPct val="80000"/>
            </a:pPr>
            <a:r>
              <a:rPr lang="zh-CN" altLang="en-US" b="1" u="sng" dirty="0">
                <a:solidFill>
                  <a:srgbClr val="0000FF"/>
                </a:solidFill>
                <a:latin typeface="宋体" panose="02010600030101010101" pitchFamily="2" charset="-122"/>
              </a:rPr>
              <a:t>一 无偏性、二 有效性、三 一致性</a:t>
            </a:r>
            <a:endParaRPr lang="zh-CN" altLang="en-US" b="1" dirty="0">
              <a:solidFill>
                <a:srgbClr val="0000FF"/>
              </a:solidFill>
              <a:latin typeface="宋体" panose="02010600030101010101" pitchFamily="2" charset="-122"/>
            </a:endParaRPr>
          </a:p>
        </p:txBody>
      </p:sp>
      <p:sp>
        <p:nvSpPr>
          <p:cNvPr id="535560" name="标题 535559">
            <a:extLst>
              <a:ext uri="{FF2B5EF4-FFF2-40B4-BE49-F238E27FC236}">
                <a16:creationId xmlns:a16="http://schemas.microsoft.com/office/drawing/2014/main" id="{DAC80E0C-FF32-4B15-AE08-3E739D1692C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2276475" y="86916"/>
            <a:ext cx="4455765" cy="675084"/>
          </a:xfrm>
          <a:prstGeom prst="rect">
            <a:avLst/>
          </a:prstGeom>
          <a:solidFill>
            <a:schemeClr val="bg1"/>
          </a:solidFill>
          <a:ln cap="flat">
            <a:solidFill>
              <a:schemeClr val="tx1"/>
            </a:solidFill>
            <a:round/>
            <a:headEnd/>
            <a:tailEnd/>
          </a:ln>
        </p:spPr>
        <p:txBody>
          <a:bodyPr anchor="ctr">
            <a:normAutofit/>
          </a:bodyPr>
          <a:lstStyle/>
          <a:p>
            <a:r>
              <a:rPr lang="zh-CN" altLang="en-US" sz="32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第二章  参数估计</a:t>
            </a:r>
          </a:p>
        </p:txBody>
      </p:sp>
    </p:spTree>
  </p:cSld>
  <p:clrMapOvr>
    <a:masterClrMapping/>
  </p:clrMapOvr>
  <p:transition spd="med"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35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21" presetID="21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3" dur="1000"/>
                                        <p:tgtEl>
                                          <p:spTgt spid="535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1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6" dur="500"/>
                                        <p:tgtEl>
                                          <p:spTgt spid="535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535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500"/>
                                        <p:tgtEl>
                                          <p:spTgt spid="535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3.61111E-6 3.33333E-6  C 0.06892 3.33333E-6  0.125 0.02847  0.125 0.06389  C 0.125 0.09907  0.06892 0.12777  3.61111E-6 0.12777  C -0.0691 0.12777  -0.125 0.09907  -0.125 0.06389  C -0.125 0.02847  -0.0691 3.33333E-6  3.61111E-6 3.33333E-6  Z " pathEditMode="relative" rAng="0" ptsTypes="">
                                      <p:cBhvr>
                                        <p:cTn id="38" dur="1000" fill="hold"/>
                                        <p:tgtEl>
                                          <p:spTgt spid="535560"/>
                                        </p:tgtEl>
                                        <p:attrNameLst>
                                          <p:attrName>ppt_x,ppt_y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5555" grpId="0" build="p"/>
      <p:bldP spid="535556" grpId="0"/>
      <p:bldP spid="535557" grpId="0" animBg="1"/>
      <p:bldP spid="535558" grpId="0" animBg="1"/>
      <p:bldP spid="535559" grpId="0"/>
      <p:bldP spid="53556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578" name="矩形 536577">
            <a:extLst>
              <a:ext uri="{FF2B5EF4-FFF2-40B4-BE49-F238E27FC236}">
                <a16:creationId xmlns:a16="http://schemas.microsoft.com/office/drawing/2014/main" id="{70CC06C9-A912-42C3-BF01-027D2BFEF1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1560" y="3679031"/>
            <a:ext cx="3349228" cy="377429"/>
          </a:xfrm>
          <a:prstGeom prst="rect">
            <a:avLst/>
          </a:prstGeom>
          <a:solidFill>
            <a:srgbClr val="FFFF99"/>
          </a:solidFill>
          <a:ln w="19050">
            <a:solidFill>
              <a:srgbClr val="FFFF99"/>
            </a:solidFill>
            <a:miter lim="800000"/>
            <a:headEnd/>
            <a:tailEnd type="none" w="med" len="lg"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/>
          <a:lstStyle/>
          <a:p>
            <a:endParaRPr lang="zh-CN" altLang="en-US" sz="1350"/>
          </a:p>
        </p:txBody>
      </p:sp>
      <p:sp>
        <p:nvSpPr>
          <p:cNvPr id="14338" name="文本框 536578">
            <a:extLst>
              <a:ext uri="{FF2B5EF4-FFF2-40B4-BE49-F238E27FC236}">
                <a16:creationId xmlns:a16="http://schemas.microsoft.com/office/drawing/2014/main" id="{99EE2A6F-481C-4452-A00F-79B220D2D2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1663" y="169069"/>
            <a:ext cx="5426869" cy="44021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lIns="67500" tIns="35100" rIns="67500" bIns="35100">
            <a:spAutoFit/>
          </a:bodyPr>
          <a:lstStyle>
            <a:lvl1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atinLnBrk="1">
              <a:spcBef>
                <a:spcPct val="20000"/>
              </a:spcBef>
            </a:pPr>
            <a:r>
              <a:rPr lang="en-US" altLang="zh-CN" sz="24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2.2 </a:t>
            </a:r>
            <a:r>
              <a:rPr lang="zh-CN" altLang="en-US" sz="24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矩估计法和极大似然估计法</a:t>
            </a:r>
            <a:endParaRPr lang="zh-CN" altLang="en-US" sz="2400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339" name="文本框 536579">
            <a:extLst>
              <a:ext uri="{FF2B5EF4-FFF2-40B4-BE49-F238E27FC236}">
                <a16:creationId xmlns:a16="http://schemas.microsoft.com/office/drawing/2014/main" id="{37E72715-DE4D-4947-BC20-E76BED0EAA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119" y="747713"/>
            <a:ext cx="2024656" cy="394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500" tIns="35100" rIns="67500" bIns="3510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>
              <a:spcBef>
                <a:spcPct val="20000"/>
              </a:spcBef>
              <a:buClr>
                <a:schemeClr val="tx1"/>
              </a:buClr>
              <a:buSzPct val="80000"/>
              <a:buFontTx/>
              <a:buNone/>
            </a:pPr>
            <a:r>
              <a:rPr lang="zh-CN" altLang="en-US" sz="2100" b="1" u="sng">
                <a:solidFill>
                  <a:srgbClr val="3366FF"/>
                </a:solidFill>
                <a:latin typeface="楷体_GB2312" pitchFamily="49" charset="-122"/>
                <a:ea typeface="楷体_GB2312" pitchFamily="49" charset="-122"/>
              </a:rPr>
              <a:t>一 矩估计法</a:t>
            </a:r>
          </a:p>
        </p:txBody>
      </p:sp>
      <p:sp>
        <p:nvSpPr>
          <p:cNvPr id="536581" name="文本框 536580">
            <a:extLst>
              <a:ext uri="{FF2B5EF4-FFF2-40B4-BE49-F238E27FC236}">
                <a16:creationId xmlns:a16="http://schemas.microsoft.com/office/drawing/2014/main" id="{75DB514A-FD70-4DC6-9D7B-D082DC22E0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6160" y="1341835"/>
            <a:ext cx="6003259" cy="3924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3500" rIns="1350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950" b="1">
                <a:solidFill>
                  <a:srgbClr val="3366FF"/>
                </a:solidFill>
                <a:latin typeface="Times New Roman" panose="02020603050405020304" pitchFamily="18" charset="0"/>
              </a:rPr>
              <a:t>1 </a:t>
            </a:r>
            <a:r>
              <a:rPr lang="zh-CN" altLang="en-US" sz="1950" b="1">
                <a:solidFill>
                  <a:srgbClr val="3366FF"/>
                </a:solidFill>
                <a:latin typeface="Times New Roman" panose="02020603050405020304" pitchFamily="18" charset="0"/>
              </a:rPr>
              <a:t>原理</a:t>
            </a:r>
            <a:r>
              <a:rPr lang="zh-CN" altLang="en-US" sz="1950" b="1">
                <a:latin typeface="Times New Roman" panose="02020603050405020304" pitchFamily="18" charset="0"/>
              </a:rPr>
              <a:t>：大数定理，样本矩在一定程度上逼近总体矩。</a:t>
            </a:r>
          </a:p>
        </p:txBody>
      </p:sp>
      <p:graphicFrame>
        <p:nvGraphicFramePr>
          <p:cNvPr id="536582" name="对象 536581">
            <a:extLst>
              <a:ext uri="{FF2B5EF4-FFF2-40B4-BE49-F238E27FC236}">
                <a16:creationId xmlns:a16="http://schemas.microsoft.com/office/drawing/2014/main" id="{0A08C24F-1028-4B32-B637-72D76487AEC4}"/>
              </a:ext>
            </a:extLst>
          </p:cNvPr>
          <p:cNvGraphicFramePr>
            <a:graphicFrameLocks/>
          </p:cNvGraphicFramePr>
          <p:nvPr/>
        </p:nvGraphicFramePr>
        <p:xfrm>
          <a:off x="3221832" y="1168004"/>
          <a:ext cx="3013472" cy="63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5" r:id="rId3" imgW="2159000" imgH="457200" progId="Equation.DSMT4">
                  <p:embed/>
                </p:oleObj>
              </mc:Choice>
              <mc:Fallback>
                <p:oleObj r:id="rId3" imgW="2159000" imgH="457200" progId="Equation.DSMT4">
                  <p:embed/>
                  <p:pic>
                    <p:nvPicPr>
                      <p:cNvPr id="536582" name="对象 536581">
                        <a:extLst>
                          <a:ext uri="{FF2B5EF4-FFF2-40B4-BE49-F238E27FC236}">
                            <a16:creationId xmlns:a16="http://schemas.microsoft.com/office/drawing/2014/main" id="{0A08C24F-1028-4B32-B637-72D76487AEC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1832" y="1168004"/>
                        <a:ext cx="3013472" cy="638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6583" name="对象 536582">
            <a:extLst>
              <a:ext uri="{FF2B5EF4-FFF2-40B4-BE49-F238E27FC236}">
                <a16:creationId xmlns:a16="http://schemas.microsoft.com/office/drawing/2014/main" id="{1EFD0611-EAC1-4D72-A5CF-143E7BC82B2D}"/>
              </a:ext>
            </a:extLst>
          </p:cNvPr>
          <p:cNvGraphicFramePr>
            <a:graphicFrameLocks/>
          </p:cNvGraphicFramePr>
          <p:nvPr/>
        </p:nvGraphicFramePr>
        <p:xfrm>
          <a:off x="4417219" y="1275160"/>
          <a:ext cx="146447" cy="1881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6" r:id="rId5" imgW="139458" imgH="177492" progId="Equation.DSMT4">
                  <p:embed/>
                </p:oleObj>
              </mc:Choice>
              <mc:Fallback>
                <p:oleObj r:id="rId5" imgW="139458" imgH="177492" progId="Equation.DSMT4">
                  <p:embed/>
                  <p:pic>
                    <p:nvPicPr>
                      <p:cNvPr id="536583" name="对象 536582">
                        <a:extLst>
                          <a:ext uri="{FF2B5EF4-FFF2-40B4-BE49-F238E27FC236}">
                            <a16:creationId xmlns:a16="http://schemas.microsoft.com/office/drawing/2014/main" id="{1EFD0611-EAC1-4D72-A5CF-143E7BC82B2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7219" y="1275160"/>
                        <a:ext cx="146447" cy="1881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6584" name="对象 536583">
            <a:extLst>
              <a:ext uri="{FF2B5EF4-FFF2-40B4-BE49-F238E27FC236}">
                <a16:creationId xmlns:a16="http://schemas.microsoft.com/office/drawing/2014/main" id="{83486B4A-FD9F-4309-8208-ABEA63A8B1F2}"/>
              </a:ext>
            </a:extLst>
          </p:cNvPr>
          <p:cNvGraphicFramePr>
            <a:graphicFrameLocks/>
          </p:cNvGraphicFramePr>
          <p:nvPr/>
        </p:nvGraphicFramePr>
        <p:xfrm>
          <a:off x="5232797" y="1275160"/>
          <a:ext cx="146447" cy="1881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7" r:id="rId7" imgW="139458" imgH="177492" progId="Equation.DSMT4">
                  <p:embed/>
                </p:oleObj>
              </mc:Choice>
              <mc:Fallback>
                <p:oleObj r:id="rId7" imgW="139458" imgH="177492" progId="Equation.DSMT4">
                  <p:embed/>
                  <p:pic>
                    <p:nvPicPr>
                      <p:cNvPr id="536584" name="对象 536583">
                        <a:extLst>
                          <a:ext uri="{FF2B5EF4-FFF2-40B4-BE49-F238E27FC236}">
                            <a16:creationId xmlns:a16="http://schemas.microsoft.com/office/drawing/2014/main" id="{83486B4A-FD9F-4309-8208-ABEA63A8B1F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2797" y="1275160"/>
                        <a:ext cx="146447" cy="1881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6585" name="文本框 536584">
            <a:extLst>
              <a:ext uri="{FF2B5EF4-FFF2-40B4-BE49-F238E27FC236}">
                <a16:creationId xmlns:a16="http://schemas.microsoft.com/office/drawing/2014/main" id="{77AE7F25-DAD4-4B9D-9D82-1C801454AB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4247" y="3689748"/>
            <a:ext cx="718158" cy="3924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3500" rIns="1350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950" b="1">
                <a:solidFill>
                  <a:srgbClr val="3366FF"/>
                </a:solidFill>
                <a:latin typeface="Times New Roman" panose="02020603050405020304" pitchFamily="18" charset="0"/>
              </a:rPr>
              <a:t>2 </a:t>
            </a:r>
            <a:r>
              <a:rPr lang="zh-CN" altLang="en-US" sz="1950" b="1">
                <a:solidFill>
                  <a:srgbClr val="3366FF"/>
                </a:solidFill>
                <a:latin typeface="Times New Roman" panose="02020603050405020304" pitchFamily="18" charset="0"/>
              </a:rPr>
              <a:t>方法</a:t>
            </a:r>
            <a:endParaRPr lang="zh-CN" altLang="en-US" sz="1950" b="1">
              <a:latin typeface="Times New Roman" panose="02020603050405020304" pitchFamily="18" charset="0"/>
            </a:endParaRPr>
          </a:p>
        </p:txBody>
      </p:sp>
      <p:sp>
        <p:nvSpPr>
          <p:cNvPr id="536586" name="文本框 536585">
            <a:extLst>
              <a:ext uri="{FF2B5EF4-FFF2-40B4-BE49-F238E27FC236}">
                <a16:creationId xmlns:a16="http://schemas.microsoft.com/office/drawing/2014/main" id="{C239745C-B92E-4FAB-B52B-C2647872AA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5185" y="1762125"/>
            <a:ext cx="6336991" cy="836126"/>
          </a:xfrm>
          <a:prstGeom prst="rect">
            <a:avLst/>
          </a:prstGeom>
          <a:solidFill>
            <a:srgbClr val="E3F2A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950" b="1">
                <a:latin typeface="Arial Black" panose="020B0A04020102020204" pitchFamily="34" charset="0"/>
              </a:rPr>
              <a:t>总体</a:t>
            </a:r>
            <a:r>
              <a:rPr lang="en-US" altLang="zh-CN" sz="1950" b="1" i="1">
                <a:latin typeface="Times New Roman" panose="02020603050405020304" pitchFamily="18" charset="0"/>
              </a:rPr>
              <a:t>X</a:t>
            </a:r>
            <a:r>
              <a:rPr lang="zh-CN" altLang="en-US" sz="1950" b="1"/>
              <a:t>的分布函数</a:t>
            </a:r>
            <a:r>
              <a:rPr lang="en-US" altLang="zh-CN" sz="1950" b="1" i="1">
                <a:latin typeface="Times New Roman" panose="02020603050405020304" pitchFamily="18" charset="0"/>
              </a:rPr>
              <a:t>F</a:t>
            </a:r>
            <a:r>
              <a:rPr lang="en-US" altLang="zh-CN" sz="1950" b="1">
                <a:latin typeface="Times New Roman" panose="02020603050405020304" pitchFamily="18" charset="0"/>
              </a:rPr>
              <a:t>(</a:t>
            </a:r>
            <a:r>
              <a:rPr lang="en-US" altLang="zh-CN" sz="1950" b="1" i="1">
                <a:latin typeface="Times New Roman" panose="02020603050405020304" pitchFamily="18" charset="0"/>
              </a:rPr>
              <a:t>x</a:t>
            </a:r>
            <a:r>
              <a:rPr lang="en-US" altLang="zh-CN" sz="1950" b="1">
                <a:latin typeface="Times New Roman" panose="02020603050405020304" pitchFamily="18" charset="0"/>
              </a:rPr>
              <a:t>; </a:t>
            </a:r>
            <a:r>
              <a:rPr lang="en-US" altLang="zh-CN" sz="1950" b="1" i="1">
                <a:latin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lang="en-US" altLang="zh-CN" sz="195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1950" b="1">
                <a:latin typeface="Times New Roman" panose="02020603050405020304" pitchFamily="18" charset="0"/>
                <a:sym typeface="Symbol" panose="05050102010706020507" pitchFamily="18" charset="2"/>
              </a:rPr>
              <a:t>, …, </a:t>
            </a:r>
            <a:r>
              <a:rPr lang="en-US" altLang="zh-CN" sz="1950" b="1" i="1">
                <a:latin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lang="en-US" altLang="zh-CN" sz="1950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en-US" altLang="zh-CN" sz="1950" b="1">
                <a:latin typeface="Times New Roman" panose="02020603050405020304" pitchFamily="18" charset="0"/>
              </a:rPr>
              <a:t>),</a:t>
            </a:r>
            <a:r>
              <a:rPr lang="zh-CN" altLang="en-US" sz="1950" b="1"/>
              <a:t>其中</a:t>
            </a:r>
            <a:r>
              <a:rPr lang="zh-CN" altLang="en-US" sz="1950" b="1" i="1">
                <a:latin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lang="en-US" altLang="zh-CN" sz="195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1950" b="1">
                <a:latin typeface="Times New Roman" panose="02020603050405020304" pitchFamily="18" charset="0"/>
                <a:sym typeface="Symbol" panose="05050102010706020507" pitchFamily="18" charset="2"/>
              </a:rPr>
              <a:t>,…,</a:t>
            </a:r>
            <a:r>
              <a:rPr lang="en-US" altLang="zh-CN" sz="1950" b="1" i="1">
                <a:latin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lang="en-US" altLang="zh-CN" sz="1950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zh-CN" altLang="en-US" sz="1950" b="1">
                <a:sym typeface="Symbol" panose="05050102010706020507" pitchFamily="18" charset="2"/>
              </a:rPr>
              <a:t>为待估参数</a:t>
            </a:r>
            <a:r>
              <a:rPr lang="en-US" altLang="zh-CN" sz="1950" b="1">
                <a:sym typeface="Symbol" panose="05050102010706020507" pitchFamily="18" charset="2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en-US" altLang="zh-CN" sz="195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1950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195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1950" b="1">
                <a:latin typeface="Times New Roman" panose="02020603050405020304" pitchFamily="18" charset="0"/>
                <a:sym typeface="Symbol" panose="05050102010706020507" pitchFamily="18" charset="2"/>
              </a:rPr>
              <a:t>,…,</a:t>
            </a:r>
            <a:r>
              <a:rPr lang="en-US" altLang="zh-CN" sz="1950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1950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1950" b="1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sz="1950" b="1">
                <a:sym typeface="Symbol" panose="05050102010706020507" pitchFamily="18" charset="2"/>
              </a:rPr>
              <a:t>为</a:t>
            </a:r>
            <a:r>
              <a:rPr lang="en-US" altLang="zh-CN" sz="1950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zh-CN" altLang="en-US" sz="1950" b="1">
                <a:sym typeface="Symbol" panose="05050102010706020507" pitchFamily="18" charset="2"/>
              </a:rPr>
              <a:t>的样本</a:t>
            </a:r>
            <a:r>
              <a:rPr lang="en-US" altLang="zh-CN" sz="195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zh-CN" altLang="en-US" sz="1950" b="1">
                <a:sym typeface="Symbol" panose="05050102010706020507" pitchFamily="18" charset="2"/>
              </a:rPr>
              <a:t>设</a:t>
            </a:r>
            <a:r>
              <a:rPr lang="en-US" altLang="zh-CN" sz="1950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zh-CN" altLang="en-US" sz="1950" b="1">
                <a:sym typeface="Symbol" panose="05050102010706020507" pitchFamily="18" charset="2"/>
              </a:rPr>
              <a:t>的</a:t>
            </a:r>
            <a:r>
              <a:rPr lang="en-US" altLang="zh-CN" sz="1950" b="1" i="1">
                <a:latin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zh-CN" altLang="en-US" sz="1950" b="1">
                <a:sym typeface="Symbol" panose="05050102010706020507" pitchFamily="18" charset="2"/>
              </a:rPr>
              <a:t>阶矩存在</a:t>
            </a:r>
            <a:r>
              <a:rPr lang="en-US" altLang="zh-CN" sz="1950" b="1">
                <a:latin typeface="Times New Roman" panose="02020603050405020304" pitchFamily="18" charset="0"/>
                <a:sym typeface="Symbol" panose="05050102010706020507" pitchFamily="18" charset="2"/>
              </a:rPr>
              <a:t>),</a:t>
            </a:r>
            <a:r>
              <a:rPr lang="en-US" altLang="zh-CN" sz="1950" b="1">
                <a:sym typeface="Symbol" panose="05050102010706020507" pitchFamily="18" charset="2"/>
              </a:rPr>
              <a:t> </a:t>
            </a:r>
            <a:r>
              <a:rPr lang="zh-CN" altLang="en-US" sz="1950" b="1">
                <a:sym typeface="Symbol" panose="05050102010706020507" pitchFamily="18" charset="2"/>
              </a:rPr>
              <a:t>则</a:t>
            </a:r>
          </a:p>
        </p:txBody>
      </p:sp>
      <p:sp>
        <p:nvSpPr>
          <p:cNvPr id="536587" name="文本框 536586">
            <a:extLst>
              <a:ext uri="{FF2B5EF4-FFF2-40B4-BE49-F238E27FC236}">
                <a16:creationId xmlns:a16="http://schemas.microsoft.com/office/drawing/2014/main" id="{F43AFB31-707D-48AF-9702-D31C08A238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1391" y="2607469"/>
            <a:ext cx="2428613" cy="370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500" tIns="35100" rIns="67500" bIns="3510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>
              <a:spcBef>
                <a:spcPct val="20000"/>
              </a:spcBef>
              <a:buClr>
                <a:schemeClr val="tx1"/>
              </a:buClr>
              <a:buSzPct val="80000"/>
              <a:buFontTx/>
              <a:buNone/>
            </a:pPr>
            <a:r>
              <a:rPr lang="zh-CN" altLang="en-US" sz="1950" b="1">
                <a:solidFill>
                  <a:srgbClr val="000066"/>
                </a:solidFill>
              </a:rPr>
              <a:t>总体的</a:t>
            </a:r>
            <a:r>
              <a:rPr lang="en-US" altLang="zh-CN" sz="1950" b="1" i="1">
                <a:solidFill>
                  <a:srgbClr val="000066"/>
                </a:solidFill>
                <a:latin typeface="Times New Roman" panose="02020603050405020304" pitchFamily="18" charset="0"/>
              </a:rPr>
              <a:t>j</a:t>
            </a:r>
            <a:r>
              <a:rPr lang="zh-CN" altLang="en-US" sz="1950" b="1">
                <a:solidFill>
                  <a:srgbClr val="000066"/>
                </a:solidFill>
              </a:rPr>
              <a:t>阶原点矩</a:t>
            </a:r>
          </a:p>
        </p:txBody>
      </p:sp>
      <p:sp>
        <p:nvSpPr>
          <p:cNvPr id="536588" name="文本框 536587">
            <a:extLst>
              <a:ext uri="{FF2B5EF4-FFF2-40B4-BE49-F238E27FC236}">
                <a16:creationId xmlns:a16="http://schemas.microsoft.com/office/drawing/2014/main" id="{1346D9D3-A09C-4C8D-824B-95D88ECE64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68329" y="2601516"/>
            <a:ext cx="1144608" cy="370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500" tIns="35100" rIns="67500" bIns="3510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>
              <a:spcBef>
                <a:spcPct val="20000"/>
              </a:spcBef>
              <a:buClr>
                <a:schemeClr val="tx1"/>
              </a:buClr>
              <a:buSzPct val="80000"/>
              <a:buFontTx/>
              <a:buNone/>
            </a:pPr>
            <a:r>
              <a:rPr lang="en-US" altLang="zh-CN" sz="1950" b="1" i="1">
                <a:solidFill>
                  <a:srgbClr val="000066"/>
                </a:solidFill>
                <a:latin typeface="Times New Roman" panose="02020603050405020304" pitchFamily="18" charset="0"/>
              </a:rPr>
              <a:t>E</a:t>
            </a:r>
            <a:r>
              <a:rPr lang="en-US" altLang="zh-CN" sz="1950" b="1">
                <a:solidFill>
                  <a:srgbClr val="000066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1950" b="1" i="1">
                <a:solidFill>
                  <a:srgbClr val="000066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1950" b="1" i="1" baseline="30000">
                <a:solidFill>
                  <a:srgbClr val="000066"/>
                </a:solidFill>
                <a:latin typeface="Times New Roman" panose="02020603050405020304" pitchFamily="18" charset="0"/>
              </a:rPr>
              <a:t>j</a:t>
            </a:r>
            <a:r>
              <a:rPr lang="en-US" altLang="zh-CN" sz="1950" b="1">
                <a:solidFill>
                  <a:srgbClr val="000066"/>
                </a:solidFill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536589" name="文本框 536588">
            <a:extLst>
              <a:ext uri="{FF2B5EF4-FFF2-40B4-BE49-F238E27FC236}">
                <a16:creationId xmlns:a16="http://schemas.microsoft.com/office/drawing/2014/main" id="{A8112FC0-D22D-4B69-A21F-883840C2A4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1735" y="2613422"/>
            <a:ext cx="1880386" cy="370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500" tIns="35100" rIns="67500" bIns="3510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>
              <a:spcBef>
                <a:spcPct val="20000"/>
              </a:spcBef>
              <a:buClr>
                <a:schemeClr val="tx1"/>
              </a:buClr>
              <a:buSzPct val="80000"/>
              <a:buFontTx/>
              <a:buNone/>
            </a:pPr>
            <a:r>
              <a:rPr lang="en-US" altLang="zh-CN" sz="1950" b="1">
                <a:solidFill>
                  <a:srgbClr val="000066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sz="1950" b="1" i="1">
                <a:solidFill>
                  <a:srgbClr val="000066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1950" b="1" i="1" baseline="-25000">
                <a:solidFill>
                  <a:srgbClr val="000066"/>
                </a:solidFill>
                <a:latin typeface="Times New Roman" panose="02020603050405020304" pitchFamily="18" charset="0"/>
              </a:rPr>
              <a:t>j</a:t>
            </a:r>
            <a:r>
              <a:rPr lang="en-US" altLang="zh-CN" sz="1950" b="1">
                <a:solidFill>
                  <a:srgbClr val="000066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1950" b="1" i="1">
                <a:solidFill>
                  <a:srgbClr val="000066"/>
                </a:solidFill>
                <a:latin typeface="Symbol" panose="05050102010706020507" pitchFamily="18" charset="2"/>
              </a:rPr>
              <a:t>q</a:t>
            </a:r>
            <a:r>
              <a:rPr lang="en-US" altLang="zh-CN" sz="1950" b="1" baseline="-25000">
                <a:solidFill>
                  <a:srgbClr val="000066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1950" b="1">
                <a:solidFill>
                  <a:srgbClr val="000066"/>
                </a:solidFill>
                <a:latin typeface="Times New Roman" panose="02020603050405020304" pitchFamily="18" charset="0"/>
              </a:rPr>
              <a:t>,…,</a:t>
            </a:r>
            <a:r>
              <a:rPr lang="en-US" altLang="zh-CN" sz="1950" b="1" i="1">
                <a:solidFill>
                  <a:srgbClr val="000066"/>
                </a:solidFill>
                <a:latin typeface="Symbol" panose="05050102010706020507" pitchFamily="18" charset="2"/>
              </a:rPr>
              <a:t>q</a:t>
            </a:r>
            <a:r>
              <a:rPr lang="en-US" altLang="zh-CN" sz="1950" b="1" i="1" baseline="-25000">
                <a:solidFill>
                  <a:srgbClr val="000066"/>
                </a:solidFill>
                <a:latin typeface="Times New Roman" panose="02020603050405020304" pitchFamily="18" charset="0"/>
              </a:rPr>
              <a:t>k</a:t>
            </a:r>
            <a:r>
              <a:rPr lang="en-US" altLang="zh-CN" sz="1950" b="1">
                <a:solidFill>
                  <a:srgbClr val="000066"/>
                </a:solidFill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536590" name="文本框 536589">
            <a:extLst>
              <a:ext uri="{FF2B5EF4-FFF2-40B4-BE49-F238E27FC236}">
                <a16:creationId xmlns:a16="http://schemas.microsoft.com/office/drawing/2014/main" id="{F046B4D3-AFCF-4DD1-9157-AB351C956C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5513" y="3689747"/>
            <a:ext cx="849655" cy="370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500" tIns="35100" rIns="67500" bIns="3510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>
              <a:spcBef>
                <a:spcPct val="20000"/>
              </a:spcBef>
              <a:buClr>
                <a:schemeClr val="tx1"/>
              </a:buClr>
              <a:buSzPct val="80000"/>
              <a:buFontTx/>
              <a:buNone/>
            </a:pPr>
            <a:r>
              <a:rPr lang="zh-CN" altLang="en-US" sz="1950" b="1">
                <a:solidFill>
                  <a:srgbClr val="000066"/>
                </a:solidFill>
              </a:rPr>
              <a:t>令</a:t>
            </a:r>
          </a:p>
        </p:txBody>
      </p:sp>
      <p:sp>
        <p:nvSpPr>
          <p:cNvPr id="536591" name="文本框 536590">
            <a:extLst>
              <a:ext uri="{FF2B5EF4-FFF2-40B4-BE49-F238E27FC236}">
                <a16:creationId xmlns:a16="http://schemas.microsoft.com/office/drawing/2014/main" id="{623B9F87-F784-45C1-B21D-DAD3BE59B1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3413" y="3069431"/>
            <a:ext cx="953850" cy="370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500" tIns="35100" rIns="67500" bIns="3510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>
              <a:spcBef>
                <a:spcPct val="20000"/>
              </a:spcBef>
              <a:buClr>
                <a:schemeClr val="tx1"/>
              </a:buClr>
              <a:buSzPct val="80000"/>
              <a:buFontTx/>
              <a:buNone/>
            </a:pPr>
            <a:r>
              <a:rPr lang="en-US" altLang="zh-CN" sz="1950" b="1">
                <a:solidFill>
                  <a:srgbClr val="000066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sz="1950" b="1" i="1">
                <a:solidFill>
                  <a:srgbClr val="000066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1950" b="1" i="1" baseline="-25000">
                <a:solidFill>
                  <a:srgbClr val="000066"/>
                </a:solidFill>
                <a:latin typeface="Times New Roman" panose="02020603050405020304" pitchFamily="18" charset="0"/>
              </a:rPr>
              <a:t>j</a:t>
            </a:r>
          </a:p>
        </p:txBody>
      </p:sp>
      <p:graphicFrame>
        <p:nvGraphicFramePr>
          <p:cNvPr id="536592" name="内容占位符 536591">
            <a:extLst>
              <a:ext uri="{FF2B5EF4-FFF2-40B4-BE49-F238E27FC236}">
                <a16:creationId xmlns:a16="http://schemas.microsoft.com/office/drawing/2014/main" id="{A6AA5491-B0C5-4DE1-ADFC-0832EC2672A9}"/>
              </a:ext>
            </a:extLst>
          </p:cNvPr>
          <p:cNvGraphicFramePr>
            <a:graphicFrameLocks noGrp="1"/>
          </p:cNvGraphicFramePr>
          <p:nvPr>
            <p:ph sz="half" idx="4294967295"/>
          </p:nvPr>
        </p:nvGraphicFramePr>
        <p:xfrm>
          <a:off x="4194573" y="2953941"/>
          <a:ext cx="620315" cy="5893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" r:id="rId9" imgW="634725" imgH="482391" progId="Equation.3">
                  <p:embed/>
                </p:oleObj>
              </mc:Choice>
              <mc:Fallback>
                <p:oleObj r:id="rId9" imgW="634725" imgH="482391" progId="Equation.3">
                  <p:embed/>
                  <p:pic>
                    <p:nvPicPr>
                      <p:cNvPr id="536592" name="内容占位符 536591">
                        <a:extLst>
                          <a:ext uri="{FF2B5EF4-FFF2-40B4-BE49-F238E27FC236}">
                            <a16:creationId xmlns:a16="http://schemas.microsoft.com/office/drawing/2014/main" id="{A6AA5491-B0C5-4DE1-ADFC-0832EC2672A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4573" y="2953941"/>
                        <a:ext cx="620315" cy="5893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6593" name="文本框 536592">
            <a:extLst>
              <a:ext uri="{FF2B5EF4-FFF2-40B4-BE49-F238E27FC236}">
                <a16:creationId xmlns:a16="http://schemas.microsoft.com/office/drawing/2014/main" id="{3D1FDC80-70A7-445E-8FA9-AFC260A1B9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1391" y="3042047"/>
            <a:ext cx="2428613" cy="370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500" tIns="35100" rIns="67500" bIns="3510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>
              <a:spcBef>
                <a:spcPct val="20000"/>
              </a:spcBef>
              <a:buClr>
                <a:schemeClr val="tx1"/>
              </a:buClr>
              <a:buSzPct val="80000"/>
              <a:buFontTx/>
              <a:buNone/>
            </a:pPr>
            <a:r>
              <a:rPr lang="zh-CN" altLang="en-US" sz="1950" b="1">
                <a:solidFill>
                  <a:srgbClr val="000066"/>
                </a:solidFill>
              </a:rPr>
              <a:t>样本的</a:t>
            </a:r>
            <a:r>
              <a:rPr lang="en-US" altLang="zh-CN" sz="1950" b="1" i="1">
                <a:solidFill>
                  <a:srgbClr val="000066"/>
                </a:solidFill>
                <a:latin typeface="Times New Roman" panose="02020603050405020304" pitchFamily="18" charset="0"/>
              </a:rPr>
              <a:t>j</a:t>
            </a:r>
            <a:r>
              <a:rPr lang="zh-CN" altLang="en-US" sz="1950" b="1">
                <a:solidFill>
                  <a:srgbClr val="000066"/>
                </a:solidFill>
              </a:rPr>
              <a:t>阶原点矩</a:t>
            </a:r>
          </a:p>
        </p:txBody>
      </p:sp>
      <p:sp>
        <p:nvSpPr>
          <p:cNvPr id="536594" name="文本框 536593">
            <a:extLst>
              <a:ext uri="{FF2B5EF4-FFF2-40B4-BE49-F238E27FC236}">
                <a16:creationId xmlns:a16="http://schemas.microsoft.com/office/drawing/2014/main" id="{E2EF3F80-590B-46D5-B862-C32F919512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9141" y="3679031"/>
            <a:ext cx="1737719" cy="370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500" tIns="35100" rIns="67500" bIns="3510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>
              <a:spcBef>
                <a:spcPct val="20000"/>
              </a:spcBef>
              <a:buClr>
                <a:schemeClr val="tx1"/>
              </a:buClr>
              <a:buSzPct val="80000"/>
              <a:buFontTx/>
              <a:buNone/>
            </a:pPr>
            <a:r>
              <a:rPr lang="en-US" altLang="zh-CN" sz="1950" b="1" i="1">
                <a:solidFill>
                  <a:srgbClr val="000066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1950" b="1" i="1" baseline="-25000">
                <a:solidFill>
                  <a:srgbClr val="000066"/>
                </a:solidFill>
                <a:latin typeface="Times New Roman" panose="02020603050405020304" pitchFamily="18" charset="0"/>
              </a:rPr>
              <a:t>j</a:t>
            </a:r>
            <a:r>
              <a:rPr lang="en-US" altLang="zh-CN" sz="1950" b="1">
                <a:solidFill>
                  <a:srgbClr val="000066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1950" b="1" i="1">
                <a:solidFill>
                  <a:srgbClr val="000066"/>
                </a:solidFill>
                <a:latin typeface="Symbol" panose="05050102010706020507" pitchFamily="18" charset="2"/>
              </a:rPr>
              <a:t>q</a:t>
            </a:r>
            <a:r>
              <a:rPr lang="en-US" altLang="zh-CN" sz="1950" b="1" baseline="-25000">
                <a:solidFill>
                  <a:srgbClr val="000066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1950" b="1">
                <a:solidFill>
                  <a:srgbClr val="000066"/>
                </a:solidFill>
                <a:latin typeface="Times New Roman" panose="02020603050405020304" pitchFamily="18" charset="0"/>
              </a:rPr>
              <a:t>,…,</a:t>
            </a:r>
            <a:r>
              <a:rPr lang="en-US" altLang="zh-CN" sz="1950" b="1" i="1">
                <a:solidFill>
                  <a:srgbClr val="000066"/>
                </a:solidFill>
                <a:latin typeface="Symbol" panose="05050102010706020507" pitchFamily="18" charset="2"/>
              </a:rPr>
              <a:t>q</a:t>
            </a:r>
            <a:r>
              <a:rPr lang="en-US" altLang="zh-CN" sz="1950" b="1" i="1" baseline="-25000">
                <a:solidFill>
                  <a:srgbClr val="000066"/>
                </a:solidFill>
                <a:latin typeface="Times New Roman" panose="02020603050405020304" pitchFamily="18" charset="0"/>
              </a:rPr>
              <a:t>k</a:t>
            </a:r>
            <a:r>
              <a:rPr lang="en-US" altLang="zh-CN" sz="1950" b="1">
                <a:solidFill>
                  <a:srgbClr val="000066"/>
                </a:solidFill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536595" name="文本框 536594">
            <a:extLst>
              <a:ext uri="{FF2B5EF4-FFF2-40B4-BE49-F238E27FC236}">
                <a16:creationId xmlns:a16="http://schemas.microsoft.com/office/drawing/2014/main" id="{F1A8DC71-7DDE-4894-8F15-F52B88EB69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5954" y="3689747"/>
            <a:ext cx="953850" cy="370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500" tIns="35100" rIns="67500" bIns="3510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>
              <a:spcBef>
                <a:spcPct val="20000"/>
              </a:spcBef>
              <a:buClr>
                <a:schemeClr val="tx1"/>
              </a:buClr>
              <a:buSzPct val="80000"/>
              <a:buFontTx/>
              <a:buNone/>
            </a:pPr>
            <a:r>
              <a:rPr lang="en-US" altLang="zh-CN" sz="1950" b="1">
                <a:solidFill>
                  <a:srgbClr val="000066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sz="1950" b="1" i="1">
                <a:solidFill>
                  <a:srgbClr val="000066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1950" b="1" i="1" baseline="-25000">
                <a:solidFill>
                  <a:srgbClr val="000066"/>
                </a:solidFill>
                <a:latin typeface="Times New Roman" panose="02020603050405020304" pitchFamily="18" charset="0"/>
              </a:rPr>
              <a:t>j</a:t>
            </a:r>
          </a:p>
        </p:txBody>
      </p:sp>
      <p:sp>
        <p:nvSpPr>
          <p:cNvPr id="536596" name="文本框 536595">
            <a:extLst>
              <a:ext uri="{FF2B5EF4-FFF2-40B4-BE49-F238E27FC236}">
                <a16:creationId xmlns:a16="http://schemas.microsoft.com/office/drawing/2014/main" id="{55DE18B8-1E6A-455C-A46F-385EDC8F8D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77978" y="3689747"/>
            <a:ext cx="1434751" cy="370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500" tIns="35100" rIns="67500" bIns="3510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>
              <a:spcBef>
                <a:spcPct val="20000"/>
              </a:spcBef>
              <a:buClr>
                <a:schemeClr val="tx1"/>
              </a:buClr>
              <a:buSzPct val="80000"/>
              <a:buFontTx/>
              <a:buNone/>
            </a:pPr>
            <a:r>
              <a:rPr lang="en-US" altLang="zh-CN" sz="1950" b="1" i="1">
                <a:solidFill>
                  <a:srgbClr val="000066"/>
                </a:solidFill>
                <a:latin typeface="Times New Roman" panose="02020603050405020304" pitchFamily="18" charset="0"/>
              </a:rPr>
              <a:t>j</a:t>
            </a:r>
            <a:r>
              <a:rPr lang="en-US" altLang="zh-CN" sz="1950" b="1">
                <a:solidFill>
                  <a:srgbClr val="000066"/>
                </a:solidFill>
                <a:latin typeface="Times New Roman" panose="02020603050405020304" pitchFamily="18" charset="0"/>
              </a:rPr>
              <a:t>=1,…,</a:t>
            </a:r>
            <a:r>
              <a:rPr lang="en-US" altLang="zh-CN" sz="1950" b="1" i="1">
                <a:solidFill>
                  <a:srgbClr val="000066"/>
                </a:solidFill>
                <a:latin typeface="Times New Roman" panose="02020603050405020304" pitchFamily="18" charset="0"/>
              </a:rPr>
              <a:t>k</a:t>
            </a:r>
            <a:endParaRPr lang="en-US" altLang="zh-CN" sz="1950" b="1">
              <a:solidFill>
                <a:srgbClr val="000066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536597" name="组合 536596">
            <a:extLst>
              <a:ext uri="{FF2B5EF4-FFF2-40B4-BE49-F238E27FC236}">
                <a16:creationId xmlns:a16="http://schemas.microsoft.com/office/drawing/2014/main" id="{A9D58839-536A-43E7-9F8E-902B75264530}"/>
              </a:ext>
            </a:extLst>
          </p:cNvPr>
          <p:cNvGrpSpPr>
            <a:grpSpLocks/>
          </p:cNvGrpSpPr>
          <p:nvPr/>
        </p:nvGrpSpPr>
        <p:grpSpPr bwMode="auto">
          <a:xfrm>
            <a:off x="1223962" y="4255299"/>
            <a:ext cx="6253163" cy="373857"/>
            <a:chOff x="204" y="3381"/>
            <a:chExt cx="5252" cy="314"/>
          </a:xfrm>
        </p:grpSpPr>
        <p:sp>
          <p:nvSpPr>
            <p:cNvPr id="14357" name="文本框 536597">
              <a:extLst>
                <a:ext uri="{FF2B5EF4-FFF2-40B4-BE49-F238E27FC236}">
                  <a16:creationId xmlns:a16="http://schemas.microsoft.com/office/drawing/2014/main" id="{80407EB0-E38B-4A32-9363-8F8253D7F1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4" y="3383"/>
              <a:ext cx="2251" cy="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7500" tIns="35100" rIns="67500" bIns="351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lvl="1">
                <a:spcBef>
                  <a:spcPct val="20000"/>
                </a:spcBef>
                <a:buClr>
                  <a:schemeClr val="tx1"/>
                </a:buClr>
                <a:buSzPct val="80000"/>
                <a:buFontTx/>
                <a:buNone/>
              </a:pPr>
              <a:r>
                <a:rPr lang="zh-CN" altLang="en-US" sz="1950" b="1">
                  <a:solidFill>
                    <a:srgbClr val="000066"/>
                  </a:solidFill>
                </a:rPr>
                <a:t>求解方程组</a:t>
              </a:r>
              <a:r>
                <a:rPr lang="en-US" altLang="zh-CN" sz="1950" b="1">
                  <a:solidFill>
                    <a:srgbClr val="000066"/>
                  </a:solidFill>
                </a:rPr>
                <a:t>,</a:t>
              </a:r>
              <a:r>
                <a:rPr lang="zh-CN" altLang="en-US" sz="1950" b="1">
                  <a:solidFill>
                    <a:srgbClr val="000066"/>
                  </a:solidFill>
                </a:rPr>
                <a:t>得到解</a:t>
              </a:r>
            </a:p>
          </p:txBody>
        </p:sp>
        <p:graphicFrame>
          <p:nvGraphicFramePr>
            <p:cNvPr id="14358" name="内容占位符 536598">
              <a:extLst>
                <a:ext uri="{FF2B5EF4-FFF2-40B4-BE49-F238E27FC236}">
                  <a16:creationId xmlns:a16="http://schemas.microsoft.com/office/drawing/2014/main" id="{07E82E0B-6937-46C5-B0D6-6FE8C09A5F9C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2280" y="3381"/>
            <a:ext cx="3176" cy="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9" r:id="rId11" imgW="3059372" imgH="291973" progId="Equation.3">
                    <p:embed/>
                  </p:oleObj>
                </mc:Choice>
                <mc:Fallback>
                  <p:oleObj r:id="rId11" imgW="3059372" imgH="291973" progId="Equation.3">
                    <p:embed/>
                    <p:pic>
                      <p:nvPicPr>
                        <p:cNvPr id="14358" name="内容占位符 536598">
                          <a:extLst>
                            <a:ext uri="{FF2B5EF4-FFF2-40B4-BE49-F238E27FC236}">
                              <a16:creationId xmlns:a16="http://schemas.microsoft.com/office/drawing/2014/main" id="{07E82E0B-6937-46C5-B0D6-6FE8C09A5F9C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80" y="3381"/>
                          <a:ext cx="3176" cy="3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 spd="med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36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2" dur="500"/>
                                        <p:tgtEl>
                                          <p:spTgt spid="536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7" dur="500"/>
                                        <p:tgtEl>
                                          <p:spTgt spid="536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1" dur="500"/>
                                        <p:tgtEl>
                                          <p:spTgt spid="5365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6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4" dur="500"/>
                                        <p:tgtEl>
                                          <p:spTgt spid="5365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6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7" dur="500"/>
                                        <p:tgtEl>
                                          <p:spTgt spid="5365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6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5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365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365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36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536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536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5365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365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1000"/>
                                        <p:tgtEl>
                                          <p:spTgt spid="536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5365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5365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1000"/>
                                        <p:tgtEl>
                                          <p:spTgt spid="536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5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5365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5365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5365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5365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5365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5365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5365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5365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3000"/>
                                        <p:tgtEl>
                                          <p:spTgt spid="536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536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2000" fill="hold"/>
                                        <p:tgtEl>
                                          <p:spTgt spid="5365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2000" fill="hold"/>
                                        <p:tgtEl>
                                          <p:spTgt spid="5365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2000"/>
                                        <p:tgtEl>
                                          <p:spTgt spid="536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6581" grpId="0" build="p"/>
      <p:bldP spid="536585" grpId="0" build="p"/>
      <p:bldP spid="536586" grpId="0" animBg="1"/>
      <p:bldP spid="536587" grpId="0"/>
      <p:bldP spid="536588" grpId="0"/>
      <p:bldP spid="536589" grpId="0"/>
      <p:bldP spid="536590" grpId="0"/>
      <p:bldP spid="536591" grpId="0"/>
      <p:bldP spid="536593" grpId="0"/>
      <p:bldP spid="536594" grpId="0"/>
      <p:bldP spid="536595" grpId="0"/>
      <p:bldP spid="53659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606" name="文本框 537605">
            <a:extLst>
              <a:ext uri="{FF2B5EF4-FFF2-40B4-BE49-F238E27FC236}">
                <a16:creationId xmlns:a16="http://schemas.microsoft.com/office/drawing/2014/main" id="{B8DD14A2-EF29-477D-99DB-EFC28537D7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3317" y="925117"/>
            <a:ext cx="5725715" cy="8873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100" b="1">
                <a:solidFill>
                  <a:srgbClr val="FF66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例        </a:t>
            </a:r>
            <a:r>
              <a:rPr lang="zh-CN" altLang="en-US" sz="2100">
                <a:latin typeface="Times New Roman" panose="02020603050405020304" pitchFamily="18" charset="0"/>
                <a:ea typeface="黑体" panose="02010609060101010101" pitchFamily="49" charset="-122"/>
              </a:rPr>
              <a:t>设总体 </a:t>
            </a:r>
            <a:r>
              <a:rPr lang="en-US" altLang="zh-CN" sz="2100" i="1">
                <a:latin typeface="Times New Roman" panose="02020603050405020304" pitchFamily="18" charset="0"/>
                <a:ea typeface="黑体" panose="02010609060101010101" pitchFamily="49" charset="-122"/>
              </a:rPr>
              <a:t>X ~ E</a:t>
            </a:r>
            <a:r>
              <a:rPr lang="en-US" altLang="zh-CN" sz="2100"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lang="en-US" altLang="zh-CN" sz="2100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</a:t>
            </a:r>
            <a:r>
              <a:rPr lang="en-US" altLang="zh-CN" sz="2100">
                <a:latin typeface="Times New Roman" panose="02020603050405020304" pitchFamily="18" charset="0"/>
                <a:ea typeface="黑体" panose="02010609060101010101" pitchFamily="49" charset="-122"/>
              </a:rPr>
              <a:t>), </a:t>
            </a:r>
            <a:r>
              <a:rPr lang="en-US" altLang="zh-CN" sz="2100" i="1"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lang="en-US" altLang="zh-CN" sz="21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lang="en-US" altLang="zh-CN" sz="2100">
                <a:latin typeface="Times New Roman" panose="02020603050405020304" pitchFamily="18" charset="0"/>
                <a:ea typeface="黑体" panose="02010609060101010101" pitchFamily="49" charset="-122"/>
              </a:rPr>
              <a:t>, </a:t>
            </a:r>
            <a:r>
              <a:rPr lang="en-US" altLang="zh-CN" sz="2100" i="1"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lang="en-US" altLang="zh-CN" sz="21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lang="en-US" altLang="zh-CN" sz="2100">
                <a:latin typeface="Times New Roman" panose="02020603050405020304" pitchFamily="18" charset="0"/>
                <a:ea typeface="黑体" panose="02010609060101010101" pitchFamily="49" charset="-122"/>
              </a:rPr>
              <a:t>,…, </a:t>
            </a:r>
            <a:r>
              <a:rPr lang="en-US" altLang="zh-CN" sz="2100" i="1"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lang="en-US" altLang="zh-CN" sz="2100" i="1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n</a:t>
            </a:r>
            <a:r>
              <a:rPr lang="zh-CN" altLang="en-US" sz="2100">
                <a:latin typeface="Times New Roman" panose="02020603050405020304" pitchFamily="18" charset="0"/>
                <a:ea typeface="黑体" panose="02010609060101010101" pitchFamily="49" charset="-122"/>
              </a:rPr>
              <a:t>为总体的样 </a:t>
            </a:r>
          </a:p>
          <a:p>
            <a:pPr>
              <a:lnSpc>
                <a:spcPct val="130000"/>
              </a:lnSpc>
            </a:pPr>
            <a:r>
              <a:rPr lang="zh-CN" altLang="en-US" sz="2100">
                <a:latin typeface="Times New Roman" panose="02020603050405020304" pitchFamily="18" charset="0"/>
                <a:ea typeface="黑体" panose="02010609060101010101" pitchFamily="49" charset="-122"/>
              </a:rPr>
              <a:t>            本求</a:t>
            </a:r>
            <a:r>
              <a:rPr lang="zh-CN" altLang="en-US" sz="2100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 </a:t>
            </a:r>
            <a:r>
              <a:rPr lang="zh-CN" altLang="en-US" sz="210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的矩估计量.</a:t>
            </a:r>
          </a:p>
        </p:txBody>
      </p:sp>
      <p:sp>
        <p:nvSpPr>
          <p:cNvPr id="537607" name="文本框 537606">
            <a:extLst>
              <a:ext uri="{FF2B5EF4-FFF2-40B4-BE49-F238E27FC236}">
                <a16:creationId xmlns:a16="http://schemas.microsoft.com/office/drawing/2014/main" id="{81345B5A-D3C8-4F80-88FE-1DD739FD83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8085" y="2437210"/>
            <a:ext cx="455574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100" b="1">
                <a:solidFill>
                  <a:srgbClr val="FF66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解</a:t>
            </a:r>
          </a:p>
        </p:txBody>
      </p:sp>
      <p:graphicFrame>
        <p:nvGraphicFramePr>
          <p:cNvPr id="537608" name="对象 537607">
            <a:extLst>
              <a:ext uri="{FF2B5EF4-FFF2-40B4-BE49-F238E27FC236}">
                <a16:creationId xmlns:a16="http://schemas.microsoft.com/office/drawing/2014/main" id="{A77E36DF-D79D-4A3E-A336-62DEEC5F6363}"/>
              </a:ext>
            </a:extLst>
          </p:cNvPr>
          <p:cNvGraphicFramePr>
            <a:graphicFrameLocks/>
          </p:cNvGraphicFramePr>
          <p:nvPr/>
        </p:nvGraphicFramePr>
        <p:xfrm>
          <a:off x="2681288" y="2463404"/>
          <a:ext cx="17145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r:id="rId3" imgW="824784" imgH="203024" progId="Equation.DSMT4">
                  <p:embed/>
                </p:oleObj>
              </mc:Choice>
              <mc:Fallback>
                <p:oleObj r:id="rId3" imgW="824784" imgH="203024" progId="Equation.DSMT4">
                  <p:embed/>
                  <p:pic>
                    <p:nvPicPr>
                      <p:cNvPr id="537608" name="对象 537607">
                        <a:extLst>
                          <a:ext uri="{FF2B5EF4-FFF2-40B4-BE49-F238E27FC236}">
                            <a16:creationId xmlns:a16="http://schemas.microsoft.com/office/drawing/2014/main" id="{A77E36DF-D79D-4A3E-A336-62DEEC5F636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1288" y="2463404"/>
                        <a:ext cx="17145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37609" name="组合 537608">
            <a:extLst>
              <a:ext uri="{FF2B5EF4-FFF2-40B4-BE49-F238E27FC236}">
                <a16:creationId xmlns:a16="http://schemas.microsoft.com/office/drawing/2014/main" id="{0BBAD150-F2D7-4933-8C4D-72588B178855}"/>
              </a:ext>
            </a:extLst>
          </p:cNvPr>
          <p:cNvGrpSpPr>
            <a:grpSpLocks/>
          </p:cNvGrpSpPr>
          <p:nvPr/>
        </p:nvGrpSpPr>
        <p:grpSpPr bwMode="auto">
          <a:xfrm>
            <a:off x="4787504" y="2301479"/>
            <a:ext cx="1935956" cy="573881"/>
            <a:chOff x="2598" y="3118"/>
            <a:chExt cx="1626" cy="482"/>
          </a:xfrm>
        </p:grpSpPr>
        <p:graphicFrame>
          <p:nvGraphicFramePr>
            <p:cNvPr id="15365" name="对象 537609">
              <a:extLst>
                <a:ext uri="{FF2B5EF4-FFF2-40B4-BE49-F238E27FC236}">
                  <a16:creationId xmlns:a16="http://schemas.microsoft.com/office/drawing/2014/main" id="{E69CD80F-0BBC-48FF-8106-4FCC0267928E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3049" y="3169"/>
            <a:ext cx="1175" cy="4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9" r:id="rId5" imgW="596900" imgH="228600" progId="Equation.DSMT4">
                    <p:embed/>
                  </p:oleObj>
                </mc:Choice>
                <mc:Fallback>
                  <p:oleObj r:id="rId5" imgW="596900" imgH="228600" progId="Equation.DSMT4">
                    <p:embed/>
                    <p:pic>
                      <p:nvPicPr>
                        <p:cNvPr id="15365" name="对象 537609">
                          <a:extLst>
                            <a:ext uri="{FF2B5EF4-FFF2-40B4-BE49-F238E27FC236}">
                              <a16:creationId xmlns:a16="http://schemas.microsoft.com/office/drawing/2014/main" id="{E69CD80F-0BBC-48FF-8106-4FCC0267928E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49" y="3169"/>
                          <a:ext cx="1175" cy="4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66" name="文本框 537610">
              <a:extLst>
                <a:ext uri="{FF2B5EF4-FFF2-40B4-BE49-F238E27FC236}">
                  <a16:creationId xmlns:a16="http://schemas.microsoft.com/office/drawing/2014/main" id="{F11D6B67-55FD-4AC4-A239-134651BD2B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8" y="3118"/>
              <a:ext cx="446" cy="4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700">
                  <a:latin typeface="Times New Roman" panose="02020603050405020304" pitchFamily="18" charset="0"/>
                  <a:ea typeface="楷体_GB2312" pitchFamily="49" charset="-122"/>
                </a:rPr>
                <a:t>令</a:t>
              </a:r>
            </a:p>
          </p:txBody>
        </p:sp>
      </p:grpSp>
      <p:grpSp>
        <p:nvGrpSpPr>
          <p:cNvPr id="15367" name="组合 537612">
            <a:extLst>
              <a:ext uri="{FF2B5EF4-FFF2-40B4-BE49-F238E27FC236}">
                <a16:creationId xmlns:a16="http://schemas.microsoft.com/office/drawing/2014/main" id="{82102227-892E-44E8-BDF3-F135D0E32C25}"/>
              </a:ext>
            </a:extLst>
          </p:cNvPr>
          <p:cNvGrpSpPr>
            <a:grpSpLocks/>
          </p:cNvGrpSpPr>
          <p:nvPr/>
        </p:nvGrpSpPr>
        <p:grpSpPr bwMode="auto">
          <a:xfrm>
            <a:off x="7258050" y="4857750"/>
            <a:ext cx="685800" cy="285750"/>
            <a:chOff x="4992" y="4080"/>
            <a:chExt cx="576" cy="240"/>
          </a:xfrm>
        </p:grpSpPr>
        <p:sp>
          <p:nvSpPr>
            <p:cNvPr id="15368" name="动作按钮: 后退或前一项 537613">
              <a:hlinkClick r:id="" action="ppaction://hlinkshowjump?jump=previousslide" highlightClick="1"/>
              <a:extLst>
                <a:ext uri="{FF2B5EF4-FFF2-40B4-BE49-F238E27FC236}">
                  <a16:creationId xmlns:a16="http://schemas.microsoft.com/office/drawing/2014/main" id="{D6071211-0FC7-47AB-B224-53ECF0A3EE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2" y="4080"/>
              <a:ext cx="288" cy="240"/>
            </a:xfrm>
            <a:prstGeom prst="actionButtonBackPrevious">
              <a:avLst/>
            </a:prstGeom>
            <a:solidFill>
              <a:srgbClr val="DB832B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5369" name="动作按钮: 前进或下一项 537614">
              <a:hlinkClick r:id="" action="ppaction://hlinkshowjump?jump=nextslide" highlightClick="1"/>
              <a:extLst>
                <a:ext uri="{FF2B5EF4-FFF2-40B4-BE49-F238E27FC236}">
                  <a16:creationId xmlns:a16="http://schemas.microsoft.com/office/drawing/2014/main" id="{C380706A-99D0-42D4-89CD-9882E4546B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0" y="4080"/>
              <a:ext cx="288" cy="240"/>
            </a:xfrm>
            <a:prstGeom prst="actionButtonForwardNext">
              <a:avLst/>
            </a:prstGeom>
            <a:solidFill>
              <a:srgbClr val="DB832B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537616" name="组合 537615">
            <a:extLst>
              <a:ext uri="{FF2B5EF4-FFF2-40B4-BE49-F238E27FC236}">
                <a16:creationId xmlns:a16="http://schemas.microsoft.com/office/drawing/2014/main" id="{F5F53DCC-F70E-4584-BA0C-7FEA963E37A6}"/>
              </a:ext>
            </a:extLst>
          </p:cNvPr>
          <p:cNvGrpSpPr>
            <a:grpSpLocks/>
          </p:cNvGrpSpPr>
          <p:nvPr/>
        </p:nvGrpSpPr>
        <p:grpSpPr bwMode="auto">
          <a:xfrm>
            <a:off x="3464719" y="3327797"/>
            <a:ext cx="2126456" cy="642938"/>
            <a:chOff x="806" y="3573"/>
            <a:chExt cx="1786" cy="540"/>
          </a:xfrm>
        </p:grpSpPr>
        <p:sp>
          <p:nvSpPr>
            <p:cNvPr id="15371" name="文本框 537616">
              <a:extLst>
                <a:ext uri="{FF2B5EF4-FFF2-40B4-BE49-F238E27FC236}">
                  <a16:creationId xmlns:a16="http://schemas.microsoft.com/office/drawing/2014/main" id="{29B149F8-34C8-4C47-B72B-338ED41DDC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6" y="3628"/>
              <a:ext cx="446" cy="4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700">
                  <a:latin typeface="Times New Roman" panose="02020603050405020304" pitchFamily="18" charset="0"/>
                  <a:ea typeface="楷体_GB2312" pitchFamily="49" charset="-122"/>
                </a:rPr>
                <a:t>故</a:t>
              </a:r>
            </a:p>
          </p:txBody>
        </p:sp>
        <p:grpSp>
          <p:nvGrpSpPr>
            <p:cNvPr id="15372" name="组合 537617">
              <a:extLst>
                <a:ext uri="{FF2B5EF4-FFF2-40B4-BE49-F238E27FC236}">
                  <a16:creationId xmlns:a16="http://schemas.microsoft.com/office/drawing/2014/main" id="{62D1BA74-C3EC-4924-8D65-E622C2A725E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57" y="3573"/>
              <a:ext cx="1235" cy="540"/>
              <a:chOff x="1357" y="3573"/>
              <a:chExt cx="1235" cy="540"/>
            </a:xfrm>
          </p:grpSpPr>
          <p:graphicFrame>
            <p:nvGraphicFramePr>
              <p:cNvPr id="15373" name="对象 537618">
                <a:extLst>
                  <a:ext uri="{FF2B5EF4-FFF2-40B4-BE49-F238E27FC236}">
                    <a16:creationId xmlns:a16="http://schemas.microsoft.com/office/drawing/2014/main" id="{EC5D7BEB-5822-463D-926A-AD2A7E29D974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1357" y="3600"/>
              <a:ext cx="1235" cy="51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80" r:id="rId7" imgW="672808" imgH="241195" progId="Equation.DSMT4">
                      <p:embed/>
                    </p:oleObj>
                  </mc:Choice>
                  <mc:Fallback>
                    <p:oleObj r:id="rId7" imgW="672808" imgH="241195" progId="Equation.DSMT4">
                      <p:embed/>
                      <p:pic>
                        <p:nvPicPr>
                          <p:cNvPr id="15373" name="对象 537618">
                            <a:extLst>
                              <a:ext uri="{FF2B5EF4-FFF2-40B4-BE49-F238E27FC236}">
                                <a16:creationId xmlns:a16="http://schemas.microsoft.com/office/drawing/2014/main" id="{EC5D7BEB-5822-463D-926A-AD2A7E29D974}"/>
                              </a:ext>
                            </a:extLst>
                          </p:cNvPr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357" y="3600"/>
                            <a:ext cx="1235" cy="51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5374" name="对象 537619">
                <a:extLst>
                  <a:ext uri="{FF2B5EF4-FFF2-40B4-BE49-F238E27FC236}">
                    <a16:creationId xmlns:a16="http://schemas.microsoft.com/office/drawing/2014/main" id="{9FAA05E1-6504-48D2-8F33-7158ACCCED15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1440" y="3573"/>
              <a:ext cx="188" cy="17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81" r:id="rId9" imgW="139397" imgH="126725" progId="Equation.3">
                      <p:embed/>
                    </p:oleObj>
                  </mc:Choice>
                  <mc:Fallback>
                    <p:oleObj r:id="rId9" imgW="139397" imgH="126725" progId="Equation.3">
                      <p:embed/>
                      <p:pic>
                        <p:nvPicPr>
                          <p:cNvPr id="15374" name="对象 537619">
                            <a:extLst>
                              <a:ext uri="{FF2B5EF4-FFF2-40B4-BE49-F238E27FC236}">
                                <a16:creationId xmlns:a16="http://schemas.microsoft.com/office/drawing/2014/main" id="{9FAA05E1-6504-48D2-8F33-7158ACCCED15}"/>
                              </a:ext>
                            </a:extLst>
                          </p:cNvPr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440" y="3573"/>
                            <a:ext cx="188" cy="17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37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37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37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37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37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7606" grpId="0"/>
      <p:bldP spid="53760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文本框 538625">
            <a:extLst>
              <a:ext uri="{FF2B5EF4-FFF2-40B4-BE49-F238E27FC236}">
                <a16:creationId xmlns:a16="http://schemas.microsoft.com/office/drawing/2014/main" id="{5E40C432-7EB0-4D0C-B94D-5BFB094C8E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0700" y="250031"/>
            <a:ext cx="5660216" cy="41549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13500" rIns="135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100" b="1">
                <a:solidFill>
                  <a:srgbClr val="FF6600"/>
                </a:solidFill>
                <a:latin typeface="Times New Roman" panose="02020603050405020304" pitchFamily="18" charset="0"/>
              </a:rPr>
              <a:t>例</a:t>
            </a:r>
            <a:r>
              <a:rPr lang="zh-CN" altLang="en-US" sz="2100" b="1">
                <a:latin typeface="Times New Roman" panose="02020603050405020304" pitchFamily="18" charset="0"/>
              </a:rPr>
              <a:t> 试求总体期望</a:t>
            </a:r>
            <a:r>
              <a:rPr lang="en-US" altLang="zh-CN" sz="2100" b="1" i="1">
                <a:latin typeface="Symbol" panose="05050102010706020507" pitchFamily="18" charset="2"/>
              </a:rPr>
              <a:t>q</a:t>
            </a:r>
            <a:r>
              <a:rPr lang="en-US" altLang="zh-CN" sz="21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2100" b="1">
                <a:latin typeface="Times New Roman" panose="02020603050405020304" pitchFamily="18" charset="0"/>
              </a:rPr>
              <a:t>=</a:t>
            </a:r>
            <a:r>
              <a:rPr lang="en-US" altLang="zh-CN" sz="2100" b="1" i="1">
                <a:latin typeface="Times New Roman" panose="02020603050405020304" pitchFamily="18" charset="0"/>
              </a:rPr>
              <a:t>EX</a:t>
            </a:r>
            <a:r>
              <a:rPr lang="zh-CN" altLang="en-US" sz="2100" b="1">
                <a:latin typeface="Times New Roman" panose="02020603050405020304" pitchFamily="18" charset="0"/>
              </a:rPr>
              <a:t>和方差</a:t>
            </a:r>
            <a:r>
              <a:rPr lang="en-US" altLang="zh-CN" sz="2100" b="1" i="1">
                <a:latin typeface="Symbol" panose="05050102010706020507" pitchFamily="18" charset="2"/>
              </a:rPr>
              <a:t>q</a:t>
            </a:r>
            <a:r>
              <a:rPr lang="en-US" altLang="zh-CN" sz="2100" b="1" baseline="-25000">
                <a:latin typeface="Times New Roman" panose="02020603050405020304" pitchFamily="18" charset="0"/>
              </a:rPr>
              <a:t>2</a:t>
            </a:r>
            <a:r>
              <a:rPr lang="en-US" altLang="zh-CN" sz="2100" b="1">
                <a:latin typeface="Times New Roman" panose="02020603050405020304" pitchFamily="18" charset="0"/>
              </a:rPr>
              <a:t>=</a:t>
            </a:r>
            <a:r>
              <a:rPr lang="en-US" altLang="zh-CN" sz="2100" b="1" i="1">
                <a:latin typeface="Times New Roman" panose="02020603050405020304" pitchFamily="18" charset="0"/>
              </a:rPr>
              <a:t>DX</a:t>
            </a:r>
            <a:r>
              <a:rPr lang="zh-CN" altLang="en-US" sz="2100" b="1">
                <a:latin typeface="Times New Roman" panose="02020603050405020304" pitchFamily="18" charset="0"/>
              </a:rPr>
              <a:t>的矩估计。</a:t>
            </a:r>
          </a:p>
        </p:txBody>
      </p:sp>
      <p:sp>
        <p:nvSpPr>
          <p:cNvPr id="538627" name="文本框 538626">
            <a:extLst>
              <a:ext uri="{FF2B5EF4-FFF2-40B4-BE49-F238E27FC236}">
                <a16:creationId xmlns:a16="http://schemas.microsoft.com/office/drawing/2014/main" id="{79431EA7-79C8-4107-8492-809CE22CFD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4279" y="978694"/>
            <a:ext cx="2597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3500" rIns="135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latin typeface="Times New Roman" panose="02020603050405020304" pitchFamily="18" charset="0"/>
              </a:rPr>
              <a:t>解</a:t>
            </a:r>
          </a:p>
        </p:txBody>
      </p:sp>
      <p:graphicFrame>
        <p:nvGraphicFramePr>
          <p:cNvPr id="538628" name="对象 538627">
            <a:extLst>
              <a:ext uri="{FF2B5EF4-FFF2-40B4-BE49-F238E27FC236}">
                <a16:creationId xmlns:a16="http://schemas.microsoft.com/office/drawing/2014/main" id="{5453CFCA-E337-4A18-B6C3-61C508B4D7FC}"/>
              </a:ext>
            </a:extLst>
          </p:cNvPr>
          <p:cNvGraphicFramePr>
            <a:graphicFrameLocks/>
          </p:cNvGraphicFramePr>
          <p:nvPr/>
        </p:nvGraphicFramePr>
        <p:xfrm>
          <a:off x="2505075" y="735807"/>
          <a:ext cx="1972866" cy="10263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0" r:id="rId3" imgW="1333500" imgH="698500" progId="Equation.DSMT4">
                  <p:embed/>
                </p:oleObj>
              </mc:Choice>
              <mc:Fallback>
                <p:oleObj r:id="rId3" imgW="1333500" imgH="698500" progId="Equation.DSMT4">
                  <p:embed/>
                  <p:pic>
                    <p:nvPicPr>
                      <p:cNvPr id="538628" name="对象 538627">
                        <a:extLst>
                          <a:ext uri="{FF2B5EF4-FFF2-40B4-BE49-F238E27FC236}">
                            <a16:creationId xmlns:a16="http://schemas.microsoft.com/office/drawing/2014/main" id="{5453CFCA-E337-4A18-B6C3-61C508B4D7F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5075" y="735807"/>
                        <a:ext cx="1972866" cy="10263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8629" name="对象 538628">
            <a:extLst>
              <a:ext uri="{FF2B5EF4-FFF2-40B4-BE49-F238E27FC236}">
                <a16:creationId xmlns:a16="http://schemas.microsoft.com/office/drawing/2014/main" id="{0EF54F16-9473-4EB1-8545-237940D986AA}"/>
              </a:ext>
            </a:extLst>
          </p:cNvPr>
          <p:cNvGraphicFramePr>
            <a:graphicFrameLocks/>
          </p:cNvGraphicFramePr>
          <p:nvPr/>
        </p:nvGraphicFramePr>
        <p:xfrm>
          <a:off x="4756547" y="762000"/>
          <a:ext cx="2114550" cy="10179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1" r:id="rId5" imgW="1435100" imgH="698500" progId="Equation.DSMT4">
                  <p:embed/>
                </p:oleObj>
              </mc:Choice>
              <mc:Fallback>
                <p:oleObj r:id="rId5" imgW="1435100" imgH="698500" progId="Equation.DSMT4">
                  <p:embed/>
                  <p:pic>
                    <p:nvPicPr>
                      <p:cNvPr id="538629" name="对象 538628">
                        <a:extLst>
                          <a:ext uri="{FF2B5EF4-FFF2-40B4-BE49-F238E27FC236}">
                            <a16:creationId xmlns:a16="http://schemas.microsoft.com/office/drawing/2014/main" id="{0EF54F16-9473-4EB1-8545-237940D986A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56547" y="762000"/>
                        <a:ext cx="2114550" cy="10179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8630" name="对象 538629">
            <a:extLst>
              <a:ext uri="{FF2B5EF4-FFF2-40B4-BE49-F238E27FC236}">
                <a16:creationId xmlns:a16="http://schemas.microsoft.com/office/drawing/2014/main" id="{F2FFE066-DA69-4345-8EC4-2D929B3A4B9D}"/>
              </a:ext>
            </a:extLst>
          </p:cNvPr>
          <p:cNvGraphicFramePr>
            <a:graphicFrameLocks/>
          </p:cNvGraphicFramePr>
          <p:nvPr/>
        </p:nvGraphicFramePr>
        <p:xfrm>
          <a:off x="4572000" y="1950244"/>
          <a:ext cx="1944291" cy="5822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2" r:id="rId7" imgW="1434477" imgH="431613" progId="Equation.DSMT4">
                  <p:embed/>
                </p:oleObj>
              </mc:Choice>
              <mc:Fallback>
                <p:oleObj r:id="rId7" imgW="1434477" imgH="431613" progId="Equation.DSMT4">
                  <p:embed/>
                  <p:pic>
                    <p:nvPicPr>
                      <p:cNvPr id="538630" name="对象 538629">
                        <a:extLst>
                          <a:ext uri="{FF2B5EF4-FFF2-40B4-BE49-F238E27FC236}">
                            <a16:creationId xmlns:a16="http://schemas.microsoft.com/office/drawing/2014/main" id="{F2FFE066-DA69-4345-8EC4-2D929B3A4B9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1950244"/>
                        <a:ext cx="1944291" cy="5822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8631" name="文本框 538630">
            <a:extLst>
              <a:ext uri="{FF2B5EF4-FFF2-40B4-BE49-F238E27FC236}">
                <a16:creationId xmlns:a16="http://schemas.microsoft.com/office/drawing/2014/main" id="{CCCF5D7D-E6EB-4746-A266-E23FB2B0ED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99047" y="3112294"/>
            <a:ext cx="37511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3500" rIns="135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solidFill>
                  <a:srgbClr val="FF0000"/>
                </a:solidFill>
                <a:latin typeface="Times New Roman" panose="02020603050405020304" pitchFamily="18" charset="0"/>
              </a:rPr>
              <a:t>注</a:t>
            </a:r>
            <a:r>
              <a:rPr lang="en-US" altLang="zh-CN" b="1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538632" name="文本框 538631">
            <a:extLst>
              <a:ext uri="{FF2B5EF4-FFF2-40B4-BE49-F238E27FC236}">
                <a16:creationId xmlns:a16="http://schemas.microsoft.com/office/drawing/2014/main" id="{423474B4-6A63-4C1B-A20B-9646B65047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99047" y="3883819"/>
            <a:ext cx="37511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3500" rIns="135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solidFill>
                  <a:srgbClr val="FF3300"/>
                </a:solidFill>
                <a:latin typeface="Times New Roman" panose="02020603050405020304" pitchFamily="18" charset="0"/>
              </a:rPr>
              <a:t>注</a:t>
            </a:r>
            <a:r>
              <a:rPr lang="en-US" altLang="zh-CN" b="1">
                <a:solidFill>
                  <a:srgbClr val="FF3300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538633" name="文本框 538632">
            <a:extLst>
              <a:ext uri="{FF2B5EF4-FFF2-40B4-BE49-F238E27FC236}">
                <a16:creationId xmlns:a16="http://schemas.microsoft.com/office/drawing/2014/main" id="{26AC1102-8AE9-40B8-A50B-220D35C171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5241" y="4524375"/>
            <a:ext cx="37511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3500" rIns="135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solidFill>
                  <a:srgbClr val="FF3300"/>
                </a:solidFill>
                <a:latin typeface="Times New Roman" panose="02020603050405020304" pitchFamily="18" charset="0"/>
              </a:rPr>
              <a:t>注</a:t>
            </a:r>
            <a:r>
              <a:rPr lang="en-US" altLang="zh-CN" b="1">
                <a:solidFill>
                  <a:srgbClr val="FF3300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538634" name="文本框 538633">
            <a:extLst>
              <a:ext uri="{FF2B5EF4-FFF2-40B4-BE49-F238E27FC236}">
                <a16:creationId xmlns:a16="http://schemas.microsoft.com/office/drawing/2014/main" id="{B422316A-65AB-4DF4-8EFB-0EA5634C50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95538" y="3084910"/>
            <a:ext cx="520065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latin typeface="Times New Roman" panose="02020603050405020304" pitchFamily="18" charset="0"/>
              </a:rPr>
              <a:t>此结论对期望和方差存在的总体都适用，即</a:t>
            </a:r>
          </a:p>
        </p:txBody>
      </p:sp>
      <p:graphicFrame>
        <p:nvGraphicFramePr>
          <p:cNvPr id="538635" name="对象 538634">
            <a:extLst>
              <a:ext uri="{FF2B5EF4-FFF2-40B4-BE49-F238E27FC236}">
                <a16:creationId xmlns:a16="http://schemas.microsoft.com/office/drawing/2014/main" id="{8BA00B04-7B87-404A-BF54-FFB426AE6105}"/>
              </a:ext>
            </a:extLst>
          </p:cNvPr>
          <p:cNvGraphicFramePr>
            <a:graphicFrameLocks/>
          </p:cNvGraphicFramePr>
          <p:nvPr/>
        </p:nvGraphicFramePr>
        <p:xfrm>
          <a:off x="3136107" y="3489723"/>
          <a:ext cx="1146572" cy="3548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3" r:id="rId9" imgW="774364" imgH="241195" progId="Equation.DSMT4">
                  <p:embed/>
                </p:oleObj>
              </mc:Choice>
              <mc:Fallback>
                <p:oleObj r:id="rId9" imgW="774364" imgH="241195" progId="Equation.DSMT4">
                  <p:embed/>
                  <p:pic>
                    <p:nvPicPr>
                      <p:cNvPr id="538635" name="对象 538634">
                        <a:extLst>
                          <a:ext uri="{FF2B5EF4-FFF2-40B4-BE49-F238E27FC236}">
                            <a16:creationId xmlns:a16="http://schemas.microsoft.com/office/drawing/2014/main" id="{8BA00B04-7B87-404A-BF54-FFB426AE610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6107" y="3489723"/>
                        <a:ext cx="1146572" cy="3548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8636" name="对象 538635">
            <a:extLst>
              <a:ext uri="{FF2B5EF4-FFF2-40B4-BE49-F238E27FC236}">
                <a16:creationId xmlns:a16="http://schemas.microsoft.com/office/drawing/2014/main" id="{EA26409C-29D1-41A6-ABE6-E193F6E13498}"/>
              </a:ext>
            </a:extLst>
          </p:cNvPr>
          <p:cNvGraphicFramePr>
            <a:graphicFrameLocks/>
          </p:cNvGraphicFramePr>
          <p:nvPr/>
        </p:nvGraphicFramePr>
        <p:xfrm>
          <a:off x="4431506" y="3511153"/>
          <a:ext cx="1058466" cy="3274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4" r:id="rId11" imgW="774364" imgH="241195" progId="Equation.DSMT4">
                  <p:embed/>
                </p:oleObj>
              </mc:Choice>
              <mc:Fallback>
                <p:oleObj r:id="rId11" imgW="774364" imgH="241195" progId="Equation.DSMT4">
                  <p:embed/>
                  <p:pic>
                    <p:nvPicPr>
                      <p:cNvPr id="538636" name="对象 538635">
                        <a:extLst>
                          <a:ext uri="{FF2B5EF4-FFF2-40B4-BE49-F238E27FC236}">
                            <a16:creationId xmlns:a16="http://schemas.microsoft.com/office/drawing/2014/main" id="{EA26409C-29D1-41A6-ABE6-E193F6E1349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31506" y="3511153"/>
                        <a:ext cx="1058466" cy="3274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8637" name="文本框 538636">
            <a:extLst>
              <a:ext uri="{FF2B5EF4-FFF2-40B4-BE49-F238E27FC236}">
                <a16:creationId xmlns:a16="http://schemas.microsoft.com/office/drawing/2014/main" id="{CF8BB7FD-C73B-4991-AF14-6598DADA15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5785" y="4543425"/>
            <a:ext cx="30861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latin typeface="Times New Roman" panose="02020603050405020304" pitchFamily="18" charset="0"/>
              </a:rPr>
              <a:t>估计不唯一，如对总体</a:t>
            </a:r>
            <a:r>
              <a:rPr lang="en-US" altLang="zh-CN" b="1" i="1">
                <a:latin typeface="Times New Roman" panose="02020603050405020304" pitchFamily="18" charset="0"/>
              </a:rPr>
              <a:t>P</a:t>
            </a:r>
            <a:r>
              <a:rPr lang="en-US" altLang="zh-CN" b="1">
                <a:latin typeface="Times New Roman" panose="02020603050405020304" pitchFamily="18" charset="0"/>
              </a:rPr>
              <a:t>(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b="1">
                <a:latin typeface="Times New Roman" panose="02020603050405020304" pitchFamily="18" charset="0"/>
              </a:rPr>
              <a:t>有</a:t>
            </a:r>
          </a:p>
        </p:txBody>
      </p:sp>
      <p:graphicFrame>
        <p:nvGraphicFramePr>
          <p:cNvPr id="538638" name="对象 538637">
            <a:extLst>
              <a:ext uri="{FF2B5EF4-FFF2-40B4-BE49-F238E27FC236}">
                <a16:creationId xmlns:a16="http://schemas.microsoft.com/office/drawing/2014/main" id="{BD919514-4C62-4CBC-BA58-8784E194D36A}"/>
              </a:ext>
            </a:extLst>
          </p:cNvPr>
          <p:cNvGraphicFramePr>
            <a:graphicFrameLocks/>
          </p:cNvGraphicFramePr>
          <p:nvPr/>
        </p:nvGraphicFramePr>
        <p:xfrm>
          <a:off x="5513785" y="4533900"/>
          <a:ext cx="759619" cy="3595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5" r:id="rId13" imgW="507780" imgH="241195" progId="Equation.DSMT4">
                  <p:embed/>
                </p:oleObj>
              </mc:Choice>
              <mc:Fallback>
                <p:oleObj r:id="rId13" imgW="507780" imgH="241195" progId="Equation.DSMT4">
                  <p:embed/>
                  <p:pic>
                    <p:nvPicPr>
                      <p:cNvPr id="538638" name="对象 538637">
                        <a:extLst>
                          <a:ext uri="{FF2B5EF4-FFF2-40B4-BE49-F238E27FC236}">
                            <a16:creationId xmlns:a16="http://schemas.microsoft.com/office/drawing/2014/main" id="{BD919514-4C62-4CBC-BA58-8784E194D36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13785" y="4533900"/>
                        <a:ext cx="759619" cy="3595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8639" name="对象 538638">
            <a:extLst>
              <a:ext uri="{FF2B5EF4-FFF2-40B4-BE49-F238E27FC236}">
                <a16:creationId xmlns:a16="http://schemas.microsoft.com/office/drawing/2014/main" id="{C94AE4FA-6561-444B-8276-4B5CFD0A624C}"/>
              </a:ext>
            </a:extLst>
          </p:cNvPr>
          <p:cNvGraphicFramePr>
            <a:graphicFrameLocks/>
          </p:cNvGraphicFramePr>
          <p:nvPr/>
        </p:nvGraphicFramePr>
        <p:xfrm>
          <a:off x="6407944" y="4536282"/>
          <a:ext cx="783431" cy="3309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6" r:id="rId15" imgW="507339" imgH="215619" progId="Equation.DSMT4">
                  <p:embed/>
                </p:oleObj>
              </mc:Choice>
              <mc:Fallback>
                <p:oleObj r:id="rId15" imgW="507339" imgH="215619" progId="Equation.DSMT4">
                  <p:embed/>
                  <p:pic>
                    <p:nvPicPr>
                      <p:cNvPr id="538639" name="对象 538638">
                        <a:extLst>
                          <a:ext uri="{FF2B5EF4-FFF2-40B4-BE49-F238E27FC236}">
                            <a16:creationId xmlns:a16="http://schemas.microsoft.com/office/drawing/2014/main" id="{C94AE4FA-6561-444B-8276-4B5CFD0A624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7944" y="4536282"/>
                        <a:ext cx="783431" cy="3309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8640" name="文本框 538639">
            <a:extLst>
              <a:ext uri="{FF2B5EF4-FFF2-40B4-BE49-F238E27FC236}">
                <a16:creationId xmlns:a16="http://schemas.microsoft.com/office/drawing/2014/main" id="{765B98BF-7A57-431D-BE8A-2484F08B84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9362" y="3894535"/>
            <a:ext cx="49213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3500" rIns="135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latin typeface="Times New Roman" panose="02020603050405020304" pitchFamily="18" charset="0"/>
              </a:rPr>
              <a:t>可用</a:t>
            </a:r>
          </a:p>
        </p:txBody>
      </p:sp>
      <p:graphicFrame>
        <p:nvGraphicFramePr>
          <p:cNvPr id="538641" name="对象 538640">
            <a:extLst>
              <a:ext uri="{FF2B5EF4-FFF2-40B4-BE49-F238E27FC236}">
                <a16:creationId xmlns:a16="http://schemas.microsoft.com/office/drawing/2014/main" id="{EDCC0CA9-D529-4C35-A3AA-62755A638AFE}"/>
              </a:ext>
            </a:extLst>
          </p:cNvPr>
          <p:cNvGraphicFramePr>
            <a:graphicFrameLocks/>
          </p:cNvGraphicFramePr>
          <p:nvPr/>
        </p:nvGraphicFramePr>
        <p:xfrm>
          <a:off x="3087291" y="3840957"/>
          <a:ext cx="1664494" cy="5417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7" r:id="rId17" imgW="1320227" imgH="431613" progId="Equation.DSMT4">
                  <p:embed/>
                </p:oleObj>
              </mc:Choice>
              <mc:Fallback>
                <p:oleObj r:id="rId17" imgW="1320227" imgH="431613" progId="Equation.DSMT4">
                  <p:embed/>
                  <p:pic>
                    <p:nvPicPr>
                      <p:cNvPr id="538641" name="对象 538640">
                        <a:extLst>
                          <a:ext uri="{FF2B5EF4-FFF2-40B4-BE49-F238E27FC236}">
                            <a16:creationId xmlns:a16="http://schemas.microsoft.com/office/drawing/2014/main" id="{EDCC0CA9-D529-4C35-A3AA-62755A638AF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7291" y="3840957"/>
                        <a:ext cx="1664494" cy="5417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8642" name="文本框 538641">
            <a:extLst>
              <a:ext uri="{FF2B5EF4-FFF2-40B4-BE49-F238E27FC236}">
                <a16:creationId xmlns:a16="http://schemas.microsoft.com/office/drawing/2014/main" id="{C12D60A4-BC9A-48EB-A805-BC6B162A05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503" y="3902869"/>
            <a:ext cx="49213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3500" rIns="135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latin typeface="Times New Roman" panose="02020603050405020304" pitchFamily="18" charset="0"/>
              </a:rPr>
              <a:t>估计</a:t>
            </a:r>
          </a:p>
        </p:txBody>
      </p:sp>
      <p:graphicFrame>
        <p:nvGraphicFramePr>
          <p:cNvPr id="538643" name="对象 538642">
            <a:extLst>
              <a:ext uri="{FF2B5EF4-FFF2-40B4-BE49-F238E27FC236}">
                <a16:creationId xmlns:a16="http://schemas.microsoft.com/office/drawing/2014/main" id="{02D48739-D689-44ED-A085-3B5066C2B43B}"/>
              </a:ext>
            </a:extLst>
          </p:cNvPr>
          <p:cNvGraphicFramePr>
            <a:graphicFrameLocks/>
          </p:cNvGraphicFramePr>
          <p:nvPr/>
        </p:nvGraphicFramePr>
        <p:xfrm>
          <a:off x="5300663" y="3894535"/>
          <a:ext cx="1724025" cy="3393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8" r:id="rId19" imgW="1218671" imgH="241195" progId="Equation.DSMT4">
                  <p:embed/>
                </p:oleObj>
              </mc:Choice>
              <mc:Fallback>
                <p:oleObj r:id="rId19" imgW="1218671" imgH="241195" progId="Equation.DSMT4">
                  <p:embed/>
                  <p:pic>
                    <p:nvPicPr>
                      <p:cNvPr id="538643" name="对象 538642">
                        <a:extLst>
                          <a:ext uri="{FF2B5EF4-FFF2-40B4-BE49-F238E27FC236}">
                            <a16:creationId xmlns:a16="http://schemas.microsoft.com/office/drawing/2014/main" id="{02D48739-D689-44ED-A085-3B5066C2B43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0663" y="3894535"/>
                        <a:ext cx="1724025" cy="3393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8644" name="对象 538643">
            <a:extLst>
              <a:ext uri="{FF2B5EF4-FFF2-40B4-BE49-F238E27FC236}">
                <a16:creationId xmlns:a16="http://schemas.microsoft.com/office/drawing/2014/main" id="{BBE0BDF0-0F72-4DC9-86F1-8981D4C985EB}"/>
              </a:ext>
            </a:extLst>
          </p:cNvPr>
          <p:cNvGraphicFramePr>
            <a:graphicFrameLocks/>
          </p:cNvGraphicFramePr>
          <p:nvPr/>
        </p:nvGraphicFramePr>
        <p:xfrm>
          <a:off x="2312194" y="1924051"/>
          <a:ext cx="2306241" cy="10036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9" r:id="rId21" imgW="1587500" imgH="698500" progId="Equation.DSMT4">
                  <p:embed/>
                </p:oleObj>
              </mc:Choice>
              <mc:Fallback>
                <p:oleObj r:id="rId21" imgW="1587500" imgH="698500" progId="Equation.DSMT4">
                  <p:embed/>
                  <p:pic>
                    <p:nvPicPr>
                      <p:cNvPr id="538644" name="对象 538643">
                        <a:extLst>
                          <a:ext uri="{FF2B5EF4-FFF2-40B4-BE49-F238E27FC236}">
                            <a16:creationId xmlns:a16="http://schemas.microsoft.com/office/drawing/2014/main" id="{BBE0BDF0-0F72-4DC9-86F1-8981D4C985E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2194" y="1924051"/>
                        <a:ext cx="2306241" cy="10036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8645" name="对象 538644">
            <a:extLst>
              <a:ext uri="{FF2B5EF4-FFF2-40B4-BE49-F238E27FC236}">
                <a16:creationId xmlns:a16="http://schemas.microsoft.com/office/drawing/2014/main" id="{728DBADF-2A8E-4303-84D6-1C5280716763}"/>
              </a:ext>
            </a:extLst>
          </p:cNvPr>
          <p:cNvGraphicFramePr>
            <a:graphicFrameLocks/>
          </p:cNvGraphicFramePr>
          <p:nvPr/>
        </p:nvGraphicFramePr>
        <p:xfrm>
          <a:off x="4706541" y="2518172"/>
          <a:ext cx="1026319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0" r:id="rId23" imgW="710583" imgH="253780" progId="Equation.DSMT4">
                  <p:embed/>
                </p:oleObj>
              </mc:Choice>
              <mc:Fallback>
                <p:oleObj r:id="rId23" imgW="710583" imgH="253780" progId="Equation.DSMT4">
                  <p:embed/>
                  <p:pic>
                    <p:nvPicPr>
                      <p:cNvPr id="538645" name="对象 538644">
                        <a:extLst>
                          <a:ext uri="{FF2B5EF4-FFF2-40B4-BE49-F238E27FC236}">
                            <a16:creationId xmlns:a16="http://schemas.microsoft.com/office/drawing/2014/main" id="{728DBADF-2A8E-4303-84D6-1C528071676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06541" y="2518172"/>
                        <a:ext cx="1026319" cy="366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8646" name="对象 538645">
            <a:extLst>
              <a:ext uri="{FF2B5EF4-FFF2-40B4-BE49-F238E27FC236}">
                <a16:creationId xmlns:a16="http://schemas.microsoft.com/office/drawing/2014/main" id="{5F3B8B65-EAC6-4AEF-8CA1-E94A2EE33B19}"/>
              </a:ext>
            </a:extLst>
          </p:cNvPr>
          <p:cNvGraphicFramePr>
            <a:graphicFrameLocks/>
          </p:cNvGraphicFramePr>
          <p:nvPr/>
        </p:nvGraphicFramePr>
        <p:xfrm>
          <a:off x="6161485" y="2518173"/>
          <a:ext cx="787003" cy="3643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1" r:id="rId25" imgW="545626" imgH="253780" progId="Equation.DSMT4">
                  <p:embed/>
                </p:oleObj>
              </mc:Choice>
              <mc:Fallback>
                <p:oleObj r:id="rId25" imgW="545626" imgH="253780" progId="Equation.DSMT4">
                  <p:embed/>
                  <p:pic>
                    <p:nvPicPr>
                      <p:cNvPr id="538646" name="对象 538645">
                        <a:extLst>
                          <a:ext uri="{FF2B5EF4-FFF2-40B4-BE49-F238E27FC236}">
                            <a16:creationId xmlns:a16="http://schemas.microsoft.com/office/drawing/2014/main" id="{5F3B8B65-EAC6-4AEF-8CA1-E94A2EE33B1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61485" y="2518173"/>
                        <a:ext cx="787003" cy="3643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pull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38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38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38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38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38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0"/>
                                        <p:tgtEl>
                                          <p:spTgt spid="538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38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38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386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386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75"/>
                                        <p:tgtEl>
                                          <p:spTgt spid="5386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1925"/>
                            </p:stCondLst>
                            <p:childTnLst>
                              <p:par>
                                <p:cTn id="4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5386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5386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38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2425"/>
                            </p:stCondLst>
                            <p:childTnLst>
                              <p:par>
                                <p:cTn id="5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5386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5386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38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5386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5386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75"/>
                                        <p:tgtEl>
                                          <p:spTgt spid="5386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650"/>
                            </p:stCondLst>
                            <p:childTnLst>
                              <p:par>
                                <p:cTn id="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538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1150"/>
                            </p:stCondLst>
                            <p:childTnLst>
                              <p:par>
                                <p:cTn id="7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75"/>
                                        <p:tgtEl>
                                          <p:spTgt spid="5386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1300"/>
                            </p:stCondLst>
                            <p:childTnLst>
                              <p:par>
                                <p:cTn id="79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81" dur="500"/>
                                        <p:tgtEl>
                                          <p:spTgt spid="538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5386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5386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75"/>
                                        <p:tgtEl>
                                          <p:spTgt spid="5386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 nodeType="afterGroup">
                            <p:stCondLst>
                              <p:cond delay="1625"/>
                            </p:stCondLst>
                            <p:childTnLst>
                              <p:par>
                                <p:cTn id="9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538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 nodeType="afterGroup">
                            <p:stCondLst>
                              <p:cond delay="2125"/>
                            </p:stCondLst>
                            <p:childTnLst>
                              <p:par>
                                <p:cTn id="9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538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8627" grpId="0" build="p"/>
      <p:bldP spid="538631" grpId="0" build="p"/>
      <p:bldP spid="538632" grpId="0" build="p"/>
      <p:bldP spid="538633" grpId="0" build="p"/>
      <p:bldP spid="538634" grpId="0" build="p"/>
      <p:bldP spid="538637" grpId="0" build="p"/>
      <p:bldP spid="538640" grpId="0" build="p"/>
      <p:bldP spid="538642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文本框 583681">
            <a:extLst>
              <a:ext uri="{FF2B5EF4-FFF2-40B4-BE49-F238E27FC236}">
                <a16:creationId xmlns:a16="http://schemas.microsoft.com/office/drawing/2014/main" id="{10FFA2D8-1A15-423E-A43C-B2B06348B5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5950" y="465535"/>
            <a:ext cx="6115050" cy="9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2100" b="1">
                <a:solidFill>
                  <a:srgbClr val="FF3300"/>
                </a:solidFill>
                <a:latin typeface="Times New Roman" panose="02020603050405020304" pitchFamily="18" charset="0"/>
              </a:rPr>
              <a:t>例</a:t>
            </a:r>
            <a:r>
              <a:rPr lang="zh-CN" altLang="en-US" sz="2100" b="1">
                <a:latin typeface="Times New Roman" panose="02020603050405020304" pitchFamily="18" charset="0"/>
              </a:rPr>
              <a:t>  设总体                       </a:t>
            </a:r>
            <a:r>
              <a:rPr lang="en-US" altLang="zh-CN" sz="2100" b="1">
                <a:latin typeface="Times New Roman" panose="02020603050405020304" pitchFamily="18" charset="0"/>
              </a:rPr>
              <a:t>,</a:t>
            </a:r>
            <a:r>
              <a:rPr lang="zh-CN" altLang="en-US" sz="2100" b="1">
                <a:latin typeface="Times New Roman" panose="02020603050405020304" pitchFamily="18" charset="0"/>
              </a:rPr>
              <a:t>试由样本</a:t>
            </a:r>
            <a:r>
              <a:rPr lang="en-US" altLang="zh-CN" sz="2100" b="1">
                <a:latin typeface="Times New Roman" panose="02020603050405020304" pitchFamily="18" charset="0"/>
              </a:rPr>
              <a:t>(</a:t>
            </a:r>
            <a:r>
              <a:rPr lang="en-US" altLang="zh-CN" sz="2100" b="1" i="1">
                <a:latin typeface="Times New Roman" panose="02020603050405020304" pitchFamily="18" charset="0"/>
              </a:rPr>
              <a:t>X</a:t>
            </a:r>
            <a:r>
              <a:rPr lang="en-US" altLang="zh-CN" sz="21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2100" b="1">
                <a:latin typeface="Times New Roman" panose="02020603050405020304" pitchFamily="18" charset="0"/>
              </a:rPr>
              <a:t>,</a:t>
            </a:r>
            <a:r>
              <a:rPr lang="en-US" altLang="zh-CN" sz="2100" b="1" i="1">
                <a:latin typeface="Times New Roman" panose="02020603050405020304" pitchFamily="18" charset="0"/>
              </a:rPr>
              <a:t>X</a:t>
            </a:r>
            <a:r>
              <a:rPr lang="en-US" altLang="zh-CN" sz="2100" b="1" baseline="-25000">
                <a:latin typeface="Times New Roman" panose="02020603050405020304" pitchFamily="18" charset="0"/>
              </a:rPr>
              <a:t>2</a:t>
            </a:r>
            <a:r>
              <a:rPr lang="en-US" altLang="zh-CN" sz="2100" b="1">
                <a:latin typeface="Times New Roman" panose="02020603050405020304" pitchFamily="18" charset="0"/>
              </a:rPr>
              <a:t>,</a:t>
            </a:r>
            <a:r>
              <a:rPr lang="en-US" altLang="zh-CN" sz="2100" b="1" i="1">
                <a:latin typeface="Times New Roman" panose="02020603050405020304" pitchFamily="18" charset="0"/>
              </a:rPr>
              <a:t>…</a:t>
            </a:r>
            <a:r>
              <a:rPr lang="en-US" altLang="zh-CN" sz="2100" b="1">
                <a:latin typeface="Times New Roman" panose="02020603050405020304" pitchFamily="18" charset="0"/>
              </a:rPr>
              <a:t>,</a:t>
            </a:r>
            <a:r>
              <a:rPr lang="en-US" altLang="zh-CN" sz="2100" b="1" i="1">
                <a:latin typeface="Times New Roman" panose="02020603050405020304" pitchFamily="18" charset="0"/>
              </a:rPr>
              <a:t>X</a:t>
            </a:r>
            <a:r>
              <a:rPr lang="en-US" altLang="zh-CN" sz="2100" b="1" i="1" baseline="-25000">
                <a:latin typeface="Times New Roman" panose="02020603050405020304" pitchFamily="18" charset="0"/>
              </a:rPr>
              <a:t>n</a:t>
            </a:r>
            <a:r>
              <a:rPr lang="en-US" altLang="zh-CN" sz="2100" b="1">
                <a:latin typeface="Times New Roman" panose="02020603050405020304" pitchFamily="18" charset="0"/>
              </a:rPr>
              <a:t>), </a:t>
            </a:r>
            <a:r>
              <a:rPr lang="zh-CN" altLang="en-US" sz="2100" b="1">
                <a:latin typeface="Times New Roman" panose="02020603050405020304" pitchFamily="18" charset="0"/>
              </a:rPr>
              <a:t>求</a:t>
            </a:r>
          </a:p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2100" b="1">
                <a:latin typeface="Times New Roman" panose="02020603050405020304" pitchFamily="18" charset="0"/>
              </a:rPr>
              <a:t>未知参数</a:t>
            </a:r>
            <a:r>
              <a:rPr lang="en-US" altLang="zh-CN" sz="2100" b="1" i="1">
                <a:latin typeface="Times New Roman" panose="02020603050405020304" pitchFamily="18" charset="0"/>
              </a:rPr>
              <a:t>a</a:t>
            </a:r>
            <a:r>
              <a:rPr lang="zh-CN" altLang="en-US" sz="2100" b="1">
                <a:latin typeface="Times New Roman" panose="02020603050405020304" pitchFamily="18" charset="0"/>
              </a:rPr>
              <a:t>的矩估计量。</a:t>
            </a:r>
          </a:p>
        </p:txBody>
      </p:sp>
      <p:sp>
        <p:nvSpPr>
          <p:cNvPr id="583684" name="文本框 583683">
            <a:extLst>
              <a:ext uri="{FF2B5EF4-FFF2-40B4-BE49-F238E27FC236}">
                <a16:creationId xmlns:a16="http://schemas.microsoft.com/office/drawing/2014/main" id="{90595F59-F5F0-4FC9-BF8D-6C8B85EDDE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28775" y="1545431"/>
            <a:ext cx="400050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100" b="1">
                <a:solidFill>
                  <a:srgbClr val="3366FF"/>
                </a:solidFill>
                <a:latin typeface="Times New Roman" panose="02020603050405020304" pitchFamily="18" charset="0"/>
              </a:rPr>
              <a:t>解</a:t>
            </a:r>
          </a:p>
        </p:txBody>
      </p:sp>
      <p:graphicFrame>
        <p:nvGraphicFramePr>
          <p:cNvPr id="17411" name="对象 583688">
            <a:extLst>
              <a:ext uri="{FF2B5EF4-FFF2-40B4-BE49-F238E27FC236}">
                <a16:creationId xmlns:a16="http://schemas.microsoft.com/office/drawing/2014/main" id="{4694EBBB-EEF8-4DA8-9BEF-7806F2A8443C}"/>
              </a:ext>
            </a:extLst>
          </p:cNvPr>
          <p:cNvGraphicFramePr>
            <a:graphicFrameLocks/>
          </p:cNvGraphicFramePr>
          <p:nvPr/>
        </p:nvGraphicFramePr>
        <p:xfrm>
          <a:off x="3113485" y="540544"/>
          <a:ext cx="1619250" cy="4107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9" r:id="rId3" imgW="748975" imgH="190417" progId="Equation.3">
                  <p:embed/>
                </p:oleObj>
              </mc:Choice>
              <mc:Fallback>
                <p:oleObj r:id="rId3" imgW="748975" imgH="190417" progId="Equation.3">
                  <p:embed/>
                  <p:pic>
                    <p:nvPicPr>
                      <p:cNvPr id="17411" name="对象 583688">
                        <a:extLst>
                          <a:ext uri="{FF2B5EF4-FFF2-40B4-BE49-F238E27FC236}">
                            <a16:creationId xmlns:a16="http://schemas.microsoft.com/office/drawing/2014/main" id="{4694EBBB-EEF8-4DA8-9BEF-7806F2A8443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3485" y="540544"/>
                        <a:ext cx="1619250" cy="4107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690" name="文本框 583689">
            <a:extLst>
              <a:ext uri="{FF2B5EF4-FFF2-40B4-BE49-F238E27FC236}">
                <a16:creationId xmlns:a16="http://schemas.microsoft.com/office/drawing/2014/main" id="{1B1136CF-8323-4C56-A50F-F9FDD7EADD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4550" y="1600200"/>
            <a:ext cx="93345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1500" b="1"/>
              <a:t>若令</a:t>
            </a:r>
          </a:p>
        </p:txBody>
      </p:sp>
      <p:graphicFrame>
        <p:nvGraphicFramePr>
          <p:cNvPr id="583691" name="对象 583690">
            <a:extLst>
              <a:ext uri="{FF2B5EF4-FFF2-40B4-BE49-F238E27FC236}">
                <a16:creationId xmlns:a16="http://schemas.microsoft.com/office/drawing/2014/main" id="{DE764D0B-36F8-4F57-9DDF-E989F3FBEC4B}"/>
              </a:ext>
            </a:extLst>
          </p:cNvPr>
          <p:cNvGraphicFramePr>
            <a:graphicFrameLocks/>
          </p:cNvGraphicFramePr>
          <p:nvPr/>
        </p:nvGraphicFramePr>
        <p:xfrm>
          <a:off x="4005262" y="1518047"/>
          <a:ext cx="985838" cy="3464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0" r:id="rId5" imgW="469289" imgH="164885" progId="Equation.3">
                  <p:embed/>
                </p:oleObj>
              </mc:Choice>
              <mc:Fallback>
                <p:oleObj r:id="rId5" imgW="469289" imgH="164885" progId="Equation.3">
                  <p:embed/>
                  <p:pic>
                    <p:nvPicPr>
                      <p:cNvPr id="583691" name="对象 583690">
                        <a:extLst>
                          <a:ext uri="{FF2B5EF4-FFF2-40B4-BE49-F238E27FC236}">
                            <a16:creationId xmlns:a16="http://schemas.microsoft.com/office/drawing/2014/main" id="{DE764D0B-36F8-4F57-9DDF-E989F3FBEC4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5262" y="1518047"/>
                        <a:ext cx="985838" cy="3464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692" name="对象 583691">
            <a:extLst>
              <a:ext uri="{FF2B5EF4-FFF2-40B4-BE49-F238E27FC236}">
                <a16:creationId xmlns:a16="http://schemas.microsoft.com/office/drawing/2014/main" id="{8E2F5B54-72A3-406E-BA37-D26DFA34D47C}"/>
              </a:ext>
            </a:extLst>
          </p:cNvPr>
          <p:cNvGraphicFramePr>
            <a:graphicFrameLocks/>
          </p:cNvGraphicFramePr>
          <p:nvPr/>
        </p:nvGraphicFramePr>
        <p:xfrm>
          <a:off x="3600451" y="1545431"/>
          <a:ext cx="459581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1" r:id="rId7" imgW="215619" imgH="152202" progId="Equation.3">
                  <p:embed/>
                </p:oleObj>
              </mc:Choice>
              <mc:Fallback>
                <p:oleObj r:id="rId7" imgW="215619" imgH="152202" progId="Equation.3">
                  <p:embed/>
                  <p:pic>
                    <p:nvPicPr>
                      <p:cNvPr id="583692" name="对象 583691">
                        <a:extLst>
                          <a:ext uri="{FF2B5EF4-FFF2-40B4-BE49-F238E27FC236}">
                            <a16:creationId xmlns:a16="http://schemas.microsoft.com/office/drawing/2014/main" id="{8E2F5B54-72A3-406E-BA37-D26DFA34D47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00451" y="1545431"/>
                        <a:ext cx="459581" cy="323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693" name="文本框 583692">
            <a:extLst>
              <a:ext uri="{FF2B5EF4-FFF2-40B4-BE49-F238E27FC236}">
                <a16:creationId xmlns:a16="http://schemas.microsoft.com/office/drawing/2014/main" id="{998350E8-220F-46F7-B3D1-5DF1F5E6A4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87167" y="2085975"/>
            <a:ext cx="954107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1500" b="1"/>
              <a:t>方法一：</a:t>
            </a:r>
          </a:p>
        </p:txBody>
      </p:sp>
      <p:sp>
        <p:nvSpPr>
          <p:cNvPr id="583694" name="文本框 583693">
            <a:extLst>
              <a:ext uri="{FF2B5EF4-FFF2-40B4-BE49-F238E27FC236}">
                <a16:creationId xmlns:a16="http://schemas.microsoft.com/office/drawing/2014/main" id="{9F84D4DE-554A-4C76-B274-24C1470021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7648" y="3625454"/>
            <a:ext cx="954107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1500" b="1"/>
              <a:t>方法二：</a:t>
            </a:r>
          </a:p>
        </p:txBody>
      </p:sp>
      <p:graphicFrame>
        <p:nvGraphicFramePr>
          <p:cNvPr id="583695" name="对象 583694">
            <a:extLst>
              <a:ext uri="{FF2B5EF4-FFF2-40B4-BE49-F238E27FC236}">
                <a16:creationId xmlns:a16="http://schemas.microsoft.com/office/drawing/2014/main" id="{59CEAF39-2D41-4FB9-819D-9998E0F912BC}"/>
              </a:ext>
            </a:extLst>
          </p:cNvPr>
          <p:cNvGraphicFramePr>
            <a:graphicFrameLocks/>
          </p:cNvGraphicFramePr>
          <p:nvPr/>
        </p:nvGraphicFramePr>
        <p:xfrm>
          <a:off x="3518297" y="1924050"/>
          <a:ext cx="1403747" cy="6488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2" r:id="rId9" imgW="850531" imgH="393529" progId="Equation.3">
                  <p:embed/>
                </p:oleObj>
              </mc:Choice>
              <mc:Fallback>
                <p:oleObj r:id="rId9" imgW="850531" imgH="393529" progId="Equation.3">
                  <p:embed/>
                  <p:pic>
                    <p:nvPicPr>
                      <p:cNvPr id="583695" name="对象 583694">
                        <a:extLst>
                          <a:ext uri="{FF2B5EF4-FFF2-40B4-BE49-F238E27FC236}">
                            <a16:creationId xmlns:a16="http://schemas.microsoft.com/office/drawing/2014/main" id="{59CEAF39-2D41-4FB9-819D-9998E0F912B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8297" y="1924050"/>
                        <a:ext cx="1403747" cy="64889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696" name="对象 583695">
            <a:extLst>
              <a:ext uri="{FF2B5EF4-FFF2-40B4-BE49-F238E27FC236}">
                <a16:creationId xmlns:a16="http://schemas.microsoft.com/office/drawing/2014/main" id="{2206AACA-B171-4CE1-A4D5-E5BBC721B53B}"/>
              </a:ext>
            </a:extLst>
          </p:cNvPr>
          <p:cNvGraphicFramePr>
            <a:graphicFrameLocks/>
          </p:cNvGraphicFramePr>
          <p:nvPr/>
        </p:nvGraphicFramePr>
        <p:xfrm>
          <a:off x="2276476" y="2680097"/>
          <a:ext cx="4441031" cy="6798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3" r:id="rId11" imgW="2818177" imgH="431613" progId="Equation.3">
                  <p:embed/>
                </p:oleObj>
              </mc:Choice>
              <mc:Fallback>
                <p:oleObj r:id="rId11" imgW="2818177" imgH="431613" progId="Equation.3">
                  <p:embed/>
                  <p:pic>
                    <p:nvPicPr>
                      <p:cNvPr id="583696" name="对象 583695">
                        <a:extLst>
                          <a:ext uri="{FF2B5EF4-FFF2-40B4-BE49-F238E27FC236}">
                            <a16:creationId xmlns:a16="http://schemas.microsoft.com/office/drawing/2014/main" id="{2206AACA-B171-4CE1-A4D5-E5BBC721B53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6476" y="2680097"/>
                        <a:ext cx="4441031" cy="6798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697" name="对象 583696">
            <a:extLst>
              <a:ext uri="{FF2B5EF4-FFF2-40B4-BE49-F238E27FC236}">
                <a16:creationId xmlns:a16="http://schemas.microsoft.com/office/drawing/2014/main" id="{1F222A52-B340-43C2-9685-29E7E0E91977}"/>
              </a:ext>
            </a:extLst>
          </p:cNvPr>
          <p:cNvGraphicFramePr>
            <a:graphicFrameLocks/>
          </p:cNvGraphicFramePr>
          <p:nvPr/>
        </p:nvGraphicFramePr>
        <p:xfrm>
          <a:off x="3762375" y="3570685"/>
          <a:ext cx="1023938" cy="3750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4" r:id="rId13" imgW="520474" imgH="190417" progId="Equation.3">
                  <p:embed/>
                </p:oleObj>
              </mc:Choice>
              <mc:Fallback>
                <p:oleObj r:id="rId13" imgW="520474" imgH="190417" progId="Equation.3">
                  <p:embed/>
                  <p:pic>
                    <p:nvPicPr>
                      <p:cNvPr id="583697" name="对象 583696">
                        <a:extLst>
                          <a:ext uri="{FF2B5EF4-FFF2-40B4-BE49-F238E27FC236}">
                            <a16:creationId xmlns:a16="http://schemas.microsoft.com/office/drawing/2014/main" id="{1F222A52-B340-43C2-9685-29E7E0E9197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62375" y="3570685"/>
                        <a:ext cx="1023938" cy="3750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698" name="对象 583697">
            <a:extLst>
              <a:ext uri="{FF2B5EF4-FFF2-40B4-BE49-F238E27FC236}">
                <a16:creationId xmlns:a16="http://schemas.microsoft.com/office/drawing/2014/main" id="{9F10B65B-5896-4E78-A696-9F52ED5E87C5}"/>
              </a:ext>
            </a:extLst>
          </p:cNvPr>
          <p:cNvGraphicFramePr>
            <a:graphicFrameLocks/>
          </p:cNvGraphicFramePr>
          <p:nvPr/>
        </p:nvGraphicFramePr>
        <p:xfrm>
          <a:off x="3302794" y="4083844"/>
          <a:ext cx="2283619" cy="6310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5" r:id="rId15" imgW="1333500" imgH="368300" progId="Equation.3">
                  <p:embed/>
                </p:oleObj>
              </mc:Choice>
              <mc:Fallback>
                <p:oleObj r:id="rId15" imgW="1333500" imgH="368300" progId="Equation.3">
                  <p:embed/>
                  <p:pic>
                    <p:nvPicPr>
                      <p:cNvPr id="583698" name="对象 583697">
                        <a:extLst>
                          <a:ext uri="{FF2B5EF4-FFF2-40B4-BE49-F238E27FC236}">
                            <a16:creationId xmlns:a16="http://schemas.microsoft.com/office/drawing/2014/main" id="{9F10B65B-5896-4E78-A696-9F52ED5E87C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2794" y="4083844"/>
                        <a:ext cx="2283619" cy="6310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pull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836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836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583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583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583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583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583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583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583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583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583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684" grpId="0" build="p"/>
      <p:bldP spid="583690" grpId="0"/>
      <p:bldP spid="583693" grpId="0"/>
      <p:bldP spid="58369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文本框 539649">
            <a:extLst>
              <a:ext uri="{FF2B5EF4-FFF2-40B4-BE49-F238E27FC236}">
                <a16:creationId xmlns:a16="http://schemas.microsoft.com/office/drawing/2014/main" id="{AF06CD68-4E26-4653-8B6B-C71ECC0A0F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4279" y="573881"/>
            <a:ext cx="6115050" cy="9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2100" b="1">
                <a:solidFill>
                  <a:srgbClr val="FF3300"/>
                </a:solidFill>
                <a:latin typeface="Times New Roman" panose="02020603050405020304" pitchFamily="18" charset="0"/>
              </a:rPr>
              <a:t>例</a:t>
            </a:r>
            <a:r>
              <a:rPr lang="zh-CN" altLang="en-US" sz="2100" b="1">
                <a:latin typeface="Times New Roman" panose="02020603050405020304" pitchFamily="18" charset="0"/>
              </a:rPr>
              <a:t>  设总体</a:t>
            </a:r>
            <a:r>
              <a:rPr lang="en-US" altLang="zh-CN" sz="2100" b="1" i="1">
                <a:latin typeface="Times New Roman" panose="02020603050405020304" pitchFamily="18" charset="0"/>
              </a:rPr>
              <a:t>X</a:t>
            </a:r>
            <a:r>
              <a:rPr lang="en-US" altLang="zh-CN" sz="2100" b="1">
                <a:latin typeface="Times New Roman" panose="02020603050405020304" pitchFamily="18" charset="0"/>
              </a:rPr>
              <a:t>~</a:t>
            </a:r>
            <a:r>
              <a:rPr lang="en-US" altLang="zh-CN" sz="2100" b="1" i="1">
                <a:latin typeface="Times New Roman" panose="02020603050405020304" pitchFamily="18" charset="0"/>
              </a:rPr>
              <a:t>U </a:t>
            </a:r>
            <a:r>
              <a:rPr lang="en-US" altLang="zh-CN" sz="2100" b="1">
                <a:latin typeface="Times New Roman" panose="02020603050405020304" pitchFamily="18" charset="0"/>
              </a:rPr>
              <a:t>(</a:t>
            </a:r>
            <a:r>
              <a:rPr lang="en-US" altLang="zh-CN" sz="2100" b="1" i="1">
                <a:latin typeface="Times New Roman" panose="02020603050405020304" pitchFamily="18" charset="0"/>
              </a:rPr>
              <a:t>a</a:t>
            </a:r>
            <a:r>
              <a:rPr lang="en-US" altLang="zh-CN" sz="2100" b="1">
                <a:latin typeface="Times New Roman" panose="02020603050405020304" pitchFamily="18" charset="0"/>
              </a:rPr>
              <a:t>,</a:t>
            </a:r>
            <a:r>
              <a:rPr lang="en-US" altLang="zh-CN" sz="2100" b="1" i="1">
                <a:latin typeface="Times New Roman" panose="02020603050405020304" pitchFamily="18" charset="0"/>
              </a:rPr>
              <a:t>b</a:t>
            </a:r>
            <a:r>
              <a:rPr lang="en-US" altLang="zh-CN" sz="2100" b="1">
                <a:latin typeface="Times New Roman" panose="02020603050405020304" pitchFamily="18" charset="0"/>
              </a:rPr>
              <a:t>), </a:t>
            </a:r>
            <a:r>
              <a:rPr lang="zh-CN" altLang="en-US" sz="2100" b="1">
                <a:latin typeface="Times New Roman" panose="02020603050405020304" pitchFamily="18" charset="0"/>
              </a:rPr>
              <a:t>试由样本</a:t>
            </a:r>
            <a:r>
              <a:rPr lang="en-US" altLang="zh-CN" sz="2100" b="1">
                <a:latin typeface="Times New Roman" panose="02020603050405020304" pitchFamily="18" charset="0"/>
              </a:rPr>
              <a:t>(</a:t>
            </a:r>
            <a:r>
              <a:rPr lang="en-US" altLang="zh-CN" sz="2100" b="1" i="1">
                <a:latin typeface="Times New Roman" panose="02020603050405020304" pitchFamily="18" charset="0"/>
              </a:rPr>
              <a:t>X</a:t>
            </a:r>
            <a:r>
              <a:rPr lang="en-US" altLang="zh-CN" sz="21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2100" b="1">
                <a:latin typeface="Times New Roman" panose="02020603050405020304" pitchFamily="18" charset="0"/>
              </a:rPr>
              <a:t>,</a:t>
            </a:r>
            <a:r>
              <a:rPr lang="en-US" altLang="zh-CN" sz="2100" b="1" i="1">
                <a:latin typeface="Times New Roman" panose="02020603050405020304" pitchFamily="18" charset="0"/>
              </a:rPr>
              <a:t>X</a:t>
            </a:r>
            <a:r>
              <a:rPr lang="en-US" altLang="zh-CN" sz="2100" b="1" baseline="-25000">
                <a:latin typeface="Times New Roman" panose="02020603050405020304" pitchFamily="18" charset="0"/>
              </a:rPr>
              <a:t>2</a:t>
            </a:r>
            <a:r>
              <a:rPr lang="en-US" altLang="zh-CN" sz="2100" b="1">
                <a:latin typeface="Times New Roman" panose="02020603050405020304" pitchFamily="18" charset="0"/>
              </a:rPr>
              <a:t>,</a:t>
            </a:r>
            <a:r>
              <a:rPr lang="en-US" altLang="zh-CN" sz="2100" b="1" i="1">
                <a:latin typeface="Times New Roman" panose="02020603050405020304" pitchFamily="18" charset="0"/>
              </a:rPr>
              <a:t>…</a:t>
            </a:r>
            <a:r>
              <a:rPr lang="en-US" altLang="zh-CN" sz="2100" b="1">
                <a:latin typeface="Times New Roman" panose="02020603050405020304" pitchFamily="18" charset="0"/>
              </a:rPr>
              <a:t>,</a:t>
            </a:r>
            <a:r>
              <a:rPr lang="en-US" altLang="zh-CN" sz="2100" b="1" i="1">
                <a:latin typeface="Times New Roman" panose="02020603050405020304" pitchFamily="18" charset="0"/>
              </a:rPr>
              <a:t>X</a:t>
            </a:r>
            <a:r>
              <a:rPr lang="en-US" altLang="zh-CN" sz="2100" b="1" i="1" baseline="-25000">
                <a:latin typeface="Times New Roman" panose="02020603050405020304" pitchFamily="18" charset="0"/>
              </a:rPr>
              <a:t>n</a:t>
            </a:r>
            <a:r>
              <a:rPr lang="en-US" altLang="zh-CN" sz="2100" b="1">
                <a:latin typeface="Times New Roman" panose="02020603050405020304" pitchFamily="18" charset="0"/>
              </a:rPr>
              <a:t>), </a:t>
            </a:r>
            <a:r>
              <a:rPr lang="zh-CN" altLang="en-US" sz="2100" b="1">
                <a:latin typeface="Times New Roman" panose="02020603050405020304" pitchFamily="18" charset="0"/>
              </a:rPr>
              <a:t>求</a:t>
            </a:r>
          </a:p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2100" b="1">
                <a:latin typeface="Times New Roman" panose="02020603050405020304" pitchFamily="18" charset="0"/>
              </a:rPr>
              <a:t>未知参数</a:t>
            </a:r>
            <a:r>
              <a:rPr lang="en-US" altLang="zh-CN" sz="2100" b="1" i="1">
                <a:latin typeface="Times New Roman" panose="02020603050405020304" pitchFamily="18" charset="0"/>
              </a:rPr>
              <a:t>a,b </a:t>
            </a:r>
            <a:r>
              <a:rPr lang="zh-CN" altLang="en-US" sz="2100" b="1">
                <a:latin typeface="Times New Roman" panose="02020603050405020304" pitchFamily="18" charset="0"/>
              </a:rPr>
              <a:t>的矩估计量。</a:t>
            </a:r>
          </a:p>
        </p:txBody>
      </p:sp>
      <p:graphicFrame>
        <p:nvGraphicFramePr>
          <p:cNvPr id="539651" name="对象 539650">
            <a:extLst>
              <a:ext uri="{FF2B5EF4-FFF2-40B4-BE49-F238E27FC236}">
                <a16:creationId xmlns:a16="http://schemas.microsoft.com/office/drawing/2014/main" id="{F159A4A2-2978-448D-9333-6FED41689C64}"/>
              </a:ext>
            </a:extLst>
          </p:cNvPr>
          <p:cNvGraphicFramePr>
            <a:graphicFrameLocks/>
          </p:cNvGraphicFramePr>
          <p:nvPr/>
        </p:nvGraphicFramePr>
        <p:xfrm>
          <a:off x="2519363" y="1804987"/>
          <a:ext cx="2321719" cy="9013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1" r:id="rId3" imgW="1015559" imgH="482391" progId="Equation.DSMT4">
                  <p:embed/>
                </p:oleObj>
              </mc:Choice>
              <mc:Fallback>
                <p:oleObj r:id="rId3" imgW="1015559" imgH="482391" progId="Equation.DSMT4">
                  <p:embed/>
                  <p:pic>
                    <p:nvPicPr>
                      <p:cNvPr id="539651" name="对象 539650">
                        <a:extLst>
                          <a:ext uri="{FF2B5EF4-FFF2-40B4-BE49-F238E27FC236}">
                            <a16:creationId xmlns:a16="http://schemas.microsoft.com/office/drawing/2014/main" id="{F159A4A2-2978-448D-9333-6FED41689C6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9363" y="1804987"/>
                        <a:ext cx="2321719" cy="9013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9652" name="文本框 539651">
            <a:extLst>
              <a:ext uri="{FF2B5EF4-FFF2-40B4-BE49-F238E27FC236}">
                <a16:creationId xmlns:a16="http://schemas.microsoft.com/office/drawing/2014/main" id="{E70A9C1C-93D7-4E56-ADE6-D0F6BD329A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1663" y="1993106"/>
            <a:ext cx="400050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100" b="1">
                <a:solidFill>
                  <a:srgbClr val="3366FF"/>
                </a:solidFill>
                <a:latin typeface="Times New Roman" panose="02020603050405020304" pitchFamily="18" charset="0"/>
              </a:rPr>
              <a:t>解</a:t>
            </a:r>
          </a:p>
        </p:txBody>
      </p:sp>
      <p:graphicFrame>
        <p:nvGraphicFramePr>
          <p:cNvPr id="539653" name="对象 539652">
            <a:extLst>
              <a:ext uri="{FF2B5EF4-FFF2-40B4-BE49-F238E27FC236}">
                <a16:creationId xmlns:a16="http://schemas.microsoft.com/office/drawing/2014/main" id="{8062341F-7F1D-4D89-9BF6-B433D9C30E2C}"/>
              </a:ext>
            </a:extLst>
          </p:cNvPr>
          <p:cNvGraphicFramePr>
            <a:graphicFrameLocks/>
          </p:cNvGraphicFramePr>
          <p:nvPr/>
        </p:nvGraphicFramePr>
        <p:xfrm>
          <a:off x="2853928" y="3289698"/>
          <a:ext cx="1079897" cy="9834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2" r:id="rId5" imgW="558800" imgH="508000" progId="Equation.DSMT4">
                  <p:embed/>
                </p:oleObj>
              </mc:Choice>
              <mc:Fallback>
                <p:oleObj r:id="rId5" imgW="558800" imgH="508000" progId="Equation.DSMT4">
                  <p:embed/>
                  <p:pic>
                    <p:nvPicPr>
                      <p:cNvPr id="539653" name="对象 539652">
                        <a:extLst>
                          <a:ext uri="{FF2B5EF4-FFF2-40B4-BE49-F238E27FC236}">
                            <a16:creationId xmlns:a16="http://schemas.microsoft.com/office/drawing/2014/main" id="{8062341F-7F1D-4D89-9BF6-B433D9C30E2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3928" y="3289698"/>
                        <a:ext cx="1079897" cy="9834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9654" name="对象 539653">
            <a:extLst>
              <a:ext uri="{FF2B5EF4-FFF2-40B4-BE49-F238E27FC236}">
                <a16:creationId xmlns:a16="http://schemas.microsoft.com/office/drawing/2014/main" id="{848BBE99-9B8B-4D23-BA07-4A8D83576E72}"/>
              </a:ext>
            </a:extLst>
          </p:cNvPr>
          <p:cNvGraphicFramePr>
            <a:graphicFrameLocks/>
          </p:cNvGraphicFramePr>
          <p:nvPr/>
        </p:nvGraphicFramePr>
        <p:xfrm>
          <a:off x="4031457" y="3276600"/>
          <a:ext cx="1241822" cy="4560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3" r:id="rId7" imgW="685205" imgH="253780" progId="Equation.DSMT4">
                  <p:embed/>
                </p:oleObj>
              </mc:Choice>
              <mc:Fallback>
                <p:oleObj r:id="rId7" imgW="685205" imgH="253780" progId="Equation.DSMT4">
                  <p:embed/>
                  <p:pic>
                    <p:nvPicPr>
                      <p:cNvPr id="539654" name="对象 539653">
                        <a:extLst>
                          <a:ext uri="{FF2B5EF4-FFF2-40B4-BE49-F238E27FC236}">
                            <a16:creationId xmlns:a16="http://schemas.microsoft.com/office/drawing/2014/main" id="{848BBE99-9B8B-4D23-BA07-4A8D83576E7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1457" y="3276600"/>
                        <a:ext cx="1241822" cy="4560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9655" name="对象 539654">
            <a:extLst>
              <a:ext uri="{FF2B5EF4-FFF2-40B4-BE49-F238E27FC236}">
                <a16:creationId xmlns:a16="http://schemas.microsoft.com/office/drawing/2014/main" id="{D428C3FA-1A85-4E50-B0D4-3E830632FB85}"/>
              </a:ext>
            </a:extLst>
          </p:cNvPr>
          <p:cNvGraphicFramePr>
            <a:graphicFrameLocks/>
          </p:cNvGraphicFramePr>
          <p:nvPr/>
        </p:nvGraphicFramePr>
        <p:xfrm>
          <a:off x="4031456" y="3769519"/>
          <a:ext cx="1296591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4" r:id="rId9" imgW="685205" imgH="253780" progId="Equation.DSMT4">
                  <p:embed/>
                </p:oleObj>
              </mc:Choice>
              <mc:Fallback>
                <p:oleObj r:id="rId9" imgW="685205" imgH="253780" progId="Equation.DSMT4">
                  <p:embed/>
                  <p:pic>
                    <p:nvPicPr>
                      <p:cNvPr id="539655" name="对象 539654">
                        <a:extLst>
                          <a:ext uri="{FF2B5EF4-FFF2-40B4-BE49-F238E27FC236}">
                            <a16:creationId xmlns:a16="http://schemas.microsoft.com/office/drawing/2014/main" id="{D428C3FA-1A85-4E50-B0D4-3E830632FB8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1456" y="3769519"/>
                        <a:ext cx="1296591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9656" name="对象 539655">
            <a:extLst>
              <a:ext uri="{FF2B5EF4-FFF2-40B4-BE49-F238E27FC236}">
                <a16:creationId xmlns:a16="http://schemas.microsoft.com/office/drawing/2014/main" id="{6FC6B24E-09DD-4810-88CD-09CFE9E06D3C}"/>
              </a:ext>
            </a:extLst>
          </p:cNvPr>
          <p:cNvGraphicFramePr>
            <a:graphicFrameLocks/>
          </p:cNvGraphicFramePr>
          <p:nvPr/>
        </p:nvGraphicFramePr>
        <p:xfrm>
          <a:off x="4733925" y="1831181"/>
          <a:ext cx="1674019" cy="8489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5" r:id="rId11" imgW="875920" imgH="444307" progId="Equation.DSMT4">
                  <p:embed/>
                </p:oleObj>
              </mc:Choice>
              <mc:Fallback>
                <p:oleObj r:id="rId11" imgW="875920" imgH="444307" progId="Equation.DSMT4">
                  <p:embed/>
                  <p:pic>
                    <p:nvPicPr>
                      <p:cNvPr id="539656" name="对象 539655">
                        <a:extLst>
                          <a:ext uri="{FF2B5EF4-FFF2-40B4-BE49-F238E27FC236}">
                            <a16:creationId xmlns:a16="http://schemas.microsoft.com/office/drawing/2014/main" id="{6FC6B24E-09DD-4810-88CD-09CFE9E06D3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3925" y="1831181"/>
                        <a:ext cx="1674019" cy="8489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pull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396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396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39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39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39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8" dur="500"/>
                                        <p:tgtEl>
                                          <p:spTgt spid="539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3" dur="500"/>
                                        <p:tgtEl>
                                          <p:spTgt spid="539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9652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文本占位符 540673">
            <a:extLst>
              <a:ext uri="{FF2B5EF4-FFF2-40B4-BE49-F238E27FC236}">
                <a16:creationId xmlns:a16="http://schemas.microsoft.com/office/drawing/2014/main" id="{3BC7A9D4-C69C-4D5C-8097-C98A1B9E304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1601391" y="303610"/>
            <a:ext cx="3618309" cy="485775"/>
          </a:xfrm>
          <a:prstGeom prst="rect">
            <a:avLst/>
          </a:prstGeom>
          <a:solidFill>
            <a:srgbClr val="FFFFFF"/>
          </a:solidFill>
          <a:ln cap="flat">
            <a:solidFill>
              <a:srgbClr val="000000"/>
            </a:solidFill>
            <a:round/>
            <a:headEnd/>
            <a:tailEnd/>
          </a:ln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3000" b="1" u="sng">
                <a:solidFill>
                  <a:srgbClr val="3366FF"/>
                </a:solidFill>
                <a:latin typeface="楷体_GB2312" pitchFamily="49" charset="-122"/>
                <a:ea typeface="楷体_GB2312" pitchFamily="49" charset="-122"/>
              </a:rPr>
              <a:t>二 极大似然估计法</a:t>
            </a:r>
          </a:p>
        </p:txBody>
      </p:sp>
      <p:sp>
        <p:nvSpPr>
          <p:cNvPr id="19458" name="文本框 540674">
            <a:extLst>
              <a:ext uri="{FF2B5EF4-FFF2-40B4-BE49-F238E27FC236}">
                <a16:creationId xmlns:a16="http://schemas.microsoft.com/office/drawing/2014/main" id="{B3B10F3A-8D72-4C9D-880A-97BE499AAF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68253" y="789385"/>
            <a:ext cx="3795713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100" b="1" i="1">
                <a:solidFill>
                  <a:srgbClr val="0000FF"/>
                </a:solidFill>
                <a:latin typeface="Times New Roman" panose="02020603050405020304" pitchFamily="18" charset="0"/>
              </a:rPr>
              <a:t>Maximum Likelihood Estimate</a:t>
            </a:r>
          </a:p>
        </p:txBody>
      </p:sp>
      <p:sp>
        <p:nvSpPr>
          <p:cNvPr id="540676" name="文本框 540675">
            <a:extLst>
              <a:ext uri="{FF2B5EF4-FFF2-40B4-BE49-F238E27FC236}">
                <a16:creationId xmlns:a16="http://schemas.microsoft.com/office/drawing/2014/main" id="{4D1E6706-C32A-4781-BF9F-6C89BB1EB0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3044" y="1329929"/>
            <a:ext cx="3829050" cy="428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2254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20000"/>
              </a:lnSpc>
            </a:pPr>
            <a:r>
              <a:rPr lang="en-US" altLang="zh-CN" sz="2100" b="1">
                <a:solidFill>
                  <a:srgbClr val="0000FF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2100" b="1">
                <a:solidFill>
                  <a:srgbClr val="3366FF"/>
                </a:solidFill>
                <a:latin typeface="宋体" panose="02010600030101010101" pitchFamily="2" charset="-122"/>
              </a:rPr>
              <a:t>原理</a:t>
            </a:r>
          </a:p>
        </p:txBody>
      </p:sp>
      <p:grpSp>
        <p:nvGrpSpPr>
          <p:cNvPr id="540677" name="组合 540676">
            <a:extLst>
              <a:ext uri="{FF2B5EF4-FFF2-40B4-BE49-F238E27FC236}">
                <a16:creationId xmlns:a16="http://schemas.microsoft.com/office/drawing/2014/main" id="{F8004B2F-F71D-44B3-95A3-01250F46FF0D}"/>
              </a:ext>
            </a:extLst>
          </p:cNvPr>
          <p:cNvGrpSpPr>
            <a:grpSpLocks/>
          </p:cNvGrpSpPr>
          <p:nvPr/>
        </p:nvGrpSpPr>
        <p:grpSpPr bwMode="auto">
          <a:xfrm>
            <a:off x="1951435" y="1351360"/>
            <a:ext cx="5429250" cy="1218009"/>
            <a:chOff x="528" y="1584"/>
            <a:chExt cx="4560" cy="1023"/>
          </a:xfrm>
        </p:grpSpPr>
        <p:graphicFrame>
          <p:nvGraphicFramePr>
            <p:cNvPr id="19461" name="对象 540677">
              <a:extLst>
                <a:ext uri="{FF2B5EF4-FFF2-40B4-BE49-F238E27FC236}">
                  <a16:creationId xmlns:a16="http://schemas.microsoft.com/office/drawing/2014/main" id="{432B7BF7-6469-40CD-9ADF-5F5FB3ECAE96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3696" y="1639"/>
            <a:ext cx="1392" cy="3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73" r:id="rId3" imgW="1078564" imgH="253780" progId="Equation.3">
                    <p:embed/>
                  </p:oleObj>
                </mc:Choice>
                <mc:Fallback>
                  <p:oleObj r:id="rId3" imgW="1078564" imgH="253780" progId="Equation.3">
                    <p:embed/>
                    <p:pic>
                      <p:nvPicPr>
                        <p:cNvPr id="19461" name="对象 540677">
                          <a:extLst>
                            <a:ext uri="{FF2B5EF4-FFF2-40B4-BE49-F238E27FC236}">
                              <a16:creationId xmlns:a16="http://schemas.microsoft.com/office/drawing/2014/main" id="{432B7BF7-6469-40CD-9ADF-5F5FB3ECAE96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96" y="1639"/>
                          <a:ext cx="1392" cy="3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62" name="对象 540678">
              <a:extLst>
                <a:ext uri="{FF2B5EF4-FFF2-40B4-BE49-F238E27FC236}">
                  <a16:creationId xmlns:a16="http://schemas.microsoft.com/office/drawing/2014/main" id="{B53AEED8-CB90-4401-B8F2-A193C4743BDB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3024" y="1968"/>
            <a:ext cx="288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74" r:id="rId5" imgW="215619" imgH="253670" progId="Equation.3">
                    <p:embed/>
                  </p:oleObj>
                </mc:Choice>
                <mc:Fallback>
                  <p:oleObj r:id="rId5" imgW="215619" imgH="253670" progId="Equation.3">
                    <p:embed/>
                    <p:pic>
                      <p:nvPicPr>
                        <p:cNvPr id="19462" name="对象 540678">
                          <a:extLst>
                            <a:ext uri="{FF2B5EF4-FFF2-40B4-BE49-F238E27FC236}">
                              <a16:creationId xmlns:a16="http://schemas.microsoft.com/office/drawing/2014/main" id="{B53AEED8-CB90-4401-B8F2-A193C4743BDB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24" y="1968"/>
                          <a:ext cx="288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463" name="矩形 540679">
              <a:extLst>
                <a:ext uri="{FF2B5EF4-FFF2-40B4-BE49-F238E27FC236}">
                  <a16:creationId xmlns:a16="http://schemas.microsoft.com/office/drawing/2014/main" id="{A03A1A73-E386-4546-BE9F-0302823989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" y="1584"/>
              <a:ext cx="4560" cy="10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Bef>
                  <a:spcPct val="50000"/>
                </a:spcBef>
              </a:pPr>
              <a:r>
                <a:rPr lang="zh-CN" altLang="en-US" sz="2100" b="1">
                  <a:latin typeface="Times New Roman" panose="02020603050405020304" pitchFamily="18" charset="0"/>
                </a:rPr>
                <a:t>         设随机试验有</a:t>
              </a:r>
              <a:r>
                <a:rPr lang="en-US" altLang="zh-CN" sz="2100" b="1" i="1">
                  <a:latin typeface="Times New Roman" panose="02020603050405020304" pitchFamily="18" charset="0"/>
                </a:rPr>
                <a:t>n</a:t>
              </a:r>
              <a:r>
                <a:rPr lang="zh-CN" altLang="en-US" sz="2100" b="1">
                  <a:latin typeface="Times New Roman" panose="02020603050405020304" pitchFamily="18" charset="0"/>
                </a:rPr>
                <a:t>种可能结果                    　　现做一次试验，结果事件     发生了，则认为事件     在这</a:t>
              </a:r>
              <a:r>
                <a:rPr lang="en-US" altLang="zh-CN" sz="2100" b="1" i="1">
                  <a:latin typeface="Times New Roman" panose="02020603050405020304" pitchFamily="18" charset="0"/>
                </a:rPr>
                <a:t>n</a:t>
              </a:r>
              <a:r>
                <a:rPr lang="zh-CN" altLang="en-US" sz="2100" b="1">
                  <a:latin typeface="Times New Roman" panose="02020603050405020304" pitchFamily="18" charset="0"/>
                </a:rPr>
                <a:t>种可能结果中出现的概率最大。</a:t>
              </a:r>
            </a:p>
          </p:txBody>
        </p:sp>
        <p:graphicFrame>
          <p:nvGraphicFramePr>
            <p:cNvPr id="19464" name="对象 540680">
              <a:extLst>
                <a:ext uri="{FF2B5EF4-FFF2-40B4-BE49-F238E27FC236}">
                  <a16:creationId xmlns:a16="http://schemas.microsoft.com/office/drawing/2014/main" id="{BB6616AA-2887-4CDF-B29D-2CEC3FFDC07C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1030" y="2304"/>
            <a:ext cx="246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75" r:id="rId7" imgW="215619" imgH="253670" progId="Equation.3">
                    <p:embed/>
                  </p:oleObj>
                </mc:Choice>
                <mc:Fallback>
                  <p:oleObj r:id="rId7" imgW="215619" imgH="253670" progId="Equation.3">
                    <p:embed/>
                    <p:pic>
                      <p:nvPicPr>
                        <p:cNvPr id="19464" name="对象 540680">
                          <a:extLst>
                            <a:ext uri="{FF2B5EF4-FFF2-40B4-BE49-F238E27FC236}">
                              <a16:creationId xmlns:a16="http://schemas.microsoft.com/office/drawing/2014/main" id="{BB6616AA-2887-4CDF-B29D-2CEC3FFDC07C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30" y="2304"/>
                          <a:ext cx="246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40682" name="组合 540681">
            <a:extLst>
              <a:ext uri="{FF2B5EF4-FFF2-40B4-BE49-F238E27FC236}">
                <a16:creationId xmlns:a16="http://schemas.microsoft.com/office/drawing/2014/main" id="{8C347605-FB4F-4DBD-83A1-3FCE412769A3}"/>
              </a:ext>
            </a:extLst>
          </p:cNvPr>
          <p:cNvGrpSpPr>
            <a:grpSpLocks/>
          </p:cNvGrpSpPr>
          <p:nvPr/>
        </p:nvGrpSpPr>
        <p:grpSpPr bwMode="auto">
          <a:xfrm>
            <a:off x="1547813" y="3083717"/>
            <a:ext cx="5822156" cy="1322784"/>
            <a:chOff x="340" y="2432"/>
            <a:chExt cx="4890" cy="1111"/>
          </a:xfrm>
        </p:grpSpPr>
        <p:sp>
          <p:nvSpPr>
            <p:cNvPr id="19466" name="文本框 540682">
              <a:extLst>
                <a:ext uri="{FF2B5EF4-FFF2-40B4-BE49-F238E27FC236}">
                  <a16:creationId xmlns:a16="http://schemas.microsoft.com/office/drawing/2014/main" id="{F584E08F-AACB-4D3E-B514-7B44AEC24B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" y="2432"/>
              <a:ext cx="4890" cy="1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7500" tIns="35100" rIns="67500" bIns="351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lvl="1">
                <a:lnSpc>
                  <a:spcPct val="120000"/>
                </a:lnSpc>
                <a:spcBef>
                  <a:spcPct val="20000"/>
                </a:spcBef>
                <a:buClr>
                  <a:schemeClr val="tx1"/>
                </a:buClr>
                <a:buSzPct val="80000"/>
                <a:buFontTx/>
                <a:buNone/>
              </a:pPr>
              <a:r>
                <a:rPr lang="zh-CN" altLang="en-US" sz="2100" b="1">
                  <a:solidFill>
                    <a:srgbClr val="FF0000"/>
                  </a:solidFill>
                </a:rPr>
                <a:t>极大似然估计法：</a:t>
              </a:r>
              <a:r>
                <a:rPr lang="zh-CN" altLang="en-US" sz="2100" b="1">
                  <a:solidFill>
                    <a:srgbClr val="000066"/>
                  </a:solidFill>
                </a:rPr>
                <a:t>在一次抽样中，若得到</a:t>
              </a:r>
            </a:p>
            <a:p>
              <a:pPr lvl="1">
                <a:lnSpc>
                  <a:spcPct val="120000"/>
                </a:lnSpc>
                <a:spcBef>
                  <a:spcPct val="20000"/>
                </a:spcBef>
                <a:buClr>
                  <a:schemeClr val="tx1"/>
                </a:buClr>
                <a:buSzPct val="80000"/>
                <a:buFontTx/>
                <a:buNone/>
              </a:pPr>
              <a:r>
                <a:rPr lang="zh-CN" altLang="en-US" sz="2100" b="1">
                  <a:solidFill>
                    <a:srgbClr val="000066"/>
                  </a:solidFill>
                </a:rPr>
                <a:t>样本观测值</a:t>
              </a:r>
              <a:r>
                <a:rPr lang="en-US" altLang="zh-CN" sz="2100" b="1">
                  <a:solidFill>
                    <a:srgbClr val="000066"/>
                  </a:solidFill>
                  <a:latin typeface="Times New Roman" panose="02020603050405020304" pitchFamily="18" charset="0"/>
                </a:rPr>
                <a:t>(</a:t>
              </a:r>
              <a:r>
                <a:rPr lang="en-US" altLang="zh-CN" sz="2100" b="1" i="1">
                  <a:solidFill>
                    <a:srgbClr val="000066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2100" b="1" baseline="-25000">
                  <a:solidFill>
                    <a:srgbClr val="000066"/>
                  </a:solidFill>
                  <a:latin typeface="Times New Roman" panose="02020603050405020304" pitchFamily="18" charset="0"/>
                </a:rPr>
                <a:t>1</a:t>
              </a:r>
              <a:r>
                <a:rPr lang="en-US" altLang="zh-CN" sz="2100" b="1">
                  <a:solidFill>
                    <a:srgbClr val="000066"/>
                  </a:solidFill>
                  <a:latin typeface="Times New Roman" panose="02020603050405020304" pitchFamily="18" charset="0"/>
                </a:rPr>
                <a:t>,…,</a:t>
              </a:r>
              <a:r>
                <a:rPr lang="en-US" altLang="zh-CN" sz="2100" b="1" i="1">
                  <a:solidFill>
                    <a:srgbClr val="000066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2100" b="1" i="1" baseline="-25000">
                  <a:solidFill>
                    <a:srgbClr val="000066"/>
                  </a:solidFill>
                  <a:latin typeface="Times New Roman" panose="02020603050405020304" pitchFamily="18" charset="0"/>
                </a:rPr>
                <a:t>n</a:t>
              </a:r>
              <a:r>
                <a:rPr lang="en-US" altLang="zh-CN" sz="2100" b="1">
                  <a:solidFill>
                    <a:srgbClr val="000066"/>
                  </a:solidFill>
                  <a:latin typeface="Times New Roman" panose="02020603050405020304" pitchFamily="18" charset="0"/>
                </a:rPr>
                <a:t>)</a:t>
              </a:r>
              <a:r>
                <a:rPr lang="zh-CN" altLang="en-US" sz="2100" b="1">
                  <a:solidFill>
                    <a:srgbClr val="000066"/>
                  </a:solidFill>
                  <a:latin typeface="Times New Roman" panose="02020603050405020304" pitchFamily="18" charset="0"/>
                </a:rPr>
                <a:t>，</a:t>
              </a:r>
              <a:r>
                <a:rPr lang="zh-CN" altLang="en-US" sz="2100" b="1">
                  <a:solidFill>
                    <a:srgbClr val="000066"/>
                  </a:solidFill>
                </a:rPr>
                <a:t>则选择</a:t>
              </a:r>
              <a:r>
                <a:rPr lang="en-US" altLang="zh-CN" sz="1950" b="1" i="1">
                  <a:solidFill>
                    <a:srgbClr val="000066"/>
                  </a:solidFill>
                  <a:latin typeface="Symbol" panose="05050102010706020507" pitchFamily="18" charset="2"/>
                </a:rPr>
                <a:t>q </a:t>
              </a:r>
              <a:r>
                <a:rPr lang="zh-CN" altLang="en-US" sz="2100" b="1">
                  <a:solidFill>
                    <a:srgbClr val="000066"/>
                  </a:solidFill>
                  <a:latin typeface="Symbol" panose="05050102010706020507" pitchFamily="18" charset="2"/>
                </a:rPr>
                <a:t>为</a:t>
              </a:r>
              <a:r>
                <a:rPr lang="en-US" altLang="zh-CN" sz="1950" b="1" i="1">
                  <a:solidFill>
                    <a:srgbClr val="000066"/>
                  </a:solidFill>
                  <a:latin typeface="Symbol" panose="05050102010706020507" pitchFamily="18" charset="2"/>
                </a:rPr>
                <a:t>q</a:t>
              </a:r>
              <a:r>
                <a:rPr lang="en-US" altLang="zh-CN" sz="2100" b="1" i="1">
                  <a:solidFill>
                    <a:srgbClr val="000066"/>
                  </a:solidFill>
                  <a:latin typeface="Symbol" panose="05050102010706020507" pitchFamily="18" charset="2"/>
                </a:rPr>
                <a:t> </a:t>
              </a:r>
              <a:r>
                <a:rPr lang="zh-CN" altLang="en-US" sz="2100" b="1">
                  <a:solidFill>
                    <a:srgbClr val="000066"/>
                  </a:solidFill>
                  <a:latin typeface="Symbol" panose="05050102010706020507" pitchFamily="18" charset="2"/>
                </a:rPr>
                <a:t>的估计，</a:t>
              </a:r>
            </a:p>
            <a:p>
              <a:pPr lvl="1">
                <a:lnSpc>
                  <a:spcPct val="120000"/>
                </a:lnSpc>
                <a:spcBef>
                  <a:spcPct val="20000"/>
                </a:spcBef>
                <a:buClr>
                  <a:schemeClr val="tx1"/>
                </a:buClr>
                <a:buSzPct val="80000"/>
                <a:buFontTx/>
                <a:buNone/>
              </a:pPr>
              <a:r>
                <a:rPr lang="zh-CN" altLang="en-US" sz="2100" b="1">
                  <a:solidFill>
                    <a:srgbClr val="000066"/>
                  </a:solidFill>
                  <a:latin typeface="Symbol" panose="05050102010706020507" pitchFamily="18" charset="2"/>
                </a:rPr>
                <a:t>使得此组观测值出现的概率最大。</a:t>
              </a:r>
            </a:p>
          </p:txBody>
        </p:sp>
        <p:sp>
          <p:nvSpPr>
            <p:cNvPr id="19467" name="任意多边形 540683">
              <a:extLst>
                <a:ext uri="{FF2B5EF4-FFF2-40B4-BE49-F238E27FC236}">
                  <a16:creationId xmlns:a16="http://schemas.microsoft.com/office/drawing/2014/main" id="{4359E155-59D7-4524-953A-FEBB45EADA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5" y="2850"/>
              <a:ext cx="90" cy="45"/>
            </a:xfrm>
            <a:custGeom>
              <a:avLst/>
              <a:gdLst>
                <a:gd name="T0" fmla="*/ 0 w 90"/>
                <a:gd name="T1" fmla="*/ 45 h 45"/>
                <a:gd name="T2" fmla="*/ 45 w 90"/>
                <a:gd name="T3" fmla="*/ 0 h 45"/>
                <a:gd name="T4" fmla="*/ 90 w 90"/>
                <a:gd name="T5" fmla="*/ 4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0" h="45">
                  <a:moveTo>
                    <a:pt x="0" y="45"/>
                  </a:moveTo>
                  <a:cubicBezTo>
                    <a:pt x="15" y="22"/>
                    <a:pt x="30" y="0"/>
                    <a:pt x="45" y="0"/>
                  </a:cubicBezTo>
                  <a:cubicBezTo>
                    <a:pt x="60" y="0"/>
                    <a:pt x="83" y="38"/>
                    <a:pt x="90" y="45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</p:spTree>
  </p:cSld>
  <p:clrMapOvr>
    <a:masterClrMapping/>
  </p:clrMapOvr>
  <p:transition spd="med"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40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40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540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067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文本框 541697">
            <a:extLst>
              <a:ext uri="{FF2B5EF4-FFF2-40B4-BE49-F238E27FC236}">
                <a16:creationId xmlns:a16="http://schemas.microsoft.com/office/drawing/2014/main" id="{891425BF-7D7D-4125-9F00-0B786704D3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0010" y="2571751"/>
            <a:ext cx="5131594" cy="622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2254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200000"/>
              </a:lnSpc>
            </a:pPr>
            <a:r>
              <a:rPr lang="zh-CN" altLang="en-US" sz="2100" b="1">
                <a:solidFill>
                  <a:schemeClr val="tx2"/>
                </a:solidFill>
                <a:latin typeface="宋体" panose="02010600030101010101" pitchFamily="2" charset="-122"/>
              </a:rPr>
              <a:t>为样本的</a:t>
            </a:r>
            <a:r>
              <a:rPr lang="zh-CN" altLang="en-US" sz="2100" b="1">
                <a:solidFill>
                  <a:srgbClr val="FF3300"/>
                </a:solidFill>
                <a:latin typeface="宋体" panose="02010600030101010101" pitchFamily="2" charset="-122"/>
              </a:rPr>
              <a:t>似然函数</a:t>
            </a:r>
            <a:r>
              <a:rPr lang="zh-CN" altLang="en-US" sz="2100" b="1">
                <a:solidFill>
                  <a:schemeClr val="tx2"/>
                </a:solidFill>
                <a:latin typeface="宋体" panose="02010600030101010101" pitchFamily="2" charset="-122"/>
              </a:rPr>
              <a:t>。若</a:t>
            </a:r>
          </a:p>
        </p:txBody>
      </p:sp>
      <p:sp>
        <p:nvSpPr>
          <p:cNvPr id="20482" name="矩形 541698">
            <a:extLst>
              <a:ext uri="{FF2B5EF4-FFF2-40B4-BE49-F238E27FC236}">
                <a16:creationId xmlns:a16="http://schemas.microsoft.com/office/drawing/2014/main" id="{45324CBC-672C-418E-85BD-75FD3FF134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6204" y="789385"/>
            <a:ext cx="5536406" cy="12186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lnSpc>
                <a:spcPct val="120000"/>
              </a:lnSpc>
              <a:spcBef>
                <a:spcPct val="50000"/>
              </a:spcBef>
            </a:pPr>
            <a:r>
              <a:rPr lang="zh-CN" altLang="en-US" sz="2100" b="1"/>
              <a:t>       若总体</a:t>
            </a:r>
            <a:r>
              <a:rPr lang="en-US" altLang="zh-CN" sz="2100" b="1" i="1">
                <a:latin typeface="Times New Roman" panose="02020603050405020304" pitchFamily="18" charset="0"/>
              </a:rPr>
              <a:t>X</a:t>
            </a:r>
            <a:r>
              <a:rPr lang="zh-CN" altLang="en-US" sz="2100" b="1"/>
              <a:t>有密度函数</a:t>
            </a:r>
            <a:r>
              <a:rPr lang="en-US" altLang="zh-CN" sz="2100" b="1" i="1">
                <a:latin typeface="Times New Roman" panose="02020603050405020304" pitchFamily="18" charset="0"/>
              </a:rPr>
              <a:t>f</a:t>
            </a:r>
            <a:r>
              <a:rPr lang="en-US" altLang="zh-CN" sz="2100" b="1">
                <a:latin typeface="Times New Roman" panose="02020603050405020304" pitchFamily="18" charset="0"/>
              </a:rPr>
              <a:t>(</a:t>
            </a:r>
            <a:r>
              <a:rPr lang="en-US" altLang="zh-CN" sz="2100" b="1" i="1">
                <a:latin typeface="Times New Roman" panose="02020603050405020304" pitchFamily="18" charset="0"/>
              </a:rPr>
              <a:t>x;</a:t>
            </a:r>
            <a:r>
              <a:rPr lang="en-US" altLang="zh-CN" sz="2100" b="1" i="1">
                <a:latin typeface="Symbol" panose="05050102010706020507" pitchFamily="18" charset="2"/>
              </a:rPr>
              <a:t>q</a:t>
            </a:r>
            <a:r>
              <a:rPr lang="en-US" altLang="zh-CN" sz="2100" b="1">
                <a:latin typeface="Times New Roman" panose="02020603050405020304" pitchFamily="18" charset="0"/>
              </a:rPr>
              <a:t>) (</a:t>
            </a:r>
            <a:r>
              <a:rPr lang="en-US" altLang="zh-CN" sz="2100" b="1" i="1">
                <a:latin typeface="Times New Roman" panose="02020603050405020304" pitchFamily="18" charset="0"/>
              </a:rPr>
              <a:t>X</a:t>
            </a:r>
            <a:r>
              <a:rPr lang="zh-CN" altLang="en-US" sz="2100" b="1">
                <a:latin typeface="Times New Roman" panose="02020603050405020304" pitchFamily="18" charset="0"/>
              </a:rPr>
              <a:t>是</a:t>
            </a:r>
            <a:r>
              <a:rPr lang="en-US" altLang="zh-CN" sz="2100" b="1">
                <a:latin typeface="Times New Roman" panose="02020603050405020304" pitchFamily="18" charset="0"/>
              </a:rPr>
              <a:t>D.R.V.</a:t>
            </a:r>
            <a:r>
              <a:rPr lang="zh-CN" altLang="en-US" sz="2100" b="1">
                <a:latin typeface="Times New Roman" panose="02020603050405020304" pitchFamily="18" charset="0"/>
              </a:rPr>
              <a:t>时</a:t>
            </a:r>
            <a:r>
              <a:rPr lang="en-US" altLang="zh-CN" sz="2100" b="1">
                <a:latin typeface="Times New Roman" panose="02020603050405020304" pitchFamily="18" charset="0"/>
              </a:rPr>
              <a:t>, </a:t>
            </a:r>
            <a:r>
              <a:rPr lang="en-US" altLang="zh-CN" sz="2100" b="1" i="1">
                <a:latin typeface="Times New Roman" panose="02020603050405020304" pitchFamily="18" charset="0"/>
              </a:rPr>
              <a:t>f</a:t>
            </a:r>
            <a:r>
              <a:rPr lang="en-US" altLang="zh-CN" sz="2100" b="1">
                <a:latin typeface="Times New Roman" panose="02020603050405020304" pitchFamily="18" charset="0"/>
              </a:rPr>
              <a:t>(</a:t>
            </a:r>
            <a:r>
              <a:rPr lang="en-US" altLang="zh-CN" sz="2100" b="1" i="1">
                <a:latin typeface="Times New Roman" panose="02020603050405020304" pitchFamily="18" charset="0"/>
              </a:rPr>
              <a:t>x;</a:t>
            </a:r>
            <a:r>
              <a:rPr lang="en-US" altLang="zh-CN" sz="2100" b="1" i="1">
                <a:latin typeface="Symbol" panose="05050102010706020507" pitchFamily="18" charset="2"/>
              </a:rPr>
              <a:t>q</a:t>
            </a:r>
            <a:r>
              <a:rPr lang="en-US" altLang="zh-CN" sz="2100" b="1">
                <a:latin typeface="Times New Roman" panose="02020603050405020304" pitchFamily="18" charset="0"/>
              </a:rPr>
              <a:t>)=</a:t>
            </a:r>
            <a:r>
              <a:rPr lang="en-US" altLang="zh-CN" sz="2100" b="1" i="1">
                <a:latin typeface="Times New Roman" panose="02020603050405020304" pitchFamily="18" charset="0"/>
              </a:rPr>
              <a:t>P</a:t>
            </a:r>
            <a:r>
              <a:rPr lang="en-US" altLang="zh-CN" sz="2100" b="1">
                <a:latin typeface="Times New Roman" panose="02020603050405020304" pitchFamily="18" charset="0"/>
              </a:rPr>
              <a:t>(</a:t>
            </a:r>
            <a:r>
              <a:rPr lang="en-US" altLang="zh-CN" sz="2100" b="1" i="1">
                <a:latin typeface="Times New Roman" panose="02020603050405020304" pitchFamily="18" charset="0"/>
              </a:rPr>
              <a:t>X</a:t>
            </a:r>
            <a:r>
              <a:rPr lang="en-US" altLang="zh-CN" sz="2100" b="1">
                <a:latin typeface="Times New Roman" panose="02020603050405020304" pitchFamily="18" charset="0"/>
              </a:rPr>
              <a:t>=</a:t>
            </a:r>
            <a:r>
              <a:rPr lang="en-US" altLang="zh-CN" sz="2100" b="1" i="1">
                <a:latin typeface="Times New Roman" panose="02020603050405020304" pitchFamily="18" charset="0"/>
              </a:rPr>
              <a:t>x</a:t>
            </a:r>
            <a:r>
              <a:rPr lang="en-US" altLang="zh-CN" sz="2100" b="1">
                <a:latin typeface="Times New Roman" panose="02020603050405020304" pitchFamily="18" charset="0"/>
              </a:rPr>
              <a:t>;</a:t>
            </a:r>
            <a:r>
              <a:rPr lang="en-US" altLang="zh-CN" sz="2100" b="1" i="1">
                <a:latin typeface="Symbol" panose="05050102010706020507" pitchFamily="18" charset="2"/>
              </a:rPr>
              <a:t>q</a:t>
            </a:r>
            <a:r>
              <a:rPr lang="en-US" altLang="zh-CN" sz="2100" b="1">
                <a:latin typeface="Times New Roman" panose="02020603050405020304" pitchFamily="18" charset="0"/>
              </a:rPr>
              <a:t>) ), </a:t>
            </a:r>
            <a:r>
              <a:rPr lang="zh-CN" altLang="en-US" sz="2100" b="1">
                <a:latin typeface="Times New Roman" panose="02020603050405020304" pitchFamily="18" charset="0"/>
              </a:rPr>
              <a:t>其中</a:t>
            </a:r>
            <a:r>
              <a:rPr lang="en-US" altLang="zh-CN" sz="2100" b="1" i="1">
                <a:latin typeface="Symbol" panose="05050102010706020507" pitchFamily="18" charset="2"/>
              </a:rPr>
              <a:t>q</a:t>
            </a:r>
            <a:r>
              <a:rPr lang="en-US" altLang="zh-CN" sz="2100" b="1">
                <a:latin typeface="Times New Roman" panose="02020603050405020304" pitchFamily="18" charset="0"/>
              </a:rPr>
              <a:t>=(</a:t>
            </a:r>
            <a:r>
              <a:rPr lang="en-US" altLang="zh-CN" sz="2100" b="1" i="1">
                <a:latin typeface="Symbol" panose="05050102010706020507" pitchFamily="18" charset="2"/>
              </a:rPr>
              <a:t>q</a:t>
            </a:r>
            <a:r>
              <a:rPr lang="en-US" altLang="zh-CN" sz="21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2100" b="1">
                <a:latin typeface="Times New Roman" panose="02020603050405020304" pitchFamily="18" charset="0"/>
              </a:rPr>
              <a:t>,…, </a:t>
            </a:r>
            <a:r>
              <a:rPr lang="en-US" altLang="zh-CN" sz="2100" b="1" i="1">
                <a:latin typeface="Symbol" panose="05050102010706020507" pitchFamily="18" charset="2"/>
              </a:rPr>
              <a:t>q</a:t>
            </a:r>
            <a:r>
              <a:rPr lang="en-US" altLang="zh-CN" sz="2100" b="1" i="1" baseline="-25000">
                <a:latin typeface="Times New Roman" panose="02020603050405020304" pitchFamily="18" charset="0"/>
              </a:rPr>
              <a:t>k</a:t>
            </a:r>
            <a:r>
              <a:rPr lang="en-US" altLang="zh-CN" sz="2100" b="1">
                <a:latin typeface="Times New Roman" panose="02020603050405020304" pitchFamily="18" charset="0"/>
              </a:rPr>
              <a:t>)</a:t>
            </a:r>
            <a:r>
              <a:rPr lang="zh-CN" altLang="en-US" sz="2100" b="1">
                <a:latin typeface="Times New Roman" panose="02020603050405020304" pitchFamily="18" charset="0"/>
              </a:rPr>
              <a:t>为待估未知参数，</a:t>
            </a:r>
          </a:p>
        </p:txBody>
      </p:sp>
      <p:graphicFrame>
        <p:nvGraphicFramePr>
          <p:cNvPr id="20483" name="对象 541699">
            <a:extLst>
              <a:ext uri="{FF2B5EF4-FFF2-40B4-BE49-F238E27FC236}">
                <a16:creationId xmlns:a16="http://schemas.microsoft.com/office/drawing/2014/main" id="{8756C43B-2240-4C9F-8921-E45F01E2C1B4}"/>
              </a:ext>
            </a:extLst>
          </p:cNvPr>
          <p:cNvGraphicFramePr>
            <a:graphicFrameLocks/>
          </p:cNvGraphicFramePr>
          <p:nvPr/>
        </p:nvGraphicFramePr>
        <p:xfrm>
          <a:off x="5166123" y="2219325"/>
          <a:ext cx="1350169" cy="6548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2" r:id="rId4" imgW="888614" imgH="431613" progId="Equation.DSMT4">
                  <p:embed/>
                </p:oleObj>
              </mc:Choice>
              <mc:Fallback>
                <p:oleObj r:id="rId4" imgW="888614" imgH="431613" progId="Equation.DSMT4">
                  <p:embed/>
                  <p:pic>
                    <p:nvPicPr>
                      <p:cNvPr id="20483" name="对象 541699">
                        <a:extLst>
                          <a:ext uri="{FF2B5EF4-FFF2-40B4-BE49-F238E27FC236}">
                            <a16:creationId xmlns:a16="http://schemas.microsoft.com/office/drawing/2014/main" id="{8756C43B-2240-4C9F-8921-E45F01E2C1B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66123" y="2219325"/>
                        <a:ext cx="1350169" cy="6548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4" name="对象 541700">
            <a:extLst>
              <a:ext uri="{FF2B5EF4-FFF2-40B4-BE49-F238E27FC236}">
                <a16:creationId xmlns:a16="http://schemas.microsoft.com/office/drawing/2014/main" id="{49DA6A9B-D8ED-482B-B62B-9C49EB5BCA5A}"/>
              </a:ext>
            </a:extLst>
          </p:cNvPr>
          <p:cNvGraphicFramePr>
            <a:graphicFrameLocks/>
          </p:cNvGraphicFramePr>
          <p:nvPr/>
        </p:nvGraphicFramePr>
        <p:xfrm>
          <a:off x="2736057" y="2370535"/>
          <a:ext cx="2441972" cy="3559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3" r:id="rId6" imgW="1738391" imgH="253780" progId="Equation.3">
                  <p:embed/>
                </p:oleObj>
              </mc:Choice>
              <mc:Fallback>
                <p:oleObj r:id="rId6" imgW="1738391" imgH="253780" progId="Equation.3">
                  <p:embed/>
                  <p:pic>
                    <p:nvPicPr>
                      <p:cNvPr id="20484" name="对象 541700">
                        <a:extLst>
                          <a:ext uri="{FF2B5EF4-FFF2-40B4-BE49-F238E27FC236}">
                            <a16:creationId xmlns:a16="http://schemas.microsoft.com/office/drawing/2014/main" id="{49DA6A9B-D8ED-482B-B62B-9C49EB5BCA5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6057" y="2370535"/>
                        <a:ext cx="2441972" cy="3559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5" name="矩形 541701">
            <a:extLst>
              <a:ext uri="{FF2B5EF4-FFF2-40B4-BE49-F238E27FC236}">
                <a16:creationId xmlns:a16="http://schemas.microsoft.com/office/drawing/2014/main" id="{0F5B63B0-20AF-46CC-9CB4-2F9D989714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6203" y="1645444"/>
            <a:ext cx="5832872" cy="7641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100" b="1"/>
              <a:t>                           为样本                    的一组观</a:t>
            </a:r>
          </a:p>
          <a:p>
            <a:pPr eaLnBrk="0" hangingPunct="0">
              <a:lnSpc>
                <a:spcPct val="50000"/>
              </a:lnSpc>
              <a:spcBef>
                <a:spcPct val="50000"/>
              </a:spcBef>
            </a:pPr>
            <a:r>
              <a:rPr lang="zh-CN" altLang="en-US" sz="2100" b="1"/>
              <a:t>测值。称</a:t>
            </a:r>
          </a:p>
        </p:txBody>
      </p:sp>
      <p:graphicFrame>
        <p:nvGraphicFramePr>
          <p:cNvPr id="20486" name="内容占位符 541702">
            <a:extLst>
              <a:ext uri="{FF2B5EF4-FFF2-40B4-BE49-F238E27FC236}">
                <a16:creationId xmlns:a16="http://schemas.microsoft.com/office/drawing/2014/main" id="{DD459190-4A54-4B7F-AFB2-24640852D22A}"/>
              </a:ext>
            </a:extLst>
          </p:cNvPr>
          <p:cNvGraphicFramePr>
            <a:graphicFrameLocks noGrp="1"/>
          </p:cNvGraphicFramePr>
          <p:nvPr>
            <p:ph sz="half" idx="4294967295"/>
          </p:nvPr>
        </p:nvGraphicFramePr>
        <p:xfrm>
          <a:off x="4950619" y="1657350"/>
          <a:ext cx="1350169" cy="347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4" r:id="rId8" imgW="951674" imgH="253780" progId="Equation.3">
                  <p:embed/>
                </p:oleObj>
              </mc:Choice>
              <mc:Fallback>
                <p:oleObj r:id="rId8" imgW="951674" imgH="253780" progId="Equation.3">
                  <p:embed/>
                  <p:pic>
                    <p:nvPicPr>
                      <p:cNvPr id="20486" name="内容占位符 541702">
                        <a:extLst>
                          <a:ext uri="{FF2B5EF4-FFF2-40B4-BE49-F238E27FC236}">
                            <a16:creationId xmlns:a16="http://schemas.microsoft.com/office/drawing/2014/main" id="{DD459190-4A54-4B7F-AFB2-24640852D22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0619" y="1657350"/>
                        <a:ext cx="1350169" cy="347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7" name="对象 541703">
            <a:extLst>
              <a:ext uri="{FF2B5EF4-FFF2-40B4-BE49-F238E27FC236}">
                <a16:creationId xmlns:a16="http://schemas.microsoft.com/office/drawing/2014/main" id="{A0DC4CD2-8A22-4DBE-8078-F16498213BA7}"/>
              </a:ext>
            </a:extLst>
          </p:cNvPr>
          <p:cNvGraphicFramePr>
            <a:graphicFrameLocks/>
          </p:cNvGraphicFramePr>
          <p:nvPr/>
        </p:nvGraphicFramePr>
        <p:xfrm>
          <a:off x="2844404" y="1658541"/>
          <a:ext cx="1085850" cy="319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5" r:id="rId10" imgW="862851" imgH="253780" progId="Equation.3">
                  <p:embed/>
                </p:oleObj>
              </mc:Choice>
              <mc:Fallback>
                <p:oleObj r:id="rId10" imgW="862851" imgH="253780" progId="Equation.3">
                  <p:embed/>
                  <p:pic>
                    <p:nvPicPr>
                      <p:cNvPr id="20487" name="对象 541703">
                        <a:extLst>
                          <a:ext uri="{FF2B5EF4-FFF2-40B4-BE49-F238E27FC236}">
                            <a16:creationId xmlns:a16="http://schemas.microsoft.com/office/drawing/2014/main" id="{A0DC4CD2-8A22-4DBE-8078-F16498213BA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4404" y="1658541"/>
                        <a:ext cx="1085850" cy="319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8" name="文本框 541704">
            <a:extLst>
              <a:ext uri="{FF2B5EF4-FFF2-40B4-BE49-F238E27FC236}">
                <a16:creationId xmlns:a16="http://schemas.microsoft.com/office/drawing/2014/main" id="{7420F748-5DB7-4BAC-A904-ABDE9466A0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3860" y="3759994"/>
            <a:ext cx="5169697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3500" rIns="135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100" b="1">
                <a:latin typeface="Times New Roman" panose="02020603050405020304" pitchFamily="18" charset="0"/>
                <a:sym typeface="Symbol" panose="05050102010706020507" pitchFamily="18" charset="2"/>
              </a:rPr>
              <a:t>则称                         为</a:t>
            </a:r>
            <a:r>
              <a:rPr lang="zh-CN" altLang="en-US" sz="2100" b="1" i="1">
                <a:latin typeface="Times New Roman" panose="02020603050405020304" pitchFamily="18" charset="0"/>
                <a:sym typeface="Symbol" panose="05050102010706020507" pitchFamily="18" charset="2"/>
              </a:rPr>
              <a:t> </a:t>
            </a:r>
            <a:r>
              <a:rPr lang="zh-CN" altLang="en-US" sz="2100" b="1">
                <a:latin typeface="Times New Roman" panose="02020603050405020304" pitchFamily="18" charset="0"/>
              </a:rPr>
              <a:t>的</a:t>
            </a:r>
            <a:r>
              <a:rPr lang="zh-CN" altLang="en-US" sz="2100" b="1">
                <a:solidFill>
                  <a:srgbClr val="FF3300"/>
                </a:solidFill>
                <a:latin typeface="Times New Roman" panose="02020603050405020304" pitchFamily="18" charset="0"/>
              </a:rPr>
              <a:t>极大似然估计值</a:t>
            </a:r>
            <a:r>
              <a:rPr lang="zh-CN" altLang="en-US" sz="2100" b="1">
                <a:solidFill>
                  <a:schemeClr val="tx2"/>
                </a:solidFill>
                <a:latin typeface="Times New Roman" panose="02020603050405020304" pitchFamily="18" charset="0"/>
              </a:rPr>
              <a:t>，</a:t>
            </a:r>
          </a:p>
        </p:txBody>
      </p:sp>
      <p:graphicFrame>
        <p:nvGraphicFramePr>
          <p:cNvPr id="20489" name="对象 541705">
            <a:extLst>
              <a:ext uri="{FF2B5EF4-FFF2-40B4-BE49-F238E27FC236}">
                <a16:creationId xmlns:a16="http://schemas.microsoft.com/office/drawing/2014/main" id="{A7C368BF-74BF-4658-837C-A9F2AAC87094}"/>
              </a:ext>
            </a:extLst>
          </p:cNvPr>
          <p:cNvGraphicFramePr>
            <a:graphicFrameLocks/>
          </p:cNvGraphicFramePr>
          <p:nvPr/>
        </p:nvGraphicFramePr>
        <p:xfrm>
          <a:off x="4895850" y="2856310"/>
          <a:ext cx="2591991" cy="4179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6" r:id="rId12" imgW="1624190" imgH="253780" progId="Equation.DSMT4">
                  <p:embed/>
                </p:oleObj>
              </mc:Choice>
              <mc:Fallback>
                <p:oleObj r:id="rId12" imgW="1624190" imgH="253780" progId="Equation.DSMT4">
                  <p:embed/>
                  <p:pic>
                    <p:nvPicPr>
                      <p:cNvPr id="20489" name="对象 541705">
                        <a:extLst>
                          <a:ext uri="{FF2B5EF4-FFF2-40B4-BE49-F238E27FC236}">
                            <a16:creationId xmlns:a16="http://schemas.microsoft.com/office/drawing/2014/main" id="{A7C368BF-74BF-4658-837C-A9F2AAC8709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95850" y="2856310"/>
                        <a:ext cx="2591991" cy="4179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0" name="对象 541706">
            <a:extLst>
              <a:ext uri="{FF2B5EF4-FFF2-40B4-BE49-F238E27FC236}">
                <a16:creationId xmlns:a16="http://schemas.microsoft.com/office/drawing/2014/main" id="{77BB659A-0903-46CE-BC7C-358985AD1FF9}"/>
              </a:ext>
            </a:extLst>
          </p:cNvPr>
          <p:cNvGraphicFramePr>
            <a:graphicFrameLocks/>
          </p:cNvGraphicFramePr>
          <p:nvPr/>
        </p:nvGraphicFramePr>
        <p:xfrm>
          <a:off x="3330179" y="3276600"/>
          <a:ext cx="1944290" cy="5405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7" r:id="rId14" imgW="1091253" imgH="304536" progId="Equation.DSMT4">
                  <p:embed/>
                </p:oleObj>
              </mc:Choice>
              <mc:Fallback>
                <p:oleObj r:id="rId14" imgW="1091253" imgH="304536" progId="Equation.DSMT4">
                  <p:embed/>
                  <p:pic>
                    <p:nvPicPr>
                      <p:cNvPr id="20490" name="对象 541706">
                        <a:extLst>
                          <a:ext uri="{FF2B5EF4-FFF2-40B4-BE49-F238E27FC236}">
                            <a16:creationId xmlns:a16="http://schemas.microsoft.com/office/drawing/2014/main" id="{77BB659A-0903-46CE-BC7C-358985AD1FF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0179" y="3276600"/>
                        <a:ext cx="1944290" cy="5405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41708" name="组合 541707">
            <a:extLst>
              <a:ext uri="{FF2B5EF4-FFF2-40B4-BE49-F238E27FC236}">
                <a16:creationId xmlns:a16="http://schemas.microsoft.com/office/drawing/2014/main" id="{71FA693A-0118-4941-A15A-F134FFF648EA}"/>
              </a:ext>
            </a:extLst>
          </p:cNvPr>
          <p:cNvGrpSpPr>
            <a:grpSpLocks/>
          </p:cNvGrpSpPr>
          <p:nvPr/>
        </p:nvGrpSpPr>
        <p:grpSpPr bwMode="auto">
          <a:xfrm>
            <a:off x="2847975" y="4245766"/>
            <a:ext cx="4673204" cy="415528"/>
            <a:chOff x="1432" y="3566"/>
            <a:chExt cx="3925" cy="349"/>
          </a:xfrm>
        </p:grpSpPr>
        <p:sp>
          <p:nvSpPr>
            <p:cNvPr id="20492" name="文本框 541708">
              <a:extLst>
                <a:ext uri="{FF2B5EF4-FFF2-40B4-BE49-F238E27FC236}">
                  <a16:creationId xmlns:a16="http://schemas.microsoft.com/office/drawing/2014/main" id="{A6BC8377-A902-4E7D-943E-4DCA904F14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4" y="3566"/>
              <a:ext cx="2473" cy="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3500" rIns="135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100" b="1">
                  <a:latin typeface="Times New Roman" panose="02020603050405020304" pitchFamily="18" charset="0"/>
                  <a:sym typeface="Symbol" panose="05050102010706020507" pitchFamily="18" charset="2"/>
                </a:rPr>
                <a:t>为</a:t>
              </a:r>
              <a:r>
                <a:rPr lang="zh-CN" altLang="en-US" sz="21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 </a:t>
              </a:r>
              <a:r>
                <a:rPr lang="zh-CN" altLang="en-US" sz="2100" b="1">
                  <a:latin typeface="Times New Roman" panose="02020603050405020304" pitchFamily="18" charset="0"/>
                </a:rPr>
                <a:t>的</a:t>
              </a:r>
              <a:r>
                <a:rPr lang="zh-CN" altLang="en-US" sz="2100" b="1">
                  <a:solidFill>
                    <a:srgbClr val="FF3300"/>
                  </a:solidFill>
                  <a:latin typeface="Times New Roman" panose="02020603050405020304" pitchFamily="18" charset="0"/>
                </a:rPr>
                <a:t>极大似然估计量</a:t>
              </a:r>
              <a:r>
                <a:rPr lang="zh-CN" altLang="en-US" sz="2100" b="1">
                  <a:solidFill>
                    <a:schemeClr val="tx2"/>
                  </a:solidFill>
                  <a:latin typeface="Times New Roman" panose="02020603050405020304" pitchFamily="18" charset="0"/>
                </a:rPr>
                <a:t>。</a:t>
              </a:r>
            </a:p>
          </p:txBody>
        </p:sp>
        <p:graphicFrame>
          <p:nvGraphicFramePr>
            <p:cNvPr id="20493" name="对象 541709">
              <a:extLst>
                <a:ext uri="{FF2B5EF4-FFF2-40B4-BE49-F238E27FC236}">
                  <a16:creationId xmlns:a16="http://schemas.microsoft.com/office/drawing/2014/main" id="{6A310AEF-1A50-4B5E-B9BE-B1227CEB9252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1432" y="3566"/>
            <a:ext cx="1488" cy="3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08" r:id="rId16" imgW="1371005" imgH="291973" progId="Equation.3">
                    <p:embed/>
                  </p:oleObj>
                </mc:Choice>
                <mc:Fallback>
                  <p:oleObj r:id="rId16" imgW="1371005" imgH="291973" progId="Equation.3">
                    <p:embed/>
                    <p:pic>
                      <p:nvPicPr>
                        <p:cNvPr id="20493" name="对象 541709">
                          <a:extLst>
                            <a:ext uri="{FF2B5EF4-FFF2-40B4-BE49-F238E27FC236}">
                              <a16:creationId xmlns:a16="http://schemas.microsoft.com/office/drawing/2014/main" id="{6A310AEF-1A50-4B5E-B9BE-B1227CEB9252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32" y="3566"/>
                          <a:ext cx="1488" cy="3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0494" name="文本框 541710">
            <a:extLst>
              <a:ext uri="{FF2B5EF4-FFF2-40B4-BE49-F238E27FC236}">
                <a16:creationId xmlns:a16="http://schemas.microsoft.com/office/drawing/2014/main" id="{BCB0C24F-E13D-42A8-80E7-49CC488D6C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9466" y="600075"/>
            <a:ext cx="1050288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100" b="1">
                <a:solidFill>
                  <a:srgbClr val="0000FF"/>
                </a:solidFill>
                <a:latin typeface="Times New Roman" panose="02020603050405020304" pitchFamily="18" charset="0"/>
              </a:rPr>
              <a:t>2 </a:t>
            </a:r>
            <a:r>
              <a:rPr lang="en-US" altLang="zh-CN" sz="2100" b="1">
                <a:solidFill>
                  <a:srgbClr val="0000FF"/>
                </a:solidFill>
              </a:rPr>
              <a:t>  </a:t>
            </a:r>
            <a:r>
              <a:rPr lang="zh-CN" altLang="en-US" sz="2100" b="1">
                <a:solidFill>
                  <a:srgbClr val="0000FF"/>
                </a:solidFill>
              </a:rPr>
              <a:t>定义</a:t>
            </a:r>
          </a:p>
        </p:txBody>
      </p:sp>
      <p:graphicFrame>
        <p:nvGraphicFramePr>
          <p:cNvPr id="20495" name="内容占位符 541711">
            <a:extLst>
              <a:ext uri="{FF2B5EF4-FFF2-40B4-BE49-F238E27FC236}">
                <a16:creationId xmlns:a16="http://schemas.microsoft.com/office/drawing/2014/main" id="{F24DF064-7E6D-48CD-AAD8-1C9DA9C5CAB9}"/>
              </a:ext>
            </a:extLst>
          </p:cNvPr>
          <p:cNvGraphicFramePr>
            <a:graphicFrameLocks noGrp="1"/>
          </p:cNvGraphicFramePr>
          <p:nvPr>
            <p:ph sz="half" idx="4294967295"/>
          </p:nvPr>
        </p:nvGraphicFramePr>
        <p:xfrm>
          <a:off x="2897982" y="3743325"/>
          <a:ext cx="1674019" cy="4202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9" r:id="rId18" imgW="1015119" imgH="253780" progId="Equation.DSMT4">
                  <p:embed/>
                </p:oleObj>
              </mc:Choice>
              <mc:Fallback>
                <p:oleObj r:id="rId18" imgW="1015119" imgH="253780" progId="Equation.DSMT4">
                  <p:embed/>
                  <p:pic>
                    <p:nvPicPr>
                      <p:cNvPr id="20495" name="内容占位符 541711">
                        <a:extLst>
                          <a:ext uri="{FF2B5EF4-FFF2-40B4-BE49-F238E27FC236}">
                            <a16:creationId xmlns:a16="http://schemas.microsoft.com/office/drawing/2014/main" id="{F24DF064-7E6D-48CD-AAD8-1C9DA9C5CAB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7982" y="3743325"/>
                        <a:ext cx="1674019" cy="42029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417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417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3746" name="组合 543745">
            <a:extLst>
              <a:ext uri="{FF2B5EF4-FFF2-40B4-BE49-F238E27FC236}">
                <a16:creationId xmlns:a16="http://schemas.microsoft.com/office/drawing/2014/main" id="{4700FCFB-0842-46DF-B101-00C648F38337}"/>
              </a:ext>
            </a:extLst>
          </p:cNvPr>
          <p:cNvGrpSpPr>
            <a:grpSpLocks/>
          </p:cNvGrpSpPr>
          <p:nvPr/>
        </p:nvGrpSpPr>
        <p:grpSpPr bwMode="auto">
          <a:xfrm>
            <a:off x="1735931" y="3575446"/>
            <a:ext cx="4158854" cy="415528"/>
            <a:chOff x="748" y="2659"/>
            <a:chExt cx="2787" cy="349"/>
          </a:xfrm>
        </p:grpSpPr>
        <p:graphicFrame>
          <p:nvGraphicFramePr>
            <p:cNvPr id="22530" name="对象 543746">
              <a:extLst>
                <a:ext uri="{FF2B5EF4-FFF2-40B4-BE49-F238E27FC236}">
                  <a16:creationId xmlns:a16="http://schemas.microsoft.com/office/drawing/2014/main" id="{C3EC8F3F-F804-4DFE-8618-3D621CE0C862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3288" y="2659"/>
            <a:ext cx="247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22" r:id="rId3" imgW="215619" imgH="291720" progId="Equation.3">
                    <p:embed/>
                  </p:oleObj>
                </mc:Choice>
                <mc:Fallback>
                  <p:oleObj r:id="rId3" imgW="215619" imgH="291720" progId="Equation.3">
                    <p:embed/>
                    <p:pic>
                      <p:nvPicPr>
                        <p:cNvPr id="22530" name="对象 543746">
                          <a:extLst>
                            <a:ext uri="{FF2B5EF4-FFF2-40B4-BE49-F238E27FC236}">
                              <a16:creationId xmlns:a16="http://schemas.microsoft.com/office/drawing/2014/main" id="{C3EC8F3F-F804-4DFE-8618-3D621CE0C862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88" y="2659"/>
                          <a:ext cx="247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31" name="文本框 543747">
              <a:extLst>
                <a:ext uri="{FF2B5EF4-FFF2-40B4-BE49-F238E27FC236}">
                  <a16:creationId xmlns:a16="http://schemas.microsoft.com/office/drawing/2014/main" id="{9C29027C-2CBF-40E6-99C8-2F99F4DAF3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8" y="2659"/>
              <a:ext cx="2605" cy="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1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(3) </a:t>
              </a:r>
              <a:r>
                <a:rPr lang="zh-CN" altLang="en-US" sz="2100" b="1">
                  <a:solidFill>
                    <a:srgbClr val="000000"/>
                  </a:solidFill>
                </a:rPr>
                <a:t>解方程</a:t>
              </a:r>
              <a:r>
                <a:rPr lang="en-US" altLang="zh-CN" sz="21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(</a:t>
              </a:r>
              <a:r>
                <a:rPr lang="zh-CN" altLang="en-US" sz="2100" b="1">
                  <a:solidFill>
                    <a:srgbClr val="000000"/>
                  </a:solidFill>
                </a:rPr>
                <a:t>组</a:t>
              </a:r>
              <a:r>
                <a:rPr lang="en-US" altLang="zh-CN" sz="21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)</a:t>
              </a:r>
              <a:r>
                <a:rPr lang="zh-CN" altLang="en-US" sz="2100" b="1">
                  <a:solidFill>
                    <a:srgbClr val="000000"/>
                  </a:solidFill>
                </a:rPr>
                <a:t>得极大似然估计</a:t>
              </a:r>
              <a:endParaRPr lang="zh-CN" altLang="en-US" sz="2100" b="1" i="1">
                <a:latin typeface="Times New Roman" panose="02020603050405020304" pitchFamily="18" charset="0"/>
              </a:endParaRPr>
            </a:p>
          </p:txBody>
        </p:sp>
      </p:grpSp>
      <p:sp>
        <p:nvSpPr>
          <p:cNvPr id="22532" name="矩形 543748">
            <a:extLst>
              <a:ext uri="{FF2B5EF4-FFF2-40B4-BE49-F238E27FC236}">
                <a16:creationId xmlns:a16="http://schemas.microsoft.com/office/drawing/2014/main" id="{B114CABC-CD86-47DB-9B9C-AA798C7227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9738" y="1037035"/>
            <a:ext cx="37719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400" b="1">
                <a:solidFill>
                  <a:srgbClr val="0000FF"/>
                </a:solidFill>
                <a:latin typeface="宋体" panose="02010600030101010101" pitchFamily="2" charset="-122"/>
              </a:rPr>
              <a:t>3 </a:t>
            </a:r>
            <a:r>
              <a:rPr lang="zh-CN" altLang="en-US" sz="2400" b="1">
                <a:solidFill>
                  <a:srgbClr val="0000FF"/>
                </a:solidFill>
                <a:latin typeface="宋体" panose="02010600030101010101" pitchFamily="2" charset="-122"/>
              </a:rPr>
              <a:t>一般步骤</a:t>
            </a:r>
            <a:endParaRPr lang="zh-CN" altLang="en-US" sz="24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43750" name="文本框 543749">
            <a:extLst>
              <a:ext uri="{FF2B5EF4-FFF2-40B4-BE49-F238E27FC236}">
                <a16:creationId xmlns:a16="http://schemas.microsoft.com/office/drawing/2014/main" id="{0EE43C8D-8D27-4C7A-9CC6-EBD2381D96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9738" y="1847850"/>
            <a:ext cx="2915841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100" b="1">
                <a:solidFill>
                  <a:srgbClr val="FF0000"/>
                </a:solidFill>
                <a:latin typeface="Times New Roman" panose="02020603050405020304" pitchFamily="18" charset="0"/>
              </a:rPr>
              <a:t>(1)</a:t>
            </a:r>
            <a:r>
              <a:rPr lang="en-US" altLang="zh-CN" sz="2100" b="1">
                <a:latin typeface="Times New Roman" panose="02020603050405020304" pitchFamily="18" charset="0"/>
              </a:rPr>
              <a:t> </a:t>
            </a:r>
            <a:r>
              <a:rPr lang="zh-CN" altLang="en-US" sz="2100" b="1">
                <a:latin typeface="Times New Roman" panose="02020603050405020304" pitchFamily="18" charset="0"/>
              </a:rPr>
              <a:t>写出似然函数</a:t>
            </a:r>
          </a:p>
        </p:txBody>
      </p:sp>
      <p:graphicFrame>
        <p:nvGraphicFramePr>
          <p:cNvPr id="543751" name="内容占位符 543750">
            <a:extLst>
              <a:ext uri="{FF2B5EF4-FFF2-40B4-BE49-F238E27FC236}">
                <a16:creationId xmlns:a16="http://schemas.microsoft.com/office/drawing/2014/main" id="{C082A649-15CF-44EF-9692-048645E5EC9F}"/>
              </a:ext>
            </a:extLst>
          </p:cNvPr>
          <p:cNvGraphicFramePr>
            <a:graphicFrameLocks noGrp="1"/>
          </p:cNvGraphicFramePr>
          <p:nvPr>
            <p:ph sz="half" idx="4294967295"/>
          </p:nvPr>
        </p:nvGraphicFramePr>
        <p:xfrm>
          <a:off x="3843337" y="1881187"/>
          <a:ext cx="557213" cy="3298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3" r:id="rId5" imgW="342603" imgH="203024" progId="Equation.3">
                  <p:embed/>
                </p:oleObj>
              </mc:Choice>
              <mc:Fallback>
                <p:oleObj r:id="rId5" imgW="342603" imgH="203024" progId="Equation.3">
                  <p:embed/>
                  <p:pic>
                    <p:nvPicPr>
                      <p:cNvPr id="543751" name="内容占位符 543750">
                        <a:extLst>
                          <a:ext uri="{FF2B5EF4-FFF2-40B4-BE49-F238E27FC236}">
                            <a16:creationId xmlns:a16="http://schemas.microsoft.com/office/drawing/2014/main" id="{C082A649-15CF-44EF-9692-048645E5EC9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43337" y="1881187"/>
                        <a:ext cx="557213" cy="3298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3752" name="文本框 543751">
            <a:extLst>
              <a:ext uri="{FF2B5EF4-FFF2-40B4-BE49-F238E27FC236}">
                <a16:creationId xmlns:a16="http://schemas.microsoft.com/office/drawing/2014/main" id="{57A2792D-B4E4-4E5E-A295-E594D1D97D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9737" y="2695575"/>
            <a:ext cx="2635658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100" b="1">
                <a:solidFill>
                  <a:srgbClr val="FF0000"/>
                </a:solidFill>
                <a:latin typeface="Times New Roman" panose="02020603050405020304" pitchFamily="18" charset="0"/>
              </a:rPr>
              <a:t>(2)</a:t>
            </a:r>
            <a:r>
              <a:rPr lang="en-US" altLang="zh-CN" sz="2100" b="1">
                <a:solidFill>
                  <a:srgbClr val="000000"/>
                </a:solidFill>
              </a:rPr>
              <a:t> </a:t>
            </a:r>
            <a:r>
              <a:rPr lang="zh-CN" altLang="en-US" sz="2100" b="1">
                <a:solidFill>
                  <a:srgbClr val="000000"/>
                </a:solidFill>
              </a:rPr>
              <a:t>建立似然方程</a:t>
            </a:r>
            <a:r>
              <a:rPr lang="en-US" altLang="zh-CN" sz="2100" b="1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lang="zh-CN" altLang="en-US" sz="2100" b="1">
                <a:solidFill>
                  <a:srgbClr val="000000"/>
                </a:solidFill>
              </a:rPr>
              <a:t>组</a:t>
            </a:r>
            <a:r>
              <a:rPr lang="en-US" altLang="zh-CN" sz="2100" b="1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</a:p>
        </p:txBody>
      </p:sp>
      <p:graphicFrame>
        <p:nvGraphicFramePr>
          <p:cNvPr id="543753" name="内容占位符 543752">
            <a:extLst>
              <a:ext uri="{FF2B5EF4-FFF2-40B4-BE49-F238E27FC236}">
                <a16:creationId xmlns:a16="http://schemas.microsoft.com/office/drawing/2014/main" id="{E5F469F3-49AC-4548-9A69-6B30F54163F5}"/>
              </a:ext>
            </a:extLst>
          </p:cNvPr>
          <p:cNvGraphicFramePr>
            <a:graphicFrameLocks noGrp="1"/>
          </p:cNvGraphicFramePr>
          <p:nvPr>
            <p:ph sz="quarter" idx="4294967295"/>
          </p:nvPr>
        </p:nvGraphicFramePr>
        <p:xfrm>
          <a:off x="4301729" y="2557463"/>
          <a:ext cx="2943225" cy="7703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4" r:id="rId7" imgW="1650284" imgH="431613" progId="Equation.3">
                  <p:embed/>
                </p:oleObj>
              </mc:Choice>
              <mc:Fallback>
                <p:oleObj r:id="rId7" imgW="1650284" imgH="431613" progId="Equation.3">
                  <p:embed/>
                  <p:pic>
                    <p:nvPicPr>
                      <p:cNvPr id="543753" name="内容占位符 543752">
                        <a:extLst>
                          <a:ext uri="{FF2B5EF4-FFF2-40B4-BE49-F238E27FC236}">
                            <a16:creationId xmlns:a16="http://schemas.microsoft.com/office/drawing/2014/main" id="{E5F469F3-49AC-4548-9A69-6B30F54163F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01729" y="2557463"/>
                        <a:ext cx="2943225" cy="7703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43757" name="组合 543756">
            <a:extLst>
              <a:ext uri="{FF2B5EF4-FFF2-40B4-BE49-F238E27FC236}">
                <a16:creationId xmlns:a16="http://schemas.microsoft.com/office/drawing/2014/main" id="{770277C8-E16D-4B18-8818-66CEFBCB0B64}"/>
              </a:ext>
            </a:extLst>
          </p:cNvPr>
          <p:cNvGrpSpPr>
            <a:grpSpLocks/>
          </p:cNvGrpSpPr>
          <p:nvPr/>
        </p:nvGrpSpPr>
        <p:grpSpPr bwMode="auto">
          <a:xfrm>
            <a:off x="4897042" y="1207294"/>
            <a:ext cx="1916906" cy="554831"/>
            <a:chOff x="3153" y="799"/>
            <a:chExt cx="1610" cy="466"/>
          </a:xfrm>
        </p:grpSpPr>
        <p:sp>
          <p:nvSpPr>
            <p:cNvPr id="22538" name="圆角矩形标注 543754">
              <a:extLst>
                <a:ext uri="{FF2B5EF4-FFF2-40B4-BE49-F238E27FC236}">
                  <a16:creationId xmlns:a16="http://schemas.microsoft.com/office/drawing/2014/main" id="{BA1F351F-1460-477E-83D7-886659580E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3" y="799"/>
              <a:ext cx="1610" cy="466"/>
            </a:xfrm>
            <a:prstGeom prst="wedgeRoundRectCallout">
              <a:avLst>
                <a:gd name="adj1" fmla="val -56708"/>
                <a:gd name="adj2" fmla="val 98282"/>
                <a:gd name="adj3" fmla="val 16667"/>
              </a:avLst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/>
              <a:endParaRPr lang="zh-CN" altLang="en-US" sz="2100">
                <a:solidFill>
                  <a:srgbClr val="000000"/>
                </a:solidFill>
              </a:endParaRPr>
            </a:p>
          </p:txBody>
        </p:sp>
        <p:graphicFrame>
          <p:nvGraphicFramePr>
            <p:cNvPr id="22539" name="内容占位符 543755">
              <a:extLst>
                <a:ext uri="{FF2B5EF4-FFF2-40B4-BE49-F238E27FC236}">
                  <a16:creationId xmlns:a16="http://schemas.microsoft.com/office/drawing/2014/main" id="{DDD547EE-4833-4DCD-B844-24A9825829AC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3366" y="913"/>
            <a:ext cx="1215" cy="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25" r:id="rId9" imgW="1320227" imgH="342751" progId="Equation.3">
                    <p:embed/>
                  </p:oleObj>
                </mc:Choice>
                <mc:Fallback>
                  <p:oleObj r:id="rId9" imgW="1320227" imgH="342751" progId="Equation.3">
                    <p:embed/>
                    <p:pic>
                      <p:nvPicPr>
                        <p:cNvPr id="22539" name="内容占位符 543755">
                          <a:extLst>
                            <a:ext uri="{FF2B5EF4-FFF2-40B4-BE49-F238E27FC236}">
                              <a16:creationId xmlns:a16="http://schemas.microsoft.com/office/drawing/2014/main" id="{DDD547EE-4833-4DCD-B844-24A9825829AC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6" y="913"/>
                          <a:ext cx="1215" cy="320"/>
                        </a:xfrm>
                        <a:prstGeom prst="rect">
                          <a:avLst/>
                        </a:prstGeom>
                        <a:solidFill>
                          <a:srgbClr val="FFFFCC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 spd="med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437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437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43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2000"/>
                                        <p:tgtEl>
                                          <p:spTgt spid="543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543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437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437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43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000"/>
                                        <p:tgtEl>
                                          <p:spTgt spid="543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437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437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3750" grpId="0"/>
      <p:bldP spid="54375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770" name="文本框 544769">
            <a:extLst>
              <a:ext uri="{FF2B5EF4-FFF2-40B4-BE49-F238E27FC236}">
                <a16:creationId xmlns:a16="http://schemas.microsoft.com/office/drawing/2014/main" id="{08F74E7D-0772-436D-AF26-5CD9EF2446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4772" y="1010841"/>
            <a:ext cx="5072063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r>
              <a:rPr lang="zh-CN" altLang="en-US" sz="2100" b="1">
                <a:latin typeface="宋体" panose="02010600030101010101" pitchFamily="2" charset="-122"/>
              </a:rPr>
              <a:t>解：设</a:t>
            </a:r>
            <a:r>
              <a:rPr lang="en-US" altLang="zh-CN" sz="2100" b="1">
                <a:latin typeface="宋体" panose="02010600030101010101" pitchFamily="2" charset="-122"/>
              </a:rPr>
              <a:t>(</a:t>
            </a:r>
            <a:r>
              <a:rPr lang="en-US" altLang="zh-CN" sz="2100" b="1" i="1">
                <a:latin typeface="Times New Roman" panose="02020603050405020304" pitchFamily="18" charset="0"/>
              </a:rPr>
              <a:t>x</a:t>
            </a:r>
            <a:r>
              <a:rPr lang="en-US" altLang="zh-CN" sz="21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2100" b="1">
                <a:latin typeface="Times New Roman" panose="02020603050405020304" pitchFamily="18" charset="0"/>
              </a:rPr>
              <a:t>,…, </a:t>
            </a:r>
            <a:r>
              <a:rPr lang="en-US" altLang="zh-CN" sz="2100" b="1" i="1">
                <a:latin typeface="Times New Roman" panose="02020603050405020304" pitchFamily="18" charset="0"/>
              </a:rPr>
              <a:t>x</a:t>
            </a:r>
            <a:r>
              <a:rPr lang="en-US" altLang="zh-CN" sz="2100" b="1" i="1" baseline="-25000">
                <a:latin typeface="Times New Roman" panose="02020603050405020304" pitchFamily="18" charset="0"/>
              </a:rPr>
              <a:t>n</a:t>
            </a:r>
            <a:r>
              <a:rPr lang="en-US" altLang="zh-CN" sz="2100" b="1">
                <a:latin typeface="宋体" panose="02010600030101010101" pitchFamily="2" charset="-122"/>
              </a:rPr>
              <a:t>)</a:t>
            </a:r>
            <a:r>
              <a:rPr lang="zh-CN" altLang="en-US" sz="2100" b="1">
                <a:latin typeface="宋体" panose="02010600030101010101" pitchFamily="2" charset="-122"/>
              </a:rPr>
              <a:t>为样本的一组观测值，</a:t>
            </a:r>
          </a:p>
        </p:txBody>
      </p:sp>
      <p:graphicFrame>
        <p:nvGraphicFramePr>
          <p:cNvPr id="544771" name="对象 544770">
            <a:extLst>
              <a:ext uri="{FF2B5EF4-FFF2-40B4-BE49-F238E27FC236}">
                <a16:creationId xmlns:a16="http://schemas.microsoft.com/office/drawing/2014/main" id="{0454AA08-968B-4EE2-AEB9-3535068492D1}"/>
              </a:ext>
            </a:extLst>
          </p:cNvPr>
          <p:cNvGraphicFramePr>
            <a:graphicFrameLocks/>
          </p:cNvGraphicFramePr>
          <p:nvPr/>
        </p:nvGraphicFramePr>
        <p:xfrm>
          <a:off x="3415904" y="1371600"/>
          <a:ext cx="1715690" cy="7024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8" r:id="rId3" imgW="1332921" imgH="545863" progId="Equation.3">
                  <p:embed/>
                </p:oleObj>
              </mc:Choice>
              <mc:Fallback>
                <p:oleObj r:id="rId3" imgW="1332921" imgH="545863" progId="Equation.3">
                  <p:embed/>
                  <p:pic>
                    <p:nvPicPr>
                      <p:cNvPr id="544771" name="对象 544770">
                        <a:extLst>
                          <a:ext uri="{FF2B5EF4-FFF2-40B4-BE49-F238E27FC236}">
                            <a16:creationId xmlns:a16="http://schemas.microsoft.com/office/drawing/2014/main" id="{0454AA08-968B-4EE2-AEB9-3535068492D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5904" y="1371600"/>
                        <a:ext cx="1715690" cy="7024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4772" name="对象 544771">
            <a:extLst>
              <a:ext uri="{FF2B5EF4-FFF2-40B4-BE49-F238E27FC236}">
                <a16:creationId xmlns:a16="http://schemas.microsoft.com/office/drawing/2014/main" id="{C8DB2E30-2263-4DB5-AA5D-ADD2BFA1AC0F}"/>
              </a:ext>
            </a:extLst>
          </p:cNvPr>
          <p:cNvGraphicFramePr>
            <a:graphicFrameLocks/>
          </p:cNvGraphicFramePr>
          <p:nvPr/>
        </p:nvGraphicFramePr>
        <p:xfrm>
          <a:off x="5003006" y="1314450"/>
          <a:ext cx="1404938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9" r:id="rId5" imgW="1180588" imgH="647419" progId="Equation.3">
                  <p:embed/>
                </p:oleObj>
              </mc:Choice>
              <mc:Fallback>
                <p:oleObj r:id="rId5" imgW="1180588" imgH="647419" progId="Equation.3">
                  <p:embed/>
                  <p:pic>
                    <p:nvPicPr>
                      <p:cNvPr id="544772" name="对象 544771">
                        <a:extLst>
                          <a:ext uri="{FF2B5EF4-FFF2-40B4-BE49-F238E27FC236}">
                            <a16:creationId xmlns:a16="http://schemas.microsoft.com/office/drawing/2014/main" id="{C8DB2E30-2263-4DB5-AA5D-ADD2BFA1AC0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3006" y="1314450"/>
                        <a:ext cx="1404938" cy="771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4773" name="文本框 544772">
            <a:extLst>
              <a:ext uri="{FF2B5EF4-FFF2-40B4-BE49-F238E27FC236}">
                <a16:creationId xmlns:a16="http://schemas.microsoft.com/office/drawing/2014/main" id="{311A5517-EE0A-4F39-84F3-3B8142A43A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2892" y="2857501"/>
            <a:ext cx="1210865" cy="330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1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似然方程</a:t>
            </a:r>
          </a:p>
        </p:txBody>
      </p:sp>
      <p:graphicFrame>
        <p:nvGraphicFramePr>
          <p:cNvPr id="544774" name="对象 544773">
            <a:extLst>
              <a:ext uri="{FF2B5EF4-FFF2-40B4-BE49-F238E27FC236}">
                <a16:creationId xmlns:a16="http://schemas.microsoft.com/office/drawing/2014/main" id="{3A98B914-E565-4676-B19B-DED47E604C49}"/>
              </a:ext>
            </a:extLst>
          </p:cNvPr>
          <p:cNvGraphicFramePr>
            <a:graphicFrameLocks/>
          </p:cNvGraphicFramePr>
          <p:nvPr/>
        </p:nvGraphicFramePr>
        <p:xfrm>
          <a:off x="3349229" y="2064544"/>
          <a:ext cx="3314700" cy="6453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0" r:id="rId7" imgW="2208841" imgH="431613" progId="Equation.DSMT4">
                  <p:embed/>
                </p:oleObj>
              </mc:Choice>
              <mc:Fallback>
                <p:oleObj r:id="rId7" imgW="2208841" imgH="431613" progId="Equation.DSMT4">
                  <p:embed/>
                  <p:pic>
                    <p:nvPicPr>
                      <p:cNvPr id="544774" name="对象 544773">
                        <a:extLst>
                          <a:ext uri="{FF2B5EF4-FFF2-40B4-BE49-F238E27FC236}">
                            <a16:creationId xmlns:a16="http://schemas.microsoft.com/office/drawing/2014/main" id="{3A98B914-E565-4676-B19B-DED47E604C4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9229" y="2064544"/>
                        <a:ext cx="3314700" cy="6453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4775" name="对象 544774">
            <a:extLst>
              <a:ext uri="{FF2B5EF4-FFF2-40B4-BE49-F238E27FC236}">
                <a16:creationId xmlns:a16="http://schemas.microsoft.com/office/drawing/2014/main" id="{CD2F32A8-10DC-47B7-B559-22F8F4288F99}"/>
              </a:ext>
            </a:extLst>
          </p:cNvPr>
          <p:cNvGraphicFramePr>
            <a:graphicFrameLocks/>
          </p:cNvGraphicFramePr>
          <p:nvPr/>
        </p:nvGraphicFramePr>
        <p:xfrm>
          <a:off x="3427810" y="2758679"/>
          <a:ext cx="2313384" cy="6215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1" r:id="rId9" imgW="1599506" imgH="431613" progId="Equation.DSMT4">
                  <p:embed/>
                </p:oleObj>
              </mc:Choice>
              <mc:Fallback>
                <p:oleObj r:id="rId9" imgW="1599506" imgH="431613" progId="Equation.DSMT4">
                  <p:embed/>
                  <p:pic>
                    <p:nvPicPr>
                      <p:cNvPr id="544775" name="对象 544774">
                        <a:extLst>
                          <a:ext uri="{FF2B5EF4-FFF2-40B4-BE49-F238E27FC236}">
                            <a16:creationId xmlns:a16="http://schemas.microsoft.com/office/drawing/2014/main" id="{CD2F32A8-10DC-47B7-B559-22F8F4288F9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7810" y="2758679"/>
                        <a:ext cx="2313384" cy="6215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4776" name="文本框 544775">
            <a:extLst>
              <a:ext uri="{FF2B5EF4-FFF2-40B4-BE49-F238E27FC236}">
                <a16:creationId xmlns:a16="http://schemas.microsoft.com/office/drawing/2014/main" id="{E7D88150-5E5A-405B-8144-2DA29543E4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07407" y="3563541"/>
            <a:ext cx="2545569" cy="3223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100" b="1" i="1">
                <a:latin typeface="Symbol" panose="05050102010706020507" pitchFamily="18" charset="2"/>
              </a:rPr>
              <a:t>l</a:t>
            </a:r>
            <a:r>
              <a:rPr lang="zh-CN" altLang="en-US" sz="2100" b="1">
                <a:latin typeface="Times New Roman" panose="02020603050405020304" pitchFamily="18" charset="0"/>
              </a:rPr>
              <a:t>的极大似然估计为</a:t>
            </a:r>
            <a:r>
              <a:rPr lang="zh-CN" altLang="en-US">
                <a:latin typeface="Times New Roman" panose="02020603050405020304" pitchFamily="18" charset="0"/>
              </a:rPr>
              <a:t>：</a:t>
            </a:r>
          </a:p>
        </p:txBody>
      </p:sp>
      <p:graphicFrame>
        <p:nvGraphicFramePr>
          <p:cNvPr id="544777" name="对象 544776">
            <a:extLst>
              <a:ext uri="{FF2B5EF4-FFF2-40B4-BE49-F238E27FC236}">
                <a16:creationId xmlns:a16="http://schemas.microsoft.com/office/drawing/2014/main" id="{CEDA5184-9C72-49F8-92F0-DC4344B2FFFA}"/>
              </a:ext>
            </a:extLst>
          </p:cNvPr>
          <p:cNvGraphicFramePr>
            <a:graphicFrameLocks/>
          </p:cNvGraphicFramePr>
          <p:nvPr/>
        </p:nvGraphicFramePr>
        <p:xfrm>
          <a:off x="4662488" y="3380185"/>
          <a:ext cx="1693069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2" r:id="rId11" imgW="1002865" imgH="431613" progId="Equation.DSMT4">
                  <p:embed/>
                </p:oleObj>
              </mc:Choice>
              <mc:Fallback>
                <p:oleObj r:id="rId11" imgW="1002865" imgH="431613" progId="Equation.DSMT4">
                  <p:embed/>
                  <p:pic>
                    <p:nvPicPr>
                      <p:cNvPr id="544777" name="对象 544776">
                        <a:extLst>
                          <a:ext uri="{FF2B5EF4-FFF2-40B4-BE49-F238E27FC236}">
                            <a16:creationId xmlns:a16="http://schemas.microsoft.com/office/drawing/2014/main" id="{CEDA5184-9C72-49F8-92F0-DC4344B2FFF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2488" y="3380185"/>
                        <a:ext cx="1693069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4778" name="文本框 544777">
            <a:extLst>
              <a:ext uri="{FF2B5EF4-FFF2-40B4-BE49-F238E27FC236}">
                <a16:creationId xmlns:a16="http://schemas.microsoft.com/office/drawing/2014/main" id="{14235C03-7452-4FA2-B183-5F7AF0E74F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6913" y="4081463"/>
            <a:ext cx="5791200" cy="5845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0000"/>
              </a:lnSpc>
              <a:spcBef>
                <a:spcPct val="50000"/>
              </a:spcBef>
            </a:pPr>
            <a:r>
              <a:rPr lang="zh-CN" altLang="en-US" b="1">
                <a:solidFill>
                  <a:srgbClr val="0000CC"/>
                </a:solidFill>
                <a:latin typeface="Times New Roman" panose="02020603050405020304" pitchFamily="18" charset="0"/>
              </a:rPr>
              <a:t>比如，样本观测值为：</a:t>
            </a:r>
            <a:r>
              <a:rPr lang="en-US" altLang="zh-CN" b="1">
                <a:solidFill>
                  <a:srgbClr val="0000CC"/>
                </a:solidFill>
                <a:latin typeface="Times New Roman" panose="02020603050405020304" pitchFamily="18" charset="0"/>
              </a:rPr>
              <a:t>10</a:t>
            </a:r>
            <a:r>
              <a:rPr lang="zh-CN" altLang="en-US" b="1">
                <a:solidFill>
                  <a:srgbClr val="0000CC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b="1">
                <a:solidFill>
                  <a:srgbClr val="0000CC"/>
                </a:solidFill>
                <a:latin typeface="Times New Roman" panose="02020603050405020304" pitchFamily="18" charset="0"/>
              </a:rPr>
              <a:t>13</a:t>
            </a:r>
            <a:r>
              <a:rPr lang="zh-CN" altLang="en-US" b="1">
                <a:solidFill>
                  <a:srgbClr val="0000CC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b="1">
                <a:solidFill>
                  <a:srgbClr val="0000CC"/>
                </a:solidFill>
                <a:latin typeface="Times New Roman" panose="02020603050405020304" pitchFamily="18" charset="0"/>
              </a:rPr>
              <a:t>65</a:t>
            </a:r>
            <a:r>
              <a:rPr lang="zh-CN" altLang="en-US" b="1">
                <a:solidFill>
                  <a:srgbClr val="0000CC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b="1">
                <a:solidFill>
                  <a:srgbClr val="0000CC"/>
                </a:solidFill>
                <a:latin typeface="Times New Roman" panose="02020603050405020304" pitchFamily="18" charset="0"/>
              </a:rPr>
              <a:t>18</a:t>
            </a:r>
            <a:r>
              <a:rPr lang="zh-CN" altLang="en-US" b="1">
                <a:solidFill>
                  <a:srgbClr val="0000CC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b="1">
                <a:solidFill>
                  <a:srgbClr val="0000CC"/>
                </a:solidFill>
                <a:latin typeface="Times New Roman" panose="02020603050405020304" pitchFamily="18" charset="0"/>
              </a:rPr>
              <a:t>79</a:t>
            </a:r>
            <a:r>
              <a:rPr lang="zh-CN" altLang="en-US" b="1">
                <a:solidFill>
                  <a:srgbClr val="0000CC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b="1">
                <a:solidFill>
                  <a:srgbClr val="0000CC"/>
                </a:solidFill>
                <a:latin typeface="Times New Roman" panose="02020603050405020304" pitchFamily="18" charset="0"/>
              </a:rPr>
              <a:t>42</a:t>
            </a:r>
            <a:r>
              <a:rPr lang="zh-CN" altLang="en-US" b="1">
                <a:solidFill>
                  <a:srgbClr val="0000CC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b="1">
                <a:solidFill>
                  <a:srgbClr val="0000CC"/>
                </a:solidFill>
                <a:latin typeface="Times New Roman" panose="02020603050405020304" pitchFamily="18" charset="0"/>
              </a:rPr>
              <a:t>65</a:t>
            </a:r>
            <a:r>
              <a:rPr lang="zh-CN" altLang="en-US" b="1">
                <a:solidFill>
                  <a:srgbClr val="0000CC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b="1">
                <a:solidFill>
                  <a:srgbClr val="0000CC"/>
                </a:solidFill>
                <a:latin typeface="Times New Roman" panose="02020603050405020304" pitchFamily="18" charset="0"/>
              </a:rPr>
              <a:t>77</a:t>
            </a:r>
            <a:r>
              <a:rPr lang="zh-CN" altLang="en-US" b="1">
                <a:solidFill>
                  <a:srgbClr val="0000CC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b="1">
                <a:solidFill>
                  <a:srgbClr val="0000CC"/>
                </a:solidFill>
                <a:latin typeface="Times New Roman" panose="02020603050405020304" pitchFamily="18" charset="0"/>
              </a:rPr>
              <a:t>88</a:t>
            </a:r>
            <a:r>
              <a:rPr lang="zh-CN" altLang="en-US" b="1">
                <a:solidFill>
                  <a:srgbClr val="0000CC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b="1">
                <a:solidFill>
                  <a:srgbClr val="0000CC"/>
                </a:solidFill>
                <a:latin typeface="Times New Roman" panose="02020603050405020304" pitchFamily="18" charset="0"/>
              </a:rPr>
              <a:t>123</a:t>
            </a:r>
            <a:r>
              <a:rPr lang="zh-CN" altLang="en-US" b="1">
                <a:solidFill>
                  <a:srgbClr val="0000CC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b="1" i="1">
                <a:solidFill>
                  <a:srgbClr val="0000CC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b="1">
                <a:solidFill>
                  <a:srgbClr val="0000CC"/>
                </a:solidFill>
                <a:latin typeface="Times New Roman" panose="02020603050405020304" pitchFamily="18" charset="0"/>
              </a:rPr>
              <a:t>=10</a:t>
            </a:r>
            <a:r>
              <a:rPr lang="zh-CN" altLang="en-US" b="1">
                <a:solidFill>
                  <a:srgbClr val="0000CC"/>
                </a:solidFill>
                <a:latin typeface="Times New Roman" panose="02020603050405020304" pitchFamily="18" charset="0"/>
              </a:rPr>
              <a:t>。则</a:t>
            </a:r>
          </a:p>
        </p:txBody>
      </p:sp>
      <p:graphicFrame>
        <p:nvGraphicFramePr>
          <p:cNvPr id="544779" name="对象 544778">
            <a:extLst>
              <a:ext uri="{FF2B5EF4-FFF2-40B4-BE49-F238E27FC236}">
                <a16:creationId xmlns:a16="http://schemas.microsoft.com/office/drawing/2014/main" id="{8A0A9FFF-5BC6-4A84-8DA2-E5141AF32827}"/>
              </a:ext>
            </a:extLst>
          </p:cNvPr>
          <p:cNvGraphicFramePr>
            <a:graphicFrameLocks/>
          </p:cNvGraphicFramePr>
          <p:nvPr/>
        </p:nvGraphicFramePr>
        <p:xfrm>
          <a:off x="4321969" y="4345781"/>
          <a:ext cx="1285875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3" r:id="rId13" imgW="761009" imgH="215619" progId="Equation.3">
                  <p:embed/>
                </p:oleObj>
              </mc:Choice>
              <mc:Fallback>
                <p:oleObj r:id="rId13" imgW="761009" imgH="215619" progId="Equation.3">
                  <p:embed/>
                  <p:pic>
                    <p:nvPicPr>
                      <p:cNvPr id="544779" name="对象 544778">
                        <a:extLst>
                          <a:ext uri="{FF2B5EF4-FFF2-40B4-BE49-F238E27FC236}">
                            <a16:creationId xmlns:a16="http://schemas.microsoft.com/office/drawing/2014/main" id="{8A0A9FFF-5BC6-4A84-8DA2-E5141AF3282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21969" y="4345781"/>
                        <a:ext cx="1285875" cy="361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4780" name="矩形 544779">
            <a:extLst>
              <a:ext uri="{FF2B5EF4-FFF2-40B4-BE49-F238E27FC236}">
                <a16:creationId xmlns:a16="http://schemas.microsoft.com/office/drawing/2014/main" id="{5C571637-AFED-40A5-8F0D-4F756D7FC0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9047" y="465535"/>
            <a:ext cx="4632722" cy="3429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r>
              <a:rPr lang="zh-CN" altLang="en-US" sz="2100" b="1">
                <a:solidFill>
                  <a:srgbClr val="FF3300"/>
                </a:solidFill>
                <a:latin typeface="宋体" panose="02010600030101010101" pitchFamily="2" charset="-122"/>
              </a:rPr>
              <a:t>例</a:t>
            </a:r>
            <a:r>
              <a:rPr lang="zh-CN" altLang="en-US" sz="2100" b="1">
                <a:solidFill>
                  <a:srgbClr val="0000FF"/>
                </a:solidFill>
                <a:latin typeface="宋体" panose="02010600030101010101" pitchFamily="2" charset="-122"/>
              </a:rPr>
              <a:t>  </a:t>
            </a:r>
            <a:r>
              <a:rPr lang="en-US" altLang="zh-CN" sz="2100" b="1" i="1">
                <a:latin typeface="Times New Roman" panose="02020603050405020304" pitchFamily="18" charset="0"/>
              </a:rPr>
              <a:t>X~P</a:t>
            </a:r>
            <a:r>
              <a:rPr lang="en-US" altLang="zh-CN" sz="2100" b="1"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en-US" altLang="zh-CN" sz="2100" b="1" i="1">
                <a:latin typeface="Symbol" panose="05050102010706020507" pitchFamily="18" charset="2"/>
                <a:ea typeface="楷体_GB2312" pitchFamily="49" charset="-122"/>
              </a:rPr>
              <a:t>l</a:t>
            </a:r>
            <a:r>
              <a:rPr lang="en-US" altLang="zh-CN" sz="2100" b="1">
                <a:latin typeface="楷体_GB2312" pitchFamily="49" charset="-122"/>
                <a:ea typeface="楷体_GB2312" pitchFamily="49" charset="-122"/>
              </a:rPr>
              <a:t>)</a:t>
            </a:r>
            <a:r>
              <a:rPr lang="zh-CN" altLang="en-US" sz="2100" b="1">
                <a:latin typeface="Times New Roman" panose="02020603050405020304" pitchFamily="18" charset="0"/>
              </a:rPr>
              <a:t>，求</a:t>
            </a:r>
            <a:r>
              <a:rPr lang="en-US" altLang="zh-CN" sz="2100" b="1" i="1">
                <a:latin typeface="Symbol" panose="05050102010706020507" pitchFamily="18" charset="2"/>
                <a:ea typeface="楷体_GB2312" pitchFamily="49" charset="-122"/>
              </a:rPr>
              <a:t>l</a:t>
            </a:r>
            <a:r>
              <a:rPr lang="zh-CN" altLang="en-US" sz="2100" b="1">
                <a:latin typeface="Symbol" panose="05050102010706020507" pitchFamily="18" charset="2"/>
              </a:rPr>
              <a:t>的</a:t>
            </a:r>
            <a:r>
              <a:rPr lang="zh-CN" altLang="en-US" sz="2100" b="1">
                <a:latin typeface="Times New Roman" panose="02020603050405020304" pitchFamily="18" charset="0"/>
              </a:rPr>
              <a:t>极大似然估计。</a:t>
            </a:r>
          </a:p>
        </p:txBody>
      </p:sp>
      <p:sp>
        <p:nvSpPr>
          <p:cNvPr id="544781" name="文本框 544780">
            <a:extLst>
              <a:ext uri="{FF2B5EF4-FFF2-40B4-BE49-F238E27FC236}">
                <a16:creationId xmlns:a16="http://schemas.microsoft.com/office/drawing/2014/main" id="{CD383BCC-0B34-4FAC-88EF-A328A4E07B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1935" y="1485900"/>
            <a:ext cx="1278731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2100" b="1">
                <a:solidFill>
                  <a:schemeClr val="tx2"/>
                </a:solidFill>
                <a:ea typeface="楷体_GB2312" pitchFamily="49" charset="-122"/>
              </a:rPr>
              <a:t>似然函数</a:t>
            </a:r>
          </a:p>
        </p:txBody>
      </p:sp>
      <p:sp>
        <p:nvSpPr>
          <p:cNvPr id="544782" name="文本框 544781">
            <a:extLst>
              <a:ext uri="{FF2B5EF4-FFF2-40B4-BE49-F238E27FC236}">
                <a16:creationId xmlns:a16="http://schemas.microsoft.com/office/drawing/2014/main" id="{F19D9872-6C9E-4DC6-A4F7-8EB2556C04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6469" y="3407569"/>
            <a:ext cx="1210866" cy="330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1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解方程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44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44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44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44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44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44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44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544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0" dur="500"/>
                                        <p:tgtEl>
                                          <p:spTgt spid="5447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4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544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544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5447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5447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544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4770" grpId="0"/>
      <p:bldP spid="544773" grpId="0"/>
      <p:bldP spid="544776" grpId="0"/>
      <p:bldP spid="544778" grpId="0"/>
      <p:bldP spid="544780" grpId="0" animBg="1"/>
      <p:bldP spid="544781" grpId="0"/>
      <p:bldP spid="544782" grpId="0"/>
      <p:bldP spid="544782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794" name="文本框 545793">
            <a:extLst>
              <a:ext uri="{FF2B5EF4-FFF2-40B4-BE49-F238E27FC236}">
                <a16:creationId xmlns:a16="http://schemas.microsoft.com/office/drawing/2014/main" id="{553E1C0A-7B96-42A0-B7D6-30CB6E5C7A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813" y="411956"/>
            <a:ext cx="6343650" cy="41549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100">
                <a:latin typeface="Times New Roman" panose="02020603050405020304" pitchFamily="18" charset="0"/>
              </a:rPr>
              <a:t> </a:t>
            </a:r>
            <a:r>
              <a:rPr lang="zh-CN" altLang="en-US" sz="2100" b="1">
                <a:solidFill>
                  <a:srgbClr val="FF3300"/>
                </a:solidFill>
                <a:latin typeface="宋体" panose="02010600030101010101" pitchFamily="2" charset="-122"/>
              </a:rPr>
              <a:t>例 </a:t>
            </a:r>
            <a:r>
              <a:rPr lang="zh-CN" altLang="en-US" sz="2100" b="1">
                <a:latin typeface="宋体" panose="02010600030101010101" pitchFamily="2" charset="-122"/>
              </a:rPr>
              <a:t>设总体</a:t>
            </a:r>
            <a:r>
              <a:rPr lang="en-US" altLang="zh-CN" sz="2100" b="1" i="1">
                <a:latin typeface="Times New Roman" panose="02020603050405020304" pitchFamily="18" charset="0"/>
              </a:rPr>
              <a:t>X</a:t>
            </a:r>
            <a:r>
              <a:rPr lang="en-US" altLang="zh-CN" sz="2100" b="1">
                <a:latin typeface="Times New Roman" panose="02020603050405020304" pitchFamily="18" charset="0"/>
              </a:rPr>
              <a:t>~</a:t>
            </a:r>
            <a:r>
              <a:rPr lang="en-US" altLang="zh-CN" sz="2100" b="1" i="1">
                <a:latin typeface="Times New Roman" panose="02020603050405020304" pitchFamily="18" charset="0"/>
              </a:rPr>
              <a:t>N</a:t>
            </a:r>
            <a:r>
              <a:rPr lang="en-US" altLang="zh-CN" sz="2100" b="1">
                <a:latin typeface="Times New Roman" panose="02020603050405020304" pitchFamily="18" charset="0"/>
              </a:rPr>
              <a:t>(</a:t>
            </a:r>
            <a:r>
              <a:rPr lang="en-US" altLang="zh-CN" sz="2100" b="1" i="1">
                <a:latin typeface="Times New Roman" panose="02020603050405020304" pitchFamily="18" charset="0"/>
                <a:sym typeface="Symbol" panose="05050102010706020507" pitchFamily="18" charset="2"/>
              </a:rPr>
              <a:t> </a:t>
            </a:r>
            <a:r>
              <a:rPr lang="en-US" altLang="zh-CN" sz="2100" b="1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100" b="1" i="1">
                <a:latin typeface="Times New Roman" panose="02020603050405020304" pitchFamily="18" charset="0"/>
                <a:sym typeface="Symbol" panose="05050102010706020507" pitchFamily="18" charset="2"/>
              </a:rPr>
              <a:t> </a:t>
            </a:r>
            <a:r>
              <a:rPr lang="en-US" altLang="zh-CN" sz="21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100" b="1">
                <a:latin typeface="Times New Roman" panose="02020603050405020304" pitchFamily="18" charset="0"/>
              </a:rPr>
              <a:t>)</a:t>
            </a:r>
            <a:r>
              <a:rPr lang="zh-CN" altLang="en-US" sz="2100">
                <a:latin typeface="Times New Roman" panose="02020603050405020304" pitchFamily="18" charset="0"/>
              </a:rPr>
              <a:t>，</a:t>
            </a:r>
            <a:r>
              <a:rPr lang="zh-CN" altLang="en-US" sz="2100" b="1">
                <a:latin typeface="Times New Roman" panose="02020603050405020304" pitchFamily="18" charset="0"/>
              </a:rPr>
              <a:t>求</a:t>
            </a:r>
            <a:r>
              <a:rPr lang="en-US" altLang="en-US" sz="2100" b="1" i="1">
                <a:latin typeface="Times New Roman" panose="02020603050405020304" pitchFamily="18" charset="0"/>
                <a:sym typeface="Symbol" panose="05050102010706020507" pitchFamily="18" charset="2"/>
              </a:rPr>
              <a:t> </a:t>
            </a:r>
            <a:r>
              <a:rPr lang="zh-CN" altLang="en-US" sz="2100" b="1">
                <a:latin typeface="Times New Roman" panose="02020603050405020304" pitchFamily="18" charset="0"/>
              </a:rPr>
              <a:t>和</a:t>
            </a:r>
            <a:r>
              <a:rPr lang="en-US" altLang="en-US" sz="2100" b="1" i="1">
                <a:latin typeface="Times New Roman" panose="02020603050405020304" pitchFamily="18" charset="0"/>
                <a:sym typeface="Symbol" panose="05050102010706020507" pitchFamily="18" charset="2"/>
              </a:rPr>
              <a:t> </a:t>
            </a:r>
            <a:r>
              <a:rPr lang="en-US" altLang="en-US" sz="21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en-US" sz="2100" baseline="3000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100" b="1">
                <a:latin typeface="Times New Roman" panose="02020603050405020304" pitchFamily="18" charset="0"/>
              </a:rPr>
              <a:t>的极大似然估计。</a:t>
            </a:r>
          </a:p>
        </p:txBody>
      </p:sp>
      <p:graphicFrame>
        <p:nvGraphicFramePr>
          <p:cNvPr id="545795" name="对象 545794">
            <a:extLst>
              <a:ext uri="{FF2B5EF4-FFF2-40B4-BE49-F238E27FC236}">
                <a16:creationId xmlns:a16="http://schemas.microsoft.com/office/drawing/2014/main" id="{874A230E-DFF3-4391-B703-E9CA1F66E319}"/>
              </a:ext>
            </a:extLst>
          </p:cNvPr>
          <p:cNvGraphicFramePr>
            <a:graphicFrameLocks/>
          </p:cNvGraphicFramePr>
          <p:nvPr/>
        </p:nvGraphicFramePr>
        <p:xfrm>
          <a:off x="2412206" y="1042988"/>
          <a:ext cx="2849166" cy="7500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6" r:id="rId3" imgW="1828007" imgH="482391" progId="Equation.3">
                  <p:embed/>
                </p:oleObj>
              </mc:Choice>
              <mc:Fallback>
                <p:oleObj r:id="rId3" imgW="1828007" imgH="482391" progId="Equation.3">
                  <p:embed/>
                  <p:pic>
                    <p:nvPicPr>
                      <p:cNvPr id="545795" name="对象 545794">
                        <a:extLst>
                          <a:ext uri="{FF2B5EF4-FFF2-40B4-BE49-F238E27FC236}">
                            <a16:creationId xmlns:a16="http://schemas.microsoft.com/office/drawing/2014/main" id="{874A230E-DFF3-4391-B703-E9CA1F66E31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2206" y="1042988"/>
                        <a:ext cx="2849166" cy="7500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5796" name="文本框 545795">
            <a:extLst>
              <a:ext uri="{FF2B5EF4-FFF2-40B4-BE49-F238E27FC236}">
                <a16:creationId xmlns:a16="http://schemas.microsoft.com/office/drawing/2014/main" id="{9C076983-F398-4941-AEA6-9146F17DB1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5241" y="1200150"/>
            <a:ext cx="514350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100" b="1">
                <a:solidFill>
                  <a:srgbClr val="3366FF"/>
                </a:solidFill>
                <a:latin typeface="Times New Roman" panose="02020603050405020304" pitchFamily="18" charset="0"/>
              </a:rPr>
              <a:t>解</a:t>
            </a:r>
            <a:endParaRPr lang="zh-CN" altLang="en-US" sz="2100">
              <a:solidFill>
                <a:srgbClr val="3366FF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545797" name="对象 545796">
            <a:extLst>
              <a:ext uri="{FF2B5EF4-FFF2-40B4-BE49-F238E27FC236}">
                <a16:creationId xmlns:a16="http://schemas.microsoft.com/office/drawing/2014/main" id="{7A3E98CC-6862-4D39-B320-8CB53F0A5C1E}"/>
              </a:ext>
            </a:extLst>
          </p:cNvPr>
          <p:cNvGraphicFramePr>
            <a:graphicFrameLocks/>
          </p:cNvGraphicFramePr>
          <p:nvPr/>
        </p:nvGraphicFramePr>
        <p:xfrm>
          <a:off x="5195888" y="1039417"/>
          <a:ext cx="2294335" cy="6107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7" r:id="rId5" imgW="1472561" imgH="393529" progId="Equation.3">
                  <p:embed/>
                </p:oleObj>
              </mc:Choice>
              <mc:Fallback>
                <p:oleObj r:id="rId5" imgW="1472561" imgH="393529" progId="Equation.3">
                  <p:embed/>
                  <p:pic>
                    <p:nvPicPr>
                      <p:cNvPr id="545797" name="对象 545796">
                        <a:extLst>
                          <a:ext uri="{FF2B5EF4-FFF2-40B4-BE49-F238E27FC236}">
                            <a16:creationId xmlns:a16="http://schemas.microsoft.com/office/drawing/2014/main" id="{7A3E98CC-6862-4D39-B320-8CB53F0A5C1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95888" y="1039417"/>
                        <a:ext cx="2294335" cy="6107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5798" name="对象 545797">
            <a:extLst>
              <a:ext uri="{FF2B5EF4-FFF2-40B4-BE49-F238E27FC236}">
                <a16:creationId xmlns:a16="http://schemas.microsoft.com/office/drawing/2014/main" id="{9D863F39-4C2E-4505-8FE7-BDF2D89A1545}"/>
              </a:ext>
            </a:extLst>
          </p:cNvPr>
          <p:cNvGraphicFramePr>
            <a:graphicFrameLocks/>
          </p:cNvGraphicFramePr>
          <p:nvPr/>
        </p:nvGraphicFramePr>
        <p:xfrm>
          <a:off x="2800350" y="1885950"/>
          <a:ext cx="3486150" cy="6393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8" r:id="rId7" imgW="2348481" imgH="431613" progId="Equation.3">
                  <p:embed/>
                </p:oleObj>
              </mc:Choice>
              <mc:Fallback>
                <p:oleObj r:id="rId7" imgW="2348481" imgH="431613" progId="Equation.3">
                  <p:embed/>
                  <p:pic>
                    <p:nvPicPr>
                      <p:cNvPr id="545798" name="对象 545797">
                        <a:extLst>
                          <a:ext uri="{FF2B5EF4-FFF2-40B4-BE49-F238E27FC236}">
                            <a16:creationId xmlns:a16="http://schemas.microsoft.com/office/drawing/2014/main" id="{9D863F39-4C2E-4505-8FE7-BDF2D89A154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0350" y="1885950"/>
                        <a:ext cx="3486150" cy="6393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5799" name="对象 545798">
            <a:extLst>
              <a:ext uri="{FF2B5EF4-FFF2-40B4-BE49-F238E27FC236}">
                <a16:creationId xmlns:a16="http://schemas.microsoft.com/office/drawing/2014/main" id="{99124C70-B246-4D99-B22D-5EE570670BA5}"/>
              </a:ext>
            </a:extLst>
          </p:cNvPr>
          <p:cNvGraphicFramePr>
            <a:graphicFrameLocks/>
          </p:cNvGraphicFramePr>
          <p:nvPr/>
        </p:nvGraphicFramePr>
        <p:xfrm>
          <a:off x="2686051" y="2890838"/>
          <a:ext cx="269081" cy="8989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9" r:id="rId9" imgW="190417" imgH="634725" progId="Equation.3">
                  <p:embed/>
                </p:oleObj>
              </mc:Choice>
              <mc:Fallback>
                <p:oleObj r:id="rId9" imgW="190417" imgH="634725" progId="Equation.3">
                  <p:embed/>
                  <p:pic>
                    <p:nvPicPr>
                      <p:cNvPr id="545799" name="对象 545798">
                        <a:extLst>
                          <a:ext uri="{FF2B5EF4-FFF2-40B4-BE49-F238E27FC236}">
                            <a16:creationId xmlns:a16="http://schemas.microsoft.com/office/drawing/2014/main" id="{99124C70-B246-4D99-B22D-5EE570670BA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6051" y="2890838"/>
                        <a:ext cx="269081" cy="8989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5800" name="对象 545799">
            <a:extLst>
              <a:ext uri="{FF2B5EF4-FFF2-40B4-BE49-F238E27FC236}">
                <a16:creationId xmlns:a16="http://schemas.microsoft.com/office/drawing/2014/main" id="{B2E1DAB0-1FDB-409B-A0B3-7A5BB04CFC9B}"/>
              </a:ext>
            </a:extLst>
          </p:cNvPr>
          <p:cNvGraphicFramePr>
            <a:graphicFrameLocks/>
          </p:cNvGraphicFramePr>
          <p:nvPr/>
        </p:nvGraphicFramePr>
        <p:xfrm>
          <a:off x="2971800" y="2706291"/>
          <a:ext cx="2072879" cy="5893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0" r:id="rId11" imgW="1510644" imgH="431613" progId="Equation.3">
                  <p:embed/>
                </p:oleObj>
              </mc:Choice>
              <mc:Fallback>
                <p:oleObj r:id="rId11" imgW="1510644" imgH="431613" progId="Equation.3">
                  <p:embed/>
                  <p:pic>
                    <p:nvPicPr>
                      <p:cNvPr id="545800" name="对象 545799">
                        <a:extLst>
                          <a:ext uri="{FF2B5EF4-FFF2-40B4-BE49-F238E27FC236}">
                            <a16:creationId xmlns:a16="http://schemas.microsoft.com/office/drawing/2014/main" id="{B2E1DAB0-1FDB-409B-A0B3-7A5BB04CFC9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2706291"/>
                        <a:ext cx="2072879" cy="5893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5801" name="对象 545800">
            <a:extLst>
              <a:ext uri="{FF2B5EF4-FFF2-40B4-BE49-F238E27FC236}">
                <a16:creationId xmlns:a16="http://schemas.microsoft.com/office/drawing/2014/main" id="{CD1E5096-8B4A-46F1-B56A-AA8C80E0C47F}"/>
              </a:ext>
            </a:extLst>
          </p:cNvPr>
          <p:cNvGraphicFramePr>
            <a:graphicFrameLocks/>
          </p:cNvGraphicFramePr>
          <p:nvPr/>
        </p:nvGraphicFramePr>
        <p:xfrm>
          <a:off x="2914650" y="3399235"/>
          <a:ext cx="3714750" cy="6203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1" r:id="rId13" imgW="2576982" imgH="431613" progId="Equation.3">
                  <p:embed/>
                </p:oleObj>
              </mc:Choice>
              <mc:Fallback>
                <p:oleObj r:id="rId13" imgW="2576982" imgH="431613" progId="Equation.3">
                  <p:embed/>
                  <p:pic>
                    <p:nvPicPr>
                      <p:cNvPr id="545801" name="对象 545800">
                        <a:extLst>
                          <a:ext uri="{FF2B5EF4-FFF2-40B4-BE49-F238E27FC236}">
                            <a16:creationId xmlns:a16="http://schemas.microsoft.com/office/drawing/2014/main" id="{CD1E5096-8B4A-46F1-B56A-AA8C80E0C47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4650" y="3399235"/>
                        <a:ext cx="3714750" cy="6203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5802" name="对象 545801">
            <a:extLst>
              <a:ext uri="{FF2B5EF4-FFF2-40B4-BE49-F238E27FC236}">
                <a16:creationId xmlns:a16="http://schemas.microsoft.com/office/drawing/2014/main" id="{7C485AFB-3841-444C-9868-F26CC8971213}"/>
              </a:ext>
            </a:extLst>
          </p:cNvPr>
          <p:cNvGraphicFramePr>
            <a:graphicFrameLocks/>
          </p:cNvGraphicFramePr>
          <p:nvPr/>
        </p:nvGraphicFramePr>
        <p:xfrm>
          <a:off x="5067300" y="2743201"/>
          <a:ext cx="1619250" cy="5369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2" r:id="rId15" imgW="1180588" imgH="393529" progId="Equation.3">
                  <p:embed/>
                </p:oleObj>
              </mc:Choice>
              <mc:Fallback>
                <p:oleObj r:id="rId15" imgW="1180588" imgH="393529" progId="Equation.3">
                  <p:embed/>
                  <p:pic>
                    <p:nvPicPr>
                      <p:cNvPr id="545802" name="对象 545801">
                        <a:extLst>
                          <a:ext uri="{FF2B5EF4-FFF2-40B4-BE49-F238E27FC236}">
                            <a16:creationId xmlns:a16="http://schemas.microsoft.com/office/drawing/2014/main" id="{7C485AFB-3841-444C-9868-F26CC897121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67300" y="2743201"/>
                        <a:ext cx="1619250" cy="5369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5803" name="对象 545802">
            <a:extLst>
              <a:ext uri="{FF2B5EF4-FFF2-40B4-BE49-F238E27FC236}">
                <a16:creationId xmlns:a16="http://schemas.microsoft.com/office/drawing/2014/main" id="{9A4B0D4B-D95C-4332-889A-D716AEFD7101}"/>
              </a:ext>
            </a:extLst>
          </p:cNvPr>
          <p:cNvGraphicFramePr>
            <a:graphicFrameLocks/>
          </p:cNvGraphicFramePr>
          <p:nvPr/>
        </p:nvGraphicFramePr>
        <p:xfrm>
          <a:off x="2743200" y="4219575"/>
          <a:ext cx="800100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3" r:id="rId17" imgW="456803" imgH="203024" progId="Equation.3">
                  <p:embed/>
                </p:oleObj>
              </mc:Choice>
              <mc:Fallback>
                <p:oleObj r:id="rId17" imgW="456803" imgH="203024" progId="Equation.3">
                  <p:embed/>
                  <p:pic>
                    <p:nvPicPr>
                      <p:cNvPr id="545803" name="对象 545802">
                        <a:extLst>
                          <a:ext uri="{FF2B5EF4-FFF2-40B4-BE49-F238E27FC236}">
                            <a16:creationId xmlns:a16="http://schemas.microsoft.com/office/drawing/2014/main" id="{9A4B0D4B-D95C-4332-889A-D716AEFD710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4219575"/>
                        <a:ext cx="800100" cy="35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5804" name="对象 545803">
            <a:extLst>
              <a:ext uri="{FF2B5EF4-FFF2-40B4-BE49-F238E27FC236}">
                <a16:creationId xmlns:a16="http://schemas.microsoft.com/office/drawing/2014/main" id="{CB13F32F-584E-4991-859A-FD2712AA71F4}"/>
              </a:ext>
            </a:extLst>
          </p:cNvPr>
          <p:cNvGraphicFramePr>
            <a:graphicFrameLocks/>
          </p:cNvGraphicFramePr>
          <p:nvPr/>
        </p:nvGraphicFramePr>
        <p:xfrm>
          <a:off x="3986212" y="4057651"/>
          <a:ext cx="2320529" cy="6500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4" r:id="rId19" imgW="1536033" imgH="431613" progId="Equation.DSMT4">
                  <p:embed/>
                </p:oleObj>
              </mc:Choice>
              <mc:Fallback>
                <p:oleObj r:id="rId19" imgW="1536033" imgH="431613" progId="Equation.DSMT4">
                  <p:embed/>
                  <p:pic>
                    <p:nvPicPr>
                      <p:cNvPr id="545804" name="对象 545803">
                        <a:extLst>
                          <a:ext uri="{FF2B5EF4-FFF2-40B4-BE49-F238E27FC236}">
                            <a16:creationId xmlns:a16="http://schemas.microsoft.com/office/drawing/2014/main" id="{CB13F32F-584E-4991-859A-FD2712AA71F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86212" y="4057651"/>
                        <a:ext cx="2320529" cy="6500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5805" name="对象 545804">
            <a:extLst>
              <a:ext uri="{FF2B5EF4-FFF2-40B4-BE49-F238E27FC236}">
                <a16:creationId xmlns:a16="http://schemas.microsoft.com/office/drawing/2014/main" id="{E617C6C1-B021-4D42-A286-38E2962888C9}"/>
              </a:ext>
            </a:extLst>
          </p:cNvPr>
          <p:cNvGraphicFramePr>
            <a:graphicFrameLocks/>
          </p:cNvGraphicFramePr>
          <p:nvPr/>
        </p:nvGraphicFramePr>
        <p:xfrm>
          <a:off x="2176463" y="4273154"/>
          <a:ext cx="333375" cy="2631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5" r:id="rId21" imgW="190335" imgH="152268" progId="Equation.3">
                  <p:embed/>
                </p:oleObj>
              </mc:Choice>
              <mc:Fallback>
                <p:oleObj r:id="rId21" imgW="190335" imgH="152268" progId="Equation.3">
                  <p:embed/>
                  <p:pic>
                    <p:nvPicPr>
                      <p:cNvPr id="545805" name="对象 545804">
                        <a:extLst>
                          <a:ext uri="{FF2B5EF4-FFF2-40B4-BE49-F238E27FC236}">
                            <a16:creationId xmlns:a16="http://schemas.microsoft.com/office/drawing/2014/main" id="{E617C6C1-B021-4D42-A286-38E2962888C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6463" y="4273154"/>
                        <a:ext cx="333375" cy="2631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pull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45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7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457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457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45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45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45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45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545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545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8" dur="500"/>
                                        <p:tgtEl>
                                          <p:spTgt spid="545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3" dur="500"/>
                                        <p:tgtEl>
                                          <p:spTgt spid="545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545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545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5794" grpId="0" animBg="1"/>
      <p:bldP spid="545796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文本框 546817">
            <a:extLst>
              <a:ext uri="{FF2B5EF4-FFF2-40B4-BE49-F238E27FC236}">
                <a16:creationId xmlns:a16="http://schemas.microsoft.com/office/drawing/2014/main" id="{81814D4E-4025-4A63-9CD8-C48E51E2AE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5198" y="357187"/>
            <a:ext cx="6235303" cy="41549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100" b="1">
                <a:solidFill>
                  <a:srgbClr val="FF3300"/>
                </a:solidFill>
                <a:latin typeface="宋体" panose="02010600030101010101" pitchFamily="2" charset="-122"/>
              </a:rPr>
              <a:t>例</a:t>
            </a:r>
            <a:r>
              <a:rPr lang="zh-CN" altLang="en-US" sz="2100" b="1">
                <a:solidFill>
                  <a:srgbClr val="0000FF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100" b="1">
                <a:latin typeface="宋体" panose="02010600030101010101" pitchFamily="2" charset="-122"/>
              </a:rPr>
              <a:t>设总体</a:t>
            </a:r>
            <a:r>
              <a:rPr lang="zh-CN" altLang="en-US" sz="2100">
                <a:latin typeface="Times New Roman" panose="02020603050405020304" pitchFamily="18" charset="0"/>
              </a:rPr>
              <a:t> </a:t>
            </a:r>
            <a:r>
              <a:rPr lang="en-US" altLang="zh-CN" sz="2100" b="1" i="1">
                <a:latin typeface="Times New Roman" panose="02020603050405020304" pitchFamily="18" charset="0"/>
              </a:rPr>
              <a:t>X</a:t>
            </a:r>
            <a:r>
              <a:rPr lang="en-US" altLang="zh-CN" sz="2100" b="1">
                <a:latin typeface="Times New Roman" panose="02020603050405020304" pitchFamily="18" charset="0"/>
              </a:rPr>
              <a:t>~</a:t>
            </a:r>
            <a:r>
              <a:rPr lang="en-US" altLang="zh-CN" sz="2100" b="1" i="1">
                <a:latin typeface="Times New Roman" panose="02020603050405020304" pitchFamily="18" charset="0"/>
              </a:rPr>
              <a:t>U </a:t>
            </a:r>
            <a:r>
              <a:rPr lang="en-US" altLang="zh-CN" sz="2100" b="1">
                <a:latin typeface="Times New Roman" panose="02020603050405020304" pitchFamily="18" charset="0"/>
              </a:rPr>
              <a:t>[</a:t>
            </a:r>
            <a:r>
              <a:rPr lang="en-US" altLang="zh-CN" sz="2100" b="1" i="1">
                <a:latin typeface="Times New Roman" panose="02020603050405020304" pitchFamily="18" charset="0"/>
              </a:rPr>
              <a:t>a</a:t>
            </a:r>
            <a:r>
              <a:rPr lang="en-US" altLang="zh-CN" sz="2100" b="1">
                <a:latin typeface="Times New Roman" panose="02020603050405020304" pitchFamily="18" charset="0"/>
              </a:rPr>
              <a:t>,</a:t>
            </a:r>
            <a:r>
              <a:rPr lang="en-US" altLang="zh-CN" sz="2100" b="1" i="1">
                <a:latin typeface="Times New Roman" panose="02020603050405020304" pitchFamily="18" charset="0"/>
              </a:rPr>
              <a:t>b</a:t>
            </a:r>
            <a:r>
              <a:rPr lang="en-US" altLang="zh-CN" sz="2100" b="1">
                <a:latin typeface="Times New Roman" panose="02020603050405020304" pitchFamily="18" charset="0"/>
              </a:rPr>
              <a:t>]</a:t>
            </a:r>
            <a:r>
              <a:rPr lang="zh-CN" altLang="en-US" sz="2100" b="1">
                <a:latin typeface="Times New Roman" panose="02020603050405020304" pitchFamily="18" charset="0"/>
              </a:rPr>
              <a:t>，试求</a:t>
            </a:r>
            <a:r>
              <a:rPr lang="en-US" altLang="zh-CN" sz="2100" b="1" i="1">
                <a:latin typeface="Times New Roman" panose="02020603050405020304" pitchFamily="18" charset="0"/>
              </a:rPr>
              <a:t>a </a:t>
            </a:r>
            <a:r>
              <a:rPr lang="zh-CN" altLang="en-US" sz="2100" b="1">
                <a:latin typeface="Times New Roman" panose="02020603050405020304" pitchFamily="18" charset="0"/>
              </a:rPr>
              <a:t>和</a:t>
            </a:r>
            <a:r>
              <a:rPr lang="en-US" altLang="zh-CN" sz="2100" b="1" i="1">
                <a:latin typeface="Times New Roman" panose="02020603050405020304" pitchFamily="18" charset="0"/>
              </a:rPr>
              <a:t>b </a:t>
            </a:r>
            <a:r>
              <a:rPr lang="zh-CN" altLang="en-US" sz="2100" b="1">
                <a:latin typeface="Times New Roman" panose="02020603050405020304" pitchFamily="18" charset="0"/>
              </a:rPr>
              <a:t>的极大似然估计。</a:t>
            </a:r>
          </a:p>
        </p:txBody>
      </p:sp>
      <p:graphicFrame>
        <p:nvGraphicFramePr>
          <p:cNvPr id="546819" name="对象 546818">
            <a:extLst>
              <a:ext uri="{FF2B5EF4-FFF2-40B4-BE49-F238E27FC236}">
                <a16:creationId xmlns:a16="http://schemas.microsoft.com/office/drawing/2014/main" id="{31908CBA-D54A-4335-8E66-03E2B9FF066E}"/>
              </a:ext>
            </a:extLst>
          </p:cNvPr>
          <p:cNvGraphicFramePr>
            <a:graphicFrameLocks/>
          </p:cNvGraphicFramePr>
          <p:nvPr/>
        </p:nvGraphicFramePr>
        <p:xfrm>
          <a:off x="2580085" y="1362075"/>
          <a:ext cx="2043113" cy="5488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2" r:id="rId3" imgW="1599506" imgH="431613" progId="Equation.DSMT4">
                  <p:embed/>
                </p:oleObj>
              </mc:Choice>
              <mc:Fallback>
                <p:oleObj r:id="rId3" imgW="1599506" imgH="431613" progId="Equation.DSMT4">
                  <p:embed/>
                  <p:pic>
                    <p:nvPicPr>
                      <p:cNvPr id="546819" name="对象 546818">
                        <a:extLst>
                          <a:ext uri="{FF2B5EF4-FFF2-40B4-BE49-F238E27FC236}">
                            <a16:creationId xmlns:a16="http://schemas.microsoft.com/office/drawing/2014/main" id="{31908CBA-D54A-4335-8E66-03E2B9FF066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0085" y="1362075"/>
                        <a:ext cx="2043113" cy="5488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6820" name="对象 546819">
            <a:extLst>
              <a:ext uri="{FF2B5EF4-FFF2-40B4-BE49-F238E27FC236}">
                <a16:creationId xmlns:a16="http://schemas.microsoft.com/office/drawing/2014/main" id="{7E846327-9ED5-4807-BDD4-F91491D6A352}"/>
              </a:ext>
            </a:extLst>
          </p:cNvPr>
          <p:cNvGraphicFramePr>
            <a:graphicFrameLocks/>
          </p:cNvGraphicFramePr>
          <p:nvPr/>
        </p:nvGraphicFramePr>
        <p:xfrm>
          <a:off x="4630341" y="1358503"/>
          <a:ext cx="741759" cy="5845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3" r:id="rId5" imgW="533169" imgH="418918" progId="Equation.3">
                  <p:embed/>
                </p:oleObj>
              </mc:Choice>
              <mc:Fallback>
                <p:oleObj r:id="rId5" imgW="533169" imgH="418918" progId="Equation.3">
                  <p:embed/>
                  <p:pic>
                    <p:nvPicPr>
                      <p:cNvPr id="546820" name="对象 546819">
                        <a:extLst>
                          <a:ext uri="{FF2B5EF4-FFF2-40B4-BE49-F238E27FC236}">
                            <a16:creationId xmlns:a16="http://schemas.microsoft.com/office/drawing/2014/main" id="{7E846327-9ED5-4807-BDD4-F91491D6A35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30341" y="1358503"/>
                        <a:ext cx="741759" cy="5845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6821" name="对象 546820">
            <a:extLst>
              <a:ext uri="{FF2B5EF4-FFF2-40B4-BE49-F238E27FC236}">
                <a16:creationId xmlns:a16="http://schemas.microsoft.com/office/drawing/2014/main" id="{3BCD4DF6-9DD7-40D1-9ED9-B8D824C01AEE}"/>
              </a:ext>
            </a:extLst>
          </p:cNvPr>
          <p:cNvGraphicFramePr>
            <a:graphicFrameLocks/>
          </p:cNvGraphicFramePr>
          <p:nvPr/>
        </p:nvGraphicFramePr>
        <p:xfrm>
          <a:off x="4570810" y="912019"/>
          <a:ext cx="2821781" cy="15073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4" r:id="rId7" imgW="2119980" imgH="1129810" progId="Equation.DSMT4">
                  <p:embed/>
                </p:oleObj>
              </mc:Choice>
              <mc:Fallback>
                <p:oleObj r:id="rId7" imgW="2119980" imgH="1129810" progId="Equation.DSMT4">
                  <p:embed/>
                  <p:pic>
                    <p:nvPicPr>
                      <p:cNvPr id="546821" name="对象 546820">
                        <a:extLst>
                          <a:ext uri="{FF2B5EF4-FFF2-40B4-BE49-F238E27FC236}">
                            <a16:creationId xmlns:a16="http://schemas.microsoft.com/office/drawing/2014/main" id="{3BCD4DF6-9DD7-40D1-9ED9-B8D824C01AE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0810" y="912019"/>
                        <a:ext cx="2821781" cy="1507331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6822" name="文本框 546821">
            <a:extLst>
              <a:ext uri="{FF2B5EF4-FFF2-40B4-BE49-F238E27FC236}">
                <a16:creationId xmlns:a16="http://schemas.microsoft.com/office/drawing/2014/main" id="{2835A7BF-B3DE-46D8-A0E8-B1498437C0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8085" y="1140619"/>
            <a:ext cx="400050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100" b="1">
                <a:solidFill>
                  <a:schemeClr val="tx2"/>
                </a:solidFill>
                <a:latin typeface="Times New Roman" panose="02020603050405020304" pitchFamily="18" charset="0"/>
              </a:rPr>
              <a:t>解</a:t>
            </a:r>
            <a:endParaRPr lang="zh-CN" altLang="en-US" sz="210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546823" name="对象 546822">
            <a:extLst>
              <a:ext uri="{FF2B5EF4-FFF2-40B4-BE49-F238E27FC236}">
                <a16:creationId xmlns:a16="http://schemas.microsoft.com/office/drawing/2014/main" id="{8AC5835A-EDF6-4F77-9A81-655CC212F1E3}"/>
              </a:ext>
            </a:extLst>
          </p:cNvPr>
          <p:cNvGraphicFramePr>
            <a:graphicFrameLocks/>
          </p:cNvGraphicFramePr>
          <p:nvPr/>
        </p:nvGraphicFramePr>
        <p:xfrm>
          <a:off x="2427685" y="2444353"/>
          <a:ext cx="2887265" cy="5845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5" r:id="rId9" imgW="2070100" imgH="419100" progId="Equation.3">
                  <p:embed/>
                </p:oleObj>
              </mc:Choice>
              <mc:Fallback>
                <p:oleObj r:id="rId9" imgW="2070100" imgH="419100" progId="Equation.3">
                  <p:embed/>
                  <p:pic>
                    <p:nvPicPr>
                      <p:cNvPr id="546823" name="对象 546822">
                        <a:extLst>
                          <a:ext uri="{FF2B5EF4-FFF2-40B4-BE49-F238E27FC236}">
                            <a16:creationId xmlns:a16="http://schemas.microsoft.com/office/drawing/2014/main" id="{8AC5835A-EDF6-4F77-9A81-655CC212F1E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7685" y="2444353"/>
                        <a:ext cx="2887265" cy="5845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6824" name="对象 546823">
            <a:extLst>
              <a:ext uri="{FF2B5EF4-FFF2-40B4-BE49-F238E27FC236}">
                <a16:creationId xmlns:a16="http://schemas.microsoft.com/office/drawing/2014/main" id="{262038DB-6EBC-4019-BE24-D0DF5947D180}"/>
              </a:ext>
            </a:extLst>
          </p:cNvPr>
          <p:cNvGraphicFramePr>
            <a:graphicFrameLocks/>
          </p:cNvGraphicFramePr>
          <p:nvPr/>
        </p:nvGraphicFramePr>
        <p:xfrm>
          <a:off x="5325666" y="2457451"/>
          <a:ext cx="1132284" cy="5845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6" r:id="rId11" imgW="812447" imgH="418918" progId="Equation.3">
                  <p:embed/>
                </p:oleObj>
              </mc:Choice>
              <mc:Fallback>
                <p:oleObj r:id="rId11" imgW="812447" imgH="418918" progId="Equation.3">
                  <p:embed/>
                  <p:pic>
                    <p:nvPicPr>
                      <p:cNvPr id="546824" name="对象 546823">
                        <a:extLst>
                          <a:ext uri="{FF2B5EF4-FFF2-40B4-BE49-F238E27FC236}">
                            <a16:creationId xmlns:a16="http://schemas.microsoft.com/office/drawing/2014/main" id="{262038DB-6EBC-4019-BE24-D0DF5947D18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25666" y="2457451"/>
                        <a:ext cx="1132284" cy="5845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6825" name="对象 546824">
            <a:extLst>
              <a:ext uri="{FF2B5EF4-FFF2-40B4-BE49-F238E27FC236}">
                <a16:creationId xmlns:a16="http://schemas.microsoft.com/office/drawing/2014/main" id="{333B25BD-ED42-4421-B27E-5C447DD1845F}"/>
              </a:ext>
            </a:extLst>
          </p:cNvPr>
          <p:cNvGraphicFramePr>
            <a:graphicFrameLocks/>
          </p:cNvGraphicFramePr>
          <p:nvPr/>
        </p:nvGraphicFramePr>
        <p:xfrm>
          <a:off x="2457450" y="3015853"/>
          <a:ext cx="2887266" cy="5845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7" r:id="rId13" imgW="2070100" imgH="419100" progId="Equation.3">
                  <p:embed/>
                </p:oleObj>
              </mc:Choice>
              <mc:Fallback>
                <p:oleObj r:id="rId13" imgW="2070100" imgH="419100" progId="Equation.3">
                  <p:embed/>
                  <p:pic>
                    <p:nvPicPr>
                      <p:cNvPr id="546825" name="对象 546824">
                        <a:extLst>
                          <a:ext uri="{FF2B5EF4-FFF2-40B4-BE49-F238E27FC236}">
                            <a16:creationId xmlns:a16="http://schemas.microsoft.com/office/drawing/2014/main" id="{333B25BD-ED42-4421-B27E-5C447DD1845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7450" y="3015853"/>
                        <a:ext cx="2887266" cy="5845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6826" name="对象 546825">
            <a:extLst>
              <a:ext uri="{FF2B5EF4-FFF2-40B4-BE49-F238E27FC236}">
                <a16:creationId xmlns:a16="http://schemas.microsoft.com/office/drawing/2014/main" id="{ECA8D208-D35B-40C2-AE0E-E7A1355CAF9A}"/>
              </a:ext>
            </a:extLst>
          </p:cNvPr>
          <p:cNvGraphicFramePr>
            <a:graphicFrameLocks/>
          </p:cNvGraphicFramePr>
          <p:nvPr/>
        </p:nvGraphicFramePr>
        <p:xfrm>
          <a:off x="5372100" y="3015853"/>
          <a:ext cx="1132285" cy="5845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8" r:id="rId15" imgW="812447" imgH="418918" progId="Equation.3">
                  <p:embed/>
                </p:oleObj>
              </mc:Choice>
              <mc:Fallback>
                <p:oleObj r:id="rId15" imgW="812447" imgH="418918" progId="Equation.3">
                  <p:embed/>
                  <p:pic>
                    <p:nvPicPr>
                      <p:cNvPr id="546826" name="对象 546825">
                        <a:extLst>
                          <a:ext uri="{FF2B5EF4-FFF2-40B4-BE49-F238E27FC236}">
                            <a16:creationId xmlns:a16="http://schemas.microsoft.com/office/drawing/2014/main" id="{ECA8D208-D35B-40C2-AE0E-E7A1355CAF9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2100" y="3015853"/>
                        <a:ext cx="1132285" cy="5845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6827" name="文本框 546826">
            <a:extLst>
              <a:ext uri="{FF2B5EF4-FFF2-40B4-BE49-F238E27FC236}">
                <a16:creationId xmlns:a16="http://schemas.microsoft.com/office/drawing/2014/main" id="{095C65B2-D892-41C5-B5E3-168B0CFE83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2250" y="2800350"/>
            <a:ext cx="85725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latin typeface="Times New Roman" panose="02020603050405020304" pitchFamily="18" charset="0"/>
              </a:rPr>
              <a:t>无解？</a:t>
            </a:r>
          </a:p>
        </p:txBody>
      </p:sp>
      <p:sp>
        <p:nvSpPr>
          <p:cNvPr id="546828" name="矩形 546827">
            <a:extLst>
              <a:ext uri="{FF2B5EF4-FFF2-40B4-BE49-F238E27FC236}">
                <a16:creationId xmlns:a16="http://schemas.microsoft.com/office/drawing/2014/main" id="{B617FC59-F292-490C-8A46-BBB18EE84E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3150" y="2400300"/>
            <a:ext cx="4972050" cy="12573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z="1350"/>
          </a:p>
        </p:txBody>
      </p:sp>
      <p:graphicFrame>
        <p:nvGraphicFramePr>
          <p:cNvPr id="546829" name="对象 546828">
            <a:extLst>
              <a:ext uri="{FF2B5EF4-FFF2-40B4-BE49-F238E27FC236}">
                <a16:creationId xmlns:a16="http://schemas.microsoft.com/office/drawing/2014/main" id="{5364BD93-9866-43CA-B4CD-A6F27148D7BE}"/>
              </a:ext>
            </a:extLst>
          </p:cNvPr>
          <p:cNvGraphicFramePr>
            <a:graphicFrameLocks/>
          </p:cNvGraphicFramePr>
          <p:nvPr/>
        </p:nvGraphicFramePr>
        <p:xfrm>
          <a:off x="2163366" y="2686050"/>
          <a:ext cx="2818209" cy="3726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9" r:id="rId17" imgW="1727200" imgH="228600" progId="Equation.DSMT4">
                  <p:embed/>
                </p:oleObj>
              </mc:Choice>
              <mc:Fallback>
                <p:oleObj r:id="rId17" imgW="1727200" imgH="228600" progId="Equation.DSMT4">
                  <p:embed/>
                  <p:pic>
                    <p:nvPicPr>
                      <p:cNvPr id="546829" name="对象 546828">
                        <a:extLst>
                          <a:ext uri="{FF2B5EF4-FFF2-40B4-BE49-F238E27FC236}">
                            <a16:creationId xmlns:a16="http://schemas.microsoft.com/office/drawing/2014/main" id="{5364BD93-9866-43CA-B4CD-A6F27148D7B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3366" y="2686050"/>
                        <a:ext cx="2818209" cy="3726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6830" name="对象 546829">
            <a:extLst>
              <a:ext uri="{FF2B5EF4-FFF2-40B4-BE49-F238E27FC236}">
                <a16:creationId xmlns:a16="http://schemas.microsoft.com/office/drawing/2014/main" id="{1512EA51-6985-4E50-BDBD-831E7FF07DD2}"/>
              </a:ext>
            </a:extLst>
          </p:cNvPr>
          <p:cNvGraphicFramePr>
            <a:graphicFrameLocks/>
          </p:cNvGraphicFramePr>
          <p:nvPr/>
        </p:nvGraphicFramePr>
        <p:xfrm>
          <a:off x="3211116" y="3113485"/>
          <a:ext cx="3376613" cy="3726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0" r:id="rId19" imgW="2070100" imgH="228600" progId="Equation.DSMT4">
                  <p:embed/>
                </p:oleObj>
              </mc:Choice>
              <mc:Fallback>
                <p:oleObj r:id="rId19" imgW="2070100" imgH="228600" progId="Equation.DSMT4">
                  <p:embed/>
                  <p:pic>
                    <p:nvPicPr>
                      <p:cNvPr id="546830" name="对象 546829">
                        <a:extLst>
                          <a:ext uri="{FF2B5EF4-FFF2-40B4-BE49-F238E27FC236}">
                            <a16:creationId xmlns:a16="http://schemas.microsoft.com/office/drawing/2014/main" id="{1512EA51-6985-4E50-BDBD-831E7FF07DD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1116" y="3113485"/>
                        <a:ext cx="3376613" cy="3726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6831" name="对象 546830">
            <a:extLst>
              <a:ext uri="{FF2B5EF4-FFF2-40B4-BE49-F238E27FC236}">
                <a16:creationId xmlns:a16="http://schemas.microsoft.com/office/drawing/2014/main" id="{72307930-094C-4161-AA85-E7B60757169B}"/>
              </a:ext>
            </a:extLst>
          </p:cNvPr>
          <p:cNvGraphicFramePr>
            <a:graphicFrameLocks/>
          </p:cNvGraphicFramePr>
          <p:nvPr/>
        </p:nvGraphicFramePr>
        <p:xfrm>
          <a:off x="2250281" y="3644504"/>
          <a:ext cx="3134916" cy="4583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1" r:id="rId21" imgW="1905000" imgH="279400" progId="Equation.DSMT4">
                  <p:embed/>
                </p:oleObj>
              </mc:Choice>
              <mc:Fallback>
                <p:oleObj r:id="rId21" imgW="1905000" imgH="279400" progId="Equation.DSMT4">
                  <p:embed/>
                  <p:pic>
                    <p:nvPicPr>
                      <p:cNvPr id="546831" name="对象 546830">
                        <a:extLst>
                          <a:ext uri="{FF2B5EF4-FFF2-40B4-BE49-F238E27FC236}">
                            <a16:creationId xmlns:a16="http://schemas.microsoft.com/office/drawing/2014/main" id="{72307930-094C-4161-AA85-E7B60757169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0281" y="3644504"/>
                        <a:ext cx="3134916" cy="4583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6832" name="对象 546831">
            <a:extLst>
              <a:ext uri="{FF2B5EF4-FFF2-40B4-BE49-F238E27FC236}">
                <a16:creationId xmlns:a16="http://schemas.microsoft.com/office/drawing/2014/main" id="{7DE0182C-EE46-4199-BF74-6297C7A19125}"/>
              </a:ext>
            </a:extLst>
          </p:cNvPr>
          <p:cNvGraphicFramePr>
            <a:graphicFrameLocks/>
          </p:cNvGraphicFramePr>
          <p:nvPr/>
        </p:nvGraphicFramePr>
        <p:xfrm>
          <a:off x="5479257" y="3690937"/>
          <a:ext cx="1554956" cy="328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2" r:id="rId23" imgW="951674" imgH="203024" progId="Equation.DSMT4">
                  <p:embed/>
                </p:oleObj>
              </mc:Choice>
              <mc:Fallback>
                <p:oleObj r:id="rId23" imgW="951674" imgH="203024" progId="Equation.DSMT4">
                  <p:embed/>
                  <p:pic>
                    <p:nvPicPr>
                      <p:cNvPr id="546832" name="对象 546831">
                        <a:extLst>
                          <a:ext uri="{FF2B5EF4-FFF2-40B4-BE49-F238E27FC236}">
                            <a16:creationId xmlns:a16="http://schemas.microsoft.com/office/drawing/2014/main" id="{7DE0182C-EE46-4199-BF74-6297C7A1912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79257" y="3690937"/>
                        <a:ext cx="1554956" cy="328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6833" name="对象 546832">
            <a:extLst>
              <a:ext uri="{FF2B5EF4-FFF2-40B4-BE49-F238E27FC236}">
                <a16:creationId xmlns:a16="http://schemas.microsoft.com/office/drawing/2014/main" id="{ED65B0F6-32A3-4052-B473-3B0DBBAB6F2D}"/>
              </a:ext>
            </a:extLst>
          </p:cNvPr>
          <p:cNvGraphicFramePr>
            <a:graphicFrameLocks/>
          </p:cNvGraphicFramePr>
          <p:nvPr/>
        </p:nvGraphicFramePr>
        <p:xfrm>
          <a:off x="4410075" y="4137422"/>
          <a:ext cx="1734741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3" r:id="rId25" imgW="1053186" imgH="253780" progId="Equation.DSMT4">
                  <p:embed/>
                </p:oleObj>
              </mc:Choice>
              <mc:Fallback>
                <p:oleObj r:id="rId25" imgW="1053186" imgH="253780" progId="Equation.DSMT4">
                  <p:embed/>
                  <p:pic>
                    <p:nvPicPr>
                      <p:cNvPr id="546833" name="对象 546832">
                        <a:extLst>
                          <a:ext uri="{FF2B5EF4-FFF2-40B4-BE49-F238E27FC236}">
                            <a16:creationId xmlns:a16="http://schemas.microsoft.com/office/drawing/2014/main" id="{ED65B0F6-32A3-4052-B473-3B0DBBAB6F2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0075" y="4137422"/>
                        <a:ext cx="1734741" cy="414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6834" name="文本框 546833">
            <a:extLst>
              <a:ext uri="{FF2B5EF4-FFF2-40B4-BE49-F238E27FC236}">
                <a16:creationId xmlns:a16="http://schemas.microsoft.com/office/drawing/2014/main" id="{87E1DEAC-E56C-4D7C-8ECC-7F14D9FB9A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0251" y="4171950"/>
            <a:ext cx="240772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3500" rIns="135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latin typeface="Times New Roman" panose="02020603050405020304" pitchFamily="18" charset="0"/>
              </a:rPr>
              <a:t>即</a:t>
            </a:r>
            <a:r>
              <a:rPr lang="en-US" altLang="zh-CN" b="1" i="1">
                <a:latin typeface="Times New Roman" panose="02020603050405020304" pitchFamily="18" charset="0"/>
              </a:rPr>
              <a:t>a,b</a:t>
            </a:r>
            <a:r>
              <a:rPr lang="zh-CN" altLang="en-US" b="1">
                <a:latin typeface="Times New Roman" panose="02020603050405020304" pitchFamily="18" charset="0"/>
              </a:rPr>
              <a:t>的极大似然估计为</a:t>
            </a:r>
          </a:p>
        </p:txBody>
      </p:sp>
    </p:spTree>
  </p:cSld>
  <p:clrMapOvr>
    <a:masterClrMapping/>
  </p:clrMapOvr>
  <p:transition spd="slow"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468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468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46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8" dur="500"/>
                                        <p:tgtEl>
                                          <p:spTgt spid="546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46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8" dur="500"/>
                                        <p:tgtEl>
                                          <p:spTgt spid="546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3" dur="500"/>
                                        <p:tgtEl>
                                          <p:spTgt spid="546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8" dur="500"/>
                                        <p:tgtEl>
                                          <p:spTgt spid="546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468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468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468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5468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51" dur="500"/>
                                        <p:tgtEl>
                                          <p:spTgt spid="546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56" dur="500"/>
                                        <p:tgtEl>
                                          <p:spTgt spid="546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546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66" dur="500"/>
                                        <p:tgtEl>
                                          <p:spTgt spid="546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546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546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75"/>
                                        <p:tgtEl>
                                          <p:spTgt spid="5468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86" dur="500"/>
                                        <p:tgtEl>
                                          <p:spTgt spid="546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6822" grpId="0" build="p"/>
      <p:bldP spid="546827" grpId="0"/>
      <p:bldP spid="546834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7842" name="组合 547841">
            <a:extLst>
              <a:ext uri="{FF2B5EF4-FFF2-40B4-BE49-F238E27FC236}">
                <a16:creationId xmlns:a16="http://schemas.microsoft.com/office/drawing/2014/main" id="{EF4E9682-F405-4A8A-8626-599A168644D9}"/>
              </a:ext>
            </a:extLst>
          </p:cNvPr>
          <p:cNvGrpSpPr>
            <a:grpSpLocks/>
          </p:cNvGrpSpPr>
          <p:nvPr/>
        </p:nvGrpSpPr>
        <p:grpSpPr bwMode="auto">
          <a:xfrm>
            <a:off x="2015729" y="897732"/>
            <a:ext cx="6229350" cy="992982"/>
            <a:chOff x="432" y="937"/>
            <a:chExt cx="5232" cy="834"/>
          </a:xfrm>
        </p:grpSpPr>
        <p:sp>
          <p:nvSpPr>
            <p:cNvPr id="26626" name="文本框 547842">
              <a:extLst>
                <a:ext uri="{FF2B5EF4-FFF2-40B4-BE49-F238E27FC236}">
                  <a16:creationId xmlns:a16="http://schemas.microsoft.com/office/drawing/2014/main" id="{32F8E613-C1F2-43C6-B670-5A87F9AD2B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937"/>
              <a:ext cx="5232" cy="8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Bef>
                  <a:spcPct val="50000"/>
                </a:spcBef>
              </a:pPr>
              <a:r>
                <a:rPr lang="zh-CN" altLang="en-US" sz="2100" b="1">
                  <a:latin typeface="Times New Roman" panose="02020603050405020304" pitchFamily="18" charset="0"/>
                </a:rPr>
                <a:t>        若   为</a:t>
              </a:r>
              <a:r>
                <a:rPr lang="zh-CN" altLang="en-US" sz="21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 </a:t>
              </a:r>
              <a:r>
                <a:rPr lang="zh-CN" altLang="en-US" sz="2100" b="1">
                  <a:latin typeface="Times New Roman" panose="02020603050405020304" pitchFamily="18" charset="0"/>
                </a:rPr>
                <a:t>的极大似然估计，</a:t>
              </a:r>
              <a:r>
                <a:rPr lang="en-US" altLang="zh-CN" sz="2100" b="1" i="1">
                  <a:latin typeface="Times New Roman" panose="02020603050405020304" pitchFamily="18" charset="0"/>
                </a:rPr>
                <a:t>u=u</a:t>
              </a:r>
              <a:r>
                <a:rPr lang="en-US" altLang="zh-CN" sz="2100" b="1">
                  <a:latin typeface="Times New Roman" panose="02020603050405020304" pitchFamily="18" charset="0"/>
                </a:rPr>
                <a:t>(</a:t>
              </a:r>
              <a:r>
                <a:rPr lang="en-US" altLang="zh-CN" sz="21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 </a:t>
              </a:r>
              <a:r>
                <a:rPr lang="en-US" altLang="zh-CN" sz="2100" b="1">
                  <a:latin typeface="Times New Roman" panose="02020603050405020304" pitchFamily="18" charset="0"/>
                  <a:sym typeface="Symbol" panose="05050102010706020507" pitchFamily="18" charset="2"/>
                </a:rPr>
                <a:t>)</a:t>
              </a:r>
              <a:r>
                <a:rPr lang="zh-CN" altLang="en-US" sz="2100" b="1">
                  <a:latin typeface="Times New Roman" panose="02020603050405020304" pitchFamily="18" charset="0"/>
                </a:rPr>
                <a:t>有反函数</a:t>
              </a:r>
            </a:p>
            <a:p>
              <a:pPr>
                <a:lnSpc>
                  <a:spcPct val="120000"/>
                </a:lnSpc>
                <a:spcBef>
                  <a:spcPct val="50000"/>
                </a:spcBef>
              </a:pPr>
              <a:r>
                <a:rPr lang="zh-CN" altLang="en-US" sz="21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 </a:t>
              </a:r>
              <a:r>
                <a:rPr lang="zh-CN" altLang="en-US" sz="2100" b="1">
                  <a:latin typeface="Times New Roman" panose="02020603050405020304" pitchFamily="18" charset="0"/>
                </a:rPr>
                <a:t> </a:t>
              </a:r>
              <a:r>
                <a:rPr lang="en-US" altLang="zh-CN" sz="2100" b="1">
                  <a:latin typeface="Times New Roman" panose="02020603050405020304" pitchFamily="18" charset="0"/>
                </a:rPr>
                <a:t>= </a:t>
              </a:r>
              <a:r>
                <a:rPr lang="en-US" altLang="zh-CN" sz="21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</a:t>
              </a:r>
              <a:r>
                <a:rPr lang="en-US" altLang="zh-CN" sz="2100" b="1">
                  <a:latin typeface="Times New Roman" panose="02020603050405020304" pitchFamily="18" charset="0"/>
                  <a:sym typeface="Symbol" panose="05050102010706020507" pitchFamily="18" charset="2"/>
                </a:rPr>
                <a:t>(</a:t>
              </a:r>
              <a:r>
                <a:rPr lang="en-US" altLang="zh-CN" sz="21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u</a:t>
              </a:r>
              <a:r>
                <a:rPr lang="en-US" altLang="zh-CN" sz="2100" b="1">
                  <a:latin typeface="Times New Roman" panose="02020603050405020304" pitchFamily="18" charset="0"/>
                  <a:sym typeface="Symbol" panose="05050102010706020507" pitchFamily="18" charset="2"/>
                </a:rPr>
                <a:t>)</a:t>
              </a:r>
              <a:r>
                <a:rPr lang="en-US" altLang="zh-CN" sz="2100" b="1">
                  <a:latin typeface="Times New Roman" panose="02020603050405020304" pitchFamily="18" charset="0"/>
                </a:rPr>
                <a:t> </a:t>
              </a:r>
              <a:r>
                <a:rPr lang="zh-CN" altLang="en-US" sz="2100" b="1">
                  <a:latin typeface="Times New Roman" panose="02020603050405020304" pitchFamily="18" charset="0"/>
                </a:rPr>
                <a:t>，则              为</a:t>
              </a:r>
              <a:r>
                <a:rPr lang="en-US" altLang="zh-CN" sz="2100" b="1" i="1">
                  <a:latin typeface="Times New Roman" panose="02020603050405020304" pitchFamily="18" charset="0"/>
                </a:rPr>
                <a:t>u</a:t>
              </a:r>
              <a:r>
                <a:rPr lang="en-US" altLang="zh-CN" sz="2100" b="1">
                  <a:latin typeface="Times New Roman" panose="02020603050405020304" pitchFamily="18" charset="0"/>
                </a:rPr>
                <a:t>=</a:t>
              </a:r>
              <a:r>
                <a:rPr lang="en-US" altLang="zh-CN" sz="2100" b="1" i="1">
                  <a:latin typeface="Times New Roman" panose="02020603050405020304" pitchFamily="18" charset="0"/>
                </a:rPr>
                <a:t>u</a:t>
              </a:r>
              <a:r>
                <a:rPr lang="en-US" altLang="zh-CN" sz="2100" b="1">
                  <a:latin typeface="Times New Roman" panose="02020603050405020304" pitchFamily="18" charset="0"/>
                </a:rPr>
                <a:t>(</a:t>
              </a:r>
              <a:r>
                <a:rPr lang="en-US" altLang="zh-CN" sz="21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 </a:t>
              </a:r>
              <a:r>
                <a:rPr lang="en-US" altLang="zh-CN" sz="2100" b="1">
                  <a:latin typeface="Times New Roman" panose="02020603050405020304" pitchFamily="18" charset="0"/>
                  <a:sym typeface="Symbol" panose="05050102010706020507" pitchFamily="18" charset="2"/>
                </a:rPr>
                <a:t>)</a:t>
              </a:r>
              <a:r>
                <a:rPr lang="zh-CN" altLang="en-US" sz="2100" b="1">
                  <a:latin typeface="Times New Roman" panose="02020603050405020304" pitchFamily="18" charset="0"/>
                </a:rPr>
                <a:t>的极大似然估计。</a:t>
              </a:r>
            </a:p>
          </p:txBody>
        </p:sp>
        <p:graphicFrame>
          <p:nvGraphicFramePr>
            <p:cNvPr id="26627" name="对象 547843">
              <a:extLst>
                <a:ext uri="{FF2B5EF4-FFF2-40B4-BE49-F238E27FC236}">
                  <a16:creationId xmlns:a16="http://schemas.microsoft.com/office/drawing/2014/main" id="{58BAE969-9706-45B6-A4CC-AE27EBD90F66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1152" y="985"/>
            <a:ext cx="196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19" r:id="rId3" imgW="164885" imgH="253670" progId="Equation.3">
                    <p:embed/>
                  </p:oleObj>
                </mc:Choice>
                <mc:Fallback>
                  <p:oleObj r:id="rId3" imgW="164885" imgH="253670" progId="Equation.3">
                    <p:embed/>
                    <p:pic>
                      <p:nvPicPr>
                        <p:cNvPr id="26627" name="对象 547843">
                          <a:extLst>
                            <a:ext uri="{FF2B5EF4-FFF2-40B4-BE49-F238E27FC236}">
                              <a16:creationId xmlns:a16="http://schemas.microsoft.com/office/drawing/2014/main" id="{58BAE969-9706-45B6-A4CC-AE27EBD90F66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52" y="985"/>
                          <a:ext cx="196" cy="3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628" name="对象 547844">
              <a:extLst>
                <a:ext uri="{FF2B5EF4-FFF2-40B4-BE49-F238E27FC236}">
                  <a16:creationId xmlns:a16="http://schemas.microsoft.com/office/drawing/2014/main" id="{D19950B2-8B1D-4186-8B68-A5BF0BB281C0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1815" y="1426"/>
            <a:ext cx="799" cy="3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20" r:id="rId5" imgW="698197" imgH="291973" progId="Equation.3">
                    <p:embed/>
                  </p:oleObj>
                </mc:Choice>
                <mc:Fallback>
                  <p:oleObj r:id="rId5" imgW="698197" imgH="291973" progId="Equation.3">
                    <p:embed/>
                    <p:pic>
                      <p:nvPicPr>
                        <p:cNvPr id="26628" name="对象 547844">
                          <a:extLst>
                            <a:ext uri="{FF2B5EF4-FFF2-40B4-BE49-F238E27FC236}">
                              <a16:creationId xmlns:a16="http://schemas.microsoft.com/office/drawing/2014/main" id="{D19950B2-8B1D-4186-8B68-A5BF0BB281C0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15" y="1426"/>
                          <a:ext cx="799" cy="3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47846" name="文本框 547845">
            <a:extLst>
              <a:ext uri="{FF2B5EF4-FFF2-40B4-BE49-F238E27FC236}">
                <a16:creationId xmlns:a16="http://schemas.microsoft.com/office/drawing/2014/main" id="{71BBCBA1-2C52-408F-A6BC-94E720B7E7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9010" y="2193131"/>
            <a:ext cx="5943600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latin typeface="Times New Roman" panose="02020603050405020304" pitchFamily="18" charset="0"/>
              </a:rPr>
              <a:t>      </a:t>
            </a:r>
            <a:r>
              <a:rPr lang="zh-CN" altLang="en-US" sz="2100" b="1">
                <a:solidFill>
                  <a:srgbClr val="0000FF"/>
                </a:solidFill>
                <a:latin typeface="Times New Roman" panose="02020603050405020304" pitchFamily="18" charset="0"/>
              </a:rPr>
              <a:t>例</a:t>
            </a:r>
            <a:r>
              <a:rPr lang="zh-CN" altLang="en-US" sz="2100" b="1">
                <a:latin typeface="Times New Roman" panose="02020603050405020304" pitchFamily="18" charset="0"/>
              </a:rPr>
              <a:t> 设总体</a:t>
            </a:r>
            <a:r>
              <a:rPr lang="en-US" altLang="zh-CN" sz="2100" b="1" i="1">
                <a:latin typeface="Times New Roman" panose="02020603050405020304" pitchFamily="18" charset="0"/>
              </a:rPr>
              <a:t>X</a:t>
            </a:r>
            <a:r>
              <a:rPr lang="en-US" altLang="zh-CN" sz="2100" b="1">
                <a:latin typeface="Times New Roman" panose="02020603050405020304" pitchFamily="18" charset="0"/>
              </a:rPr>
              <a:t>~</a:t>
            </a:r>
            <a:r>
              <a:rPr lang="en-US" altLang="zh-CN" sz="2100" b="1" i="1">
                <a:latin typeface="Times New Roman" panose="02020603050405020304" pitchFamily="18" charset="0"/>
              </a:rPr>
              <a:t>N</a:t>
            </a:r>
            <a:r>
              <a:rPr lang="en-US" altLang="zh-CN" sz="2100" b="1">
                <a:latin typeface="Times New Roman" panose="02020603050405020304" pitchFamily="18" charset="0"/>
              </a:rPr>
              <a:t>(</a:t>
            </a:r>
            <a:r>
              <a:rPr lang="en-US" altLang="zh-CN" sz="2100" b="1" i="1">
                <a:latin typeface="Times New Roman" panose="02020603050405020304" pitchFamily="18" charset="0"/>
                <a:sym typeface="Symbol" panose="05050102010706020507" pitchFamily="18" charset="2"/>
              </a:rPr>
              <a:t>, </a:t>
            </a:r>
            <a:r>
              <a:rPr lang="en-US" altLang="zh-CN" sz="21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2 </a:t>
            </a:r>
            <a:r>
              <a:rPr lang="en-US" altLang="zh-CN" sz="2100" b="1">
                <a:latin typeface="Times New Roman" panose="02020603050405020304" pitchFamily="18" charset="0"/>
              </a:rPr>
              <a:t>)</a:t>
            </a:r>
            <a:r>
              <a:rPr lang="zh-CN" altLang="en-US" sz="2100" b="1">
                <a:latin typeface="Times New Roman" panose="02020603050405020304" pitchFamily="18" charset="0"/>
              </a:rPr>
              <a:t>，求</a:t>
            </a:r>
            <a:r>
              <a:rPr lang="zh-CN" altLang="en-US" sz="2100" b="1" i="1">
                <a:latin typeface="Times New Roman" panose="02020603050405020304" pitchFamily="18" charset="0"/>
                <a:sym typeface="Symbol" panose="05050102010706020507" pitchFamily="18" charset="2"/>
              </a:rPr>
              <a:t> </a:t>
            </a:r>
            <a:r>
              <a:rPr lang="zh-CN" altLang="en-US" sz="2100" b="1">
                <a:latin typeface="Times New Roman" panose="02020603050405020304" pitchFamily="18" charset="0"/>
              </a:rPr>
              <a:t>的极大似然估计。</a:t>
            </a:r>
          </a:p>
        </p:txBody>
      </p:sp>
      <p:sp>
        <p:nvSpPr>
          <p:cNvPr id="547847" name="文本框 547846">
            <a:extLst>
              <a:ext uri="{FF2B5EF4-FFF2-40B4-BE49-F238E27FC236}">
                <a16:creationId xmlns:a16="http://schemas.microsoft.com/office/drawing/2014/main" id="{B8D5D6EA-F055-422E-B7B5-FA2F2D69BA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02644" y="2728912"/>
            <a:ext cx="298172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3500" rIns="135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100" b="1">
                <a:latin typeface="Times New Roman" panose="02020603050405020304" pitchFamily="18" charset="0"/>
              </a:rPr>
              <a:t>解</a:t>
            </a:r>
            <a:endParaRPr lang="zh-CN" altLang="en-US" sz="2100">
              <a:latin typeface="Times New Roman" panose="02020603050405020304" pitchFamily="18" charset="0"/>
            </a:endParaRPr>
          </a:p>
        </p:txBody>
      </p:sp>
      <p:grpSp>
        <p:nvGrpSpPr>
          <p:cNvPr id="547848" name="组合 547847">
            <a:extLst>
              <a:ext uri="{FF2B5EF4-FFF2-40B4-BE49-F238E27FC236}">
                <a16:creationId xmlns:a16="http://schemas.microsoft.com/office/drawing/2014/main" id="{95234C0F-1E02-487F-9B6A-AEC884204CB8}"/>
              </a:ext>
            </a:extLst>
          </p:cNvPr>
          <p:cNvGrpSpPr>
            <a:grpSpLocks/>
          </p:cNvGrpSpPr>
          <p:nvPr/>
        </p:nvGrpSpPr>
        <p:grpSpPr bwMode="auto">
          <a:xfrm>
            <a:off x="2465785" y="2733676"/>
            <a:ext cx="4732734" cy="431007"/>
            <a:chOff x="884" y="2523"/>
            <a:chExt cx="3975" cy="362"/>
          </a:xfrm>
        </p:grpSpPr>
        <p:sp>
          <p:nvSpPr>
            <p:cNvPr id="26632" name="文本框 547848">
              <a:extLst>
                <a:ext uri="{FF2B5EF4-FFF2-40B4-BE49-F238E27FC236}">
                  <a16:creationId xmlns:a16="http://schemas.microsoft.com/office/drawing/2014/main" id="{2E14C00E-CDC1-4235-AF9E-70578FC073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4" y="2536"/>
              <a:ext cx="3810" cy="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3500" rIns="135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>
                  <a:latin typeface="Times New Roman" panose="02020603050405020304" pitchFamily="18" charset="0"/>
                </a:rPr>
                <a:t>                            </a:t>
              </a:r>
              <a:r>
                <a:rPr lang="zh-CN" altLang="en-US" sz="2100" b="1">
                  <a:latin typeface="宋体" panose="02010600030101010101" pitchFamily="2" charset="-122"/>
                </a:rPr>
                <a:t>有反函数。由上例，</a:t>
              </a:r>
            </a:p>
          </p:txBody>
        </p:sp>
        <p:graphicFrame>
          <p:nvGraphicFramePr>
            <p:cNvPr id="26633" name="对象 547849">
              <a:extLst>
                <a:ext uri="{FF2B5EF4-FFF2-40B4-BE49-F238E27FC236}">
                  <a16:creationId xmlns:a16="http://schemas.microsoft.com/office/drawing/2014/main" id="{53EB4AB2-995A-443F-93EB-A1BCC8937EF2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930" y="2532"/>
            <a:ext cx="1383" cy="3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21" r:id="rId7" imgW="1244060" imgH="291973" progId="Equation.3">
                    <p:embed/>
                  </p:oleObj>
                </mc:Choice>
                <mc:Fallback>
                  <p:oleObj r:id="rId7" imgW="1244060" imgH="291973" progId="Equation.3">
                    <p:embed/>
                    <p:pic>
                      <p:nvPicPr>
                        <p:cNvPr id="26633" name="对象 547849">
                          <a:extLst>
                            <a:ext uri="{FF2B5EF4-FFF2-40B4-BE49-F238E27FC236}">
                              <a16:creationId xmlns:a16="http://schemas.microsoft.com/office/drawing/2014/main" id="{53EB4AB2-995A-443F-93EB-A1BCC8937EF2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30" y="2532"/>
                          <a:ext cx="1383" cy="3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634" name="对象 547850">
              <a:extLst>
                <a:ext uri="{FF2B5EF4-FFF2-40B4-BE49-F238E27FC236}">
                  <a16:creationId xmlns:a16="http://schemas.microsoft.com/office/drawing/2014/main" id="{D269953A-6F5E-432D-AC89-B7BFAD8184F1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105" y="2523"/>
            <a:ext cx="754" cy="2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22" r:id="rId9" imgW="532706" imgH="215619" progId="Equation.DSMT4">
                    <p:embed/>
                  </p:oleObj>
                </mc:Choice>
                <mc:Fallback>
                  <p:oleObj r:id="rId9" imgW="532706" imgH="215619" progId="Equation.DSMT4">
                    <p:embed/>
                    <p:pic>
                      <p:nvPicPr>
                        <p:cNvPr id="26634" name="对象 547850">
                          <a:extLst>
                            <a:ext uri="{FF2B5EF4-FFF2-40B4-BE49-F238E27FC236}">
                              <a16:creationId xmlns:a16="http://schemas.microsoft.com/office/drawing/2014/main" id="{D269953A-6F5E-432D-AC89-B7BFAD8184F1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05" y="2523"/>
                          <a:ext cx="754" cy="2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47852" name="对象 547851">
            <a:extLst>
              <a:ext uri="{FF2B5EF4-FFF2-40B4-BE49-F238E27FC236}">
                <a16:creationId xmlns:a16="http://schemas.microsoft.com/office/drawing/2014/main" id="{EFD4765B-9F5B-4E29-89D1-1F1FBA05E3EB}"/>
              </a:ext>
            </a:extLst>
          </p:cNvPr>
          <p:cNvGraphicFramePr>
            <a:graphicFrameLocks/>
          </p:cNvGraphicFramePr>
          <p:nvPr/>
        </p:nvGraphicFramePr>
        <p:xfrm>
          <a:off x="3168254" y="3273028"/>
          <a:ext cx="2522934" cy="7465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3" r:id="rId11" imgW="1624895" imgH="482391" progId="Equation.DSMT4">
                  <p:embed/>
                </p:oleObj>
              </mc:Choice>
              <mc:Fallback>
                <p:oleObj r:id="rId11" imgW="1624895" imgH="482391" progId="Equation.DSMT4">
                  <p:embed/>
                  <p:pic>
                    <p:nvPicPr>
                      <p:cNvPr id="547852" name="对象 547851">
                        <a:extLst>
                          <a:ext uri="{FF2B5EF4-FFF2-40B4-BE49-F238E27FC236}">
                            <a16:creationId xmlns:a16="http://schemas.microsoft.com/office/drawing/2014/main" id="{EFD4765B-9F5B-4E29-89D1-1F1FBA05E3E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8254" y="3273028"/>
                        <a:ext cx="2522934" cy="7465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7853" name="文本框 547852">
            <a:extLst>
              <a:ext uri="{FF2B5EF4-FFF2-40B4-BE49-F238E27FC236}">
                <a16:creationId xmlns:a16="http://schemas.microsoft.com/office/drawing/2014/main" id="{A6245DEF-D386-4DFC-8C4A-8DD35531E6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5069" y="3424237"/>
            <a:ext cx="457200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100" b="1">
                <a:latin typeface="Times New Roman" panose="02020603050405020304" pitchFamily="18" charset="0"/>
              </a:rPr>
              <a:t>故</a:t>
            </a:r>
          </a:p>
        </p:txBody>
      </p:sp>
      <p:sp>
        <p:nvSpPr>
          <p:cNvPr id="26637" name="文本框 547853">
            <a:extLst>
              <a:ext uri="{FF2B5EF4-FFF2-40B4-BE49-F238E27FC236}">
                <a16:creationId xmlns:a16="http://schemas.microsoft.com/office/drawing/2014/main" id="{BFFED160-302D-4A35-80F7-4ED342FC65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8744" y="544116"/>
            <a:ext cx="151923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400" b="1">
                <a:solidFill>
                  <a:srgbClr val="0000FF"/>
                </a:solidFill>
                <a:latin typeface="宋体" panose="02010600030101010101" pitchFamily="2" charset="-122"/>
              </a:rPr>
              <a:t>4 </a:t>
            </a:r>
            <a:r>
              <a:rPr lang="zh-CN" altLang="en-US" sz="2400" b="1">
                <a:solidFill>
                  <a:srgbClr val="0000FF"/>
                </a:solidFill>
                <a:latin typeface="宋体" panose="02010600030101010101" pitchFamily="2" charset="-122"/>
              </a:rPr>
              <a:t>性质</a:t>
            </a:r>
          </a:p>
        </p:txBody>
      </p:sp>
      <p:sp>
        <p:nvSpPr>
          <p:cNvPr id="547855" name="文本框 547854">
            <a:extLst>
              <a:ext uri="{FF2B5EF4-FFF2-40B4-BE49-F238E27FC236}">
                <a16:creationId xmlns:a16="http://schemas.microsoft.com/office/drawing/2014/main" id="{2AB6EF1F-9045-40EA-8309-DE8B856175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119" y="4174332"/>
            <a:ext cx="5572102" cy="394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500" tIns="35100" rIns="67500" bIns="35100">
            <a:spAutoFit/>
          </a:bodyPr>
          <a:lstStyle>
            <a:lvl1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tx1"/>
              </a:buClr>
              <a:buSzPct val="80000"/>
            </a:pPr>
            <a:r>
              <a:rPr lang="zh-CN" altLang="en-US" sz="2100" b="1">
                <a:solidFill>
                  <a:srgbClr val="FF3300"/>
                </a:solidFill>
              </a:rPr>
              <a:t>注</a:t>
            </a:r>
            <a:r>
              <a:rPr lang="zh-CN" altLang="en-US" sz="2100" b="1">
                <a:solidFill>
                  <a:srgbClr val="000066"/>
                </a:solidFill>
              </a:rPr>
              <a:t>  </a:t>
            </a:r>
            <a:r>
              <a:rPr lang="en-US" altLang="zh-CN" sz="2100" b="1" i="1">
                <a:solidFill>
                  <a:schemeClr val="tx2"/>
                </a:solidFill>
                <a:latin typeface="Times New Roman" panose="02020603050405020304" pitchFamily="18" charset="0"/>
              </a:rPr>
              <a:t>u=u</a:t>
            </a:r>
            <a:r>
              <a:rPr lang="en-US" altLang="zh-CN" sz="2100" b="1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100" b="1" i="1">
                <a:solidFill>
                  <a:schemeClr val="tx2"/>
                </a:solidFill>
                <a:sym typeface="Symbol" panose="05050102010706020507" pitchFamily="18" charset="2"/>
              </a:rPr>
              <a:t></a:t>
            </a:r>
            <a:r>
              <a:rPr lang="en-US" altLang="zh-CN" sz="2100" b="1" i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en-US" altLang="zh-CN" sz="21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)</a:t>
            </a:r>
            <a:r>
              <a:rPr lang="zh-CN" altLang="en-US" sz="21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为一般函数此性质也成立。</a:t>
            </a: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47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8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75"/>
                                        <p:tgtEl>
                                          <p:spTgt spid="5478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8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478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478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47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78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2" dur="500"/>
                                        <p:tgtEl>
                                          <p:spTgt spid="547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478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478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547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7846" grpId="0" build="p"/>
      <p:bldP spid="547847" grpId="0" build="p"/>
      <p:bldP spid="547853" grpId="0" build="p"/>
      <p:bldP spid="54785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649" name="组合 548865">
            <a:extLst>
              <a:ext uri="{FF2B5EF4-FFF2-40B4-BE49-F238E27FC236}">
                <a16:creationId xmlns:a16="http://schemas.microsoft.com/office/drawing/2014/main" id="{1EE9C881-F52D-42C0-939A-F727001F00D2}"/>
              </a:ext>
            </a:extLst>
          </p:cNvPr>
          <p:cNvGrpSpPr>
            <a:grpSpLocks/>
          </p:cNvGrpSpPr>
          <p:nvPr/>
        </p:nvGrpSpPr>
        <p:grpSpPr bwMode="auto">
          <a:xfrm>
            <a:off x="1737122" y="654844"/>
            <a:ext cx="5687616" cy="809626"/>
            <a:chOff x="612" y="346"/>
            <a:chExt cx="4777" cy="680"/>
          </a:xfrm>
        </p:grpSpPr>
        <p:sp>
          <p:nvSpPr>
            <p:cNvPr id="27650" name="文本框 548866">
              <a:extLst>
                <a:ext uri="{FF2B5EF4-FFF2-40B4-BE49-F238E27FC236}">
                  <a16:creationId xmlns:a16="http://schemas.microsoft.com/office/drawing/2014/main" id="{AED7B13B-037D-4728-87C6-42173C3A55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2" y="346"/>
              <a:ext cx="4777" cy="6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7500" tIns="35100" rIns="67500" bIns="351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lvl="1">
                <a:spcBef>
                  <a:spcPct val="20000"/>
                </a:spcBef>
                <a:buClr>
                  <a:schemeClr val="tx1"/>
                </a:buClr>
                <a:buSzPct val="80000"/>
                <a:buFontTx/>
                <a:buNone/>
              </a:pPr>
              <a:r>
                <a:rPr lang="zh-CN" altLang="en-US" sz="2100" b="1">
                  <a:solidFill>
                    <a:srgbClr val="FF3300"/>
                  </a:solidFill>
                </a:rPr>
                <a:t>例</a:t>
              </a:r>
              <a:r>
                <a:rPr lang="zh-CN" altLang="en-US" sz="2100" b="1">
                  <a:solidFill>
                    <a:srgbClr val="000066"/>
                  </a:solidFill>
                </a:rPr>
                <a:t>  </a:t>
              </a:r>
              <a:r>
                <a:rPr lang="zh-CN" altLang="en-US" sz="2100" b="1">
                  <a:solidFill>
                    <a:schemeClr val="tx2"/>
                  </a:solidFill>
                </a:rPr>
                <a:t>设</a:t>
              </a:r>
              <a:r>
                <a:rPr lang="en-US" altLang="zh-CN" sz="2100" b="1">
                  <a:solidFill>
                    <a:schemeClr val="tx2"/>
                  </a:solidFill>
                  <a:latin typeface="Times New Roman" panose="02020603050405020304" pitchFamily="18" charset="0"/>
                </a:rPr>
                <a:t>(</a:t>
              </a:r>
              <a:r>
                <a:rPr lang="en-US" altLang="zh-CN" sz="2100" b="1" i="1">
                  <a:solidFill>
                    <a:schemeClr val="tx2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2100" b="1" baseline="-25000">
                  <a:solidFill>
                    <a:schemeClr val="tx2"/>
                  </a:solidFill>
                  <a:latin typeface="Times New Roman" panose="02020603050405020304" pitchFamily="18" charset="0"/>
                </a:rPr>
                <a:t>1</a:t>
              </a:r>
              <a:r>
                <a:rPr lang="en-US" altLang="zh-CN" sz="2100" b="1">
                  <a:solidFill>
                    <a:schemeClr val="tx2"/>
                  </a:solidFill>
                  <a:latin typeface="Times New Roman" panose="02020603050405020304" pitchFamily="18" charset="0"/>
                </a:rPr>
                <a:t>,…,</a:t>
              </a:r>
              <a:r>
                <a:rPr lang="en-US" altLang="zh-CN" sz="2100" b="1" i="1">
                  <a:solidFill>
                    <a:schemeClr val="tx2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2100" b="1" i="1" baseline="-25000">
                  <a:solidFill>
                    <a:schemeClr val="tx2"/>
                  </a:solidFill>
                  <a:latin typeface="Times New Roman" panose="02020603050405020304" pitchFamily="18" charset="0"/>
                </a:rPr>
                <a:t>n</a:t>
              </a:r>
              <a:r>
                <a:rPr lang="en-US" altLang="zh-CN" sz="2100" b="1">
                  <a:solidFill>
                    <a:schemeClr val="tx2"/>
                  </a:solidFill>
                  <a:latin typeface="Times New Roman" panose="02020603050405020304" pitchFamily="18" charset="0"/>
                </a:rPr>
                <a:t>)</a:t>
              </a:r>
              <a:r>
                <a:rPr lang="zh-CN" altLang="en-US" sz="2100" b="1">
                  <a:solidFill>
                    <a:schemeClr val="tx2"/>
                  </a:solidFill>
                </a:rPr>
                <a:t>是正态总体</a:t>
              </a:r>
              <a:r>
                <a:rPr lang="en-US" altLang="zh-CN" sz="2100" b="1" i="1">
                  <a:solidFill>
                    <a:schemeClr val="tx2"/>
                  </a:solidFill>
                  <a:latin typeface="Times New Roman" panose="02020603050405020304" pitchFamily="18" charset="0"/>
                </a:rPr>
                <a:t>N</a:t>
              </a:r>
              <a:r>
                <a:rPr lang="en-US" altLang="zh-CN" sz="2100" b="1">
                  <a:solidFill>
                    <a:schemeClr val="tx2"/>
                  </a:solidFill>
                  <a:latin typeface="Times New Roman" panose="02020603050405020304" pitchFamily="18" charset="0"/>
                </a:rPr>
                <a:t>(1,</a:t>
              </a:r>
              <a:r>
                <a:rPr lang="en-US" altLang="zh-CN" sz="2100" b="1">
                  <a:solidFill>
                    <a:schemeClr val="tx2"/>
                  </a:solidFill>
                  <a:latin typeface="Symbol" panose="05050102010706020507" pitchFamily="18" charset="2"/>
                </a:rPr>
                <a:t>s</a:t>
              </a:r>
              <a:r>
                <a:rPr lang="en-US" altLang="zh-CN" sz="2100" b="1" baseline="30000">
                  <a:solidFill>
                    <a:schemeClr val="tx2"/>
                  </a:solidFill>
                  <a:latin typeface="Times New Roman" panose="02020603050405020304" pitchFamily="18" charset="0"/>
                </a:rPr>
                <a:t>2</a:t>
              </a:r>
              <a:r>
                <a:rPr lang="en-US" altLang="zh-CN" sz="2100" b="1">
                  <a:solidFill>
                    <a:schemeClr val="tx2"/>
                  </a:solidFill>
                  <a:latin typeface="Times New Roman" panose="02020603050405020304" pitchFamily="18" charset="0"/>
                </a:rPr>
                <a:t>)</a:t>
              </a:r>
              <a:r>
                <a:rPr lang="zh-CN" altLang="en-US" sz="2100" b="1">
                  <a:solidFill>
                    <a:schemeClr val="tx2"/>
                  </a:solidFill>
                </a:rPr>
                <a:t>的样本，</a:t>
              </a:r>
            </a:p>
            <a:p>
              <a:pPr lvl="1">
                <a:lnSpc>
                  <a:spcPct val="120000"/>
                </a:lnSpc>
                <a:spcBef>
                  <a:spcPct val="20000"/>
                </a:spcBef>
                <a:buClr>
                  <a:schemeClr val="tx1"/>
                </a:buClr>
                <a:buSzPct val="80000"/>
                <a:buFontTx/>
                <a:buNone/>
              </a:pPr>
              <a:r>
                <a:rPr lang="zh-CN" altLang="en-US" sz="2100" b="1">
                  <a:solidFill>
                    <a:schemeClr val="tx2"/>
                  </a:solidFill>
                </a:rPr>
                <a:t>求</a:t>
              </a:r>
              <a:r>
                <a:rPr lang="en-US" altLang="zh-CN" sz="2100" b="1" i="1">
                  <a:solidFill>
                    <a:schemeClr val="tx2"/>
                  </a:solidFill>
                  <a:latin typeface="Times New Roman" panose="02020603050405020304" pitchFamily="18" charset="0"/>
                </a:rPr>
                <a:t>P</a:t>
              </a:r>
              <a:r>
                <a:rPr lang="en-US" altLang="zh-CN" sz="2100" b="1">
                  <a:solidFill>
                    <a:schemeClr val="tx2"/>
                  </a:solidFill>
                  <a:latin typeface="Times New Roman" panose="02020603050405020304" pitchFamily="18" charset="0"/>
                </a:rPr>
                <a:t>(</a:t>
              </a:r>
              <a:r>
                <a:rPr lang="en-US" altLang="zh-CN" sz="2100" b="1" i="1">
                  <a:solidFill>
                    <a:schemeClr val="tx2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2100" b="1">
                  <a:solidFill>
                    <a:schemeClr val="tx2"/>
                  </a:solidFill>
                  <a:latin typeface="Times New Roman" panose="02020603050405020304" pitchFamily="18" charset="0"/>
                </a:rPr>
                <a:t>&lt;</a:t>
              </a:r>
              <a:r>
                <a:rPr lang="en-US" altLang="zh-CN" sz="2100" b="1" i="1">
                  <a:solidFill>
                    <a:schemeClr val="tx2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2100" b="1">
                  <a:solidFill>
                    <a:schemeClr val="tx2"/>
                  </a:solidFill>
                  <a:latin typeface="Times New Roman" panose="02020603050405020304" pitchFamily="18" charset="0"/>
                </a:rPr>
                <a:t>)</a:t>
              </a:r>
              <a:r>
                <a:rPr lang="zh-CN" altLang="en-US" sz="2100" b="1">
                  <a:solidFill>
                    <a:schemeClr val="tx2"/>
                  </a:solidFill>
                </a:rPr>
                <a:t>的极大似然估计。</a:t>
              </a:r>
            </a:p>
          </p:txBody>
        </p:sp>
        <p:sp>
          <p:nvSpPr>
            <p:cNvPr id="27651" name="直接连接符 548867">
              <a:extLst>
                <a:ext uri="{FF2B5EF4-FFF2-40B4-BE49-F238E27FC236}">
                  <a16:creationId xmlns:a16="http://schemas.microsoft.com/office/drawing/2014/main" id="{E8A00A3E-44CD-48D6-B36C-C8536FA969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28" y="763"/>
              <a:ext cx="14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sp>
        <p:nvSpPr>
          <p:cNvPr id="548869" name="文本框 548868">
            <a:extLst>
              <a:ext uri="{FF2B5EF4-FFF2-40B4-BE49-F238E27FC236}">
                <a16:creationId xmlns:a16="http://schemas.microsoft.com/office/drawing/2014/main" id="{A0C1BE0C-4AA5-4B82-967A-8C5268EAF7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2885" y="1762125"/>
            <a:ext cx="298172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3500" rIns="135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100" b="1">
                <a:latin typeface="Times New Roman" panose="02020603050405020304" pitchFamily="18" charset="0"/>
              </a:rPr>
              <a:t>解</a:t>
            </a:r>
            <a:endParaRPr lang="zh-CN" altLang="en-US" sz="2100">
              <a:latin typeface="Times New Roman" panose="02020603050405020304" pitchFamily="18" charset="0"/>
            </a:endParaRPr>
          </a:p>
        </p:txBody>
      </p:sp>
      <p:graphicFrame>
        <p:nvGraphicFramePr>
          <p:cNvPr id="548871" name="对象 548870">
            <a:extLst>
              <a:ext uri="{FF2B5EF4-FFF2-40B4-BE49-F238E27FC236}">
                <a16:creationId xmlns:a16="http://schemas.microsoft.com/office/drawing/2014/main" id="{A496FD1A-35DD-46CE-BFD3-E2889341889D}"/>
              </a:ext>
            </a:extLst>
          </p:cNvPr>
          <p:cNvGraphicFramePr>
            <a:graphicFrameLocks/>
          </p:cNvGraphicFramePr>
          <p:nvPr/>
        </p:nvGraphicFramePr>
        <p:xfrm>
          <a:off x="2681288" y="1762126"/>
          <a:ext cx="1188244" cy="4226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2" r:id="rId3" imgW="609600" imgH="228600" progId="Equation.DSMT4">
                  <p:embed/>
                </p:oleObj>
              </mc:Choice>
              <mc:Fallback>
                <p:oleObj r:id="rId3" imgW="609600" imgH="228600" progId="Equation.DSMT4">
                  <p:embed/>
                  <p:pic>
                    <p:nvPicPr>
                      <p:cNvPr id="548871" name="对象 548870">
                        <a:extLst>
                          <a:ext uri="{FF2B5EF4-FFF2-40B4-BE49-F238E27FC236}">
                            <a16:creationId xmlns:a16="http://schemas.microsoft.com/office/drawing/2014/main" id="{A496FD1A-35DD-46CE-BFD3-E2889341889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1288" y="1762126"/>
                        <a:ext cx="1188244" cy="4226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8873" name="内容占位符 548872">
            <a:extLst>
              <a:ext uri="{FF2B5EF4-FFF2-40B4-BE49-F238E27FC236}">
                <a16:creationId xmlns:a16="http://schemas.microsoft.com/office/drawing/2014/main" id="{643E0656-D88A-4506-850D-618F805C40B5}"/>
              </a:ext>
            </a:extLst>
          </p:cNvPr>
          <p:cNvGraphicFramePr>
            <a:graphicFrameLocks noGrp="1"/>
          </p:cNvGraphicFramePr>
          <p:nvPr>
            <p:ph sz="half" idx="4294967295"/>
          </p:nvPr>
        </p:nvGraphicFramePr>
        <p:xfrm>
          <a:off x="3843337" y="1681163"/>
          <a:ext cx="1376363" cy="6203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3" r:id="rId5" imgW="900918" imgH="406048" progId="Equation.DSMT4">
                  <p:embed/>
                </p:oleObj>
              </mc:Choice>
              <mc:Fallback>
                <p:oleObj r:id="rId5" imgW="900918" imgH="406048" progId="Equation.DSMT4">
                  <p:embed/>
                  <p:pic>
                    <p:nvPicPr>
                      <p:cNvPr id="548873" name="内容占位符 548872">
                        <a:extLst>
                          <a:ext uri="{FF2B5EF4-FFF2-40B4-BE49-F238E27FC236}">
                            <a16:creationId xmlns:a16="http://schemas.microsoft.com/office/drawing/2014/main" id="{643E0656-D88A-4506-850D-618F805C40B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43337" y="1681163"/>
                        <a:ext cx="1376363" cy="6203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8876" name="内容占位符 548875">
            <a:extLst>
              <a:ext uri="{FF2B5EF4-FFF2-40B4-BE49-F238E27FC236}">
                <a16:creationId xmlns:a16="http://schemas.microsoft.com/office/drawing/2014/main" id="{9D4B800C-202A-4056-A478-3951B542949A}"/>
              </a:ext>
            </a:extLst>
          </p:cNvPr>
          <p:cNvGraphicFramePr>
            <a:graphicFrameLocks noGrp="1"/>
          </p:cNvGraphicFramePr>
          <p:nvPr>
            <p:ph sz="quarter" idx="4294967295"/>
          </p:nvPr>
        </p:nvGraphicFramePr>
        <p:xfrm>
          <a:off x="2870598" y="2301479"/>
          <a:ext cx="2521744" cy="7739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4" r:id="rId7" imgW="1282144" imgH="393529" progId="Equation.3">
                  <p:embed/>
                </p:oleObj>
              </mc:Choice>
              <mc:Fallback>
                <p:oleObj r:id="rId7" imgW="1282144" imgH="393529" progId="Equation.3">
                  <p:embed/>
                  <p:pic>
                    <p:nvPicPr>
                      <p:cNvPr id="548876" name="内容占位符 548875">
                        <a:extLst>
                          <a:ext uri="{FF2B5EF4-FFF2-40B4-BE49-F238E27FC236}">
                            <a16:creationId xmlns:a16="http://schemas.microsoft.com/office/drawing/2014/main" id="{9D4B800C-202A-4056-A478-3951B542949A}"/>
                          </a:ext>
                        </a:extLst>
                      </p:cNvPr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0598" y="2301479"/>
                        <a:ext cx="2521744" cy="7739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8874" name="文本框 548873">
            <a:extLst>
              <a:ext uri="{FF2B5EF4-FFF2-40B4-BE49-F238E27FC236}">
                <a16:creationId xmlns:a16="http://schemas.microsoft.com/office/drawing/2014/main" id="{DAFD3EC1-0A61-41FF-8AA0-5215F6ADDD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2897" y="3165873"/>
            <a:ext cx="4390688" cy="394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500" tIns="35100" rIns="67500" bIns="3510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>
              <a:spcBef>
                <a:spcPct val="20000"/>
              </a:spcBef>
              <a:buClr>
                <a:schemeClr val="tx1"/>
              </a:buClr>
              <a:buSzPct val="80000"/>
              <a:buFontTx/>
              <a:buNone/>
            </a:pPr>
            <a:r>
              <a:rPr lang="zh-CN" altLang="en-US" sz="2100" b="1">
                <a:solidFill>
                  <a:srgbClr val="000066"/>
                </a:solidFill>
              </a:rPr>
              <a:t>故所求概率值的极大似然估计为</a:t>
            </a:r>
          </a:p>
        </p:txBody>
      </p:sp>
      <p:graphicFrame>
        <p:nvGraphicFramePr>
          <p:cNvPr id="548883" name="内容占位符 548882">
            <a:extLst>
              <a:ext uri="{FF2B5EF4-FFF2-40B4-BE49-F238E27FC236}">
                <a16:creationId xmlns:a16="http://schemas.microsoft.com/office/drawing/2014/main" id="{7BB7F721-411B-4C0E-82A3-ADEEC13345B1}"/>
              </a:ext>
            </a:extLst>
          </p:cNvPr>
          <p:cNvGraphicFramePr>
            <a:graphicFrameLocks noGrp="1"/>
          </p:cNvGraphicFramePr>
          <p:nvPr>
            <p:ph sz="quarter" idx="4294967295"/>
          </p:nvPr>
        </p:nvGraphicFramePr>
        <p:xfrm>
          <a:off x="3311129" y="3625454"/>
          <a:ext cx="2387203" cy="1181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5" r:id="rId9" imgW="1231366" imgH="609336" progId="Equation.3">
                  <p:embed/>
                </p:oleObj>
              </mc:Choice>
              <mc:Fallback>
                <p:oleObj r:id="rId9" imgW="1231366" imgH="609336" progId="Equation.3">
                  <p:embed/>
                  <p:pic>
                    <p:nvPicPr>
                      <p:cNvPr id="548883" name="内容占位符 548882">
                        <a:extLst>
                          <a:ext uri="{FF2B5EF4-FFF2-40B4-BE49-F238E27FC236}">
                            <a16:creationId xmlns:a16="http://schemas.microsoft.com/office/drawing/2014/main" id="{7BB7F721-411B-4C0E-82A3-ADEEC13345B1}"/>
                          </a:ext>
                        </a:extLst>
                      </p:cNvPr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1129" y="3625454"/>
                        <a:ext cx="2387203" cy="1181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8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488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488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48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548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548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548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548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8869" grpId="0" build="p"/>
      <p:bldP spid="54887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673" name="对象 -2147482597">
            <a:extLst>
              <a:ext uri="{FF2B5EF4-FFF2-40B4-BE49-F238E27FC236}">
                <a16:creationId xmlns:a16="http://schemas.microsoft.com/office/drawing/2014/main" id="{CCCAAEA7-63B7-4082-8417-2D618FB340C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85863" y="642938"/>
          <a:ext cx="5562600" cy="182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4" r:id="rId3" imgW="7416720" imgH="2438280" progId="Equation.KSEE3">
                  <p:embed/>
                </p:oleObj>
              </mc:Choice>
              <mc:Fallback>
                <p:oleObj r:id="rId3" imgW="7416720" imgH="2438280" progId="Equation.KSEE3">
                  <p:embed/>
                  <p:pic>
                    <p:nvPicPr>
                      <p:cNvPr id="28673" name="对象 -2147482597">
                        <a:extLst>
                          <a:ext uri="{FF2B5EF4-FFF2-40B4-BE49-F238E27FC236}">
                            <a16:creationId xmlns:a16="http://schemas.microsoft.com/office/drawing/2014/main" id="{CCCAAEA7-63B7-4082-8417-2D618FB340C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5863" y="642938"/>
                        <a:ext cx="5562600" cy="182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-2147482597">
            <a:extLst>
              <a:ext uri="{FF2B5EF4-FFF2-40B4-BE49-F238E27FC236}">
                <a16:creationId xmlns:a16="http://schemas.microsoft.com/office/drawing/2014/main" id="{EFB082AE-AB05-41FA-92DE-AF72D521634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85863" y="2521744"/>
          <a:ext cx="3038475" cy="196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5" r:id="rId5" imgW="4051080" imgH="2616120" progId="Equation.KSEE3">
                  <p:embed/>
                </p:oleObj>
              </mc:Choice>
              <mc:Fallback>
                <p:oleObj r:id="rId5" imgW="4051080" imgH="2616120" progId="Equation.KSEE3">
                  <p:embed/>
                  <p:pic>
                    <p:nvPicPr>
                      <p:cNvPr id="2" name="对象 -2147482597">
                        <a:extLst>
                          <a:ext uri="{FF2B5EF4-FFF2-40B4-BE49-F238E27FC236}">
                            <a16:creationId xmlns:a16="http://schemas.microsoft.com/office/drawing/2014/main" id="{EFB082AE-AB05-41FA-92DE-AF72D521634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5863" y="2521744"/>
                        <a:ext cx="3038475" cy="1962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-2147482597">
            <a:extLst>
              <a:ext uri="{FF2B5EF4-FFF2-40B4-BE49-F238E27FC236}">
                <a16:creationId xmlns:a16="http://schemas.microsoft.com/office/drawing/2014/main" id="{F733A0E1-710E-4DC1-8E4F-C9C86F164E6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38275" y="688182"/>
          <a:ext cx="2819400" cy="23610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7" r:id="rId3" imgW="3759120" imgH="3149280" progId="Equation.KSEE3">
                  <p:embed/>
                </p:oleObj>
              </mc:Choice>
              <mc:Fallback>
                <p:oleObj r:id="rId3" imgW="3759120" imgH="3149280" progId="Equation.KSEE3">
                  <p:embed/>
                  <p:pic>
                    <p:nvPicPr>
                      <p:cNvPr id="4" name="对象 -2147482597">
                        <a:extLst>
                          <a:ext uri="{FF2B5EF4-FFF2-40B4-BE49-F238E27FC236}">
                            <a16:creationId xmlns:a16="http://schemas.microsoft.com/office/drawing/2014/main" id="{F733A0E1-710E-4DC1-8E4F-C9C86F164E6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8275" y="688182"/>
                        <a:ext cx="2819400" cy="23610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21" name="对象 -2147482597">
            <a:extLst>
              <a:ext uri="{FF2B5EF4-FFF2-40B4-BE49-F238E27FC236}">
                <a16:creationId xmlns:a16="http://schemas.microsoft.com/office/drawing/2014/main" id="{C1CC2D9D-6622-4938-B7F6-5FC5EC491C3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08485" y="701279"/>
          <a:ext cx="6411515" cy="209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2" r:id="rId3" imgW="5752800" imgH="1879560" progId="Equation.KSEE3">
                  <p:embed/>
                </p:oleObj>
              </mc:Choice>
              <mc:Fallback>
                <p:oleObj r:id="rId3" imgW="5752800" imgH="1879560" progId="Equation.KSEE3">
                  <p:embed/>
                  <p:pic>
                    <p:nvPicPr>
                      <p:cNvPr id="30721" name="对象 -2147482597">
                        <a:extLst>
                          <a:ext uri="{FF2B5EF4-FFF2-40B4-BE49-F238E27FC236}">
                            <a16:creationId xmlns:a16="http://schemas.microsoft.com/office/drawing/2014/main" id="{C1CC2D9D-6622-4938-B7F6-5FC5EC491C3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8485" y="701279"/>
                        <a:ext cx="6411515" cy="209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-2147482597">
            <a:extLst>
              <a:ext uri="{FF2B5EF4-FFF2-40B4-BE49-F238E27FC236}">
                <a16:creationId xmlns:a16="http://schemas.microsoft.com/office/drawing/2014/main" id="{70DC12AD-F7DB-4C5A-B3E3-E56701F3E53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70423" y="2796779"/>
          <a:ext cx="4212431" cy="199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3" r:id="rId5" imgW="3682800" imgH="1739880" progId="Equation.KSEE3">
                  <p:embed/>
                </p:oleObj>
              </mc:Choice>
              <mc:Fallback>
                <p:oleObj r:id="rId5" imgW="3682800" imgH="1739880" progId="Equation.KSEE3">
                  <p:embed/>
                  <p:pic>
                    <p:nvPicPr>
                      <p:cNvPr id="4" name="对象 -2147482597">
                        <a:extLst>
                          <a:ext uri="{FF2B5EF4-FFF2-40B4-BE49-F238E27FC236}">
                            <a16:creationId xmlns:a16="http://schemas.microsoft.com/office/drawing/2014/main" id="{70DC12AD-F7DB-4C5A-B3E3-E56701F3E53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0423" y="2796779"/>
                        <a:ext cx="4212431" cy="199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-2147482597">
            <a:extLst>
              <a:ext uri="{FF2B5EF4-FFF2-40B4-BE49-F238E27FC236}">
                <a16:creationId xmlns:a16="http://schemas.microsoft.com/office/drawing/2014/main" id="{2DE86908-242E-4823-8060-24F8F1309B3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16844" y="1069181"/>
          <a:ext cx="4562475" cy="324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5" r:id="rId3" imgW="6083280" imgH="4330440" progId="Equation.KSEE3">
                  <p:embed/>
                </p:oleObj>
              </mc:Choice>
              <mc:Fallback>
                <p:oleObj r:id="rId3" imgW="6083280" imgH="4330440" progId="Equation.KSEE3">
                  <p:embed/>
                  <p:pic>
                    <p:nvPicPr>
                      <p:cNvPr id="4" name="对象 -2147482597">
                        <a:extLst>
                          <a:ext uri="{FF2B5EF4-FFF2-40B4-BE49-F238E27FC236}">
                            <a16:creationId xmlns:a16="http://schemas.microsoft.com/office/drawing/2014/main" id="{2DE86908-242E-4823-8060-24F8F1309B3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6844" y="1069181"/>
                        <a:ext cx="4562475" cy="3248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890" name="矩形 549889">
            <a:extLst>
              <a:ext uri="{FF2B5EF4-FFF2-40B4-BE49-F238E27FC236}">
                <a16:creationId xmlns:a16="http://schemas.microsoft.com/office/drawing/2014/main" id="{E28A17D9-6A8C-4C8F-8A6F-1A1E9D1FFA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8025" y="1924050"/>
            <a:ext cx="2052638" cy="485775"/>
          </a:xfrm>
          <a:prstGeom prst="rect">
            <a:avLst/>
          </a:prstGeom>
          <a:solidFill>
            <a:srgbClr val="FFFF99"/>
          </a:solidFill>
          <a:ln w="19050">
            <a:solidFill>
              <a:srgbClr val="00FFFF"/>
            </a:solidFill>
            <a:miter lim="800000"/>
            <a:headEnd/>
            <a:tailEnd type="none" w="med" len="lg"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/>
          <a:lstStyle/>
          <a:p>
            <a:endParaRPr lang="zh-CN" altLang="en-US" sz="1350"/>
          </a:p>
        </p:txBody>
      </p:sp>
      <p:sp>
        <p:nvSpPr>
          <p:cNvPr id="549891" name="文本框 549890">
            <a:extLst>
              <a:ext uri="{FF2B5EF4-FFF2-40B4-BE49-F238E27FC236}">
                <a16:creationId xmlns:a16="http://schemas.microsoft.com/office/drawing/2014/main" id="{36937829-56A9-434D-9D94-65AED15861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4235" y="789385"/>
            <a:ext cx="1944290" cy="4979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lnSpc>
                <a:spcPct val="120000"/>
              </a:lnSpc>
              <a:spcBef>
                <a:spcPct val="50000"/>
              </a:spcBef>
            </a:pPr>
            <a:r>
              <a:rPr lang="zh-CN" altLang="en-US" sz="2400" b="1" u="sng">
                <a:solidFill>
                  <a:srgbClr val="3366FF"/>
                </a:solidFill>
                <a:latin typeface="楷体_GB2312" pitchFamily="49" charset="-122"/>
                <a:ea typeface="楷体_GB2312" pitchFamily="49" charset="-122"/>
              </a:rPr>
              <a:t>一 无偏性</a:t>
            </a:r>
          </a:p>
        </p:txBody>
      </p:sp>
      <p:sp>
        <p:nvSpPr>
          <p:cNvPr id="32771" name="矩形 549891">
            <a:extLst>
              <a:ext uri="{FF2B5EF4-FFF2-40B4-BE49-F238E27FC236}">
                <a16:creationId xmlns:a16="http://schemas.microsoft.com/office/drawing/2014/main" id="{A619C156-B90E-4C6B-B1E6-1896E874E1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7438" y="330994"/>
            <a:ext cx="4241006" cy="44021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lIns="67500" tIns="35100" rIns="67500" bIns="35100">
            <a:spAutoFit/>
          </a:bodyPr>
          <a:lstStyle>
            <a:lvl1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tx1"/>
              </a:buClr>
              <a:buSzPct val="80000"/>
            </a:pPr>
            <a:r>
              <a:rPr lang="en-US" altLang="zh-CN" sz="2400" b="1">
                <a:solidFill>
                  <a:schemeClr val="tx2"/>
                </a:solidFill>
                <a:latin typeface="宋体" panose="02010600030101010101" pitchFamily="2" charset="-122"/>
              </a:rPr>
              <a:t>7.3 </a:t>
            </a:r>
            <a:r>
              <a:rPr lang="zh-CN" altLang="en-US" sz="2400" b="1">
                <a:solidFill>
                  <a:schemeClr val="tx2"/>
                </a:solidFill>
                <a:latin typeface="宋体" panose="02010600030101010101" pitchFamily="2" charset="-122"/>
              </a:rPr>
              <a:t>估计量的评选原则</a:t>
            </a:r>
          </a:p>
        </p:txBody>
      </p:sp>
      <p:graphicFrame>
        <p:nvGraphicFramePr>
          <p:cNvPr id="549893" name="内容占位符 549892">
            <a:extLst>
              <a:ext uri="{FF2B5EF4-FFF2-40B4-BE49-F238E27FC236}">
                <a16:creationId xmlns:a16="http://schemas.microsoft.com/office/drawing/2014/main" id="{EF93FDEA-127D-435F-96BA-95BF3BDE63A4}"/>
              </a:ext>
            </a:extLst>
          </p:cNvPr>
          <p:cNvGraphicFramePr>
            <a:graphicFrameLocks noGrp="1"/>
          </p:cNvGraphicFramePr>
          <p:nvPr>
            <p:ph sz="quarter" idx="4294967295"/>
          </p:nvPr>
        </p:nvGraphicFramePr>
        <p:xfrm>
          <a:off x="2465785" y="1410891"/>
          <a:ext cx="4212431" cy="4643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6" r:id="rId3" imgW="2753510" imgH="253780" progId="Equation.DSMT4">
                  <p:embed/>
                </p:oleObj>
              </mc:Choice>
              <mc:Fallback>
                <p:oleObj r:id="rId3" imgW="2753510" imgH="253780" progId="Equation.DSMT4">
                  <p:embed/>
                  <p:pic>
                    <p:nvPicPr>
                      <p:cNvPr id="549893" name="内容占位符 549892">
                        <a:extLst>
                          <a:ext uri="{FF2B5EF4-FFF2-40B4-BE49-F238E27FC236}">
                            <a16:creationId xmlns:a16="http://schemas.microsoft.com/office/drawing/2014/main" id="{EF93FDEA-127D-435F-96BA-95BF3BDE63A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5785" y="1410891"/>
                        <a:ext cx="4212431" cy="4643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9894" name="内容占位符 549893">
            <a:extLst>
              <a:ext uri="{FF2B5EF4-FFF2-40B4-BE49-F238E27FC236}">
                <a16:creationId xmlns:a16="http://schemas.microsoft.com/office/drawing/2014/main" id="{8D5D1E43-EA17-4B76-86DF-937EC955572E}"/>
              </a:ext>
            </a:extLst>
          </p:cNvPr>
          <p:cNvGraphicFramePr>
            <a:graphicFrameLocks noGrp="1"/>
          </p:cNvGraphicFramePr>
          <p:nvPr>
            <p:ph sz="quarter" idx="4294967295"/>
          </p:nvPr>
        </p:nvGraphicFramePr>
        <p:xfrm>
          <a:off x="3815954" y="1953816"/>
          <a:ext cx="86677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7" r:id="rId5" imgW="609336" imgH="241195" progId="Equation.DSMT4">
                  <p:embed/>
                </p:oleObj>
              </mc:Choice>
              <mc:Fallback>
                <p:oleObj r:id="rId5" imgW="609336" imgH="241195" progId="Equation.DSMT4">
                  <p:embed/>
                  <p:pic>
                    <p:nvPicPr>
                      <p:cNvPr id="549894" name="内容占位符 549893">
                        <a:extLst>
                          <a:ext uri="{FF2B5EF4-FFF2-40B4-BE49-F238E27FC236}">
                            <a16:creationId xmlns:a16="http://schemas.microsoft.com/office/drawing/2014/main" id="{8D5D1E43-EA17-4B76-86DF-937EC955572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5954" y="1953816"/>
                        <a:ext cx="866775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9895" name="内容占位符 549894">
            <a:extLst>
              <a:ext uri="{FF2B5EF4-FFF2-40B4-BE49-F238E27FC236}">
                <a16:creationId xmlns:a16="http://schemas.microsoft.com/office/drawing/2014/main" id="{F9446001-90B4-4605-89B5-4036DAA684DE}"/>
              </a:ext>
            </a:extLst>
          </p:cNvPr>
          <p:cNvGraphicFramePr>
            <a:graphicFrameLocks noGrp="1"/>
          </p:cNvGraphicFramePr>
          <p:nvPr>
            <p:ph sz="quarter" idx="4294967295"/>
          </p:nvPr>
        </p:nvGraphicFramePr>
        <p:xfrm>
          <a:off x="3815954" y="3651647"/>
          <a:ext cx="2430065" cy="376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8" r:id="rId7" imgW="1473200" imgH="228600" progId="Equation.DSMT4">
                  <p:embed/>
                </p:oleObj>
              </mc:Choice>
              <mc:Fallback>
                <p:oleObj r:id="rId7" imgW="1473200" imgH="228600" progId="Equation.DSMT4">
                  <p:embed/>
                  <p:pic>
                    <p:nvPicPr>
                      <p:cNvPr id="549895" name="内容占位符 549894">
                        <a:extLst>
                          <a:ext uri="{FF2B5EF4-FFF2-40B4-BE49-F238E27FC236}">
                            <a16:creationId xmlns:a16="http://schemas.microsoft.com/office/drawing/2014/main" id="{F9446001-90B4-4605-89B5-4036DAA684D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5954" y="3651647"/>
                        <a:ext cx="2430065" cy="376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9896" name="对象 549895">
            <a:extLst>
              <a:ext uri="{FF2B5EF4-FFF2-40B4-BE49-F238E27FC236}">
                <a16:creationId xmlns:a16="http://schemas.microsoft.com/office/drawing/2014/main" id="{219D8A6E-21F7-4375-8605-EA29EF221B4C}"/>
              </a:ext>
            </a:extLst>
          </p:cNvPr>
          <p:cNvGraphicFramePr>
            <a:graphicFrameLocks/>
          </p:cNvGraphicFramePr>
          <p:nvPr/>
        </p:nvGraphicFramePr>
        <p:xfrm>
          <a:off x="1980010" y="3099198"/>
          <a:ext cx="1620440" cy="4441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9" r:id="rId9" imgW="926296" imgH="253780" progId="Equation.DSMT4">
                  <p:embed/>
                </p:oleObj>
              </mc:Choice>
              <mc:Fallback>
                <p:oleObj r:id="rId9" imgW="926296" imgH="253780" progId="Equation.DSMT4">
                  <p:embed/>
                  <p:pic>
                    <p:nvPicPr>
                      <p:cNvPr id="549896" name="对象 549895">
                        <a:extLst>
                          <a:ext uri="{FF2B5EF4-FFF2-40B4-BE49-F238E27FC236}">
                            <a16:creationId xmlns:a16="http://schemas.microsoft.com/office/drawing/2014/main" id="{219D8A6E-21F7-4375-8605-EA29EF221B4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0010" y="3099198"/>
                        <a:ext cx="1620440" cy="44410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9897" name="对象 549896">
            <a:extLst>
              <a:ext uri="{FF2B5EF4-FFF2-40B4-BE49-F238E27FC236}">
                <a16:creationId xmlns:a16="http://schemas.microsoft.com/office/drawing/2014/main" id="{34A56AD2-430C-41CE-B78F-F925F2C05549}"/>
              </a:ext>
            </a:extLst>
          </p:cNvPr>
          <p:cNvGraphicFramePr>
            <a:graphicFrameLocks/>
          </p:cNvGraphicFramePr>
          <p:nvPr/>
        </p:nvGraphicFramePr>
        <p:xfrm>
          <a:off x="2141935" y="3692129"/>
          <a:ext cx="972740" cy="3917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0" r:id="rId11" imgW="571252" imgH="228501" progId="Equation.DSMT4">
                  <p:embed/>
                </p:oleObj>
              </mc:Choice>
              <mc:Fallback>
                <p:oleObj r:id="rId11" imgW="571252" imgH="228501" progId="Equation.DSMT4">
                  <p:embed/>
                  <p:pic>
                    <p:nvPicPr>
                      <p:cNvPr id="549897" name="对象 549896">
                        <a:extLst>
                          <a:ext uri="{FF2B5EF4-FFF2-40B4-BE49-F238E27FC236}">
                            <a16:creationId xmlns:a16="http://schemas.microsoft.com/office/drawing/2014/main" id="{34A56AD2-430C-41CE-B78F-F925F2C0554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1935" y="3692129"/>
                        <a:ext cx="972740" cy="3917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9898" name="对象 549897">
            <a:extLst>
              <a:ext uri="{FF2B5EF4-FFF2-40B4-BE49-F238E27FC236}">
                <a16:creationId xmlns:a16="http://schemas.microsoft.com/office/drawing/2014/main" id="{CD45BB3B-2561-4D6B-9CAE-4D7E0AA94F40}"/>
              </a:ext>
            </a:extLst>
          </p:cNvPr>
          <p:cNvGraphicFramePr>
            <a:graphicFrameLocks/>
          </p:cNvGraphicFramePr>
          <p:nvPr/>
        </p:nvGraphicFramePr>
        <p:xfrm>
          <a:off x="3869531" y="3090863"/>
          <a:ext cx="2214563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1" r:id="rId13" imgW="1371600" imgH="228600" progId="Equation.DSMT4">
                  <p:embed/>
                </p:oleObj>
              </mc:Choice>
              <mc:Fallback>
                <p:oleObj r:id="rId13" imgW="1371600" imgH="228600" progId="Equation.DSMT4">
                  <p:embed/>
                  <p:pic>
                    <p:nvPicPr>
                      <p:cNvPr id="549898" name="对象 549897">
                        <a:extLst>
                          <a:ext uri="{FF2B5EF4-FFF2-40B4-BE49-F238E27FC236}">
                            <a16:creationId xmlns:a16="http://schemas.microsoft.com/office/drawing/2014/main" id="{CD45BB3B-2561-4D6B-9CAE-4D7E0AA94F4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9531" y="3090863"/>
                        <a:ext cx="2214563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9899" name="文本框 549898">
            <a:extLst>
              <a:ext uri="{FF2B5EF4-FFF2-40B4-BE49-F238E27FC236}">
                <a16:creationId xmlns:a16="http://schemas.microsoft.com/office/drawing/2014/main" id="{96C7C69C-BEAF-4F70-BED3-4EF6FEC868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1410892"/>
            <a:ext cx="1139798" cy="394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500" tIns="35100" rIns="67500" bIns="3510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>
              <a:spcBef>
                <a:spcPct val="20000"/>
              </a:spcBef>
              <a:buClr>
                <a:schemeClr val="tx1"/>
              </a:buClr>
              <a:buSzPct val="80000"/>
              <a:buFontTx/>
              <a:buNone/>
            </a:pPr>
            <a:r>
              <a:rPr lang="zh-CN" altLang="en-US" sz="2100" b="1">
                <a:solidFill>
                  <a:srgbClr val="3366FF"/>
                </a:solidFill>
              </a:rPr>
              <a:t>定义</a:t>
            </a:r>
          </a:p>
        </p:txBody>
      </p:sp>
      <p:grpSp>
        <p:nvGrpSpPr>
          <p:cNvPr id="549900" name="组合 549899">
            <a:extLst>
              <a:ext uri="{FF2B5EF4-FFF2-40B4-BE49-F238E27FC236}">
                <a16:creationId xmlns:a16="http://schemas.microsoft.com/office/drawing/2014/main" id="{31D7469E-3A1A-43BB-B248-EEFB8A99A4E5}"/>
              </a:ext>
            </a:extLst>
          </p:cNvPr>
          <p:cNvGrpSpPr>
            <a:grpSpLocks/>
          </p:cNvGrpSpPr>
          <p:nvPr/>
        </p:nvGrpSpPr>
        <p:grpSpPr bwMode="auto">
          <a:xfrm>
            <a:off x="2120503" y="2561032"/>
            <a:ext cx="3439716" cy="394096"/>
            <a:chOff x="249" y="2024"/>
            <a:chExt cx="2889" cy="331"/>
          </a:xfrm>
        </p:grpSpPr>
        <p:sp>
          <p:nvSpPr>
            <p:cNvPr id="32780" name="文本框 549900">
              <a:extLst>
                <a:ext uri="{FF2B5EF4-FFF2-40B4-BE49-F238E27FC236}">
                  <a16:creationId xmlns:a16="http://schemas.microsoft.com/office/drawing/2014/main" id="{6C1DD478-6608-4773-8640-1477F7A91D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" y="2024"/>
              <a:ext cx="2889" cy="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7500" tIns="35100" rIns="67500" bIns="351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lvl="1">
                <a:spcBef>
                  <a:spcPct val="20000"/>
                </a:spcBef>
                <a:buClr>
                  <a:schemeClr val="tx1"/>
                </a:buClr>
                <a:buSzPct val="80000"/>
                <a:buFontTx/>
                <a:buNone/>
              </a:pPr>
              <a:r>
                <a:rPr lang="zh-CN" altLang="en-US" sz="2100" b="1">
                  <a:solidFill>
                    <a:schemeClr val="tx2"/>
                  </a:solidFill>
                </a:rPr>
                <a:t>则称</a:t>
              </a:r>
              <a:r>
                <a:rPr lang="en-US" altLang="zh-CN" b="1" i="1">
                  <a:solidFill>
                    <a:schemeClr val="tx2"/>
                  </a:solidFill>
                  <a:latin typeface="Symbol" panose="05050102010706020507" pitchFamily="18" charset="2"/>
                </a:rPr>
                <a:t>q</a:t>
              </a:r>
              <a:r>
                <a:rPr lang="zh-CN" altLang="en-US" sz="2100" b="1">
                  <a:solidFill>
                    <a:schemeClr val="tx2"/>
                  </a:solidFill>
                </a:rPr>
                <a:t>是</a:t>
              </a:r>
              <a:r>
                <a:rPr lang="en-US" altLang="zh-CN" sz="2100" b="1" i="1">
                  <a:solidFill>
                    <a:schemeClr val="tx2"/>
                  </a:solidFill>
                  <a:latin typeface="Symbol" panose="05050102010706020507" pitchFamily="18" charset="2"/>
                </a:rPr>
                <a:t>q </a:t>
              </a:r>
              <a:r>
                <a:rPr lang="zh-CN" altLang="en-US" sz="2100" b="1">
                  <a:solidFill>
                    <a:schemeClr val="tx2"/>
                  </a:solidFill>
                </a:rPr>
                <a:t>的</a:t>
              </a:r>
              <a:r>
                <a:rPr lang="zh-CN" altLang="en-US" sz="2100" b="1">
                  <a:solidFill>
                    <a:srgbClr val="FF0000"/>
                  </a:solidFill>
                </a:rPr>
                <a:t>无偏估计量</a:t>
              </a:r>
              <a:r>
                <a:rPr lang="en-US" altLang="zh-CN" sz="2100" b="1">
                  <a:solidFill>
                    <a:srgbClr val="3366FF"/>
                  </a:solidFill>
                </a:rPr>
                <a:t>.</a:t>
              </a:r>
            </a:p>
          </p:txBody>
        </p:sp>
        <p:sp>
          <p:nvSpPr>
            <p:cNvPr id="32781" name="任意多边形 549901">
              <a:extLst>
                <a:ext uri="{FF2B5EF4-FFF2-40B4-BE49-F238E27FC236}">
                  <a16:creationId xmlns:a16="http://schemas.microsoft.com/office/drawing/2014/main" id="{B48C726D-B249-473D-A6CA-1D15107340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3" y="2087"/>
              <a:ext cx="73" cy="45"/>
            </a:xfrm>
            <a:custGeom>
              <a:avLst/>
              <a:gdLst>
                <a:gd name="T0" fmla="*/ 0 w 90"/>
                <a:gd name="T1" fmla="*/ 46 h 46"/>
                <a:gd name="T2" fmla="*/ 45 w 90"/>
                <a:gd name="T3" fmla="*/ 0 h 46"/>
                <a:gd name="T4" fmla="*/ 90 w 90"/>
                <a:gd name="T5" fmla="*/ 46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0" h="46">
                  <a:moveTo>
                    <a:pt x="0" y="46"/>
                  </a:moveTo>
                  <a:cubicBezTo>
                    <a:pt x="15" y="23"/>
                    <a:pt x="30" y="0"/>
                    <a:pt x="45" y="0"/>
                  </a:cubicBezTo>
                  <a:cubicBezTo>
                    <a:pt x="60" y="0"/>
                    <a:pt x="83" y="38"/>
                    <a:pt x="90" y="46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aphicFrame>
        <p:nvGraphicFramePr>
          <p:cNvPr id="549903" name="内容占位符 549902">
            <a:extLst>
              <a:ext uri="{FF2B5EF4-FFF2-40B4-BE49-F238E27FC236}">
                <a16:creationId xmlns:a16="http://schemas.microsoft.com/office/drawing/2014/main" id="{DD2EFF1E-F555-4975-86C4-1713A11EBDB1}"/>
              </a:ext>
            </a:extLst>
          </p:cNvPr>
          <p:cNvGraphicFramePr>
            <a:graphicFrameLocks noGrp="1"/>
          </p:cNvGraphicFramePr>
          <p:nvPr>
            <p:ph sz="quarter" idx="4294967295"/>
          </p:nvPr>
        </p:nvGraphicFramePr>
        <p:xfrm>
          <a:off x="2141935" y="4213623"/>
          <a:ext cx="1350169" cy="4643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2" r:id="rId15" imgW="812447" imgH="279279" progId="Equation.DSMT4">
                  <p:embed/>
                </p:oleObj>
              </mc:Choice>
              <mc:Fallback>
                <p:oleObj r:id="rId15" imgW="812447" imgH="279279" progId="Equation.DSMT4">
                  <p:embed/>
                  <p:pic>
                    <p:nvPicPr>
                      <p:cNvPr id="549903" name="内容占位符 549902">
                        <a:extLst>
                          <a:ext uri="{FF2B5EF4-FFF2-40B4-BE49-F238E27FC236}">
                            <a16:creationId xmlns:a16="http://schemas.microsoft.com/office/drawing/2014/main" id="{DD2EFF1E-F555-4975-86C4-1713A11EBDB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1935" y="4213623"/>
                        <a:ext cx="1350169" cy="4643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9904" name="对象 549903">
            <a:extLst>
              <a:ext uri="{FF2B5EF4-FFF2-40B4-BE49-F238E27FC236}">
                <a16:creationId xmlns:a16="http://schemas.microsoft.com/office/drawing/2014/main" id="{ACB01A1A-1C53-4DC1-A8EE-70DDA67CED6B}"/>
              </a:ext>
            </a:extLst>
          </p:cNvPr>
          <p:cNvGraphicFramePr>
            <a:graphicFrameLocks/>
          </p:cNvGraphicFramePr>
          <p:nvPr/>
        </p:nvGraphicFramePr>
        <p:xfrm>
          <a:off x="3829050" y="4192192"/>
          <a:ext cx="2892029" cy="3738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3" r:id="rId17" imgW="1778000" imgH="228600" progId="Equation.DSMT4">
                  <p:embed/>
                </p:oleObj>
              </mc:Choice>
              <mc:Fallback>
                <p:oleObj r:id="rId17" imgW="1778000" imgH="228600" progId="Equation.DSMT4">
                  <p:embed/>
                  <p:pic>
                    <p:nvPicPr>
                      <p:cNvPr id="549904" name="对象 549903">
                        <a:extLst>
                          <a:ext uri="{FF2B5EF4-FFF2-40B4-BE49-F238E27FC236}">
                            <a16:creationId xmlns:a16="http://schemas.microsoft.com/office/drawing/2014/main" id="{ACB01A1A-1C53-4DC1-A8EE-70DDA67CED6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9050" y="4192192"/>
                        <a:ext cx="2892029" cy="3738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549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498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498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49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49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498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498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49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49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49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5498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5498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49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498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498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5498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5498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49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5499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5499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5499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5499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549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9891" grpId="0" build="p"/>
      <p:bldP spid="54989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020" name="矩形 554019">
            <a:extLst>
              <a:ext uri="{FF2B5EF4-FFF2-40B4-BE49-F238E27FC236}">
                <a16:creationId xmlns:a16="http://schemas.microsoft.com/office/drawing/2014/main" id="{1E048502-1D35-459E-AE03-8970E83358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0281" y="1681162"/>
            <a:ext cx="5292329" cy="283487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endParaRPr lang="zh-CN" altLang="en-US" sz="1350"/>
          </a:p>
        </p:txBody>
      </p:sp>
      <p:sp>
        <p:nvSpPr>
          <p:cNvPr id="33794" name="矩形 553989">
            <a:extLst>
              <a:ext uri="{FF2B5EF4-FFF2-40B4-BE49-F238E27FC236}">
                <a16:creationId xmlns:a16="http://schemas.microsoft.com/office/drawing/2014/main" id="{7916B5ED-CD55-449C-AC71-59F4AE0D8D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1241" y="2318147"/>
            <a:ext cx="6858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33795" name="矩形 553990">
            <a:extLst>
              <a:ext uri="{FF2B5EF4-FFF2-40B4-BE49-F238E27FC236}">
                <a16:creationId xmlns:a16="http://schemas.microsoft.com/office/drawing/2014/main" id="{B3D8919C-C488-4F4F-9542-3631E47E54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1241" y="2332435"/>
            <a:ext cx="6858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33796" name="矩形 553991">
            <a:extLst>
              <a:ext uri="{FF2B5EF4-FFF2-40B4-BE49-F238E27FC236}">
                <a16:creationId xmlns:a16="http://schemas.microsoft.com/office/drawing/2014/main" id="{522C641E-C67F-4C95-9698-0046CC4689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8341" y="2318147"/>
            <a:ext cx="6858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553993" name="矩形 553992">
            <a:extLst>
              <a:ext uri="{FF2B5EF4-FFF2-40B4-BE49-F238E27FC236}">
                <a16:creationId xmlns:a16="http://schemas.microsoft.com/office/drawing/2014/main" id="{C7EDCE15-AA7A-438C-94C3-83BDC30BE4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5241" y="654844"/>
            <a:ext cx="5617369" cy="830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2100" b="1">
                <a:latin typeface="Times New Roman" panose="02020603050405020304" pitchFamily="18" charset="0"/>
              </a:rPr>
              <a:t> </a:t>
            </a:r>
            <a:r>
              <a:rPr lang="zh-CN" altLang="en-US" sz="2100" b="1">
                <a:solidFill>
                  <a:srgbClr val="FF3300"/>
                </a:solidFill>
                <a:latin typeface="Times New Roman" panose="02020603050405020304" pitchFamily="18" charset="0"/>
              </a:rPr>
              <a:t>例 </a:t>
            </a:r>
            <a:r>
              <a:rPr lang="zh-CN" altLang="en-US" sz="2100" b="1">
                <a:latin typeface="Times New Roman" panose="02020603050405020304" pitchFamily="18" charset="0"/>
              </a:rPr>
              <a:t> 设</a:t>
            </a:r>
            <a:r>
              <a:rPr lang="en-US" altLang="zh-CN" sz="2100" b="1">
                <a:latin typeface="Times New Roman" panose="02020603050405020304" pitchFamily="18" charset="0"/>
              </a:rPr>
              <a:t>(</a:t>
            </a:r>
            <a:r>
              <a:rPr lang="en-US" altLang="zh-CN" sz="2100" b="1" i="1">
                <a:latin typeface="Times New Roman" panose="02020603050405020304" pitchFamily="18" charset="0"/>
              </a:rPr>
              <a:t>X</a:t>
            </a:r>
            <a:r>
              <a:rPr lang="en-US" altLang="zh-CN" sz="21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2100" b="1">
                <a:latin typeface="Times New Roman" panose="02020603050405020304" pitchFamily="18" charset="0"/>
              </a:rPr>
              <a:t>,…,</a:t>
            </a:r>
            <a:r>
              <a:rPr lang="en-US" altLang="zh-CN" sz="2100" b="1" i="1">
                <a:latin typeface="Times New Roman" panose="02020603050405020304" pitchFamily="18" charset="0"/>
              </a:rPr>
              <a:t>X</a:t>
            </a:r>
            <a:r>
              <a:rPr lang="en-US" altLang="zh-CN" sz="2100" b="1" i="1" baseline="-25000">
                <a:latin typeface="Times New Roman" panose="02020603050405020304" pitchFamily="18" charset="0"/>
              </a:rPr>
              <a:t>n</a:t>
            </a:r>
            <a:r>
              <a:rPr lang="en-US" altLang="zh-CN" sz="2100" b="1">
                <a:latin typeface="Times New Roman" panose="02020603050405020304" pitchFamily="18" charset="0"/>
              </a:rPr>
              <a:t>)</a:t>
            </a:r>
            <a:r>
              <a:rPr lang="zh-CN" altLang="en-US" sz="2100" b="1">
                <a:latin typeface="Times New Roman" panose="02020603050405020304" pitchFamily="18" charset="0"/>
              </a:rPr>
              <a:t>是总体</a:t>
            </a:r>
            <a:r>
              <a:rPr lang="en-US" altLang="zh-CN" sz="2100" b="1" i="1">
                <a:latin typeface="Times New Roman" panose="02020603050405020304" pitchFamily="18" charset="0"/>
              </a:rPr>
              <a:t>X</a:t>
            </a:r>
            <a:r>
              <a:rPr lang="zh-CN" altLang="en-US" sz="2100" b="1">
                <a:latin typeface="Times New Roman" panose="02020603050405020304" pitchFamily="18" charset="0"/>
              </a:rPr>
              <a:t>的样本，证明样本方</a:t>
            </a:r>
          </a:p>
          <a:p>
            <a:pPr algn="just">
              <a:lnSpc>
                <a:spcPct val="120000"/>
              </a:lnSpc>
            </a:pPr>
            <a:r>
              <a:rPr lang="zh-CN" altLang="en-US" sz="2100" b="1">
                <a:latin typeface="Times New Roman" panose="02020603050405020304" pitchFamily="18" charset="0"/>
              </a:rPr>
              <a:t>       差是总体方差的无偏估计 </a:t>
            </a:r>
            <a:r>
              <a:rPr lang="zh-CN" altLang="en-US" sz="2100">
                <a:latin typeface="Times New Roman" panose="02020603050405020304" pitchFamily="18" charset="0"/>
              </a:rPr>
              <a:t>    </a:t>
            </a:r>
          </a:p>
        </p:txBody>
      </p:sp>
      <p:graphicFrame>
        <p:nvGraphicFramePr>
          <p:cNvPr id="554011" name="内容占位符 554010">
            <a:extLst>
              <a:ext uri="{FF2B5EF4-FFF2-40B4-BE49-F238E27FC236}">
                <a16:creationId xmlns:a16="http://schemas.microsoft.com/office/drawing/2014/main" id="{67BD6C1B-6673-4C90-9F31-E319571A2897}"/>
              </a:ext>
            </a:extLst>
          </p:cNvPr>
          <p:cNvGraphicFramePr>
            <a:graphicFrameLocks noGrp="1"/>
          </p:cNvGraphicFramePr>
          <p:nvPr>
            <p:ph sz="half" idx="4294967295"/>
          </p:nvPr>
        </p:nvGraphicFramePr>
        <p:xfrm>
          <a:off x="2547937" y="1843087"/>
          <a:ext cx="3833813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5" r:id="rId4" imgW="6093355" imgH="901309" progId="Equation.3">
                  <p:embed/>
                </p:oleObj>
              </mc:Choice>
              <mc:Fallback>
                <p:oleObj r:id="rId4" imgW="6093355" imgH="901309" progId="Equation.3">
                  <p:embed/>
                  <p:pic>
                    <p:nvPicPr>
                      <p:cNvPr id="554011" name="内容占位符 554010">
                        <a:extLst>
                          <a:ext uri="{FF2B5EF4-FFF2-40B4-BE49-F238E27FC236}">
                            <a16:creationId xmlns:a16="http://schemas.microsoft.com/office/drawing/2014/main" id="{67BD6C1B-6673-4C90-9F31-E319571A2897}"/>
                          </a:ext>
                        </a:extLst>
                      </p:cNvPr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7937" y="1843087"/>
                        <a:ext cx="3833813" cy="566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4013" name="内容占位符 554012">
            <a:extLst>
              <a:ext uri="{FF2B5EF4-FFF2-40B4-BE49-F238E27FC236}">
                <a16:creationId xmlns:a16="http://schemas.microsoft.com/office/drawing/2014/main" id="{8DF11C4B-3E33-4FBE-A3E4-54F1617ADD78}"/>
              </a:ext>
            </a:extLst>
          </p:cNvPr>
          <p:cNvGraphicFramePr>
            <a:graphicFrameLocks noGrp="1"/>
          </p:cNvGraphicFramePr>
          <p:nvPr>
            <p:ph sz="quarter" idx="4294967295"/>
          </p:nvPr>
        </p:nvGraphicFramePr>
        <p:xfrm>
          <a:off x="3568304" y="2701529"/>
          <a:ext cx="3028950" cy="5988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6" r:id="rId6" imgW="4303432" imgH="850531" progId="Equation.3">
                  <p:embed/>
                </p:oleObj>
              </mc:Choice>
              <mc:Fallback>
                <p:oleObj r:id="rId6" imgW="4303432" imgH="850531" progId="Equation.3">
                  <p:embed/>
                  <p:pic>
                    <p:nvPicPr>
                      <p:cNvPr id="554013" name="内容占位符 554012">
                        <a:extLst>
                          <a:ext uri="{FF2B5EF4-FFF2-40B4-BE49-F238E27FC236}">
                            <a16:creationId xmlns:a16="http://schemas.microsoft.com/office/drawing/2014/main" id="{8DF11C4B-3E33-4FBE-A3E4-54F1617ADD78}"/>
                          </a:ext>
                        </a:extLst>
                      </p:cNvPr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8304" y="2701529"/>
                        <a:ext cx="3028950" cy="5988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4016" name="内容占位符 554015">
            <a:extLst>
              <a:ext uri="{FF2B5EF4-FFF2-40B4-BE49-F238E27FC236}">
                <a16:creationId xmlns:a16="http://schemas.microsoft.com/office/drawing/2014/main" id="{43CAE246-C66D-4214-A4A7-86A7708B07B4}"/>
              </a:ext>
            </a:extLst>
          </p:cNvPr>
          <p:cNvGraphicFramePr>
            <a:graphicFrameLocks noGrp="1"/>
          </p:cNvGraphicFramePr>
          <p:nvPr>
            <p:ph sz="quarter" idx="4294967295"/>
          </p:nvPr>
        </p:nvGraphicFramePr>
        <p:xfrm>
          <a:off x="3573066" y="3626644"/>
          <a:ext cx="3914775" cy="5655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7" r:id="rId8" imgW="5877549" imgH="850531" progId="Equation.3">
                  <p:embed/>
                </p:oleObj>
              </mc:Choice>
              <mc:Fallback>
                <p:oleObj r:id="rId8" imgW="5877549" imgH="850531" progId="Equation.3">
                  <p:embed/>
                  <p:pic>
                    <p:nvPicPr>
                      <p:cNvPr id="554016" name="内容占位符 554015">
                        <a:extLst>
                          <a:ext uri="{FF2B5EF4-FFF2-40B4-BE49-F238E27FC236}">
                            <a16:creationId xmlns:a16="http://schemas.microsoft.com/office/drawing/2014/main" id="{43CAE246-C66D-4214-A4A7-86A7708B07B4}"/>
                          </a:ext>
                        </a:extLst>
                      </p:cNvPr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3066" y="3626644"/>
                        <a:ext cx="3914775" cy="5655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53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54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54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54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54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399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59106" name="对象 559105">
            <a:extLst>
              <a:ext uri="{FF2B5EF4-FFF2-40B4-BE49-F238E27FC236}">
                <a16:creationId xmlns:a16="http://schemas.microsoft.com/office/drawing/2014/main" id="{EFECE08C-BBE8-44ED-9DED-E2235398471E}"/>
              </a:ext>
            </a:extLst>
          </p:cNvPr>
          <p:cNvGraphicFramePr>
            <a:graphicFrameLocks/>
          </p:cNvGraphicFramePr>
          <p:nvPr/>
        </p:nvGraphicFramePr>
        <p:xfrm>
          <a:off x="1980010" y="1545432"/>
          <a:ext cx="5562600" cy="4024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7" r:id="rId4" imgW="3338651" imgH="241195" progId="Equation.DSMT4">
                  <p:embed/>
                </p:oleObj>
              </mc:Choice>
              <mc:Fallback>
                <p:oleObj r:id="rId4" imgW="3338651" imgH="241195" progId="Equation.DSMT4">
                  <p:embed/>
                  <p:pic>
                    <p:nvPicPr>
                      <p:cNvPr id="559106" name="对象 559105">
                        <a:extLst>
                          <a:ext uri="{FF2B5EF4-FFF2-40B4-BE49-F238E27FC236}">
                            <a16:creationId xmlns:a16="http://schemas.microsoft.com/office/drawing/2014/main" id="{EFECE08C-BBE8-44ED-9DED-E2235398471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0010" y="1545432"/>
                        <a:ext cx="5562600" cy="4024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9108" name="内容占位符 559107">
            <a:extLst>
              <a:ext uri="{FF2B5EF4-FFF2-40B4-BE49-F238E27FC236}">
                <a16:creationId xmlns:a16="http://schemas.microsoft.com/office/drawing/2014/main" id="{DF2B3F0B-35F2-4B91-9FD1-9F4D654CD723}"/>
              </a:ext>
            </a:extLst>
          </p:cNvPr>
          <p:cNvGraphicFramePr>
            <a:graphicFrameLocks noGrp="1"/>
          </p:cNvGraphicFramePr>
          <p:nvPr>
            <p:ph sz="half" idx="4294967295"/>
          </p:nvPr>
        </p:nvGraphicFramePr>
        <p:xfrm>
          <a:off x="2033588" y="835819"/>
          <a:ext cx="2484835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8" r:id="rId6" imgW="1497950" imgH="431613" progId="Equation.DSMT4">
                  <p:embed/>
                </p:oleObj>
              </mc:Choice>
              <mc:Fallback>
                <p:oleObj r:id="rId6" imgW="1497950" imgH="431613" progId="Equation.DSMT4">
                  <p:embed/>
                  <p:pic>
                    <p:nvPicPr>
                      <p:cNvPr id="559108" name="内容占位符 559107">
                        <a:extLst>
                          <a:ext uri="{FF2B5EF4-FFF2-40B4-BE49-F238E27FC236}">
                            <a16:creationId xmlns:a16="http://schemas.microsoft.com/office/drawing/2014/main" id="{DF2B3F0B-35F2-4B91-9FD1-9F4D654CD72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3588" y="835819"/>
                        <a:ext cx="2484835" cy="714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9109" name="内容占位符 559108">
            <a:extLst>
              <a:ext uri="{FF2B5EF4-FFF2-40B4-BE49-F238E27FC236}">
                <a16:creationId xmlns:a16="http://schemas.microsoft.com/office/drawing/2014/main" id="{08D0427C-BF81-4185-94E8-A336874C1482}"/>
              </a:ext>
            </a:extLst>
          </p:cNvPr>
          <p:cNvGraphicFramePr>
            <a:graphicFrameLocks noGrp="1"/>
          </p:cNvGraphicFramePr>
          <p:nvPr>
            <p:ph sz="quarter" idx="4294967295"/>
          </p:nvPr>
        </p:nvGraphicFramePr>
        <p:xfrm>
          <a:off x="1980010" y="2518172"/>
          <a:ext cx="4320778" cy="6798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9" r:id="rId8" imgW="2742010" imgH="431613" progId="Equation.DSMT4">
                  <p:embed/>
                </p:oleObj>
              </mc:Choice>
              <mc:Fallback>
                <p:oleObj r:id="rId8" imgW="2742010" imgH="431613" progId="Equation.DSMT4">
                  <p:embed/>
                  <p:pic>
                    <p:nvPicPr>
                      <p:cNvPr id="559109" name="内容占位符 559108">
                        <a:extLst>
                          <a:ext uri="{FF2B5EF4-FFF2-40B4-BE49-F238E27FC236}">
                            <a16:creationId xmlns:a16="http://schemas.microsoft.com/office/drawing/2014/main" id="{08D0427C-BF81-4185-94E8-A336874C148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0010" y="2518172"/>
                        <a:ext cx="4320778" cy="6798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44" name="矩形 559110">
            <a:extLst>
              <a:ext uri="{FF2B5EF4-FFF2-40B4-BE49-F238E27FC236}">
                <a16:creationId xmlns:a16="http://schemas.microsoft.com/office/drawing/2014/main" id="{B7C404F3-9F83-42B5-9C98-AA7AFDF998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1241" y="2332435"/>
            <a:ext cx="6858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559113" name="矩形 559112">
            <a:extLst>
              <a:ext uri="{FF2B5EF4-FFF2-40B4-BE49-F238E27FC236}">
                <a16:creationId xmlns:a16="http://schemas.microsoft.com/office/drawing/2014/main" id="{45BB8247-D97E-4A30-A3AB-26140057DF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6747" y="284560"/>
            <a:ext cx="4105275" cy="41549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/>
            <a:r>
              <a:rPr lang="zh-CN" altLang="en-US" sz="2100" b="1">
                <a:solidFill>
                  <a:srgbClr val="FF3300"/>
                </a:solidFill>
                <a:latin typeface="Times New Roman" panose="02020603050405020304" pitchFamily="18" charset="0"/>
              </a:rPr>
              <a:t>例</a:t>
            </a:r>
            <a:r>
              <a:rPr lang="zh-CN" altLang="en-US" sz="2100" b="1">
                <a:latin typeface="Times New Roman" panose="02020603050405020304" pitchFamily="18" charset="0"/>
              </a:rPr>
              <a:t> 设</a:t>
            </a:r>
            <a:r>
              <a:rPr lang="en-US" altLang="zh-CN" sz="2100" b="1">
                <a:latin typeface="Times New Roman" panose="02020603050405020304" pitchFamily="18" charset="0"/>
              </a:rPr>
              <a:t>(</a:t>
            </a:r>
            <a:r>
              <a:rPr lang="en-US" altLang="zh-CN" sz="2100" b="1" i="1">
                <a:latin typeface="Times New Roman" panose="02020603050405020304" pitchFamily="18" charset="0"/>
              </a:rPr>
              <a:t>X</a:t>
            </a:r>
            <a:r>
              <a:rPr lang="en-US" altLang="zh-CN" sz="21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2100" b="1">
                <a:latin typeface="Times New Roman" panose="02020603050405020304" pitchFamily="18" charset="0"/>
              </a:rPr>
              <a:t>,…,</a:t>
            </a:r>
            <a:r>
              <a:rPr lang="en-US" altLang="zh-CN" sz="2100" b="1" i="1">
                <a:latin typeface="Times New Roman" panose="02020603050405020304" pitchFamily="18" charset="0"/>
              </a:rPr>
              <a:t>X</a:t>
            </a:r>
            <a:r>
              <a:rPr lang="en-US" altLang="zh-CN" sz="2100" b="1" i="1" baseline="-25000">
                <a:latin typeface="Times New Roman" panose="02020603050405020304" pitchFamily="18" charset="0"/>
              </a:rPr>
              <a:t>n</a:t>
            </a:r>
            <a:r>
              <a:rPr lang="en-US" altLang="zh-CN" sz="2100" b="1">
                <a:latin typeface="Times New Roman" panose="02020603050405020304" pitchFamily="18" charset="0"/>
              </a:rPr>
              <a:t>)</a:t>
            </a:r>
            <a:r>
              <a:rPr lang="zh-CN" altLang="en-US" sz="2100" b="1">
                <a:latin typeface="Times New Roman" panose="02020603050405020304" pitchFamily="18" charset="0"/>
              </a:rPr>
              <a:t>是总体</a:t>
            </a:r>
            <a:r>
              <a:rPr lang="en-US" altLang="zh-CN" sz="2100" b="1" i="1">
                <a:latin typeface="Times New Roman" panose="02020603050405020304" pitchFamily="18" charset="0"/>
              </a:rPr>
              <a:t>X</a:t>
            </a:r>
            <a:r>
              <a:rPr lang="zh-CN" altLang="en-US" sz="2100" b="1">
                <a:latin typeface="Times New Roman" panose="02020603050405020304" pitchFamily="18" charset="0"/>
              </a:rPr>
              <a:t>的样本， </a:t>
            </a:r>
            <a:r>
              <a:rPr lang="zh-CN" altLang="en-US" sz="2100">
                <a:latin typeface="Times New Roman" panose="02020603050405020304" pitchFamily="18" charset="0"/>
              </a:rPr>
              <a:t>    </a:t>
            </a:r>
          </a:p>
        </p:txBody>
      </p:sp>
      <p:graphicFrame>
        <p:nvGraphicFramePr>
          <p:cNvPr id="559114" name="对象 559113">
            <a:extLst>
              <a:ext uri="{FF2B5EF4-FFF2-40B4-BE49-F238E27FC236}">
                <a16:creationId xmlns:a16="http://schemas.microsoft.com/office/drawing/2014/main" id="{84B0F751-349C-4912-A88B-A46BE806295D}"/>
              </a:ext>
            </a:extLst>
          </p:cNvPr>
          <p:cNvGraphicFramePr>
            <a:graphicFrameLocks/>
          </p:cNvGraphicFramePr>
          <p:nvPr/>
        </p:nvGraphicFramePr>
        <p:xfrm>
          <a:off x="5112544" y="951310"/>
          <a:ext cx="1652588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0" r:id="rId10" imgW="952087" imgH="228501" progId="Equation.DSMT4">
                  <p:embed/>
                </p:oleObj>
              </mc:Choice>
              <mc:Fallback>
                <p:oleObj r:id="rId10" imgW="952087" imgH="228501" progId="Equation.DSMT4">
                  <p:embed/>
                  <p:pic>
                    <p:nvPicPr>
                      <p:cNvPr id="559114" name="对象 559113">
                        <a:extLst>
                          <a:ext uri="{FF2B5EF4-FFF2-40B4-BE49-F238E27FC236}">
                            <a16:creationId xmlns:a16="http://schemas.microsoft.com/office/drawing/2014/main" id="{84B0F751-349C-4912-A88B-A46BE806295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2544" y="951310"/>
                        <a:ext cx="1652588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9115" name="矩形 559114">
            <a:extLst>
              <a:ext uri="{FF2B5EF4-FFF2-40B4-BE49-F238E27FC236}">
                <a16:creationId xmlns:a16="http://schemas.microsoft.com/office/drawing/2014/main" id="{1D07857B-323D-4E63-8DD1-13ABB746AC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9047" y="3543300"/>
            <a:ext cx="6075759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/>
            <a:r>
              <a:rPr lang="zh-CN" altLang="en-US" sz="2100" b="1">
                <a:latin typeface="Times New Roman" panose="02020603050405020304" pitchFamily="18" charset="0"/>
              </a:rPr>
              <a:t> </a:t>
            </a:r>
            <a:r>
              <a:rPr lang="zh-CN" altLang="en-US" sz="1950" b="1">
                <a:solidFill>
                  <a:srgbClr val="FF0000"/>
                </a:solidFill>
                <a:latin typeface="Times New Roman" panose="02020603050405020304" pitchFamily="18" charset="0"/>
              </a:rPr>
              <a:t>注</a:t>
            </a:r>
            <a:r>
              <a:rPr lang="zh-CN" altLang="en-US" b="1">
                <a:latin typeface="Times New Roman" panose="02020603050405020304" pitchFamily="18" charset="0"/>
              </a:rPr>
              <a:t>：</a:t>
            </a:r>
            <a:endParaRPr lang="zh-CN" altLang="en-US" sz="2100">
              <a:latin typeface="Times New Roman" panose="02020603050405020304" pitchFamily="18" charset="0"/>
            </a:endParaRPr>
          </a:p>
        </p:txBody>
      </p:sp>
      <p:graphicFrame>
        <p:nvGraphicFramePr>
          <p:cNvPr id="559116" name="对象 559115">
            <a:extLst>
              <a:ext uri="{FF2B5EF4-FFF2-40B4-BE49-F238E27FC236}">
                <a16:creationId xmlns:a16="http://schemas.microsoft.com/office/drawing/2014/main" id="{934FAE7B-2E4A-4783-9E82-FF230F3C8BEF}"/>
              </a:ext>
            </a:extLst>
          </p:cNvPr>
          <p:cNvGraphicFramePr>
            <a:graphicFrameLocks/>
          </p:cNvGraphicFramePr>
          <p:nvPr/>
        </p:nvGraphicFramePr>
        <p:xfrm>
          <a:off x="5500688" y="2139554"/>
          <a:ext cx="1245394" cy="3202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1" r:id="rId12" imgW="837110" imgH="215619" progId="Equation.DSMT4">
                  <p:embed/>
                </p:oleObj>
              </mc:Choice>
              <mc:Fallback>
                <p:oleObj r:id="rId12" imgW="837110" imgH="215619" progId="Equation.DSMT4">
                  <p:embed/>
                  <p:pic>
                    <p:nvPicPr>
                      <p:cNvPr id="559116" name="对象 559115">
                        <a:extLst>
                          <a:ext uri="{FF2B5EF4-FFF2-40B4-BE49-F238E27FC236}">
                            <a16:creationId xmlns:a16="http://schemas.microsoft.com/office/drawing/2014/main" id="{934FAE7B-2E4A-4783-9E82-FF230F3C8BE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0688" y="2139554"/>
                        <a:ext cx="1245394" cy="3202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9117" name="文本框 559116">
            <a:extLst>
              <a:ext uri="{FF2B5EF4-FFF2-40B4-BE49-F238E27FC236}">
                <a16:creationId xmlns:a16="http://schemas.microsoft.com/office/drawing/2014/main" id="{CC315F6E-57D9-4819-BB14-BE60CEC390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6019" y="2636044"/>
            <a:ext cx="165431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3500" rIns="135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solidFill>
                  <a:srgbClr val="3366FF"/>
                </a:solidFill>
                <a:latin typeface="Times New Roman" panose="02020603050405020304" pitchFamily="18" charset="0"/>
              </a:rPr>
              <a:t>无偏估计不唯一</a:t>
            </a:r>
          </a:p>
        </p:txBody>
      </p:sp>
      <p:sp>
        <p:nvSpPr>
          <p:cNvPr id="559118" name="矩形 559117">
            <a:extLst>
              <a:ext uri="{FF2B5EF4-FFF2-40B4-BE49-F238E27FC236}">
                <a16:creationId xmlns:a16="http://schemas.microsoft.com/office/drawing/2014/main" id="{03455A5A-BB08-4B43-B1B7-F429C1FED0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2872" y="3996929"/>
            <a:ext cx="217050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b="1">
                <a:latin typeface="Times New Roman" panose="02020603050405020304" pitchFamily="18" charset="0"/>
              </a:rPr>
              <a:t>例如：若</a:t>
            </a:r>
            <a:r>
              <a:rPr lang="en-US" altLang="zh-CN" b="1" i="1">
                <a:latin typeface="Times New Roman" panose="02020603050405020304" pitchFamily="18" charset="0"/>
              </a:rPr>
              <a:t>D</a:t>
            </a:r>
            <a:r>
              <a:rPr lang="en-US" altLang="zh-CN" b="1">
                <a:latin typeface="Times New Roman" panose="02020603050405020304" pitchFamily="18" charset="0"/>
              </a:rPr>
              <a:t>(</a:t>
            </a:r>
            <a:r>
              <a:rPr lang="en-US" altLang="zh-CN" b="1" i="1">
                <a:latin typeface="Times New Roman" panose="02020603050405020304" pitchFamily="18" charset="0"/>
              </a:rPr>
              <a:t>X</a:t>
            </a:r>
            <a:r>
              <a:rPr lang="en-US" altLang="zh-CN" b="1">
                <a:latin typeface="Times New Roman" panose="02020603050405020304" pitchFamily="18" charset="0"/>
              </a:rPr>
              <a:t>)&gt;0</a:t>
            </a:r>
            <a:r>
              <a:rPr lang="zh-CN" altLang="en-US" b="1">
                <a:latin typeface="Times New Roman" panose="02020603050405020304" pitchFamily="18" charset="0"/>
              </a:rPr>
              <a:t>，</a:t>
            </a:r>
          </a:p>
        </p:txBody>
      </p:sp>
      <p:grpSp>
        <p:nvGrpSpPr>
          <p:cNvPr id="559119" name="组合 559118">
            <a:extLst>
              <a:ext uri="{FF2B5EF4-FFF2-40B4-BE49-F238E27FC236}">
                <a16:creationId xmlns:a16="http://schemas.microsoft.com/office/drawing/2014/main" id="{EC869733-4E05-4D1E-8A1C-4C6C3343259D}"/>
              </a:ext>
            </a:extLst>
          </p:cNvPr>
          <p:cNvGrpSpPr>
            <a:grpSpLocks/>
          </p:cNvGrpSpPr>
          <p:nvPr/>
        </p:nvGrpSpPr>
        <p:grpSpPr bwMode="auto">
          <a:xfrm>
            <a:off x="2437210" y="3574256"/>
            <a:ext cx="5461397" cy="369094"/>
            <a:chOff x="1096" y="1872"/>
            <a:chExt cx="4587" cy="310"/>
          </a:xfrm>
        </p:grpSpPr>
        <p:sp>
          <p:nvSpPr>
            <p:cNvPr id="35852" name="文本框 559119">
              <a:extLst>
                <a:ext uri="{FF2B5EF4-FFF2-40B4-BE49-F238E27FC236}">
                  <a16:creationId xmlns:a16="http://schemas.microsoft.com/office/drawing/2014/main" id="{B35AAEFA-20CD-44B2-9E2E-D115726FD0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4" y="1872"/>
              <a:ext cx="4579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3500" rIns="135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>
                  <a:latin typeface="Times New Roman" panose="02020603050405020304" pitchFamily="18" charset="0"/>
                </a:rPr>
                <a:t>    </a:t>
              </a:r>
              <a:r>
                <a:rPr lang="zh-CN" altLang="en-US" b="1">
                  <a:latin typeface="Times New Roman" panose="02020603050405020304" pitchFamily="18" charset="0"/>
                </a:rPr>
                <a:t>为</a:t>
              </a:r>
              <a:r>
                <a:rPr lang="zh-CN" altLang="en-US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</a:t>
              </a:r>
              <a:r>
                <a:rPr lang="zh-CN" altLang="en-US" b="1">
                  <a:latin typeface="Times New Roman" panose="02020603050405020304" pitchFamily="18" charset="0"/>
                </a:rPr>
                <a:t>的无偏估计，但</a:t>
              </a:r>
              <a:r>
                <a:rPr lang="en-US" altLang="zh-CN" b="1" i="1">
                  <a:latin typeface="Times New Roman" panose="02020603050405020304" pitchFamily="18" charset="0"/>
                </a:rPr>
                <a:t>g</a:t>
              </a:r>
              <a:r>
                <a:rPr lang="en-US" altLang="zh-CN" b="1">
                  <a:latin typeface="Times New Roman" panose="02020603050405020304" pitchFamily="18" charset="0"/>
                </a:rPr>
                <a:t>(    )</a:t>
              </a:r>
              <a:r>
                <a:rPr lang="zh-CN" altLang="en-US" b="1">
                  <a:latin typeface="Times New Roman" panose="02020603050405020304" pitchFamily="18" charset="0"/>
                </a:rPr>
                <a:t>不一定是</a:t>
              </a:r>
              <a:r>
                <a:rPr lang="en-US" altLang="zh-CN" b="1" i="1">
                  <a:latin typeface="Times New Roman" panose="02020603050405020304" pitchFamily="18" charset="0"/>
                </a:rPr>
                <a:t>g</a:t>
              </a:r>
              <a:r>
                <a:rPr lang="en-US" altLang="zh-CN" b="1">
                  <a:latin typeface="Times New Roman" panose="02020603050405020304" pitchFamily="18" charset="0"/>
                </a:rPr>
                <a:t>(</a:t>
              </a:r>
              <a:r>
                <a:rPr lang="en-US" altLang="zh-CN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</a:t>
              </a:r>
              <a:r>
                <a:rPr lang="en-US" altLang="zh-CN" b="1">
                  <a:latin typeface="Times New Roman" panose="02020603050405020304" pitchFamily="18" charset="0"/>
                  <a:sym typeface="Symbol" panose="05050102010706020507" pitchFamily="18" charset="2"/>
                </a:rPr>
                <a:t>)</a:t>
              </a:r>
              <a:r>
                <a:rPr lang="zh-CN" altLang="en-US" b="1">
                  <a:latin typeface="Times New Roman" panose="02020603050405020304" pitchFamily="18" charset="0"/>
                </a:rPr>
                <a:t>的无偏估计。</a:t>
              </a:r>
            </a:p>
          </p:txBody>
        </p:sp>
        <p:graphicFrame>
          <p:nvGraphicFramePr>
            <p:cNvPr id="35853" name="对象 559120">
              <a:extLst>
                <a:ext uri="{FF2B5EF4-FFF2-40B4-BE49-F238E27FC236}">
                  <a16:creationId xmlns:a16="http://schemas.microsoft.com/office/drawing/2014/main" id="{E4F837D9-0744-4792-A93A-8E8351B09616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1096" y="1872"/>
            <a:ext cx="180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22" r:id="rId14" imgW="139518" imgH="215619" progId="Equation.DSMT4">
                    <p:embed/>
                  </p:oleObj>
                </mc:Choice>
                <mc:Fallback>
                  <p:oleObj r:id="rId14" imgW="139518" imgH="215619" progId="Equation.DSMT4">
                    <p:embed/>
                    <p:pic>
                      <p:nvPicPr>
                        <p:cNvPr id="35853" name="对象 559120">
                          <a:extLst>
                            <a:ext uri="{FF2B5EF4-FFF2-40B4-BE49-F238E27FC236}">
                              <a16:creationId xmlns:a16="http://schemas.microsoft.com/office/drawing/2014/main" id="{E4F837D9-0744-4792-A93A-8E8351B09616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96" y="1872"/>
                          <a:ext cx="180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54" name="对象 559121">
              <a:extLst>
                <a:ext uri="{FF2B5EF4-FFF2-40B4-BE49-F238E27FC236}">
                  <a16:creationId xmlns:a16="http://schemas.microsoft.com/office/drawing/2014/main" id="{2064EBBA-E2C3-4364-8BD8-53FA6F7B67A0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3093" y="1872"/>
            <a:ext cx="179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23" r:id="rId16" imgW="139518" imgH="215619" progId="Equation.DSMT4">
                    <p:embed/>
                  </p:oleObj>
                </mc:Choice>
                <mc:Fallback>
                  <p:oleObj r:id="rId16" imgW="139518" imgH="215619" progId="Equation.DSMT4">
                    <p:embed/>
                    <p:pic>
                      <p:nvPicPr>
                        <p:cNvPr id="35854" name="对象 559121">
                          <a:extLst>
                            <a:ext uri="{FF2B5EF4-FFF2-40B4-BE49-F238E27FC236}">
                              <a16:creationId xmlns:a16="http://schemas.microsoft.com/office/drawing/2014/main" id="{2064EBBA-E2C3-4364-8BD8-53FA6F7B67A0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93" y="1872"/>
                          <a:ext cx="179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59123" name="对象 559122">
            <a:extLst>
              <a:ext uri="{FF2B5EF4-FFF2-40B4-BE49-F238E27FC236}">
                <a16:creationId xmlns:a16="http://schemas.microsoft.com/office/drawing/2014/main" id="{110F4943-67CD-40F7-B6ED-AB8E988E31D5}"/>
              </a:ext>
            </a:extLst>
          </p:cNvPr>
          <p:cNvGraphicFramePr>
            <a:graphicFrameLocks/>
          </p:cNvGraphicFramePr>
          <p:nvPr/>
        </p:nvGraphicFramePr>
        <p:xfrm>
          <a:off x="2137172" y="4386262"/>
          <a:ext cx="3461147" cy="347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4" r:id="rId18" imgW="2273300" imgH="228600" progId="Equation.DSMT4">
                  <p:embed/>
                </p:oleObj>
              </mc:Choice>
              <mc:Fallback>
                <p:oleObj r:id="rId18" imgW="2273300" imgH="228600" progId="Equation.DSMT4">
                  <p:embed/>
                  <p:pic>
                    <p:nvPicPr>
                      <p:cNvPr id="559123" name="对象 559122">
                        <a:extLst>
                          <a:ext uri="{FF2B5EF4-FFF2-40B4-BE49-F238E27FC236}">
                            <a16:creationId xmlns:a16="http://schemas.microsoft.com/office/drawing/2014/main" id="{110F4943-67CD-40F7-B6ED-AB8E988E31D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7172" y="4386262"/>
                        <a:ext cx="3461147" cy="347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9124" name="对象 559123">
            <a:extLst>
              <a:ext uri="{FF2B5EF4-FFF2-40B4-BE49-F238E27FC236}">
                <a16:creationId xmlns:a16="http://schemas.microsoft.com/office/drawing/2014/main" id="{506BF08E-4D36-4E2A-B55D-8597D0831FF9}"/>
              </a:ext>
            </a:extLst>
          </p:cNvPr>
          <p:cNvGraphicFramePr>
            <a:graphicFrameLocks/>
          </p:cNvGraphicFramePr>
          <p:nvPr/>
        </p:nvGraphicFramePr>
        <p:xfrm>
          <a:off x="5543550" y="4375548"/>
          <a:ext cx="1566863" cy="3440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5" r:id="rId20" imgW="1040948" imgH="228501" progId="Equation.DSMT4">
                  <p:embed/>
                </p:oleObj>
              </mc:Choice>
              <mc:Fallback>
                <p:oleObj r:id="rId20" imgW="1040948" imgH="228501" progId="Equation.DSMT4">
                  <p:embed/>
                  <p:pic>
                    <p:nvPicPr>
                      <p:cNvPr id="559124" name="对象 559123">
                        <a:extLst>
                          <a:ext uri="{FF2B5EF4-FFF2-40B4-BE49-F238E27FC236}">
                            <a16:creationId xmlns:a16="http://schemas.microsoft.com/office/drawing/2014/main" id="{506BF08E-4D36-4E2A-B55D-8597D0831FF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43550" y="4375548"/>
                        <a:ext cx="1566863" cy="3440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9125" name="内容占位符 559124">
            <a:extLst>
              <a:ext uri="{FF2B5EF4-FFF2-40B4-BE49-F238E27FC236}">
                <a16:creationId xmlns:a16="http://schemas.microsoft.com/office/drawing/2014/main" id="{EF802720-2D73-44D7-BE3C-8BF63715F421}"/>
              </a:ext>
            </a:extLst>
          </p:cNvPr>
          <p:cNvGraphicFramePr>
            <a:graphicFrameLocks noGrp="1"/>
          </p:cNvGraphicFramePr>
          <p:nvPr>
            <p:ph sz="quarter" idx="4294967295"/>
          </p:nvPr>
        </p:nvGraphicFramePr>
        <p:xfrm>
          <a:off x="3869531" y="4019550"/>
          <a:ext cx="2862263" cy="3214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6" r:id="rId22" imgW="2321078" imgH="266353" progId="Equation.3">
                  <p:embed/>
                </p:oleObj>
              </mc:Choice>
              <mc:Fallback>
                <p:oleObj r:id="rId22" imgW="2321078" imgH="266353" progId="Equation.3">
                  <p:embed/>
                  <p:pic>
                    <p:nvPicPr>
                      <p:cNvPr id="559125" name="内容占位符 559124">
                        <a:extLst>
                          <a:ext uri="{FF2B5EF4-FFF2-40B4-BE49-F238E27FC236}">
                            <a16:creationId xmlns:a16="http://schemas.microsoft.com/office/drawing/2014/main" id="{EF802720-2D73-44D7-BE3C-8BF63715F42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9531" y="4019550"/>
                        <a:ext cx="2862263" cy="3214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9126" name="对象 559125">
            <a:extLst>
              <a:ext uri="{FF2B5EF4-FFF2-40B4-BE49-F238E27FC236}">
                <a16:creationId xmlns:a16="http://schemas.microsoft.com/office/drawing/2014/main" id="{C491AEC7-C774-40C5-8EFC-31937DC1A51A}"/>
              </a:ext>
            </a:extLst>
          </p:cNvPr>
          <p:cNvGraphicFramePr>
            <a:graphicFrameLocks/>
          </p:cNvGraphicFramePr>
          <p:nvPr/>
        </p:nvGraphicFramePr>
        <p:xfrm>
          <a:off x="2358629" y="1977629"/>
          <a:ext cx="3056334" cy="6024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7" r:id="rId24" imgW="2055616" imgH="406048" progId="Equation.DSMT4">
                  <p:embed/>
                </p:oleObj>
              </mc:Choice>
              <mc:Fallback>
                <p:oleObj r:id="rId24" imgW="2055616" imgH="406048" progId="Equation.DSMT4">
                  <p:embed/>
                  <p:pic>
                    <p:nvPicPr>
                      <p:cNvPr id="559126" name="对象 559125">
                        <a:extLst>
                          <a:ext uri="{FF2B5EF4-FFF2-40B4-BE49-F238E27FC236}">
                            <a16:creationId xmlns:a16="http://schemas.microsoft.com/office/drawing/2014/main" id="{C491AEC7-C774-40C5-8EFC-31937DC1A51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8629" y="1977629"/>
                        <a:ext cx="3056334" cy="6024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59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1000"/>
                                        <p:tgtEl>
                                          <p:spTgt spid="559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7" dur="500"/>
                                        <p:tgtEl>
                                          <p:spTgt spid="559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59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500"/>
                                        <p:tgtEl>
                                          <p:spTgt spid="559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59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59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000"/>
                                        <p:tgtEl>
                                          <p:spTgt spid="559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559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59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59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559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1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75"/>
                                        <p:tgtEl>
                                          <p:spTgt spid="5591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559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559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559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9113" grpId="0" animBg="1"/>
      <p:bldP spid="559115" grpId="0"/>
      <p:bldP spid="559117" grpId="0"/>
      <p:bldP spid="559118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矩形 561163">
            <a:extLst>
              <a:ext uri="{FF2B5EF4-FFF2-40B4-BE49-F238E27FC236}">
                <a16:creationId xmlns:a16="http://schemas.microsoft.com/office/drawing/2014/main" id="{80309EAA-5A3F-427A-9626-47A6F36B02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5241" y="5954"/>
            <a:ext cx="5428059" cy="86320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endParaRPr lang="zh-CN" altLang="en-US" sz="1350"/>
          </a:p>
        </p:txBody>
      </p:sp>
      <p:grpSp>
        <p:nvGrpSpPr>
          <p:cNvPr id="37890" name="组合 561153">
            <a:extLst>
              <a:ext uri="{FF2B5EF4-FFF2-40B4-BE49-F238E27FC236}">
                <a16:creationId xmlns:a16="http://schemas.microsoft.com/office/drawing/2014/main" id="{7BB22730-426A-47A5-83C3-843C17C79DAE}"/>
              </a:ext>
            </a:extLst>
          </p:cNvPr>
          <p:cNvGrpSpPr>
            <a:grpSpLocks/>
          </p:cNvGrpSpPr>
          <p:nvPr/>
        </p:nvGrpSpPr>
        <p:grpSpPr bwMode="auto">
          <a:xfrm>
            <a:off x="1887142" y="33338"/>
            <a:ext cx="5484271" cy="473481"/>
            <a:chOff x="240" y="240"/>
            <a:chExt cx="5049" cy="422"/>
          </a:xfrm>
        </p:grpSpPr>
        <p:sp>
          <p:nvSpPr>
            <p:cNvPr id="37891" name="文本框 561154">
              <a:extLst>
                <a:ext uri="{FF2B5EF4-FFF2-40B4-BE49-F238E27FC236}">
                  <a16:creationId xmlns:a16="http://schemas.microsoft.com/office/drawing/2014/main" id="{DAFBAB71-BC85-49DD-9239-AA5E5ACA08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" y="268"/>
              <a:ext cx="915" cy="3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100" b="1">
                  <a:solidFill>
                    <a:srgbClr val="FF33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例</a:t>
              </a:r>
              <a:r>
                <a:rPr lang="en-US" altLang="zh-CN" sz="2100">
                  <a:solidFill>
                    <a:srgbClr val="FF33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en-US" altLang="zh-CN" sz="2100">
                  <a:solidFill>
                    <a:srgbClr val="FFFF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zh-CN" altLang="en-US" sz="2100">
                  <a:latin typeface="黑体" panose="02010609060101010101" pitchFamily="49" charset="-122"/>
                  <a:ea typeface="黑体" panose="02010609060101010101" pitchFamily="49" charset="-122"/>
                </a:rPr>
                <a:t>设</a:t>
              </a:r>
            </a:p>
          </p:txBody>
        </p:sp>
        <p:graphicFrame>
          <p:nvGraphicFramePr>
            <p:cNvPr id="37892" name="对象 561155">
              <a:extLst>
                <a:ext uri="{FF2B5EF4-FFF2-40B4-BE49-F238E27FC236}">
                  <a16:creationId xmlns:a16="http://schemas.microsoft.com/office/drawing/2014/main" id="{B68B9F79-F224-454D-9234-3FE23B99E37D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1152" y="240"/>
            <a:ext cx="1599" cy="3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536" r:id="rId3" imgW="1054100" imgH="228600" progId="Equation.3">
                    <p:embed/>
                  </p:oleObj>
                </mc:Choice>
                <mc:Fallback>
                  <p:oleObj r:id="rId3" imgW="1054100" imgH="228600" progId="Equation.3">
                    <p:embed/>
                    <p:pic>
                      <p:nvPicPr>
                        <p:cNvPr id="37892" name="对象 561155">
                          <a:extLst>
                            <a:ext uri="{FF2B5EF4-FFF2-40B4-BE49-F238E27FC236}">
                              <a16:creationId xmlns:a16="http://schemas.microsoft.com/office/drawing/2014/main" id="{B68B9F79-F224-454D-9234-3FE23B99E37D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52" y="240"/>
                          <a:ext cx="1599" cy="3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893" name="文本框 561156">
              <a:extLst>
                <a:ext uri="{FF2B5EF4-FFF2-40B4-BE49-F238E27FC236}">
                  <a16:creationId xmlns:a16="http://schemas.microsoft.com/office/drawing/2014/main" id="{A2D2169B-9EE2-4D46-9D2B-60735E2BB1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6" y="292"/>
              <a:ext cx="2553" cy="3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100">
                  <a:latin typeface="Times New Roman" panose="02020603050405020304" pitchFamily="18" charset="0"/>
                  <a:ea typeface="楷体_GB2312" pitchFamily="49" charset="-122"/>
                </a:rPr>
                <a:t>是总体 </a:t>
              </a:r>
              <a:r>
                <a:rPr lang="en-US" altLang="zh-CN" sz="2100" i="1">
                  <a:latin typeface="Times New Roman" panose="02020603050405020304" pitchFamily="18" charset="0"/>
                  <a:ea typeface="楷体_GB2312" pitchFamily="49" charset="-122"/>
                </a:rPr>
                <a:t>X </a:t>
              </a:r>
              <a:r>
                <a:rPr lang="zh-CN" altLang="zh-CN" sz="2100">
                  <a:latin typeface="Times New Roman" panose="02020603050405020304" pitchFamily="18" charset="0"/>
                  <a:ea typeface="楷体_GB2312" pitchFamily="49" charset="-122"/>
                </a:rPr>
                <a:t>的一个样本</a:t>
              </a:r>
              <a:r>
                <a:rPr lang="zh-CN" altLang="en-US" sz="2100"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r>
                <a:rPr lang="en-US" altLang="zh-CN" sz="2100">
                  <a:latin typeface="Times New Roman" panose="02020603050405020304" pitchFamily="18" charset="0"/>
                  <a:ea typeface="楷体_GB2312" pitchFamily="49" charset="-122"/>
                </a:rPr>
                <a:t>,</a:t>
              </a:r>
            </a:p>
          </p:txBody>
        </p:sp>
      </p:grpSp>
      <p:sp>
        <p:nvSpPr>
          <p:cNvPr id="37894" name="文本框 561157">
            <a:extLst>
              <a:ext uri="{FF2B5EF4-FFF2-40B4-BE49-F238E27FC236}">
                <a16:creationId xmlns:a16="http://schemas.microsoft.com/office/drawing/2014/main" id="{2AA75C8E-3680-4195-8975-FA56E45425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3878" y="492919"/>
            <a:ext cx="4583306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100" i="1">
                <a:latin typeface="Times New Roman" panose="02020603050405020304" pitchFamily="18" charset="0"/>
                <a:ea typeface="楷体_GB2312" pitchFamily="49" charset="-122"/>
              </a:rPr>
              <a:t>X~B</a:t>
            </a:r>
            <a:r>
              <a:rPr lang="en-US" altLang="zh-CN" sz="2100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lang="en-US" altLang="zh-CN" sz="2100" i="1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en-US" altLang="zh-CN" sz="210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100" i="1">
                <a:latin typeface="Times New Roman" panose="02020603050405020304" pitchFamily="18" charset="0"/>
                <a:ea typeface="楷体_GB2312" pitchFamily="49" charset="-122"/>
              </a:rPr>
              <a:t>, p</a:t>
            </a:r>
            <a:r>
              <a:rPr lang="en-US" altLang="zh-CN" sz="2100">
                <a:latin typeface="Times New Roman" panose="02020603050405020304" pitchFamily="18" charset="0"/>
                <a:ea typeface="楷体_GB2312" pitchFamily="49" charset="-122"/>
              </a:rPr>
              <a:t>)  </a:t>
            </a:r>
            <a:r>
              <a:rPr lang="en-US" altLang="zh-CN" sz="2100" i="1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en-US" altLang="zh-CN" sz="2100">
                <a:latin typeface="Times New Roman" panose="02020603050405020304" pitchFamily="18" charset="0"/>
                <a:ea typeface="楷体_GB2312" pitchFamily="49" charset="-122"/>
              </a:rPr>
              <a:t> &gt; 1 , </a:t>
            </a:r>
            <a:r>
              <a:rPr lang="zh-CN" altLang="en-US" sz="2100">
                <a:latin typeface="Times New Roman" panose="02020603050405020304" pitchFamily="18" charset="0"/>
                <a:ea typeface="楷体_GB2312" pitchFamily="49" charset="-122"/>
              </a:rPr>
              <a:t>求 </a:t>
            </a:r>
            <a:r>
              <a:rPr lang="en-US" altLang="zh-CN" sz="2100" i="1">
                <a:latin typeface="Times New Roman" panose="02020603050405020304" pitchFamily="18" charset="0"/>
                <a:ea typeface="楷体_GB2312" pitchFamily="49" charset="-122"/>
              </a:rPr>
              <a:t>p </a:t>
            </a:r>
            <a:r>
              <a:rPr lang="en-US" altLang="zh-CN" sz="2100" baseline="3000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2100" i="1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100">
                <a:latin typeface="Times New Roman" panose="02020603050405020304" pitchFamily="18" charset="0"/>
                <a:ea typeface="楷体_GB2312" pitchFamily="49" charset="-122"/>
              </a:rPr>
              <a:t>的无偏估计量</a:t>
            </a:r>
            <a:r>
              <a:rPr lang="en-US" altLang="zh-CN" sz="2100"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</p:txBody>
      </p:sp>
      <p:sp>
        <p:nvSpPr>
          <p:cNvPr id="561159" name="文本框 561158">
            <a:extLst>
              <a:ext uri="{FF2B5EF4-FFF2-40B4-BE49-F238E27FC236}">
                <a16:creationId xmlns:a16="http://schemas.microsoft.com/office/drawing/2014/main" id="{D4C088BE-BD18-4BC2-B657-DF4DF36A95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816769"/>
            <a:ext cx="6467475" cy="15439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700" b="1">
                <a:solidFill>
                  <a:srgbClr val="66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b="1">
                <a:latin typeface="宋体" panose="02010600030101010101" pitchFamily="2" charset="-122"/>
              </a:rPr>
              <a:t>  解</a:t>
            </a:r>
            <a:r>
              <a:rPr lang="zh-CN" altLang="en-US">
                <a:latin typeface="宋体" panose="02010600030101010101" pitchFamily="2" charset="-122"/>
              </a:rPr>
              <a:t>   由于样本矩是总体矩的无偏估计量以及数学期望的 </a:t>
            </a:r>
          </a:p>
          <a:p>
            <a:pPr>
              <a:lnSpc>
                <a:spcPct val="120000"/>
              </a:lnSpc>
            </a:pPr>
            <a:r>
              <a:rPr lang="zh-CN" altLang="en-US">
                <a:latin typeface="宋体" panose="02010600030101010101" pitchFamily="2" charset="-122"/>
              </a:rPr>
              <a:t>    线性性质</a:t>
            </a:r>
            <a:r>
              <a:rPr lang="en-US" altLang="zh-CN">
                <a:latin typeface="宋体" panose="02010600030101010101" pitchFamily="2" charset="-122"/>
              </a:rPr>
              <a:t>,</a:t>
            </a:r>
            <a:r>
              <a:rPr lang="zh-CN" altLang="en-US">
                <a:latin typeface="宋体" panose="02010600030101010101" pitchFamily="2" charset="-122"/>
              </a:rPr>
              <a:t>只要将未知参数表示成总体矩的线性函数</a:t>
            </a:r>
            <a:r>
              <a:rPr lang="en-US" altLang="zh-CN">
                <a:latin typeface="宋体" panose="02010600030101010101" pitchFamily="2" charset="-122"/>
              </a:rPr>
              <a:t>, </a:t>
            </a:r>
            <a:r>
              <a:rPr lang="zh-CN" altLang="en-US">
                <a:latin typeface="宋体" panose="02010600030101010101" pitchFamily="2" charset="-122"/>
              </a:rPr>
              <a:t>然</a:t>
            </a:r>
          </a:p>
          <a:p>
            <a:pPr>
              <a:lnSpc>
                <a:spcPct val="120000"/>
              </a:lnSpc>
            </a:pPr>
            <a:r>
              <a:rPr lang="zh-CN" altLang="en-US">
                <a:latin typeface="宋体" panose="02010600030101010101" pitchFamily="2" charset="-122"/>
              </a:rPr>
              <a:t>    后用样本矩作为总体矩的估计量</a:t>
            </a:r>
            <a:r>
              <a:rPr lang="en-US" altLang="zh-CN">
                <a:latin typeface="宋体" panose="02010600030101010101" pitchFamily="2" charset="-122"/>
              </a:rPr>
              <a:t>, </a:t>
            </a:r>
            <a:r>
              <a:rPr lang="zh-CN" altLang="en-US">
                <a:latin typeface="宋体" panose="02010600030101010101" pitchFamily="2" charset="-122"/>
              </a:rPr>
              <a:t>这样得到的未知参数   </a:t>
            </a:r>
          </a:p>
          <a:p>
            <a:pPr>
              <a:lnSpc>
                <a:spcPct val="120000"/>
              </a:lnSpc>
            </a:pPr>
            <a:r>
              <a:rPr lang="zh-CN" altLang="en-US">
                <a:latin typeface="宋体" panose="02010600030101010101" pitchFamily="2" charset="-122"/>
              </a:rPr>
              <a:t>    的估计量即为无偏估计量</a:t>
            </a:r>
            <a:r>
              <a:rPr lang="en-US" altLang="zh-CN">
                <a:latin typeface="宋体" panose="02010600030101010101" pitchFamily="2" charset="-122"/>
              </a:rPr>
              <a:t>. </a:t>
            </a:r>
          </a:p>
        </p:txBody>
      </p:sp>
      <p:graphicFrame>
        <p:nvGraphicFramePr>
          <p:cNvPr id="561160" name="对象 561159">
            <a:extLst>
              <a:ext uri="{FF2B5EF4-FFF2-40B4-BE49-F238E27FC236}">
                <a16:creationId xmlns:a16="http://schemas.microsoft.com/office/drawing/2014/main" id="{CF11B113-DD7F-4209-9CE7-5AE877D39F0E}"/>
              </a:ext>
            </a:extLst>
          </p:cNvPr>
          <p:cNvGraphicFramePr>
            <a:graphicFrameLocks/>
          </p:cNvGraphicFramePr>
          <p:nvPr/>
        </p:nvGraphicFramePr>
        <p:xfrm>
          <a:off x="2060972" y="2518172"/>
          <a:ext cx="1485900" cy="3750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7" r:id="rId5" imgW="990170" imgH="228501" progId="Equation.3">
                  <p:embed/>
                </p:oleObj>
              </mc:Choice>
              <mc:Fallback>
                <p:oleObj r:id="rId5" imgW="990170" imgH="228501" progId="Equation.3">
                  <p:embed/>
                  <p:pic>
                    <p:nvPicPr>
                      <p:cNvPr id="561160" name="对象 561159">
                        <a:extLst>
                          <a:ext uri="{FF2B5EF4-FFF2-40B4-BE49-F238E27FC236}">
                            <a16:creationId xmlns:a16="http://schemas.microsoft.com/office/drawing/2014/main" id="{CF11B113-DD7F-4209-9CE7-5AE877D39F0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0972" y="2518172"/>
                        <a:ext cx="1485900" cy="3750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1162" name="对象 561161">
            <a:extLst>
              <a:ext uri="{FF2B5EF4-FFF2-40B4-BE49-F238E27FC236}">
                <a16:creationId xmlns:a16="http://schemas.microsoft.com/office/drawing/2014/main" id="{2EAC0AF1-3440-4470-B266-F91BECA68BE0}"/>
              </a:ext>
            </a:extLst>
          </p:cNvPr>
          <p:cNvGraphicFramePr>
            <a:graphicFrameLocks/>
          </p:cNvGraphicFramePr>
          <p:nvPr/>
        </p:nvGraphicFramePr>
        <p:xfrm>
          <a:off x="3951685" y="2409825"/>
          <a:ext cx="3589734" cy="6453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8" r:id="rId7" imgW="2538898" imgH="431613" progId="Equation.3">
                  <p:embed/>
                </p:oleObj>
              </mc:Choice>
              <mc:Fallback>
                <p:oleObj r:id="rId7" imgW="2538898" imgH="431613" progId="Equation.3">
                  <p:embed/>
                  <p:pic>
                    <p:nvPicPr>
                      <p:cNvPr id="561162" name="对象 561161">
                        <a:extLst>
                          <a:ext uri="{FF2B5EF4-FFF2-40B4-BE49-F238E27FC236}">
                            <a16:creationId xmlns:a16="http://schemas.microsoft.com/office/drawing/2014/main" id="{2EAC0AF1-3440-4470-B266-F91BECA68BE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1685" y="2409825"/>
                        <a:ext cx="3589734" cy="6453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1166" name="文本框 561165">
            <a:extLst>
              <a:ext uri="{FF2B5EF4-FFF2-40B4-BE49-F238E27FC236}">
                <a16:creationId xmlns:a16="http://schemas.microsoft.com/office/drawing/2014/main" id="{8E6BD87B-3872-4341-B6AF-3B02530255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87166" y="3165872"/>
            <a:ext cx="41549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>
                <a:latin typeface="Times New Roman" panose="02020603050405020304" pitchFamily="18" charset="0"/>
              </a:rPr>
              <a:t>故</a:t>
            </a:r>
          </a:p>
        </p:txBody>
      </p:sp>
      <p:graphicFrame>
        <p:nvGraphicFramePr>
          <p:cNvPr id="561167" name="对象 561166">
            <a:extLst>
              <a:ext uri="{FF2B5EF4-FFF2-40B4-BE49-F238E27FC236}">
                <a16:creationId xmlns:a16="http://schemas.microsoft.com/office/drawing/2014/main" id="{11B99F5C-E528-4D21-9AC1-6A78BDB0DD1D}"/>
              </a:ext>
            </a:extLst>
          </p:cNvPr>
          <p:cNvGraphicFramePr>
            <a:graphicFrameLocks/>
          </p:cNvGraphicFramePr>
          <p:nvPr/>
        </p:nvGraphicFramePr>
        <p:xfrm>
          <a:off x="3087291" y="3121819"/>
          <a:ext cx="2052638" cy="6917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9" r:id="rId9" imgW="1637589" imgH="431613" progId="Equation.3">
                  <p:embed/>
                </p:oleObj>
              </mc:Choice>
              <mc:Fallback>
                <p:oleObj r:id="rId9" imgW="1637589" imgH="431613" progId="Equation.3">
                  <p:embed/>
                  <p:pic>
                    <p:nvPicPr>
                      <p:cNvPr id="561167" name="对象 561166">
                        <a:extLst>
                          <a:ext uri="{FF2B5EF4-FFF2-40B4-BE49-F238E27FC236}">
                            <a16:creationId xmlns:a16="http://schemas.microsoft.com/office/drawing/2014/main" id="{11B99F5C-E528-4D21-9AC1-6A78BDB0DD1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7291" y="3121819"/>
                        <a:ext cx="2052638" cy="6917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1168" name="对象 561167">
            <a:extLst>
              <a:ext uri="{FF2B5EF4-FFF2-40B4-BE49-F238E27FC236}">
                <a16:creationId xmlns:a16="http://schemas.microsoft.com/office/drawing/2014/main" id="{B9559673-3719-467B-89E2-6266662A13BB}"/>
              </a:ext>
            </a:extLst>
          </p:cNvPr>
          <p:cNvGraphicFramePr>
            <a:graphicFrameLocks/>
          </p:cNvGraphicFramePr>
          <p:nvPr/>
        </p:nvGraphicFramePr>
        <p:xfrm>
          <a:off x="2033588" y="3982641"/>
          <a:ext cx="2726531" cy="7489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0" r:id="rId11" imgW="1714500" imgH="457200" progId="Equation.3">
                  <p:embed/>
                </p:oleObj>
              </mc:Choice>
              <mc:Fallback>
                <p:oleObj r:id="rId11" imgW="1714500" imgH="457200" progId="Equation.3">
                  <p:embed/>
                  <p:pic>
                    <p:nvPicPr>
                      <p:cNvPr id="561168" name="对象 561167">
                        <a:extLst>
                          <a:ext uri="{FF2B5EF4-FFF2-40B4-BE49-F238E27FC236}">
                            <a16:creationId xmlns:a16="http://schemas.microsoft.com/office/drawing/2014/main" id="{B9559673-3719-467B-89E2-6266662A13B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3588" y="3982641"/>
                        <a:ext cx="2726531" cy="74890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1169" name="对象 561168">
            <a:extLst>
              <a:ext uri="{FF2B5EF4-FFF2-40B4-BE49-F238E27FC236}">
                <a16:creationId xmlns:a16="http://schemas.microsoft.com/office/drawing/2014/main" id="{7DB7285D-D1F1-46E3-9F09-D9EF4C14E706}"/>
              </a:ext>
            </a:extLst>
          </p:cNvPr>
          <p:cNvGraphicFramePr>
            <a:graphicFrameLocks/>
          </p:cNvGraphicFramePr>
          <p:nvPr/>
        </p:nvGraphicFramePr>
        <p:xfrm>
          <a:off x="4787504" y="3706416"/>
          <a:ext cx="1943100" cy="10263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1" r:id="rId13" imgW="1155199" imgH="634725" progId="Equation.3">
                  <p:embed/>
                </p:oleObj>
              </mc:Choice>
              <mc:Fallback>
                <p:oleObj r:id="rId13" imgW="1155199" imgH="634725" progId="Equation.3">
                  <p:embed/>
                  <p:pic>
                    <p:nvPicPr>
                      <p:cNvPr id="561169" name="对象 561168">
                        <a:extLst>
                          <a:ext uri="{FF2B5EF4-FFF2-40B4-BE49-F238E27FC236}">
                            <a16:creationId xmlns:a16="http://schemas.microsoft.com/office/drawing/2014/main" id="{7DB7285D-D1F1-46E3-9F09-D9EF4C14E70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7504" y="3706416"/>
                        <a:ext cx="1943100" cy="10263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61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61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61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611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611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561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61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561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1159" grpId="0"/>
      <p:bldP spid="56116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2178" name="组合 562177">
            <a:extLst>
              <a:ext uri="{FF2B5EF4-FFF2-40B4-BE49-F238E27FC236}">
                <a16:creationId xmlns:a16="http://schemas.microsoft.com/office/drawing/2014/main" id="{B5AD7241-0E9A-4D90-BAA5-84EA5FD39CF1}"/>
              </a:ext>
            </a:extLst>
          </p:cNvPr>
          <p:cNvGrpSpPr>
            <a:grpSpLocks/>
          </p:cNvGrpSpPr>
          <p:nvPr/>
        </p:nvGrpSpPr>
        <p:grpSpPr bwMode="auto">
          <a:xfrm>
            <a:off x="1428751" y="561976"/>
            <a:ext cx="5744766" cy="472678"/>
            <a:chOff x="240" y="240"/>
            <a:chExt cx="4825" cy="397"/>
          </a:xfrm>
        </p:grpSpPr>
        <p:sp>
          <p:nvSpPr>
            <p:cNvPr id="38914" name="文本框 562178">
              <a:extLst>
                <a:ext uri="{FF2B5EF4-FFF2-40B4-BE49-F238E27FC236}">
                  <a16:creationId xmlns:a16="http://schemas.microsoft.com/office/drawing/2014/main" id="{EF1EB3B1-3DDF-438F-AABE-7CAA4FF96E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" y="282"/>
              <a:ext cx="665" cy="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100" b="1">
                  <a:solidFill>
                    <a:srgbClr val="FF33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例</a:t>
              </a:r>
              <a:r>
                <a:rPr lang="en-US" altLang="zh-CN" sz="2100">
                  <a:solidFill>
                    <a:srgbClr val="FF33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r>
                <a:rPr lang="zh-CN" altLang="en-US" sz="2100">
                  <a:latin typeface="Times New Roman" panose="02020603050405020304" pitchFamily="18" charset="0"/>
                  <a:ea typeface="楷体_GB2312" pitchFamily="49" charset="-122"/>
                </a:rPr>
                <a:t>设</a:t>
              </a:r>
            </a:p>
          </p:txBody>
        </p:sp>
        <p:graphicFrame>
          <p:nvGraphicFramePr>
            <p:cNvPr id="38915" name="对象 562179">
              <a:extLst>
                <a:ext uri="{FF2B5EF4-FFF2-40B4-BE49-F238E27FC236}">
                  <a16:creationId xmlns:a16="http://schemas.microsoft.com/office/drawing/2014/main" id="{7DED60B0-067C-4F57-A5C2-D1164F553D78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1152" y="240"/>
            <a:ext cx="1599" cy="3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560" r:id="rId3" imgW="1054100" imgH="228600" progId="Equation.3">
                    <p:embed/>
                  </p:oleObj>
                </mc:Choice>
                <mc:Fallback>
                  <p:oleObj r:id="rId3" imgW="1054100" imgH="228600" progId="Equation.3">
                    <p:embed/>
                    <p:pic>
                      <p:nvPicPr>
                        <p:cNvPr id="38915" name="对象 562179">
                          <a:extLst>
                            <a:ext uri="{FF2B5EF4-FFF2-40B4-BE49-F238E27FC236}">
                              <a16:creationId xmlns:a16="http://schemas.microsoft.com/office/drawing/2014/main" id="{7DED60B0-067C-4F57-A5C2-D1164F553D78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52" y="240"/>
                          <a:ext cx="1599" cy="3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8916" name="文本框 562180">
              <a:extLst>
                <a:ext uri="{FF2B5EF4-FFF2-40B4-BE49-F238E27FC236}">
                  <a16:creationId xmlns:a16="http://schemas.microsoft.com/office/drawing/2014/main" id="{B0FCAE54-36CE-4612-93C9-AA2F93DD3D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6" y="288"/>
              <a:ext cx="2329" cy="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100">
                  <a:latin typeface="Times New Roman" panose="02020603050405020304" pitchFamily="18" charset="0"/>
                  <a:ea typeface="楷体_GB2312" pitchFamily="49" charset="-122"/>
                </a:rPr>
                <a:t>是总体 </a:t>
              </a:r>
              <a:r>
                <a:rPr lang="en-US" altLang="zh-CN" sz="2100" i="1">
                  <a:latin typeface="Times New Roman" panose="02020603050405020304" pitchFamily="18" charset="0"/>
                  <a:ea typeface="楷体_GB2312" pitchFamily="49" charset="-122"/>
                </a:rPr>
                <a:t>X </a:t>
              </a:r>
              <a:r>
                <a:rPr lang="zh-CN" altLang="zh-CN" sz="2100">
                  <a:latin typeface="Times New Roman" panose="02020603050405020304" pitchFamily="18" charset="0"/>
                  <a:ea typeface="楷体_GB2312" pitchFamily="49" charset="-122"/>
                </a:rPr>
                <a:t>的一个样本</a:t>
              </a:r>
              <a:r>
                <a:rPr lang="zh-CN" altLang="en-US" sz="2100"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r>
                <a:rPr lang="en-US" altLang="zh-CN" sz="2100">
                  <a:latin typeface="Times New Roman" panose="02020603050405020304" pitchFamily="18" charset="0"/>
                  <a:ea typeface="楷体_GB2312" pitchFamily="49" charset="-122"/>
                </a:rPr>
                <a:t>,</a:t>
              </a:r>
            </a:p>
          </p:txBody>
        </p:sp>
      </p:grpSp>
      <p:sp>
        <p:nvSpPr>
          <p:cNvPr id="562182" name="文本框 562181">
            <a:extLst>
              <a:ext uri="{FF2B5EF4-FFF2-40B4-BE49-F238E27FC236}">
                <a16:creationId xmlns:a16="http://schemas.microsoft.com/office/drawing/2014/main" id="{7E3DEC1D-6FA8-45E3-828D-0FDF873A4D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7198" y="1075135"/>
            <a:ext cx="4216219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100" i="1">
                <a:latin typeface="Times New Roman" panose="02020603050405020304" pitchFamily="18" charset="0"/>
                <a:ea typeface="楷体_GB2312" pitchFamily="49" charset="-122"/>
              </a:rPr>
              <a:t>X~P(    ) m</a:t>
            </a:r>
            <a:r>
              <a:rPr lang="en-US" altLang="zh-CN" sz="2100">
                <a:latin typeface="Times New Roman" panose="02020603050405020304" pitchFamily="18" charset="0"/>
                <a:ea typeface="楷体_GB2312" pitchFamily="49" charset="-122"/>
              </a:rPr>
              <a:t>&gt; 1 , </a:t>
            </a:r>
            <a:r>
              <a:rPr lang="zh-CN" altLang="en-US" sz="2100">
                <a:latin typeface="Times New Roman" panose="02020603050405020304" pitchFamily="18" charset="0"/>
                <a:ea typeface="楷体_GB2312" pitchFamily="49" charset="-122"/>
              </a:rPr>
              <a:t>求     的无偏估计量</a:t>
            </a:r>
            <a:r>
              <a:rPr lang="en-US" altLang="zh-CN" sz="2100"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</p:txBody>
      </p:sp>
      <p:sp>
        <p:nvSpPr>
          <p:cNvPr id="562183" name="文本框 562182">
            <a:extLst>
              <a:ext uri="{FF2B5EF4-FFF2-40B4-BE49-F238E27FC236}">
                <a16:creationId xmlns:a16="http://schemas.microsoft.com/office/drawing/2014/main" id="{1F125CCC-73F7-4B73-935C-D94054AD30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4925" y="1653779"/>
            <a:ext cx="742950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2700" b="1">
                <a:solidFill>
                  <a:srgbClr val="66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100" b="1">
                <a:latin typeface="黑体" panose="02010609060101010101" pitchFamily="49" charset="-122"/>
                <a:ea typeface="黑体" panose="02010609060101010101" pitchFamily="49" charset="-122"/>
              </a:rPr>
              <a:t>解</a:t>
            </a:r>
            <a:endParaRPr lang="zh-CN" altLang="en-US" sz="210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562184" name="对象 562183">
            <a:extLst>
              <a:ext uri="{FF2B5EF4-FFF2-40B4-BE49-F238E27FC236}">
                <a16:creationId xmlns:a16="http://schemas.microsoft.com/office/drawing/2014/main" id="{69FC4CC6-CB6B-4582-A6F3-6AA466CEF5A3}"/>
              </a:ext>
            </a:extLst>
          </p:cNvPr>
          <p:cNvGraphicFramePr>
            <a:graphicFrameLocks/>
          </p:cNvGraphicFramePr>
          <p:nvPr/>
        </p:nvGraphicFramePr>
        <p:xfrm>
          <a:off x="3464719" y="1707357"/>
          <a:ext cx="2060972" cy="5560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1" r:id="rId5" imgW="927100" imgH="228600" progId="Equation.3">
                  <p:embed/>
                </p:oleObj>
              </mc:Choice>
              <mc:Fallback>
                <p:oleObj r:id="rId5" imgW="927100" imgH="228600" progId="Equation.3">
                  <p:embed/>
                  <p:pic>
                    <p:nvPicPr>
                      <p:cNvPr id="562184" name="对象 562183">
                        <a:extLst>
                          <a:ext uri="{FF2B5EF4-FFF2-40B4-BE49-F238E27FC236}">
                            <a16:creationId xmlns:a16="http://schemas.microsoft.com/office/drawing/2014/main" id="{69FC4CC6-CB6B-4582-A6F3-6AA466CEF5A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4719" y="1707357"/>
                        <a:ext cx="2060972" cy="5560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2185" name="文本框 562184">
            <a:extLst>
              <a:ext uri="{FF2B5EF4-FFF2-40B4-BE49-F238E27FC236}">
                <a16:creationId xmlns:a16="http://schemas.microsoft.com/office/drawing/2014/main" id="{F97B275A-E64A-4111-A1A8-16D54D6481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7710" y="1734741"/>
            <a:ext cx="453970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100">
                <a:latin typeface="Times New Roman" panose="02020603050405020304" pitchFamily="18" charset="0"/>
                <a:ea typeface="楷体_GB2312" pitchFamily="49" charset="-122"/>
              </a:rPr>
              <a:t>令</a:t>
            </a:r>
          </a:p>
        </p:txBody>
      </p:sp>
      <p:graphicFrame>
        <p:nvGraphicFramePr>
          <p:cNvPr id="562186" name="对象 562185">
            <a:extLst>
              <a:ext uri="{FF2B5EF4-FFF2-40B4-BE49-F238E27FC236}">
                <a16:creationId xmlns:a16="http://schemas.microsoft.com/office/drawing/2014/main" id="{39F27642-A139-48A2-ACA4-D2F42EA69641}"/>
              </a:ext>
            </a:extLst>
          </p:cNvPr>
          <p:cNvGraphicFramePr>
            <a:graphicFrameLocks/>
          </p:cNvGraphicFramePr>
          <p:nvPr/>
        </p:nvGraphicFramePr>
        <p:xfrm>
          <a:off x="4394598" y="1059656"/>
          <a:ext cx="311944" cy="3774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2" r:id="rId7" imgW="177492" imgH="202848" progId="Equation.3">
                  <p:embed/>
                </p:oleObj>
              </mc:Choice>
              <mc:Fallback>
                <p:oleObj r:id="rId7" imgW="177492" imgH="202848" progId="Equation.3">
                  <p:embed/>
                  <p:pic>
                    <p:nvPicPr>
                      <p:cNvPr id="562186" name="对象 562185">
                        <a:extLst>
                          <a:ext uri="{FF2B5EF4-FFF2-40B4-BE49-F238E27FC236}">
                            <a16:creationId xmlns:a16="http://schemas.microsoft.com/office/drawing/2014/main" id="{39F27642-A139-48A2-ACA4-D2F42EA6964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4598" y="1059656"/>
                        <a:ext cx="311944" cy="3774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22" name="文本框 562189">
            <a:extLst>
              <a:ext uri="{FF2B5EF4-FFF2-40B4-BE49-F238E27FC236}">
                <a16:creationId xmlns:a16="http://schemas.microsoft.com/office/drawing/2014/main" id="{BC883F5B-E687-42B5-AF61-07EBC7F1AE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5444" y="4017169"/>
            <a:ext cx="184731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endParaRPr lang="zh-CN" altLang="en-US" sz="1350">
              <a:latin typeface="Verdana" panose="020B0604030504040204" pitchFamily="34" charset="0"/>
            </a:endParaRPr>
          </a:p>
        </p:txBody>
      </p:sp>
      <p:graphicFrame>
        <p:nvGraphicFramePr>
          <p:cNvPr id="562191" name="对象 562190">
            <a:extLst>
              <a:ext uri="{FF2B5EF4-FFF2-40B4-BE49-F238E27FC236}">
                <a16:creationId xmlns:a16="http://schemas.microsoft.com/office/drawing/2014/main" id="{9E166FA8-60BC-43C0-B98C-BC2262A56D02}"/>
              </a:ext>
            </a:extLst>
          </p:cNvPr>
          <p:cNvGraphicFramePr>
            <a:graphicFrameLocks/>
          </p:cNvGraphicFramePr>
          <p:nvPr/>
        </p:nvGraphicFramePr>
        <p:xfrm>
          <a:off x="2978944" y="3289698"/>
          <a:ext cx="2969419" cy="12263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3" r:id="rId9" imgW="1383699" imgH="571252" progId="Equation.3">
                  <p:embed/>
                </p:oleObj>
              </mc:Choice>
              <mc:Fallback>
                <p:oleObj r:id="rId9" imgW="1383699" imgH="571252" progId="Equation.3">
                  <p:embed/>
                  <p:pic>
                    <p:nvPicPr>
                      <p:cNvPr id="562191" name="对象 562190">
                        <a:extLst>
                          <a:ext uri="{FF2B5EF4-FFF2-40B4-BE49-F238E27FC236}">
                            <a16:creationId xmlns:a16="http://schemas.microsoft.com/office/drawing/2014/main" id="{9E166FA8-60BC-43C0-B98C-BC2262A56D0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8944" y="3289698"/>
                        <a:ext cx="2969419" cy="12263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2194" name="对象 562193">
            <a:extLst>
              <a:ext uri="{FF2B5EF4-FFF2-40B4-BE49-F238E27FC236}">
                <a16:creationId xmlns:a16="http://schemas.microsoft.com/office/drawing/2014/main" id="{5B2B8196-0DCF-4E86-B1BB-6448C98814D3}"/>
              </a:ext>
            </a:extLst>
          </p:cNvPr>
          <p:cNvGraphicFramePr>
            <a:graphicFrameLocks/>
          </p:cNvGraphicFramePr>
          <p:nvPr/>
        </p:nvGraphicFramePr>
        <p:xfrm>
          <a:off x="2978944" y="1139429"/>
          <a:ext cx="214313" cy="2976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4" r:id="rId11" imgW="139458" imgH="177492" progId="Equation.3">
                  <p:embed/>
                </p:oleObj>
              </mc:Choice>
              <mc:Fallback>
                <p:oleObj r:id="rId11" imgW="139458" imgH="177492" progId="Equation.3">
                  <p:embed/>
                  <p:pic>
                    <p:nvPicPr>
                      <p:cNvPr id="562194" name="对象 562193">
                        <a:extLst>
                          <a:ext uri="{FF2B5EF4-FFF2-40B4-BE49-F238E27FC236}">
                            <a16:creationId xmlns:a16="http://schemas.microsoft.com/office/drawing/2014/main" id="{5B2B8196-0DCF-4E86-B1BB-6448C98814D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8944" y="1139429"/>
                        <a:ext cx="214313" cy="2976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2195" name="对象 562194">
            <a:extLst>
              <a:ext uri="{FF2B5EF4-FFF2-40B4-BE49-F238E27FC236}">
                <a16:creationId xmlns:a16="http://schemas.microsoft.com/office/drawing/2014/main" id="{B02A3A4D-A91E-494C-BB82-2E785669BA35}"/>
              </a:ext>
            </a:extLst>
          </p:cNvPr>
          <p:cNvGraphicFramePr>
            <a:graphicFrameLocks/>
          </p:cNvGraphicFramePr>
          <p:nvPr/>
        </p:nvGraphicFramePr>
        <p:xfrm>
          <a:off x="2371725" y="2382441"/>
          <a:ext cx="3995738" cy="97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5" r:id="rId13" imgW="1878785" imgH="431613" progId="Equation.3">
                  <p:embed/>
                </p:oleObj>
              </mc:Choice>
              <mc:Fallback>
                <p:oleObj r:id="rId13" imgW="1878785" imgH="431613" progId="Equation.3">
                  <p:embed/>
                  <p:pic>
                    <p:nvPicPr>
                      <p:cNvPr id="562195" name="对象 562194">
                        <a:extLst>
                          <a:ext uri="{FF2B5EF4-FFF2-40B4-BE49-F238E27FC236}">
                            <a16:creationId xmlns:a16="http://schemas.microsoft.com/office/drawing/2014/main" id="{B02A3A4D-A91E-494C-BB82-2E785669BA3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1725" y="2382441"/>
                        <a:ext cx="3995738" cy="971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62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1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621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562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562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562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562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3000"/>
                                        <p:tgtEl>
                                          <p:spTgt spid="562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2000"/>
                                        <p:tgtEl>
                                          <p:spTgt spid="562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3000"/>
                                        <p:tgtEl>
                                          <p:spTgt spid="562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2182" grpId="0" build="allAtOnce"/>
      <p:bldP spid="562183" grpId="0"/>
      <p:bldP spid="56218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9937" name="对象 2">
            <a:hlinkClick r:id="" action="ppaction://ole?verb=1"/>
            <a:extLst>
              <a:ext uri="{FF2B5EF4-FFF2-40B4-BE49-F238E27FC236}">
                <a16:creationId xmlns:a16="http://schemas.microsoft.com/office/drawing/2014/main" id="{79CB521E-6989-4D63-BB76-A540C0635CE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22772" y="638175"/>
          <a:ext cx="6766322" cy="10346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1" r:id="rId3" imgW="3924000" imgH="660240" progId="Equation.KSEE3">
                  <p:embed/>
                </p:oleObj>
              </mc:Choice>
              <mc:Fallback>
                <p:oleObj r:id="rId3" imgW="3924000" imgH="660240" progId="Equation.KSEE3">
                  <p:embed/>
                  <p:pic>
                    <p:nvPicPr>
                      <p:cNvPr id="39937" name="对象 2">
                        <a:hlinkClick r:id="" action="ppaction://ole?verb=1"/>
                        <a:extLst>
                          <a:ext uri="{FF2B5EF4-FFF2-40B4-BE49-F238E27FC236}">
                            <a16:creationId xmlns:a16="http://schemas.microsoft.com/office/drawing/2014/main" id="{79CB521E-6989-4D63-BB76-A540C0635CE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2772" y="638175"/>
                        <a:ext cx="6766322" cy="10346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hlinkClick r:id="" action="ppaction://ole?verb=1"/>
            <a:extLst>
              <a:ext uri="{FF2B5EF4-FFF2-40B4-BE49-F238E27FC236}">
                <a16:creationId xmlns:a16="http://schemas.microsoft.com/office/drawing/2014/main" id="{28E39DB1-7902-409E-94D9-C5D024FCC9D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22772" y="1757363"/>
          <a:ext cx="5256609" cy="6560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2" r:id="rId5" imgW="3047760" imgH="419040" progId="Equation.KSEE3">
                  <p:embed/>
                </p:oleObj>
              </mc:Choice>
              <mc:Fallback>
                <p:oleObj r:id="rId5" imgW="3047760" imgH="419040" progId="Equation.KSEE3">
                  <p:embed/>
                  <p:pic>
                    <p:nvPicPr>
                      <p:cNvPr id="4" name="对象 3">
                        <a:hlinkClick r:id="" action="ppaction://ole?verb=1"/>
                        <a:extLst>
                          <a:ext uri="{FF2B5EF4-FFF2-40B4-BE49-F238E27FC236}">
                            <a16:creationId xmlns:a16="http://schemas.microsoft.com/office/drawing/2014/main" id="{28E39DB1-7902-409E-94D9-C5D024FCC9D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2772" y="1757363"/>
                        <a:ext cx="5256609" cy="6560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hlinkClick r:id="" action="ppaction://ole?verb=1"/>
            <a:extLst>
              <a:ext uri="{FF2B5EF4-FFF2-40B4-BE49-F238E27FC236}">
                <a16:creationId xmlns:a16="http://schemas.microsoft.com/office/drawing/2014/main" id="{DFC18FAD-FF67-407E-8088-F883370E746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78731" y="2266951"/>
          <a:ext cx="5410200" cy="27848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3" r:id="rId7" imgW="3136680" imgH="1777680" progId="Equation.KSEE3">
                  <p:embed/>
                </p:oleObj>
              </mc:Choice>
              <mc:Fallback>
                <p:oleObj r:id="rId7" imgW="3136680" imgH="1777680" progId="Equation.KSEE3">
                  <p:embed/>
                  <p:pic>
                    <p:nvPicPr>
                      <p:cNvPr id="5" name="对象 4">
                        <a:hlinkClick r:id="" action="ppaction://ole?verb=1"/>
                        <a:extLst>
                          <a:ext uri="{FF2B5EF4-FFF2-40B4-BE49-F238E27FC236}">
                            <a16:creationId xmlns:a16="http://schemas.microsoft.com/office/drawing/2014/main" id="{DFC18FAD-FF67-407E-8088-F883370E746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8731" y="2266951"/>
                        <a:ext cx="5410200" cy="27848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02" name="矩形 563201">
            <a:extLst>
              <a:ext uri="{FF2B5EF4-FFF2-40B4-BE49-F238E27FC236}">
                <a16:creationId xmlns:a16="http://schemas.microsoft.com/office/drawing/2014/main" id="{BD552EED-8114-4D96-8534-953883049A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7291" y="1600200"/>
            <a:ext cx="2052638" cy="485775"/>
          </a:xfrm>
          <a:prstGeom prst="rect">
            <a:avLst/>
          </a:prstGeom>
          <a:solidFill>
            <a:srgbClr val="FFFF99"/>
          </a:solidFill>
          <a:ln w="19050">
            <a:solidFill>
              <a:srgbClr val="00FFFF"/>
            </a:solidFill>
            <a:miter lim="800000"/>
            <a:headEnd/>
            <a:tailEnd type="none" w="med" len="lg"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/>
          <a:lstStyle/>
          <a:p>
            <a:endParaRPr lang="zh-CN" altLang="en-US" sz="1350"/>
          </a:p>
        </p:txBody>
      </p:sp>
      <p:sp>
        <p:nvSpPr>
          <p:cNvPr id="563203" name="文本框 563202">
            <a:extLst>
              <a:ext uri="{FF2B5EF4-FFF2-40B4-BE49-F238E27FC236}">
                <a16:creationId xmlns:a16="http://schemas.microsoft.com/office/drawing/2014/main" id="{FC7C64C5-1F00-40E8-BB95-761D2F98C7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4235" y="465535"/>
            <a:ext cx="1701403" cy="4979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lnSpc>
                <a:spcPct val="120000"/>
              </a:lnSpc>
              <a:spcBef>
                <a:spcPct val="50000"/>
              </a:spcBef>
            </a:pPr>
            <a:r>
              <a:rPr lang="zh-CN" altLang="en-US" sz="2400" b="1" u="sng">
                <a:solidFill>
                  <a:srgbClr val="3366FF"/>
                </a:solidFill>
                <a:latin typeface="楷体_GB2312" pitchFamily="49" charset="-122"/>
                <a:ea typeface="楷体_GB2312" pitchFamily="49" charset="-122"/>
              </a:rPr>
              <a:t>二 有效性</a:t>
            </a:r>
          </a:p>
        </p:txBody>
      </p:sp>
      <p:graphicFrame>
        <p:nvGraphicFramePr>
          <p:cNvPr id="563204" name="内容占位符 563203">
            <a:extLst>
              <a:ext uri="{FF2B5EF4-FFF2-40B4-BE49-F238E27FC236}">
                <a16:creationId xmlns:a16="http://schemas.microsoft.com/office/drawing/2014/main" id="{56370764-13E9-43FF-93D0-2736E810107C}"/>
              </a:ext>
            </a:extLst>
          </p:cNvPr>
          <p:cNvGraphicFramePr>
            <a:graphicFrameLocks noGrp="1"/>
          </p:cNvGraphicFramePr>
          <p:nvPr>
            <p:ph sz="half" idx="4294967295"/>
          </p:nvPr>
        </p:nvGraphicFramePr>
        <p:xfrm>
          <a:off x="2409826" y="1073944"/>
          <a:ext cx="3917156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8" r:id="rId3" imgW="2537797" imgH="253780" progId="Equation.DSMT4">
                  <p:embed/>
                </p:oleObj>
              </mc:Choice>
              <mc:Fallback>
                <p:oleObj r:id="rId3" imgW="2537797" imgH="253780" progId="Equation.DSMT4">
                  <p:embed/>
                  <p:pic>
                    <p:nvPicPr>
                      <p:cNvPr id="563204" name="内容占位符 563203">
                        <a:extLst>
                          <a:ext uri="{FF2B5EF4-FFF2-40B4-BE49-F238E27FC236}">
                            <a16:creationId xmlns:a16="http://schemas.microsoft.com/office/drawing/2014/main" id="{56370764-13E9-43FF-93D0-2736E810107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9826" y="1073944"/>
                        <a:ext cx="3917156" cy="471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205" name="内容占位符 563204">
            <a:extLst>
              <a:ext uri="{FF2B5EF4-FFF2-40B4-BE49-F238E27FC236}">
                <a16:creationId xmlns:a16="http://schemas.microsoft.com/office/drawing/2014/main" id="{693EFC3A-54AC-419E-827C-D205B780E96E}"/>
              </a:ext>
            </a:extLst>
          </p:cNvPr>
          <p:cNvGraphicFramePr>
            <a:graphicFrameLocks noGrp="1"/>
          </p:cNvGraphicFramePr>
          <p:nvPr>
            <p:ph sz="quarter" idx="4294967295"/>
          </p:nvPr>
        </p:nvGraphicFramePr>
        <p:xfrm>
          <a:off x="3408760" y="1600200"/>
          <a:ext cx="1378744" cy="4726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9" r:id="rId5" imgW="926296" imgH="253780" progId="Equation.DSMT4">
                  <p:embed/>
                </p:oleObj>
              </mc:Choice>
              <mc:Fallback>
                <p:oleObj r:id="rId5" imgW="926296" imgH="253780" progId="Equation.DSMT4">
                  <p:embed/>
                  <p:pic>
                    <p:nvPicPr>
                      <p:cNvPr id="563205" name="内容占位符 563204">
                        <a:extLst>
                          <a:ext uri="{FF2B5EF4-FFF2-40B4-BE49-F238E27FC236}">
                            <a16:creationId xmlns:a16="http://schemas.microsoft.com/office/drawing/2014/main" id="{693EFC3A-54AC-419E-827C-D205B780E96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8760" y="1600200"/>
                        <a:ext cx="1378744" cy="4726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206" name="文本框 563205">
            <a:extLst>
              <a:ext uri="{FF2B5EF4-FFF2-40B4-BE49-F238E27FC236}">
                <a16:creationId xmlns:a16="http://schemas.microsoft.com/office/drawing/2014/main" id="{341E9B17-9B1B-4F68-AFF8-8B41487939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1075135"/>
            <a:ext cx="1148954" cy="717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7500" tIns="35100" rIns="67500" bIns="3510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>
              <a:spcBef>
                <a:spcPct val="20000"/>
              </a:spcBef>
              <a:buClr>
                <a:schemeClr val="tx1"/>
              </a:buClr>
              <a:buSzPct val="80000"/>
              <a:buFontTx/>
              <a:buNone/>
            </a:pPr>
            <a:r>
              <a:rPr lang="en-US" altLang="zh-CN" sz="2100" b="1">
                <a:solidFill>
                  <a:srgbClr val="3366FF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2100" b="1">
                <a:solidFill>
                  <a:srgbClr val="3366FF"/>
                </a:solidFill>
              </a:rPr>
              <a:t>定义</a:t>
            </a:r>
          </a:p>
        </p:txBody>
      </p:sp>
      <p:grpSp>
        <p:nvGrpSpPr>
          <p:cNvPr id="563207" name="组合 563206">
            <a:extLst>
              <a:ext uri="{FF2B5EF4-FFF2-40B4-BE49-F238E27FC236}">
                <a16:creationId xmlns:a16="http://schemas.microsoft.com/office/drawing/2014/main" id="{3C3CA8D8-62C6-4CC7-981E-BE48B1DD3C9A}"/>
              </a:ext>
            </a:extLst>
          </p:cNvPr>
          <p:cNvGrpSpPr>
            <a:grpSpLocks/>
          </p:cNvGrpSpPr>
          <p:nvPr/>
        </p:nvGrpSpPr>
        <p:grpSpPr bwMode="auto">
          <a:xfrm>
            <a:off x="1601392" y="2235993"/>
            <a:ext cx="2359819" cy="394097"/>
            <a:chOff x="385" y="1661"/>
            <a:chExt cx="1982" cy="331"/>
          </a:xfrm>
        </p:grpSpPr>
        <p:sp>
          <p:nvSpPr>
            <p:cNvPr id="40967" name="文本框 563207">
              <a:extLst>
                <a:ext uri="{FF2B5EF4-FFF2-40B4-BE49-F238E27FC236}">
                  <a16:creationId xmlns:a16="http://schemas.microsoft.com/office/drawing/2014/main" id="{816651B1-FA45-43F2-995F-6E5F20FC2A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5" y="1661"/>
              <a:ext cx="1982" cy="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7500" tIns="35100" rIns="67500" bIns="351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lvl="1">
                <a:spcBef>
                  <a:spcPct val="20000"/>
                </a:spcBef>
                <a:buClr>
                  <a:schemeClr val="tx1"/>
                </a:buClr>
                <a:buSzPct val="80000"/>
                <a:buFontTx/>
                <a:buNone/>
              </a:pPr>
              <a:r>
                <a:rPr lang="zh-CN" altLang="en-US" sz="2100" b="1">
                  <a:solidFill>
                    <a:schemeClr val="tx2"/>
                  </a:solidFill>
                </a:rPr>
                <a:t>则称        </a:t>
              </a:r>
              <a:r>
                <a:rPr lang="zh-CN" altLang="en-US" sz="2100" b="1">
                  <a:solidFill>
                    <a:srgbClr val="FF0000"/>
                  </a:solidFill>
                </a:rPr>
                <a:t>有效</a:t>
              </a:r>
              <a:r>
                <a:rPr lang="en-US" altLang="zh-CN" sz="2100" b="1">
                  <a:solidFill>
                    <a:schemeClr val="tx2"/>
                  </a:solidFill>
                </a:rPr>
                <a:t>.</a:t>
              </a:r>
            </a:p>
          </p:txBody>
        </p:sp>
        <p:graphicFrame>
          <p:nvGraphicFramePr>
            <p:cNvPr id="40968" name="对象 563208">
              <a:extLst>
                <a:ext uri="{FF2B5EF4-FFF2-40B4-BE49-F238E27FC236}">
                  <a16:creationId xmlns:a16="http://schemas.microsoft.com/office/drawing/2014/main" id="{14801DF3-E3D8-4F5E-A8EE-C36FD8BAD5A7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1173" y="1670"/>
            <a:ext cx="528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10" r:id="rId7" imgW="520474" imgH="291973" progId="Equation.3">
                    <p:embed/>
                  </p:oleObj>
                </mc:Choice>
                <mc:Fallback>
                  <p:oleObj r:id="rId7" imgW="520474" imgH="291973" progId="Equation.3">
                    <p:embed/>
                    <p:pic>
                      <p:nvPicPr>
                        <p:cNvPr id="40968" name="对象 563208">
                          <a:extLst>
                            <a:ext uri="{FF2B5EF4-FFF2-40B4-BE49-F238E27FC236}">
                              <a16:creationId xmlns:a16="http://schemas.microsoft.com/office/drawing/2014/main" id="{14801DF3-E3D8-4F5E-A8EE-C36FD8BAD5A7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73" y="1670"/>
                          <a:ext cx="528" cy="2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63210" name="对象 563209">
            <a:extLst>
              <a:ext uri="{FF2B5EF4-FFF2-40B4-BE49-F238E27FC236}">
                <a16:creationId xmlns:a16="http://schemas.microsoft.com/office/drawing/2014/main" id="{88103368-4BC0-415E-B225-9278F5ED0675}"/>
              </a:ext>
            </a:extLst>
          </p:cNvPr>
          <p:cNvGraphicFramePr>
            <a:graphicFrameLocks/>
          </p:cNvGraphicFramePr>
          <p:nvPr/>
        </p:nvGraphicFramePr>
        <p:xfrm>
          <a:off x="2087166" y="2749154"/>
          <a:ext cx="4591050" cy="8215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1" r:id="rId9" imgW="2806700" imgH="508000" progId="Equation.DSMT4">
                  <p:embed/>
                </p:oleObj>
              </mc:Choice>
              <mc:Fallback>
                <p:oleObj r:id="rId9" imgW="2806700" imgH="508000" progId="Equation.DSMT4">
                  <p:embed/>
                  <p:pic>
                    <p:nvPicPr>
                      <p:cNvPr id="563210" name="对象 563209">
                        <a:extLst>
                          <a:ext uri="{FF2B5EF4-FFF2-40B4-BE49-F238E27FC236}">
                            <a16:creationId xmlns:a16="http://schemas.microsoft.com/office/drawing/2014/main" id="{88103368-4BC0-415E-B225-9278F5ED067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7166" y="2749154"/>
                        <a:ext cx="4591050" cy="8215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211" name="内容占位符 563210">
            <a:extLst>
              <a:ext uri="{FF2B5EF4-FFF2-40B4-BE49-F238E27FC236}">
                <a16:creationId xmlns:a16="http://schemas.microsoft.com/office/drawing/2014/main" id="{B30F330D-8A17-4763-BAD9-02B73B2DA45F}"/>
              </a:ext>
            </a:extLst>
          </p:cNvPr>
          <p:cNvGraphicFramePr>
            <a:graphicFrameLocks noGrp="1"/>
          </p:cNvGraphicFramePr>
          <p:nvPr>
            <p:ph sz="quarter" idx="4294967295"/>
          </p:nvPr>
        </p:nvGraphicFramePr>
        <p:xfrm>
          <a:off x="3492104" y="3644503"/>
          <a:ext cx="1350169" cy="385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2" r:id="rId11" imgW="888229" imgH="253780" progId="Equation.DSMT4">
                  <p:embed/>
                </p:oleObj>
              </mc:Choice>
              <mc:Fallback>
                <p:oleObj r:id="rId11" imgW="888229" imgH="253780" progId="Equation.DSMT4">
                  <p:embed/>
                  <p:pic>
                    <p:nvPicPr>
                      <p:cNvPr id="563211" name="内容占位符 563210">
                        <a:extLst>
                          <a:ext uri="{FF2B5EF4-FFF2-40B4-BE49-F238E27FC236}">
                            <a16:creationId xmlns:a16="http://schemas.microsoft.com/office/drawing/2014/main" id="{B30F330D-8A17-4763-BAD9-02B73B2DA45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104" y="3644503"/>
                        <a:ext cx="1350169" cy="385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212" name="对象 563211">
            <a:extLst>
              <a:ext uri="{FF2B5EF4-FFF2-40B4-BE49-F238E27FC236}">
                <a16:creationId xmlns:a16="http://schemas.microsoft.com/office/drawing/2014/main" id="{27A518B0-F73F-4CEE-8D42-03376E97A58C}"/>
              </a:ext>
            </a:extLst>
          </p:cNvPr>
          <p:cNvGraphicFramePr>
            <a:graphicFrameLocks/>
          </p:cNvGraphicFramePr>
          <p:nvPr/>
        </p:nvGraphicFramePr>
        <p:xfrm>
          <a:off x="2033588" y="4111228"/>
          <a:ext cx="3456385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3" r:id="rId13" imgW="2169816" imgH="253780" progId="Equation.DSMT4">
                  <p:embed/>
                </p:oleObj>
              </mc:Choice>
              <mc:Fallback>
                <p:oleObj r:id="rId13" imgW="2169816" imgH="253780" progId="Equation.DSMT4">
                  <p:embed/>
                  <p:pic>
                    <p:nvPicPr>
                      <p:cNvPr id="563212" name="对象 563211">
                        <a:extLst>
                          <a:ext uri="{FF2B5EF4-FFF2-40B4-BE49-F238E27FC236}">
                            <a16:creationId xmlns:a16="http://schemas.microsoft.com/office/drawing/2014/main" id="{27A518B0-F73F-4CEE-8D42-03376E97A58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3588" y="4111228"/>
                        <a:ext cx="3456385" cy="404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563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375"/>
                            </p:stCondLst>
                            <p:childTnLst>
                              <p:par>
                                <p:cTn id="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632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632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563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63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632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632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63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563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1000"/>
                                        <p:tgtEl>
                                          <p:spTgt spid="563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63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000"/>
                                        <p:tgtEl>
                                          <p:spTgt spid="563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03" grpId="0" build="p"/>
      <p:bldP spid="56320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文本框 564225">
            <a:extLst>
              <a:ext uri="{FF2B5EF4-FFF2-40B4-BE49-F238E27FC236}">
                <a16:creationId xmlns:a16="http://schemas.microsoft.com/office/drawing/2014/main" id="{8BCBDF49-7EEA-42FA-9D83-36B67872A0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6160" y="357187"/>
            <a:ext cx="5507831" cy="41549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13500" rIns="135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latin typeface="Times New Roman" panose="02020603050405020304" pitchFamily="18" charset="0"/>
              </a:rPr>
              <a:t>       </a:t>
            </a:r>
            <a:r>
              <a:rPr lang="zh-CN" altLang="en-US" sz="2100" b="1">
                <a:solidFill>
                  <a:srgbClr val="FF6600"/>
                </a:solidFill>
                <a:latin typeface="Times New Roman" panose="02020603050405020304" pitchFamily="18" charset="0"/>
              </a:rPr>
              <a:t>例 </a:t>
            </a:r>
            <a:r>
              <a:rPr lang="zh-CN" altLang="en-US" sz="2100" b="1">
                <a:latin typeface="Times New Roman" panose="02020603050405020304" pitchFamily="18" charset="0"/>
              </a:rPr>
              <a:t>     在总体期望</a:t>
            </a:r>
            <a:r>
              <a:rPr lang="en-US" altLang="zh-CN" sz="2100" b="1" i="1">
                <a:latin typeface="Symbol" panose="05050102010706020507" pitchFamily="18" charset="2"/>
              </a:rPr>
              <a:t>m</a:t>
            </a:r>
            <a:r>
              <a:rPr lang="en-US" altLang="zh-CN" sz="2100" b="1">
                <a:latin typeface="Times New Roman" panose="02020603050405020304" pitchFamily="18" charset="0"/>
              </a:rPr>
              <a:t>=</a:t>
            </a:r>
            <a:r>
              <a:rPr lang="en-US" altLang="zh-CN" sz="2100" b="1" i="1">
                <a:latin typeface="Times New Roman" panose="02020603050405020304" pitchFamily="18" charset="0"/>
              </a:rPr>
              <a:t>E</a:t>
            </a:r>
            <a:r>
              <a:rPr lang="en-US" altLang="zh-CN" sz="2100" b="1">
                <a:latin typeface="Times New Roman" panose="02020603050405020304" pitchFamily="18" charset="0"/>
              </a:rPr>
              <a:t>(</a:t>
            </a:r>
            <a:r>
              <a:rPr lang="en-US" altLang="zh-CN" sz="2100" b="1" i="1">
                <a:latin typeface="Times New Roman" panose="02020603050405020304" pitchFamily="18" charset="0"/>
              </a:rPr>
              <a:t>X</a:t>
            </a:r>
            <a:r>
              <a:rPr lang="en-US" altLang="zh-CN" sz="2100" b="1">
                <a:latin typeface="Times New Roman" panose="02020603050405020304" pitchFamily="18" charset="0"/>
              </a:rPr>
              <a:t>)</a:t>
            </a:r>
            <a:r>
              <a:rPr lang="zh-CN" altLang="en-US" sz="2100" b="1">
                <a:latin typeface="Times New Roman" panose="02020603050405020304" pitchFamily="18" charset="0"/>
              </a:rPr>
              <a:t>的线性无偏估计类</a:t>
            </a:r>
          </a:p>
        </p:txBody>
      </p:sp>
      <p:graphicFrame>
        <p:nvGraphicFramePr>
          <p:cNvPr id="41986" name="对象 564226">
            <a:extLst>
              <a:ext uri="{FF2B5EF4-FFF2-40B4-BE49-F238E27FC236}">
                <a16:creationId xmlns:a16="http://schemas.microsoft.com/office/drawing/2014/main" id="{F9C0B83D-D9AB-4988-A2C9-1A90A29C8B05}"/>
              </a:ext>
            </a:extLst>
          </p:cNvPr>
          <p:cNvGraphicFramePr>
            <a:graphicFrameLocks/>
          </p:cNvGraphicFramePr>
          <p:nvPr/>
        </p:nvGraphicFramePr>
        <p:xfrm>
          <a:off x="2078831" y="820342"/>
          <a:ext cx="2601516" cy="6881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5" r:id="rId3" imgW="1917700" imgH="508000" progId="Equation.DSMT4">
                  <p:embed/>
                </p:oleObj>
              </mc:Choice>
              <mc:Fallback>
                <p:oleObj r:id="rId3" imgW="1917700" imgH="508000" progId="Equation.DSMT4">
                  <p:embed/>
                  <p:pic>
                    <p:nvPicPr>
                      <p:cNvPr id="41986" name="对象 564226">
                        <a:extLst>
                          <a:ext uri="{FF2B5EF4-FFF2-40B4-BE49-F238E27FC236}">
                            <a16:creationId xmlns:a16="http://schemas.microsoft.com/office/drawing/2014/main" id="{F9C0B83D-D9AB-4988-A2C9-1A90A29C8B0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8831" y="820342"/>
                        <a:ext cx="2601516" cy="6881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87" name="文本框 564227">
            <a:extLst>
              <a:ext uri="{FF2B5EF4-FFF2-40B4-BE49-F238E27FC236}">
                <a16:creationId xmlns:a16="http://schemas.microsoft.com/office/drawing/2014/main" id="{968D1D18-0467-416E-8287-6934FFCA8C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25579" y="951310"/>
            <a:ext cx="291465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latin typeface="Times New Roman" panose="02020603050405020304" pitchFamily="18" charset="0"/>
              </a:rPr>
              <a:t>中求</a:t>
            </a:r>
            <a:r>
              <a:rPr lang="en-US" altLang="zh-CN" b="1" i="1">
                <a:latin typeface="Symbol" panose="05050102010706020507" pitchFamily="18" charset="2"/>
              </a:rPr>
              <a:t>m</a:t>
            </a:r>
            <a:r>
              <a:rPr lang="zh-CN" altLang="en-US" b="1">
                <a:latin typeface="Times New Roman" panose="02020603050405020304" pitchFamily="18" charset="0"/>
              </a:rPr>
              <a:t>最小方差无偏估计。</a:t>
            </a:r>
          </a:p>
        </p:txBody>
      </p:sp>
      <p:sp>
        <p:nvSpPr>
          <p:cNvPr id="564229" name="文本框 564228">
            <a:extLst>
              <a:ext uri="{FF2B5EF4-FFF2-40B4-BE49-F238E27FC236}">
                <a16:creationId xmlns:a16="http://schemas.microsoft.com/office/drawing/2014/main" id="{4D089557-ED62-47D2-A806-FEB9E3FA3B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4772" y="1707356"/>
            <a:ext cx="40005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solidFill>
                  <a:srgbClr val="3366FF"/>
                </a:solidFill>
                <a:latin typeface="Times New Roman" panose="02020603050405020304" pitchFamily="18" charset="0"/>
              </a:rPr>
              <a:t>解</a:t>
            </a:r>
            <a:endParaRPr lang="zh-CN" altLang="en-US">
              <a:solidFill>
                <a:srgbClr val="3366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64230" name="文本框 564229">
            <a:extLst>
              <a:ext uri="{FF2B5EF4-FFF2-40B4-BE49-F238E27FC236}">
                <a16:creationId xmlns:a16="http://schemas.microsoft.com/office/drawing/2014/main" id="{E14AB2CF-763E-4FF2-8EAC-EBF1049C97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9363" y="1732360"/>
            <a:ext cx="263695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3500" rIns="135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latin typeface="Times New Roman" panose="02020603050405020304" pitchFamily="18" charset="0"/>
              </a:rPr>
              <a:t>由</a:t>
            </a:r>
            <a:r>
              <a:rPr lang="en-US" altLang="zh-CN" b="1">
                <a:latin typeface="Times New Roman" panose="02020603050405020304" pitchFamily="18" charset="0"/>
              </a:rPr>
              <a:t>Cauchy-Schwarz</a:t>
            </a:r>
            <a:r>
              <a:rPr lang="zh-CN" altLang="en-US" b="1">
                <a:latin typeface="Times New Roman" panose="02020603050405020304" pitchFamily="18" charset="0"/>
              </a:rPr>
              <a:t>不等式</a:t>
            </a:r>
          </a:p>
        </p:txBody>
      </p:sp>
      <p:graphicFrame>
        <p:nvGraphicFramePr>
          <p:cNvPr id="564231" name="对象 564230">
            <a:extLst>
              <a:ext uri="{FF2B5EF4-FFF2-40B4-BE49-F238E27FC236}">
                <a16:creationId xmlns:a16="http://schemas.microsoft.com/office/drawing/2014/main" id="{D7C63B25-0597-4663-AAF2-D84D58C48706}"/>
              </a:ext>
            </a:extLst>
          </p:cNvPr>
          <p:cNvGraphicFramePr>
            <a:graphicFrameLocks/>
          </p:cNvGraphicFramePr>
          <p:nvPr/>
        </p:nvGraphicFramePr>
        <p:xfrm>
          <a:off x="2372916" y="2718197"/>
          <a:ext cx="1647825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6" r:id="rId5" imgW="1218671" imgH="431613" progId="Equation.DSMT4">
                  <p:embed/>
                </p:oleObj>
              </mc:Choice>
              <mc:Fallback>
                <p:oleObj r:id="rId5" imgW="1218671" imgH="431613" progId="Equation.DSMT4">
                  <p:embed/>
                  <p:pic>
                    <p:nvPicPr>
                      <p:cNvPr id="564231" name="对象 564230">
                        <a:extLst>
                          <a:ext uri="{FF2B5EF4-FFF2-40B4-BE49-F238E27FC236}">
                            <a16:creationId xmlns:a16="http://schemas.microsoft.com/office/drawing/2014/main" id="{D7C63B25-0597-4663-AAF2-D84D58C4870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2916" y="2718197"/>
                        <a:ext cx="1647825" cy="581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4232" name="对象 564231">
            <a:extLst>
              <a:ext uri="{FF2B5EF4-FFF2-40B4-BE49-F238E27FC236}">
                <a16:creationId xmlns:a16="http://schemas.microsoft.com/office/drawing/2014/main" id="{296D6949-1778-47A7-BC54-7AC0A1EC471E}"/>
              </a:ext>
            </a:extLst>
          </p:cNvPr>
          <p:cNvGraphicFramePr>
            <a:graphicFrameLocks/>
          </p:cNvGraphicFramePr>
          <p:nvPr/>
        </p:nvGraphicFramePr>
        <p:xfrm>
          <a:off x="4104085" y="3394472"/>
          <a:ext cx="1715690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7" r:id="rId7" imgW="1269449" imgH="431613" progId="Equation.3">
                  <p:embed/>
                </p:oleObj>
              </mc:Choice>
              <mc:Fallback>
                <p:oleObj r:id="rId7" imgW="1269449" imgH="431613" progId="Equation.3">
                  <p:embed/>
                  <p:pic>
                    <p:nvPicPr>
                      <p:cNvPr id="564232" name="对象 564231">
                        <a:extLst>
                          <a:ext uri="{FF2B5EF4-FFF2-40B4-BE49-F238E27FC236}">
                            <a16:creationId xmlns:a16="http://schemas.microsoft.com/office/drawing/2014/main" id="{296D6949-1778-47A7-BC54-7AC0A1EC471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04085" y="3394472"/>
                        <a:ext cx="1715690" cy="581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4233" name="对象 564232">
            <a:extLst>
              <a:ext uri="{FF2B5EF4-FFF2-40B4-BE49-F238E27FC236}">
                <a16:creationId xmlns:a16="http://schemas.microsoft.com/office/drawing/2014/main" id="{88FC817E-AFA6-4A30-8178-98CC15E7165E}"/>
              </a:ext>
            </a:extLst>
          </p:cNvPr>
          <p:cNvGraphicFramePr>
            <a:graphicFrameLocks/>
          </p:cNvGraphicFramePr>
          <p:nvPr/>
        </p:nvGraphicFramePr>
        <p:xfrm>
          <a:off x="4046935" y="2718197"/>
          <a:ext cx="1990725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8" r:id="rId9" imgW="1472561" imgH="431613" progId="Equation.3">
                  <p:embed/>
                </p:oleObj>
              </mc:Choice>
              <mc:Fallback>
                <p:oleObj r:id="rId9" imgW="1472561" imgH="431613" progId="Equation.3">
                  <p:embed/>
                  <p:pic>
                    <p:nvPicPr>
                      <p:cNvPr id="564233" name="对象 564232">
                        <a:extLst>
                          <a:ext uri="{FF2B5EF4-FFF2-40B4-BE49-F238E27FC236}">
                            <a16:creationId xmlns:a16="http://schemas.microsoft.com/office/drawing/2014/main" id="{88FC817E-AFA6-4A30-8178-98CC15E7165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46935" y="2718197"/>
                        <a:ext cx="1990725" cy="581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64234" name="组合 564233">
            <a:extLst>
              <a:ext uri="{FF2B5EF4-FFF2-40B4-BE49-F238E27FC236}">
                <a16:creationId xmlns:a16="http://schemas.microsoft.com/office/drawing/2014/main" id="{660E4E4F-2F50-4923-A25F-6E10BDBA555E}"/>
              </a:ext>
            </a:extLst>
          </p:cNvPr>
          <p:cNvGrpSpPr>
            <a:grpSpLocks/>
          </p:cNvGrpSpPr>
          <p:nvPr/>
        </p:nvGrpSpPr>
        <p:grpSpPr bwMode="auto">
          <a:xfrm>
            <a:off x="2077641" y="4032647"/>
            <a:ext cx="1701403" cy="536972"/>
            <a:chOff x="650" y="3600"/>
            <a:chExt cx="1429" cy="451"/>
          </a:xfrm>
        </p:grpSpPr>
        <p:graphicFrame>
          <p:nvGraphicFramePr>
            <p:cNvPr id="41994" name="对象 564234">
              <a:extLst>
                <a:ext uri="{FF2B5EF4-FFF2-40B4-BE49-F238E27FC236}">
                  <a16:creationId xmlns:a16="http://schemas.microsoft.com/office/drawing/2014/main" id="{A056E276-9F15-44CD-B632-E09D3CBA71AD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850" y="3600"/>
            <a:ext cx="1229" cy="4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639" r:id="rId11" imgW="1066337" imgH="393529" progId="Equation.3">
                    <p:embed/>
                  </p:oleObj>
                </mc:Choice>
                <mc:Fallback>
                  <p:oleObj r:id="rId11" imgW="1066337" imgH="393529" progId="Equation.3">
                    <p:embed/>
                    <p:pic>
                      <p:nvPicPr>
                        <p:cNvPr id="41994" name="对象 564234">
                          <a:extLst>
                            <a:ext uri="{FF2B5EF4-FFF2-40B4-BE49-F238E27FC236}">
                              <a16:creationId xmlns:a16="http://schemas.microsoft.com/office/drawing/2014/main" id="{A056E276-9F15-44CD-B632-E09D3CBA71AD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50" y="3600"/>
                          <a:ext cx="1229" cy="4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995" name="文本框 564235">
              <a:extLst>
                <a:ext uri="{FF2B5EF4-FFF2-40B4-BE49-F238E27FC236}">
                  <a16:creationId xmlns:a16="http://schemas.microsoft.com/office/drawing/2014/main" id="{B445DA3C-2CBC-4BA5-BBB5-CBE65C2F0B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0" y="3667"/>
              <a:ext cx="218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3500" rIns="135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>
                  <a:latin typeface="Times New Roman" panose="02020603050405020304" pitchFamily="18" charset="0"/>
                </a:rPr>
                <a:t>而</a:t>
              </a:r>
            </a:p>
          </p:txBody>
        </p:sp>
      </p:grpSp>
      <p:graphicFrame>
        <p:nvGraphicFramePr>
          <p:cNvPr id="564237" name="对象 564236">
            <a:extLst>
              <a:ext uri="{FF2B5EF4-FFF2-40B4-BE49-F238E27FC236}">
                <a16:creationId xmlns:a16="http://schemas.microsoft.com/office/drawing/2014/main" id="{8C4B52FA-1976-4766-B37F-4C9FEE67C653}"/>
              </a:ext>
            </a:extLst>
          </p:cNvPr>
          <p:cNvGraphicFramePr>
            <a:graphicFrameLocks/>
          </p:cNvGraphicFramePr>
          <p:nvPr/>
        </p:nvGraphicFramePr>
        <p:xfrm>
          <a:off x="5857875" y="3403998"/>
          <a:ext cx="875110" cy="5298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40" r:id="rId13" imgW="647419" imgH="393529" progId="Equation.3">
                  <p:embed/>
                </p:oleObj>
              </mc:Choice>
              <mc:Fallback>
                <p:oleObj r:id="rId13" imgW="647419" imgH="393529" progId="Equation.3">
                  <p:embed/>
                  <p:pic>
                    <p:nvPicPr>
                      <p:cNvPr id="564237" name="对象 564236">
                        <a:extLst>
                          <a:ext uri="{FF2B5EF4-FFF2-40B4-BE49-F238E27FC236}">
                            <a16:creationId xmlns:a16="http://schemas.microsoft.com/office/drawing/2014/main" id="{8C4B52FA-1976-4766-B37F-4C9FEE67C65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57875" y="3403998"/>
                        <a:ext cx="875110" cy="5298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64238" name="组合 564237">
            <a:extLst>
              <a:ext uri="{FF2B5EF4-FFF2-40B4-BE49-F238E27FC236}">
                <a16:creationId xmlns:a16="http://schemas.microsoft.com/office/drawing/2014/main" id="{1E9DEAFD-6AEB-496F-9BE3-0C5443135243}"/>
              </a:ext>
            </a:extLst>
          </p:cNvPr>
          <p:cNvGrpSpPr>
            <a:grpSpLocks/>
          </p:cNvGrpSpPr>
          <p:nvPr/>
        </p:nvGrpSpPr>
        <p:grpSpPr bwMode="auto">
          <a:xfrm>
            <a:off x="3932635" y="4089797"/>
            <a:ext cx="3771900" cy="400050"/>
            <a:chOff x="2208" y="3648"/>
            <a:chExt cx="3168" cy="336"/>
          </a:xfrm>
        </p:grpSpPr>
        <p:sp>
          <p:nvSpPr>
            <p:cNvPr id="41998" name="文本框 564238">
              <a:extLst>
                <a:ext uri="{FF2B5EF4-FFF2-40B4-BE49-F238E27FC236}">
                  <a16:creationId xmlns:a16="http://schemas.microsoft.com/office/drawing/2014/main" id="{C8B191C2-5304-4F4E-B148-E77F19DBB8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8" y="3648"/>
              <a:ext cx="3168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>
                  <a:latin typeface="Times New Roman" panose="02020603050405020304" pitchFamily="18" charset="0"/>
                </a:rPr>
                <a:t>故             是</a:t>
              </a:r>
              <a:r>
                <a:rPr lang="zh-CN" altLang="en-US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</a:t>
              </a:r>
              <a:r>
                <a:rPr lang="zh-CN" altLang="en-US" b="1">
                  <a:latin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lang="zh-CN" altLang="en-US" b="1">
                  <a:latin typeface="Times New Roman" panose="02020603050405020304" pitchFamily="18" charset="0"/>
                </a:rPr>
                <a:t>的最小方差无偏估计。</a:t>
              </a:r>
            </a:p>
          </p:txBody>
        </p:sp>
        <p:graphicFrame>
          <p:nvGraphicFramePr>
            <p:cNvPr id="41999" name="对象 564239">
              <a:extLst>
                <a:ext uri="{FF2B5EF4-FFF2-40B4-BE49-F238E27FC236}">
                  <a16:creationId xmlns:a16="http://schemas.microsoft.com/office/drawing/2014/main" id="{3B3C9401-67CB-472D-B10F-51C7886F880D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2448" y="3673"/>
            <a:ext cx="624" cy="3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641" r:id="rId15" imgW="482391" imgH="241195" progId="Equation.3">
                    <p:embed/>
                  </p:oleObj>
                </mc:Choice>
                <mc:Fallback>
                  <p:oleObj r:id="rId15" imgW="482391" imgH="241195" progId="Equation.3">
                    <p:embed/>
                    <p:pic>
                      <p:nvPicPr>
                        <p:cNvPr id="41999" name="对象 564239">
                          <a:extLst>
                            <a:ext uri="{FF2B5EF4-FFF2-40B4-BE49-F238E27FC236}">
                              <a16:creationId xmlns:a16="http://schemas.microsoft.com/office/drawing/2014/main" id="{3B3C9401-67CB-472D-B10F-51C7886F880D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48" y="3673"/>
                          <a:ext cx="624" cy="3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64241" name="对象 564240">
            <a:extLst>
              <a:ext uri="{FF2B5EF4-FFF2-40B4-BE49-F238E27FC236}">
                <a16:creationId xmlns:a16="http://schemas.microsoft.com/office/drawing/2014/main" id="{34CF4499-D57D-4347-8531-62A35DA505A2}"/>
              </a:ext>
            </a:extLst>
          </p:cNvPr>
          <p:cNvGraphicFramePr>
            <a:graphicFrameLocks/>
          </p:cNvGraphicFramePr>
          <p:nvPr/>
        </p:nvGraphicFramePr>
        <p:xfrm>
          <a:off x="3183732" y="2175273"/>
          <a:ext cx="2327672" cy="3583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42" r:id="rId17" imgW="1485900" imgH="228600" progId="Equation.3">
                  <p:embed/>
                </p:oleObj>
              </mc:Choice>
              <mc:Fallback>
                <p:oleObj r:id="rId17" imgW="1485900" imgH="228600" progId="Equation.3">
                  <p:embed/>
                  <p:pic>
                    <p:nvPicPr>
                      <p:cNvPr id="564241" name="对象 564240">
                        <a:extLst>
                          <a:ext uri="{FF2B5EF4-FFF2-40B4-BE49-F238E27FC236}">
                            <a16:creationId xmlns:a16="http://schemas.microsoft.com/office/drawing/2014/main" id="{34CF4499-D57D-4347-8531-62A35DA505A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3732" y="2175273"/>
                        <a:ext cx="2327672" cy="3583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4242" name="对象 564241">
            <a:extLst>
              <a:ext uri="{FF2B5EF4-FFF2-40B4-BE49-F238E27FC236}">
                <a16:creationId xmlns:a16="http://schemas.microsoft.com/office/drawing/2014/main" id="{5E4EDF48-E47E-4A15-A1C1-32771917F225}"/>
              </a:ext>
            </a:extLst>
          </p:cNvPr>
          <p:cNvGraphicFramePr>
            <a:graphicFrameLocks/>
          </p:cNvGraphicFramePr>
          <p:nvPr/>
        </p:nvGraphicFramePr>
        <p:xfrm>
          <a:off x="3168253" y="2058591"/>
          <a:ext cx="2566988" cy="6750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43" r:id="rId19" imgW="1637589" imgH="431613" progId="Equation.3">
                  <p:embed/>
                </p:oleObj>
              </mc:Choice>
              <mc:Fallback>
                <p:oleObj r:id="rId19" imgW="1637589" imgH="431613" progId="Equation.3">
                  <p:embed/>
                  <p:pic>
                    <p:nvPicPr>
                      <p:cNvPr id="564242" name="对象 564241">
                        <a:extLst>
                          <a:ext uri="{FF2B5EF4-FFF2-40B4-BE49-F238E27FC236}">
                            <a16:creationId xmlns:a16="http://schemas.microsoft.com/office/drawing/2014/main" id="{5E4EDF48-E47E-4A15-A1C1-32771917F22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8253" y="2058591"/>
                        <a:ext cx="2566988" cy="675084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pull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642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642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64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75"/>
                                        <p:tgtEl>
                                          <p:spTgt spid="5642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" dur="500"/>
                                        <p:tgtEl>
                                          <p:spTgt spid="564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564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64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564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3" dur="500"/>
                                        <p:tgtEl>
                                          <p:spTgt spid="564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564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564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4229" grpId="0" build="p"/>
      <p:bldP spid="564230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474" name="Text Box 2"/>
          <p:cNvSpPr txBox="1">
            <a:spLocks noChangeArrowheads="1"/>
          </p:cNvSpPr>
          <p:nvPr/>
        </p:nvSpPr>
        <p:spPr bwMode="auto">
          <a:xfrm>
            <a:off x="179389" y="195262"/>
            <a:ext cx="806608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kumimoji="0" lang="zh-CN" altLang="en-US" sz="32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itchFamily="2" charset="-122"/>
              </a:rPr>
              <a:t>罗</a:t>
            </a:r>
            <a:r>
              <a:rPr kumimoji="0" lang="en-US" altLang="zh-CN" sz="32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itchFamily="2" charset="-122"/>
              </a:rPr>
              <a:t>—</a:t>
            </a:r>
            <a:r>
              <a:rPr kumimoji="0" lang="zh-CN" altLang="en-US" sz="32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itchFamily="2" charset="-122"/>
              </a:rPr>
              <a:t>克拉美</a:t>
            </a:r>
            <a:r>
              <a:rPr kumimoji="0" lang="zh-CN" altLang="en-US" sz="32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（</a:t>
            </a:r>
            <a:r>
              <a:rPr kumimoji="0" lang="en-US" altLang="zh-CN" sz="3200" b="1" i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Rao – Cramer</a:t>
            </a:r>
            <a:r>
              <a:rPr kumimoji="0" lang="zh-CN" altLang="en-US" sz="32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）</a:t>
            </a:r>
            <a:r>
              <a:rPr kumimoji="0" lang="zh-CN" altLang="en-US" sz="32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itchFamily="2" charset="-122"/>
              </a:rPr>
              <a:t>不等式</a:t>
            </a:r>
            <a:endParaRPr kumimoji="0" lang="zh-CN" altLang="en-US" sz="3200" b="1" i="1">
              <a:solidFill>
                <a:srgbClr val="FF33CC"/>
              </a:solidFill>
              <a:effectLst>
                <a:outerShdw blurRad="38100" dist="38100" dir="2700000" algn="tl">
                  <a:srgbClr val="C0C0C0"/>
                </a:outerShdw>
              </a:effectLst>
              <a:ea typeface="黑体" pitchFamily="2" charset="-122"/>
            </a:endParaRPr>
          </a:p>
        </p:txBody>
      </p:sp>
      <p:grpSp>
        <p:nvGrpSpPr>
          <p:cNvPr id="361475" name="Group 3"/>
          <p:cNvGrpSpPr>
            <a:grpSpLocks/>
          </p:cNvGrpSpPr>
          <p:nvPr/>
        </p:nvGrpSpPr>
        <p:grpSpPr bwMode="auto">
          <a:xfrm>
            <a:off x="684214" y="735807"/>
            <a:ext cx="5404965" cy="584597"/>
            <a:chOff x="0" y="0"/>
            <a:chExt cx="3094" cy="491"/>
          </a:xfrm>
        </p:grpSpPr>
        <p:sp>
          <p:nvSpPr>
            <p:cNvPr id="184337" name="Text Box 4"/>
            <p:cNvSpPr txBox="1">
              <a:spLocks noChangeArrowheads="1"/>
            </p:cNvSpPr>
            <p:nvPr/>
          </p:nvSpPr>
          <p:spPr bwMode="auto">
            <a:xfrm>
              <a:off x="0" y="0"/>
              <a:ext cx="342" cy="4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0" lang="zh-CN" altLang="en-US" sz="3200" b="1">
                  <a:ea typeface="楷体_GB2312" pitchFamily="49" charset="-122"/>
                </a:rPr>
                <a:t>若</a:t>
              </a:r>
            </a:p>
          </p:txBody>
        </p:sp>
        <p:graphicFrame>
          <p:nvGraphicFramePr>
            <p:cNvPr id="184338" name="Object 5"/>
            <p:cNvGraphicFramePr>
              <a:graphicFrameLocks noChangeAspect="1"/>
            </p:cNvGraphicFramePr>
            <p:nvPr/>
          </p:nvGraphicFramePr>
          <p:xfrm>
            <a:off x="356" y="18"/>
            <a:ext cx="200" cy="3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656" r:id="rId3" imgW="126945" imgH="215806" progId="Equation.3">
                    <p:embed/>
                  </p:oleObj>
                </mc:Choice>
                <mc:Fallback>
                  <p:oleObj r:id="rId3" imgW="126945" imgH="215806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6" y="18"/>
                          <a:ext cx="200" cy="3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1478" name="Text Box 6"/>
            <p:cNvSpPr txBox="1">
              <a:spLocks noChangeArrowheads="1"/>
            </p:cNvSpPr>
            <p:nvPr/>
          </p:nvSpPr>
          <p:spPr bwMode="auto">
            <a:xfrm>
              <a:off x="576" y="43"/>
              <a:ext cx="2518" cy="4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kumimoji="0" lang="zh-CN" altLang="en-US" sz="2800" b="1">
                  <a:ea typeface="楷体_GB2312" pitchFamily="49" charset="-122"/>
                </a:rPr>
                <a:t>是参数 </a:t>
              </a:r>
              <a:r>
                <a:rPr kumimoji="0" lang="zh-CN" altLang="en-US" sz="2800" b="1" i="1">
                  <a:effectLst>
                    <a:outerShdw blurRad="38100" dist="38100" dir="2700000" algn="tl">
                      <a:srgbClr val="C0C0C0"/>
                    </a:outerShdw>
                  </a:effectLst>
                  <a:ea typeface="楷体_GB2312" pitchFamily="49" charset="-122"/>
                  <a:sym typeface="Symbol" pitchFamily="18" charset="2"/>
                </a:rPr>
                <a:t> </a:t>
              </a:r>
              <a:r>
                <a:rPr kumimoji="0" lang="zh-CN" altLang="en-US" sz="2800" b="1">
                  <a:ea typeface="楷体_GB2312" pitchFamily="49" charset="-122"/>
                  <a:sym typeface="Symbol" pitchFamily="18" charset="2"/>
                </a:rPr>
                <a:t> </a:t>
              </a:r>
              <a:r>
                <a:rPr kumimoji="0" lang="zh-CN" altLang="en-US" sz="2800" b="1">
                  <a:ea typeface="楷体_GB2312" pitchFamily="49" charset="-122"/>
                </a:rPr>
                <a:t>的无偏估计量</a:t>
              </a:r>
              <a:r>
                <a:rPr kumimoji="0" lang="en-US" altLang="zh-CN" sz="2800" b="1">
                  <a:ea typeface="楷体_GB2312" pitchFamily="49" charset="-122"/>
                </a:rPr>
                <a:t>, </a:t>
              </a:r>
              <a:r>
                <a:rPr kumimoji="0" lang="zh-CN" altLang="en-US" sz="2800" b="1">
                  <a:ea typeface="楷体_GB2312" pitchFamily="49" charset="-122"/>
                </a:rPr>
                <a:t>则</a:t>
              </a:r>
            </a:p>
          </p:txBody>
        </p:sp>
      </p:grpSp>
      <p:graphicFrame>
        <p:nvGraphicFramePr>
          <p:cNvPr id="361479" name="Object 7"/>
          <p:cNvGraphicFramePr>
            <a:graphicFrameLocks noChangeAspect="1"/>
          </p:cNvGraphicFramePr>
          <p:nvPr/>
        </p:nvGraphicFramePr>
        <p:xfrm>
          <a:off x="900113" y="1221582"/>
          <a:ext cx="5675312" cy="13406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7" r:id="rId5" imgW="2361175" imgH="672808" progId="Equation.3">
                  <p:embed/>
                </p:oleObj>
              </mc:Choice>
              <mc:Fallback>
                <p:oleObj r:id="rId5" imgW="2361175" imgH="67280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1221582"/>
                        <a:ext cx="5675312" cy="13406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61480" name="Group 8"/>
          <p:cNvGrpSpPr>
            <a:grpSpLocks/>
          </p:cNvGrpSpPr>
          <p:nvPr/>
        </p:nvGrpSpPr>
        <p:grpSpPr bwMode="auto">
          <a:xfrm>
            <a:off x="1" y="2571750"/>
            <a:ext cx="8899525" cy="522685"/>
            <a:chOff x="0" y="0"/>
            <a:chExt cx="5606" cy="439"/>
          </a:xfrm>
        </p:grpSpPr>
        <p:sp>
          <p:nvSpPr>
            <p:cNvPr id="184335" name="Text Box 9"/>
            <p:cNvSpPr txBox="1">
              <a:spLocks noChangeArrowheads="1"/>
            </p:cNvSpPr>
            <p:nvPr/>
          </p:nvSpPr>
          <p:spPr bwMode="auto">
            <a:xfrm>
              <a:off x="0" y="0"/>
              <a:ext cx="5353" cy="4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kumimoji="0" lang="zh-CN" altLang="en-US" sz="2800" b="1">
                  <a:ea typeface="楷体_GB2312" pitchFamily="49" charset="-122"/>
                </a:rPr>
                <a:t>其中 </a:t>
              </a:r>
              <a:r>
                <a:rPr kumimoji="0" lang="zh-CN" altLang="en-US" sz="2800" b="1" i="1">
                  <a:ea typeface="楷体_GB2312" pitchFamily="49" charset="-122"/>
                </a:rPr>
                <a:t>p ( x , </a:t>
              </a:r>
              <a:r>
                <a:rPr kumimoji="0" lang="zh-CN" altLang="en-US" sz="2800" b="1" i="1">
                  <a:ea typeface="楷体_GB2312" pitchFamily="49" charset="-122"/>
                  <a:sym typeface="Symbol" pitchFamily="18" charset="2"/>
                </a:rPr>
                <a:t> </a:t>
              </a:r>
              <a:r>
                <a:rPr kumimoji="0" lang="zh-CN" altLang="en-US" sz="2800" b="1" i="1">
                  <a:ea typeface="楷体_GB2312" pitchFamily="49" charset="-122"/>
                </a:rPr>
                <a:t>)</a:t>
              </a:r>
              <a:r>
                <a:rPr kumimoji="0" lang="zh-CN" altLang="en-US" sz="2800" b="1">
                  <a:ea typeface="楷体_GB2312" pitchFamily="49" charset="-122"/>
                </a:rPr>
                <a:t> 是 总体 X 的分布律或概率密度，称</a:t>
              </a:r>
            </a:p>
          </p:txBody>
        </p:sp>
        <p:graphicFrame>
          <p:nvGraphicFramePr>
            <p:cNvPr id="184336" name="Object 10"/>
            <p:cNvGraphicFramePr>
              <a:graphicFrameLocks noChangeAspect="1"/>
            </p:cNvGraphicFramePr>
            <p:nvPr/>
          </p:nvGraphicFramePr>
          <p:xfrm>
            <a:off x="5012" y="0"/>
            <a:ext cx="594" cy="3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658" r:id="rId7" imgW="444693" imgH="228699" progId="Equation.3">
                    <p:embed/>
                  </p:oleObj>
                </mc:Choice>
                <mc:Fallback>
                  <p:oleObj r:id="rId7" imgW="444693" imgH="22869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12" y="0"/>
                          <a:ext cx="594" cy="3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61483" name="Group 11"/>
          <p:cNvGrpSpPr>
            <a:grpSpLocks/>
          </p:cNvGrpSpPr>
          <p:nvPr/>
        </p:nvGrpSpPr>
        <p:grpSpPr bwMode="auto">
          <a:xfrm>
            <a:off x="1" y="3921919"/>
            <a:ext cx="8556625" cy="652463"/>
            <a:chOff x="0" y="0"/>
            <a:chExt cx="5232" cy="548"/>
          </a:xfrm>
        </p:grpSpPr>
        <p:sp>
          <p:nvSpPr>
            <p:cNvPr id="184333" name="Text Box 12"/>
            <p:cNvSpPr txBox="1">
              <a:spLocks noChangeArrowheads="1"/>
            </p:cNvSpPr>
            <p:nvPr/>
          </p:nvSpPr>
          <p:spPr bwMode="auto">
            <a:xfrm>
              <a:off x="0" y="0"/>
              <a:ext cx="5232" cy="5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30000"/>
                </a:lnSpc>
              </a:pPr>
              <a:r>
                <a:rPr kumimoji="0" lang="zh-CN" altLang="en-US" sz="2800" b="1">
                  <a:ea typeface="楷体_GB2312" pitchFamily="49" charset="-122"/>
                </a:rPr>
                <a:t>计量</a:t>
              </a:r>
              <a:r>
                <a:rPr kumimoji="0" lang="en-US" altLang="zh-CN" sz="2800" b="1">
                  <a:ea typeface="楷体_GB2312" pitchFamily="49" charset="-122"/>
                </a:rPr>
                <a:t>, </a:t>
              </a:r>
              <a:r>
                <a:rPr kumimoji="0" lang="zh-CN" altLang="en-US" sz="2800" b="1">
                  <a:ea typeface="楷体_GB2312" pitchFamily="49" charset="-122"/>
                </a:rPr>
                <a:t>此时称    为最有效的估计量</a:t>
              </a:r>
              <a:r>
                <a:rPr kumimoji="0" lang="en-US" altLang="zh-CN" sz="2800" b="1">
                  <a:ea typeface="楷体_GB2312" pitchFamily="49" charset="-122"/>
                </a:rPr>
                <a:t>,  </a:t>
              </a:r>
              <a:r>
                <a:rPr kumimoji="0" lang="zh-CN" altLang="en-US" sz="2800" b="1">
                  <a:ea typeface="楷体_GB2312" pitchFamily="49" charset="-122"/>
                </a:rPr>
                <a:t>简称有效估计量</a:t>
              </a:r>
              <a:r>
                <a:rPr kumimoji="0" lang="en-US" altLang="zh-CN" sz="2800" b="1">
                  <a:ea typeface="楷体_GB2312" pitchFamily="49" charset="-122"/>
                </a:rPr>
                <a:t>.</a:t>
              </a:r>
            </a:p>
          </p:txBody>
        </p:sp>
        <p:graphicFrame>
          <p:nvGraphicFramePr>
            <p:cNvPr id="184334" name="Object 13"/>
            <p:cNvGraphicFramePr>
              <a:graphicFrameLocks noChangeAspect="1"/>
            </p:cNvGraphicFramePr>
            <p:nvPr/>
          </p:nvGraphicFramePr>
          <p:xfrm>
            <a:off x="1316" y="46"/>
            <a:ext cx="201" cy="3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659" r:id="rId9" imgW="126945" imgH="215806" progId="Equation.3">
                    <p:embed/>
                  </p:oleObj>
                </mc:Choice>
                <mc:Fallback>
                  <p:oleObj r:id="rId9" imgW="126945" imgH="215806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16" y="46"/>
                          <a:ext cx="201" cy="3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61486" name="Rectangle 14"/>
          <p:cNvSpPr>
            <a:spLocks noChangeArrowheads="1"/>
          </p:cNvSpPr>
          <p:nvPr/>
        </p:nvSpPr>
        <p:spPr bwMode="auto">
          <a:xfrm>
            <a:off x="1" y="3003947"/>
            <a:ext cx="24449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0" lang="zh-CN" altLang="en-US" sz="2800" b="1">
                <a:ea typeface="楷体_GB2312" pitchFamily="49" charset="-122"/>
              </a:rPr>
              <a:t>为方差的下界</a:t>
            </a:r>
            <a:r>
              <a:rPr kumimoji="0" lang="en-US" altLang="zh-CN" sz="2800" b="1">
                <a:ea typeface="楷体_GB2312" pitchFamily="49" charset="-122"/>
              </a:rPr>
              <a:t>.</a:t>
            </a:r>
          </a:p>
        </p:txBody>
      </p:sp>
      <p:grpSp>
        <p:nvGrpSpPr>
          <p:cNvPr id="361487" name="Group 15"/>
          <p:cNvGrpSpPr>
            <a:grpSpLocks/>
          </p:cNvGrpSpPr>
          <p:nvPr/>
        </p:nvGrpSpPr>
        <p:grpSpPr bwMode="auto">
          <a:xfrm>
            <a:off x="395288" y="3489722"/>
            <a:ext cx="8748712" cy="522685"/>
            <a:chOff x="0" y="0"/>
            <a:chExt cx="5511" cy="439"/>
          </a:xfrm>
        </p:grpSpPr>
        <p:grpSp>
          <p:nvGrpSpPr>
            <p:cNvPr id="184329" name="Group 16"/>
            <p:cNvGrpSpPr>
              <a:grpSpLocks/>
            </p:cNvGrpSpPr>
            <p:nvPr/>
          </p:nvGrpSpPr>
          <p:grpSpPr bwMode="auto">
            <a:xfrm>
              <a:off x="0" y="0"/>
              <a:ext cx="5511" cy="439"/>
              <a:chOff x="0" y="0"/>
              <a:chExt cx="5511" cy="439"/>
            </a:xfrm>
          </p:grpSpPr>
          <p:sp>
            <p:nvSpPr>
              <p:cNvPr id="361489" name="Rectangle 1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5511" cy="43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kumimoji="0" lang="zh-CN" altLang="en-US" sz="2800" b="1">
                    <a:ea typeface="楷体_GB2312" pitchFamily="49" charset="-122"/>
                  </a:rPr>
                  <a:t>当                      时</a:t>
                </a:r>
                <a:r>
                  <a:rPr kumimoji="0" lang="en-US" altLang="zh-CN" sz="2800" b="1">
                    <a:ea typeface="楷体_GB2312" pitchFamily="49" charset="-122"/>
                  </a:rPr>
                  <a:t>, </a:t>
                </a:r>
                <a:r>
                  <a:rPr kumimoji="0" lang="zh-CN" altLang="en-US" sz="2800" b="1">
                    <a:ea typeface="楷体_GB2312" pitchFamily="49" charset="-122"/>
                  </a:rPr>
                  <a:t>称      为</a:t>
                </a:r>
                <a:r>
                  <a:rPr kumimoji="0" lang="zh-CN" altLang="en-US" sz="2800" b="1" i="1">
                    <a:effectLst>
                      <a:outerShdw blurRad="38100" dist="38100" dir="2700000" algn="tl">
                        <a:srgbClr val="C0C0C0"/>
                      </a:outerShdw>
                    </a:effectLst>
                    <a:ea typeface="楷体_GB2312" pitchFamily="49" charset="-122"/>
                    <a:sym typeface="Symbol" pitchFamily="18" charset="2"/>
                  </a:rPr>
                  <a:t> </a:t>
                </a:r>
                <a:r>
                  <a:rPr kumimoji="0" lang="zh-CN" altLang="en-US" sz="2800" b="1">
                    <a:ea typeface="楷体_GB2312" pitchFamily="49" charset="-122"/>
                    <a:sym typeface="Symbol" pitchFamily="18" charset="2"/>
                  </a:rPr>
                  <a:t>的</a:t>
                </a:r>
                <a:r>
                  <a:rPr kumimoji="0" lang="zh-CN" altLang="en-US" sz="2800" b="1">
                    <a:ea typeface="楷体_GB2312" pitchFamily="49" charset="-122"/>
                  </a:rPr>
                  <a:t>达到方差下界的无偏估</a:t>
                </a:r>
              </a:p>
            </p:txBody>
          </p:sp>
          <p:graphicFrame>
            <p:nvGraphicFramePr>
              <p:cNvPr id="184332" name="Object 18"/>
              <p:cNvGraphicFramePr>
                <a:graphicFrameLocks noChangeAspect="1"/>
              </p:cNvGraphicFramePr>
              <p:nvPr/>
            </p:nvGraphicFramePr>
            <p:xfrm>
              <a:off x="2132" y="0"/>
              <a:ext cx="227" cy="3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7660" r:id="rId11" imgW="126945" imgH="215806" progId="Equation.3">
                      <p:embed/>
                    </p:oleObj>
                  </mc:Choice>
                  <mc:Fallback>
                    <p:oleObj r:id="rId11" imgW="126945" imgH="215806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132" y="0"/>
                            <a:ext cx="227" cy="3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184330" name="Object 19"/>
            <p:cNvGraphicFramePr>
              <a:graphicFrameLocks noChangeAspect="1"/>
            </p:cNvGraphicFramePr>
            <p:nvPr/>
          </p:nvGraphicFramePr>
          <p:xfrm>
            <a:off x="378" y="0"/>
            <a:ext cx="1182" cy="3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661" r:id="rId13" imgW="914003" imgH="253890" progId="Equation.3">
                    <p:embed/>
                  </p:oleObj>
                </mc:Choice>
                <mc:Fallback>
                  <p:oleObj r:id="rId13" imgW="914003" imgH="25389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8" y="0"/>
                          <a:ext cx="1182" cy="3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781151698"/>
      </p:ext>
    </p:extLst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1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61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" dur="1000"/>
                                        <p:tgtEl>
                                          <p:spTgt spid="361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361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361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61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61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1474" grpId="0" autoUpdateAnimBg="0"/>
      <p:bldP spid="361486" grpId="0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250" name="矩形 565249">
            <a:extLst>
              <a:ext uri="{FF2B5EF4-FFF2-40B4-BE49-F238E27FC236}">
                <a16:creationId xmlns:a16="http://schemas.microsoft.com/office/drawing/2014/main" id="{A4874509-CD9A-4E00-BFF0-2CDE51291F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3860" y="1951435"/>
            <a:ext cx="4591050" cy="539353"/>
          </a:xfrm>
          <a:prstGeom prst="rect">
            <a:avLst/>
          </a:prstGeom>
          <a:solidFill>
            <a:srgbClr val="FFFF99"/>
          </a:solidFill>
          <a:ln w="19050">
            <a:solidFill>
              <a:srgbClr val="E3F2AC"/>
            </a:solidFill>
            <a:miter lim="800000"/>
            <a:headEnd/>
            <a:tailEnd type="none" w="med" len="lg"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/>
          <a:lstStyle/>
          <a:p>
            <a:endParaRPr lang="zh-CN" altLang="en-US" sz="1350"/>
          </a:p>
        </p:txBody>
      </p:sp>
      <p:graphicFrame>
        <p:nvGraphicFramePr>
          <p:cNvPr id="565251" name="内容占位符 565250">
            <a:extLst>
              <a:ext uri="{FF2B5EF4-FFF2-40B4-BE49-F238E27FC236}">
                <a16:creationId xmlns:a16="http://schemas.microsoft.com/office/drawing/2014/main" id="{5C2082AA-C6B5-4531-ADA1-30E964E557CB}"/>
              </a:ext>
            </a:extLst>
          </p:cNvPr>
          <p:cNvGraphicFramePr>
            <a:graphicFrameLocks noGrp="1"/>
          </p:cNvGraphicFramePr>
          <p:nvPr>
            <p:ph sz="half" idx="4294967295"/>
          </p:nvPr>
        </p:nvGraphicFramePr>
        <p:xfrm>
          <a:off x="2303860" y="1196579"/>
          <a:ext cx="4914900" cy="4298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80" r:id="rId3" imgW="2754704" imgH="241195" progId="Equation.DSMT4">
                  <p:embed/>
                </p:oleObj>
              </mc:Choice>
              <mc:Fallback>
                <p:oleObj r:id="rId3" imgW="2754704" imgH="241195" progId="Equation.DSMT4">
                  <p:embed/>
                  <p:pic>
                    <p:nvPicPr>
                      <p:cNvPr id="565251" name="内容占位符 565250">
                        <a:extLst>
                          <a:ext uri="{FF2B5EF4-FFF2-40B4-BE49-F238E27FC236}">
                            <a16:creationId xmlns:a16="http://schemas.microsoft.com/office/drawing/2014/main" id="{5C2082AA-C6B5-4531-ADA1-30E964E557C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3860" y="1196579"/>
                        <a:ext cx="4914900" cy="4298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5252" name="内容占位符 565251">
            <a:extLst>
              <a:ext uri="{FF2B5EF4-FFF2-40B4-BE49-F238E27FC236}">
                <a16:creationId xmlns:a16="http://schemas.microsoft.com/office/drawing/2014/main" id="{0A6DC1F1-40C3-44CF-9027-AD29BDCD08E5}"/>
              </a:ext>
            </a:extLst>
          </p:cNvPr>
          <p:cNvGraphicFramePr>
            <a:graphicFrameLocks noGrp="1"/>
          </p:cNvGraphicFramePr>
          <p:nvPr>
            <p:ph sz="quarter" idx="4294967295"/>
          </p:nvPr>
        </p:nvGraphicFramePr>
        <p:xfrm>
          <a:off x="2580085" y="1950244"/>
          <a:ext cx="2100263" cy="5131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81" r:id="rId5" imgW="1345032" imgH="304536" progId="Equation.DSMT4">
                  <p:embed/>
                </p:oleObj>
              </mc:Choice>
              <mc:Fallback>
                <p:oleObj r:id="rId5" imgW="1345032" imgH="304536" progId="Equation.DSMT4">
                  <p:embed/>
                  <p:pic>
                    <p:nvPicPr>
                      <p:cNvPr id="565252" name="内容占位符 565251">
                        <a:extLst>
                          <a:ext uri="{FF2B5EF4-FFF2-40B4-BE49-F238E27FC236}">
                            <a16:creationId xmlns:a16="http://schemas.microsoft.com/office/drawing/2014/main" id="{0A6DC1F1-40C3-44CF-9027-AD29BDCD08E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0085" y="1950244"/>
                        <a:ext cx="2100263" cy="5131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5253" name="文本框 565252">
            <a:extLst>
              <a:ext uri="{FF2B5EF4-FFF2-40B4-BE49-F238E27FC236}">
                <a16:creationId xmlns:a16="http://schemas.microsoft.com/office/drawing/2014/main" id="{22AEC813-93DA-4563-8340-E3A69712F0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3044" y="525066"/>
            <a:ext cx="2107406" cy="4979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lnSpc>
                <a:spcPct val="120000"/>
              </a:lnSpc>
              <a:spcBef>
                <a:spcPct val="50000"/>
              </a:spcBef>
            </a:pPr>
            <a:r>
              <a:rPr lang="zh-CN" altLang="en-US" sz="2400" b="1" u="sng">
                <a:solidFill>
                  <a:srgbClr val="3366FF"/>
                </a:solidFill>
                <a:latin typeface="楷体_GB2312" pitchFamily="49" charset="-122"/>
                <a:ea typeface="楷体_GB2312" pitchFamily="49" charset="-122"/>
              </a:rPr>
              <a:t>三 一致性</a:t>
            </a:r>
          </a:p>
        </p:txBody>
      </p:sp>
      <p:sp>
        <p:nvSpPr>
          <p:cNvPr id="565254" name="文本框 565253">
            <a:extLst>
              <a:ext uri="{FF2B5EF4-FFF2-40B4-BE49-F238E27FC236}">
                <a16:creationId xmlns:a16="http://schemas.microsoft.com/office/drawing/2014/main" id="{F37708FC-4A94-4A6C-A09C-B8004EB581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3717" y="1194198"/>
            <a:ext cx="1431131" cy="394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7500" tIns="35100" rIns="67500" bIns="3510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>
              <a:spcBef>
                <a:spcPct val="20000"/>
              </a:spcBef>
              <a:buClr>
                <a:schemeClr val="tx1"/>
              </a:buClr>
              <a:buSzPct val="80000"/>
              <a:buFontTx/>
              <a:buNone/>
            </a:pPr>
            <a:r>
              <a:rPr lang="zh-CN" altLang="en-US" sz="2100" b="1">
                <a:solidFill>
                  <a:srgbClr val="3366FF"/>
                </a:solidFill>
              </a:rPr>
              <a:t>定义</a:t>
            </a:r>
          </a:p>
        </p:txBody>
      </p:sp>
      <p:grpSp>
        <p:nvGrpSpPr>
          <p:cNvPr id="565255" name="组合 565254">
            <a:extLst>
              <a:ext uri="{FF2B5EF4-FFF2-40B4-BE49-F238E27FC236}">
                <a16:creationId xmlns:a16="http://schemas.microsoft.com/office/drawing/2014/main" id="{545E20A1-CAAA-4E91-98B5-B5D3E9784893}"/>
              </a:ext>
            </a:extLst>
          </p:cNvPr>
          <p:cNvGrpSpPr>
            <a:grpSpLocks/>
          </p:cNvGrpSpPr>
          <p:nvPr/>
        </p:nvGrpSpPr>
        <p:grpSpPr bwMode="auto">
          <a:xfrm>
            <a:off x="1601392" y="2793208"/>
            <a:ext cx="3171825" cy="404813"/>
            <a:chOff x="385" y="1743"/>
            <a:chExt cx="2664" cy="340"/>
          </a:xfrm>
        </p:grpSpPr>
        <p:sp>
          <p:nvSpPr>
            <p:cNvPr id="43015" name="文本框 565255">
              <a:extLst>
                <a:ext uri="{FF2B5EF4-FFF2-40B4-BE49-F238E27FC236}">
                  <a16:creationId xmlns:a16="http://schemas.microsoft.com/office/drawing/2014/main" id="{A8BBF687-F76C-4484-9DAE-74FFB4F836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5" y="1752"/>
              <a:ext cx="2664" cy="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7500" tIns="35100" rIns="67500" bIns="351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lvl="1">
                <a:spcBef>
                  <a:spcPct val="20000"/>
                </a:spcBef>
                <a:buClr>
                  <a:schemeClr val="tx1"/>
                </a:buClr>
                <a:buSzPct val="80000"/>
                <a:buFontTx/>
                <a:buNone/>
              </a:pPr>
              <a:r>
                <a:rPr lang="zh-CN" altLang="en-US" sz="2100" b="1">
                  <a:solidFill>
                    <a:schemeClr val="tx2"/>
                  </a:solidFill>
                </a:rPr>
                <a:t>则称        </a:t>
              </a:r>
              <a:r>
                <a:rPr lang="zh-CN" altLang="en-US" sz="2100" b="1">
                  <a:solidFill>
                    <a:srgbClr val="FF0000"/>
                  </a:solidFill>
                </a:rPr>
                <a:t>一致估计量</a:t>
              </a:r>
              <a:r>
                <a:rPr lang="en-US" altLang="zh-CN" sz="2100" b="1"/>
                <a:t>.</a:t>
              </a:r>
            </a:p>
          </p:txBody>
        </p:sp>
        <p:graphicFrame>
          <p:nvGraphicFramePr>
            <p:cNvPr id="43016" name="对象 565256">
              <a:extLst>
                <a:ext uri="{FF2B5EF4-FFF2-40B4-BE49-F238E27FC236}">
                  <a16:creationId xmlns:a16="http://schemas.microsoft.com/office/drawing/2014/main" id="{909EE7F5-66BB-45C0-9203-779794E54392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1157" y="1743"/>
            <a:ext cx="544" cy="3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682" r:id="rId7" imgW="380835" imgH="228501" progId="Equation.DSMT4">
                    <p:embed/>
                  </p:oleObj>
                </mc:Choice>
                <mc:Fallback>
                  <p:oleObj r:id="rId7" imgW="380835" imgH="228501" progId="Equation.DSMT4">
                    <p:embed/>
                    <p:pic>
                      <p:nvPicPr>
                        <p:cNvPr id="43016" name="对象 565256">
                          <a:extLst>
                            <a:ext uri="{FF2B5EF4-FFF2-40B4-BE49-F238E27FC236}">
                              <a16:creationId xmlns:a16="http://schemas.microsoft.com/office/drawing/2014/main" id="{909EE7F5-66BB-45C0-9203-779794E54392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57" y="1743"/>
                          <a:ext cx="544" cy="3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65258" name="文本框 565257">
            <a:extLst>
              <a:ext uri="{FF2B5EF4-FFF2-40B4-BE49-F238E27FC236}">
                <a16:creationId xmlns:a16="http://schemas.microsoft.com/office/drawing/2014/main" id="{002F5DDA-368B-4FF4-9F00-9FC721BFDD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6160" y="3479006"/>
            <a:ext cx="1922013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3500" rIns="135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100" b="1">
                <a:solidFill>
                  <a:srgbClr val="FF3300"/>
                </a:solidFill>
                <a:latin typeface="Times New Roman" panose="02020603050405020304" pitchFamily="18" charset="0"/>
              </a:rPr>
              <a:t>例</a:t>
            </a:r>
            <a:r>
              <a:rPr lang="zh-CN" altLang="en-US" sz="2100">
                <a:solidFill>
                  <a:srgbClr val="FF33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100">
                <a:latin typeface="Times New Roman" panose="02020603050405020304" pitchFamily="18" charset="0"/>
              </a:rPr>
              <a:t>   </a:t>
            </a:r>
            <a:r>
              <a:rPr lang="zh-CN" altLang="en-US" sz="2100" b="1">
                <a:latin typeface="Times New Roman" panose="02020603050405020304" pitchFamily="18" charset="0"/>
              </a:rPr>
              <a:t>由大数定律</a:t>
            </a:r>
          </a:p>
        </p:txBody>
      </p:sp>
      <p:graphicFrame>
        <p:nvGraphicFramePr>
          <p:cNvPr id="565259" name="对象 565258">
            <a:extLst>
              <a:ext uri="{FF2B5EF4-FFF2-40B4-BE49-F238E27FC236}">
                <a16:creationId xmlns:a16="http://schemas.microsoft.com/office/drawing/2014/main" id="{03AF7E5C-7BAA-4426-8E60-219246EA672E}"/>
              </a:ext>
            </a:extLst>
          </p:cNvPr>
          <p:cNvGraphicFramePr>
            <a:graphicFrameLocks/>
          </p:cNvGraphicFramePr>
          <p:nvPr/>
        </p:nvGraphicFramePr>
        <p:xfrm>
          <a:off x="3659981" y="3477816"/>
          <a:ext cx="2153841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83" r:id="rId9" imgW="1383099" imgH="304536" progId="Equation.DSMT4">
                  <p:embed/>
                </p:oleObj>
              </mc:Choice>
              <mc:Fallback>
                <p:oleObj r:id="rId9" imgW="1383099" imgH="304536" progId="Equation.DSMT4">
                  <p:embed/>
                  <p:pic>
                    <p:nvPicPr>
                      <p:cNvPr id="565259" name="对象 565258">
                        <a:extLst>
                          <a:ext uri="{FF2B5EF4-FFF2-40B4-BE49-F238E27FC236}">
                            <a16:creationId xmlns:a16="http://schemas.microsoft.com/office/drawing/2014/main" id="{03AF7E5C-7BAA-4426-8E60-219246EA672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9981" y="3477816"/>
                        <a:ext cx="2153841" cy="471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65260" name="组合 565259">
            <a:extLst>
              <a:ext uri="{FF2B5EF4-FFF2-40B4-BE49-F238E27FC236}">
                <a16:creationId xmlns:a16="http://schemas.microsoft.com/office/drawing/2014/main" id="{09E333FB-A200-4D7D-A532-B26D83F3BA30}"/>
              </a:ext>
            </a:extLst>
          </p:cNvPr>
          <p:cNvGrpSpPr>
            <a:grpSpLocks/>
          </p:cNvGrpSpPr>
          <p:nvPr/>
        </p:nvGrpSpPr>
        <p:grpSpPr bwMode="auto">
          <a:xfrm>
            <a:off x="1926431" y="4111225"/>
            <a:ext cx="5130404" cy="415527"/>
            <a:chOff x="658" y="2840"/>
            <a:chExt cx="4309" cy="349"/>
          </a:xfrm>
        </p:grpSpPr>
        <p:sp>
          <p:nvSpPr>
            <p:cNvPr id="43020" name="文本框 565260">
              <a:extLst>
                <a:ext uri="{FF2B5EF4-FFF2-40B4-BE49-F238E27FC236}">
                  <a16:creationId xmlns:a16="http://schemas.microsoft.com/office/drawing/2014/main" id="{B2AADB01-B1C9-432D-9DB8-7AC16E8B8D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8" y="2840"/>
              <a:ext cx="4309" cy="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100" b="1">
                  <a:latin typeface="Times New Roman" panose="02020603050405020304" pitchFamily="18" charset="0"/>
                </a:rPr>
                <a:t>知样本均值     是总体均值</a:t>
              </a:r>
              <a:r>
                <a:rPr lang="zh-CN" altLang="en-US" sz="21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</a:t>
              </a:r>
              <a:r>
                <a:rPr lang="zh-CN" altLang="en-US" sz="2100" b="1">
                  <a:latin typeface="Times New Roman" panose="02020603050405020304" pitchFamily="18" charset="0"/>
                </a:rPr>
                <a:t>的一致估计。</a:t>
              </a:r>
            </a:p>
          </p:txBody>
        </p:sp>
        <p:graphicFrame>
          <p:nvGraphicFramePr>
            <p:cNvPr id="43021" name="对象 565261">
              <a:extLst>
                <a:ext uri="{FF2B5EF4-FFF2-40B4-BE49-F238E27FC236}">
                  <a16:creationId xmlns:a16="http://schemas.microsoft.com/office/drawing/2014/main" id="{85AA51B2-F296-4E56-A819-0964DB9D7A19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1823" y="2851"/>
            <a:ext cx="250" cy="2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684" r:id="rId11" imgW="177492" imgH="190170" progId="Equation.DSMT4">
                    <p:embed/>
                  </p:oleObj>
                </mc:Choice>
                <mc:Fallback>
                  <p:oleObj r:id="rId11" imgW="177492" imgH="190170" progId="Equation.DSMT4">
                    <p:embed/>
                    <p:pic>
                      <p:nvPicPr>
                        <p:cNvPr id="43021" name="对象 565261">
                          <a:extLst>
                            <a:ext uri="{FF2B5EF4-FFF2-40B4-BE49-F238E27FC236}">
                              <a16:creationId xmlns:a16="http://schemas.microsoft.com/office/drawing/2014/main" id="{85AA51B2-F296-4E56-A819-0964DB9D7A19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23" y="2851"/>
                          <a:ext cx="250" cy="2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65263" name="内容占位符 565262">
            <a:extLst>
              <a:ext uri="{FF2B5EF4-FFF2-40B4-BE49-F238E27FC236}">
                <a16:creationId xmlns:a16="http://schemas.microsoft.com/office/drawing/2014/main" id="{2B72DB9D-CB71-4F15-8D3C-C67A0E7FD433}"/>
              </a:ext>
            </a:extLst>
          </p:cNvPr>
          <p:cNvGraphicFramePr>
            <a:graphicFrameLocks noGrp="1"/>
          </p:cNvGraphicFramePr>
          <p:nvPr>
            <p:ph sz="quarter" idx="4294967295"/>
          </p:nvPr>
        </p:nvGraphicFramePr>
        <p:xfrm>
          <a:off x="5543550" y="1926432"/>
          <a:ext cx="809625" cy="4560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85" r:id="rId13" imgW="761669" imgH="342751" progId="Equation.3">
                  <p:embed/>
                </p:oleObj>
              </mc:Choice>
              <mc:Fallback>
                <p:oleObj r:id="rId13" imgW="761669" imgH="342751" progId="Equation.3">
                  <p:embed/>
                  <p:pic>
                    <p:nvPicPr>
                      <p:cNvPr id="565263" name="内容占位符 565262">
                        <a:extLst>
                          <a:ext uri="{FF2B5EF4-FFF2-40B4-BE49-F238E27FC236}">
                            <a16:creationId xmlns:a16="http://schemas.microsoft.com/office/drawing/2014/main" id="{2B72DB9D-CB71-4F15-8D3C-C67A0E7FD43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43550" y="1926432"/>
                        <a:ext cx="809625" cy="4560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5652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375"/>
                            </p:stCondLst>
                            <p:childTnLst>
                              <p:par>
                                <p:cTn id="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652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652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65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565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652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652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65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565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652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652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65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75"/>
                                        <p:tgtEl>
                                          <p:spTgt spid="5652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75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65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652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5652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5253" grpId="0" build="p"/>
      <p:bldP spid="565254" grpId="0"/>
      <p:bldP spid="565258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274" name="文本框 566273">
            <a:extLst>
              <a:ext uri="{FF2B5EF4-FFF2-40B4-BE49-F238E27FC236}">
                <a16:creationId xmlns:a16="http://schemas.microsoft.com/office/drawing/2014/main" id="{D5DC4700-8901-4BAE-BDC5-2A61FF8D72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3044" y="789385"/>
            <a:ext cx="5867004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3500" rIns="135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100" b="1">
                <a:solidFill>
                  <a:srgbClr val="FF3300"/>
                </a:solidFill>
                <a:latin typeface="Times New Roman" panose="02020603050405020304" pitchFamily="18" charset="0"/>
              </a:rPr>
              <a:t>例   </a:t>
            </a:r>
            <a:r>
              <a:rPr lang="zh-CN" altLang="en-US" sz="2100" b="1">
                <a:latin typeface="Times New Roman" panose="02020603050405020304" pitchFamily="18" charset="0"/>
              </a:rPr>
              <a:t>证明正态总体的样本方差</a:t>
            </a:r>
            <a:r>
              <a:rPr lang="en-US" altLang="zh-CN" sz="2100" b="1" i="1">
                <a:latin typeface="Times New Roman" panose="02020603050405020304" pitchFamily="18" charset="0"/>
              </a:rPr>
              <a:t>S</a:t>
            </a:r>
            <a:r>
              <a:rPr lang="en-US" altLang="zh-CN" sz="2100" b="1" baseline="30000">
                <a:latin typeface="Times New Roman" panose="02020603050405020304" pitchFamily="18" charset="0"/>
              </a:rPr>
              <a:t>2</a:t>
            </a:r>
            <a:r>
              <a:rPr lang="zh-CN" altLang="en-US" sz="2100" b="1">
                <a:latin typeface="Times New Roman" panose="02020603050405020304" pitchFamily="18" charset="0"/>
              </a:rPr>
              <a:t>是</a:t>
            </a:r>
            <a:r>
              <a:rPr lang="zh-CN" altLang="en-US" sz="2100" b="1">
                <a:latin typeface="Times New Roman" panose="02020603050405020304" pitchFamily="18" charset="0"/>
                <a:sym typeface="Symbol" panose="05050102010706020507" pitchFamily="18" charset="2"/>
              </a:rPr>
              <a:t></a:t>
            </a:r>
            <a:r>
              <a:rPr lang="en-US" altLang="en-US" sz="2100" b="1" baseline="30000">
                <a:latin typeface="Times New Roman" panose="02020603050405020304" pitchFamily="18" charset="0"/>
              </a:rPr>
              <a:t>2</a:t>
            </a:r>
            <a:r>
              <a:rPr lang="zh-CN" altLang="en-US" sz="2100" b="1">
                <a:latin typeface="Times New Roman" panose="02020603050405020304" pitchFamily="18" charset="0"/>
              </a:rPr>
              <a:t>的一致估计。</a:t>
            </a:r>
          </a:p>
        </p:txBody>
      </p:sp>
      <p:sp>
        <p:nvSpPr>
          <p:cNvPr id="566275" name="矩形 566274">
            <a:extLst>
              <a:ext uri="{FF2B5EF4-FFF2-40B4-BE49-F238E27FC236}">
                <a16:creationId xmlns:a16="http://schemas.microsoft.com/office/drawing/2014/main" id="{DFBC337D-F9BA-4EE0-BFCE-A53E1B3A84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6160" y="1600200"/>
            <a:ext cx="455574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100" b="1">
                <a:solidFill>
                  <a:srgbClr val="3366FF"/>
                </a:solidFill>
                <a:latin typeface="Times New Roman" panose="02020603050405020304" pitchFamily="18" charset="0"/>
              </a:rPr>
              <a:t>证</a:t>
            </a:r>
          </a:p>
        </p:txBody>
      </p:sp>
      <p:graphicFrame>
        <p:nvGraphicFramePr>
          <p:cNvPr id="566276" name="对象 566275">
            <a:extLst>
              <a:ext uri="{FF2B5EF4-FFF2-40B4-BE49-F238E27FC236}">
                <a16:creationId xmlns:a16="http://schemas.microsoft.com/office/drawing/2014/main" id="{B6A78288-96FF-42B5-BE0B-3A9CFA4FC243}"/>
              </a:ext>
            </a:extLst>
          </p:cNvPr>
          <p:cNvGraphicFramePr>
            <a:graphicFrameLocks/>
          </p:cNvGraphicFramePr>
          <p:nvPr/>
        </p:nvGraphicFramePr>
        <p:xfrm>
          <a:off x="2125266" y="1491853"/>
          <a:ext cx="2244328" cy="6322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4" r:id="rId3" imgW="1433855" imgH="406048" progId="Equation.DSMT4">
                  <p:embed/>
                </p:oleObj>
              </mc:Choice>
              <mc:Fallback>
                <p:oleObj r:id="rId3" imgW="1433855" imgH="406048" progId="Equation.DSMT4">
                  <p:embed/>
                  <p:pic>
                    <p:nvPicPr>
                      <p:cNvPr id="566276" name="对象 566275">
                        <a:extLst>
                          <a:ext uri="{FF2B5EF4-FFF2-40B4-BE49-F238E27FC236}">
                            <a16:creationId xmlns:a16="http://schemas.microsoft.com/office/drawing/2014/main" id="{B6A78288-96FF-42B5-BE0B-3A9CFA4FC24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5266" y="1491853"/>
                        <a:ext cx="2244328" cy="6322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6277" name="对象 566276">
            <a:extLst>
              <a:ext uri="{FF2B5EF4-FFF2-40B4-BE49-F238E27FC236}">
                <a16:creationId xmlns:a16="http://schemas.microsoft.com/office/drawing/2014/main" id="{BA4A637B-6861-4F11-9CE4-8367702BE4F3}"/>
              </a:ext>
            </a:extLst>
          </p:cNvPr>
          <p:cNvGraphicFramePr>
            <a:graphicFrameLocks/>
          </p:cNvGraphicFramePr>
          <p:nvPr/>
        </p:nvGraphicFramePr>
        <p:xfrm>
          <a:off x="4463654" y="1600201"/>
          <a:ext cx="1250156" cy="3559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5" r:id="rId5" imgW="799753" imgH="228501" progId="Equation.DSMT4">
                  <p:embed/>
                </p:oleObj>
              </mc:Choice>
              <mc:Fallback>
                <p:oleObj r:id="rId5" imgW="799753" imgH="228501" progId="Equation.DSMT4">
                  <p:embed/>
                  <p:pic>
                    <p:nvPicPr>
                      <p:cNvPr id="566277" name="对象 566276">
                        <a:extLst>
                          <a:ext uri="{FF2B5EF4-FFF2-40B4-BE49-F238E27FC236}">
                            <a16:creationId xmlns:a16="http://schemas.microsoft.com/office/drawing/2014/main" id="{BA4A637B-6861-4F11-9CE4-8367702BE4F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63654" y="1600201"/>
                        <a:ext cx="1250156" cy="3559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6278" name="对象 566277">
            <a:extLst>
              <a:ext uri="{FF2B5EF4-FFF2-40B4-BE49-F238E27FC236}">
                <a16:creationId xmlns:a16="http://schemas.microsoft.com/office/drawing/2014/main" id="{0A935F54-C33D-4551-AC5B-ADA2C77B431D}"/>
              </a:ext>
            </a:extLst>
          </p:cNvPr>
          <p:cNvGraphicFramePr>
            <a:graphicFrameLocks/>
          </p:cNvGraphicFramePr>
          <p:nvPr/>
        </p:nvGraphicFramePr>
        <p:xfrm>
          <a:off x="1601392" y="2194323"/>
          <a:ext cx="4860131" cy="6727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6" r:id="rId7" imgW="3186317" imgH="444307" progId="Equation.DSMT4">
                  <p:embed/>
                </p:oleObj>
              </mc:Choice>
              <mc:Fallback>
                <p:oleObj r:id="rId7" imgW="3186317" imgH="444307" progId="Equation.DSMT4">
                  <p:embed/>
                  <p:pic>
                    <p:nvPicPr>
                      <p:cNvPr id="566278" name="对象 566277">
                        <a:extLst>
                          <a:ext uri="{FF2B5EF4-FFF2-40B4-BE49-F238E27FC236}">
                            <a16:creationId xmlns:a16="http://schemas.microsoft.com/office/drawing/2014/main" id="{0A935F54-C33D-4551-AC5B-ADA2C77B431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1392" y="2194323"/>
                        <a:ext cx="4860131" cy="67270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6279" name="对象 566278">
            <a:extLst>
              <a:ext uri="{FF2B5EF4-FFF2-40B4-BE49-F238E27FC236}">
                <a16:creationId xmlns:a16="http://schemas.microsoft.com/office/drawing/2014/main" id="{D0366319-F7CE-4142-98D7-08040D969B85}"/>
              </a:ext>
            </a:extLst>
          </p:cNvPr>
          <p:cNvGraphicFramePr>
            <a:graphicFrameLocks/>
          </p:cNvGraphicFramePr>
          <p:nvPr/>
        </p:nvGraphicFramePr>
        <p:xfrm>
          <a:off x="6462713" y="2194323"/>
          <a:ext cx="971550" cy="6727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7" r:id="rId9" imgW="634725" imgH="444307" progId="Equation.DSMT4">
                  <p:embed/>
                </p:oleObj>
              </mc:Choice>
              <mc:Fallback>
                <p:oleObj r:id="rId9" imgW="634725" imgH="444307" progId="Equation.DSMT4">
                  <p:embed/>
                  <p:pic>
                    <p:nvPicPr>
                      <p:cNvPr id="566279" name="对象 566278">
                        <a:extLst>
                          <a:ext uri="{FF2B5EF4-FFF2-40B4-BE49-F238E27FC236}">
                            <a16:creationId xmlns:a16="http://schemas.microsoft.com/office/drawing/2014/main" id="{D0366319-F7CE-4142-98D7-08040D969B8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62713" y="2194323"/>
                        <a:ext cx="971550" cy="67270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6280" name="对象 566279">
            <a:extLst>
              <a:ext uri="{FF2B5EF4-FFF2-40B4-BE49-F238E27FC236}">
                <a16:creationId xmlns:a16="http://schemas.microsoft.com/office/drawing/2014/main" id="{60D41657-F885-4D3A-B104-BF0ECBD782C3}"/>
              </a:ext>
            </a:extLst>
          </p:cNvPr>
          <p:cNvGraphicFramePr>
            <a:graphicFrameLocks/>
          </p:cNvGraphicFramePr>
          <p:nvPr/>
        </p:nvGraphicFramePr>
        <p:xfrm>
          <a:off x="2087166" y="3550444"/>
          <a:ext cx="2970609" cy="4833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8" r:id="rId11" imgW="1777229" imgH="291973" progId="Equation.DSMT4">
                  <p:embed/>
                </p:oleObj>
              </mc:Choice>
              <mc:Fallback>
                <p:oleObj r:id="rId11" imgW="1777229" imgH="291973" progId="Equation.DSMT4">
                  <p:embed/>
                  <p:pic>
                    <p:nvPicPr>
                      <p:cNvPr id="566280" name="对象 566279">
                        <a:extLst>
                          <a:ext uri="{FF2B5EF4-FFF2-40B4-BE49-F238E27FC236}">
                            <a16:creationId xmlns:a16="http://schemas.microsoft.com/office/drawing/2014/main" id="{60D41657-F885-4D3A-B104-BF0ECBD782C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7166" y="3550444"/>
                        <a:ext cx="2970609" cy="4833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66281" name="组合 566280">
            <a:extLst>
              <a:ext uri="{FF2B5EF4-FFF2-40B4-BE49-F238E27FC236}">
                <a16:creationId xmlns:a16="http://schemas.microsoft.com/office/drawing/2014/main" id="{8084D1B2-5051-4B8B-8AB6-A530E7AF8A8A}"/>
              </a:ext>
            </a:extLst>
          </p:cNvPr>
          <p:cNvGrpSpPr>
            <a:grpSpLocks/>
          </p:cNvGrpSpPr>
          <p:nvPr/>
        </p:nvGrpSpPr>
        <p:grpSpPr bwMode="auto">
          <a:xfrm>
            <a:off x="5112544" y="3604023"/>
            <a:ext cx="864394" cy="426244"/>
            <a:chOff x="4080" y="3658"/>
            <a:chExt cx="613" cy="312"/>
          </a:xfrm>
        </p:grpSpPr>
        <p:graphicFrame>
          <p:nvGraphicFramePr>
            <p:cNvPr id="44041" name="对象 566281">
              <a:extLst>
                <a:ext uri="{FF2B5EF4-FFF2-40B4-BE49-F238E27FC236}">
                  <a16:creationId xmlns:a16="http://schemas.microsoft.com/office/drawing/2014/main" id="{D6A23A2D-C3A3-412F-8B1E-6D8BEAC40047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150" y="3658"/>
            <a:ext cx="543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709" r:id="rId13" imgW="482391" imgH="279279" progId="Equation.DSMT4">
                    <p:embed/>
                  </p:oleObj>
                </mc:Choice>
                <mc:Fallback>
                  <p:oleObj r:id="rId13" imgW="482391" imgH="279279" progId="Equation.DSMT4">
                    <p:embed/>
                    <p:pic>
                      <p:nvPicPr>
                        <p:cNvPr id="44041" name="对象 566281">
                          <a:extLst>
                            <a:ext uri="{FF2B5EF4-FFF2-40B4-BE49-F238E27FC236}">
                              <a16:creationId xmlns:a16="http://schemas.microsoft.com/office/drawing/2014/main" id="{D6A23A2D-C3A3-412F-8B1E-6D8BEAC40047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50" y="3658"/>
                          <a:ext cx="543" cy="3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4042" name="直接连接符 566282">
              <a:extLst>
                <a:ext uri="{FF2B5EF4-FFF2-40B4-BE49-F238E27FC236}">
                  <a16:creationId xmlns:a16="http://schemas.microsoft.com/office/drawing/2014/main" id="{0403C273-94DA-4265-A45F-BB9DE01EA2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0" y="3792"/>
              <a:ext cx="43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sp>
        <p:nvSpPr>
          <p:cNvPr id="566284" name="文本框 566283">
            <a:extLst>
              <a:ext uri="{FF2B5EF4-FFF2-40B4-BE49-F238E27FC236}">
                <a16:creationId xmlns:a16="http://schemas.microsoft.com/office/drawing/2014/main" id="{19FB68EC-4CA6-4058-992F-AC1F2CA1B7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6160" y="3003947"/>
            <a:ext cx="2194524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3500" rIns="135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100" b="1">
                <a:latin typeface="宋体" panose="02010600030101010101" pitchFamily="2" charset="-122"/>
              </a:rPr>
              <a:t>由切比雪夫不等式</a:t>
            </a:r>
            <a:endParaRPr lang="zh-CN" altLang="en-US" sz="2100" b="1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5662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66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66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66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66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66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3" dur="500"/>
                                        <p:tgtEl>
                                          <p:spTgt spid="566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75"/>
                                        <p:tgtEl>
                                          <p:spTgt spid="5662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566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8" dur="500"/>
                                        <p:tgtEl>
                                          <p:spTgt spid="566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6274" grpId="0" build="p"/>
      <p:bldP spid="566275" grpId="0" build="p"/>
      <p:bldP spid="566284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标题 567297">
            <a:extLst>
              <a:ext uri="{FF2B5EF4-FFF2-40B4-BE49-F238E27FC236}">
                <a16:creationId xmlns:a16="http://schemas.microsoft.com/office/drawing/2014/main" id="{53974EA9-D74A-4CF7-99D3-68CF969E8D2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2446734" y="248842"/>
            <a:ext cx="4446140" cy="540544"/>
          </a:xfrm>
          <a:prstGeom prst="rect">
            <a:avLst/>
          </a:prstGeom>
          <a:solidFill>
            <a:srgbClr val="FFFFFF"/>
          </a:solidFill>
          <a:ln cap="flat">
            <a:solidFill>
              <a:srgbClr val="000000"/>
            </a:solidFill>
            <a:round/>
            <a:headEnd/>
            <a:tailEnd/>
          </a:ln>
        </p:spPr>
        <p:txBody>
          <a:bodyPr>
            <a:normAutofit fontScale="90000"/>
          </a:bodyPr>
          <a:lstStyle/>
          <a:p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2.4 </a:t>
            </a:r>
            <a:r>
              <a:rPr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区间估计</a:t>
            </a:r>
            <a:br>
              <a:rPr lang="zh-CN" altLang="en-US" sz="3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</a:br>
            <a:endParaRPr lang="zh-CN" altLang="en-US" sz="3000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67299" name="文本框 567298">
            <a:extLst>
              <a:ext uri="{FF2B5EF4-FFF2-40B4-BE49-F238E27FC236}">
                <a16:creationId xmlns:a16="http://schemas.microsoft.com/office/drawing/2014/main" id="{9818E4D2-D259-4E35-854B-4F07767452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951310"/>
            <a:ext cx="3644504" cy="883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7500" tIns="35100" rIns="67500" bIns="35100">
            <a:spAutoFit/>
          </a:bodyPr>
          <a:lstStyle>
            <a:lvl1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tx1"/>
              </a:buClr>
              <a:buSzPct val="80000"/>
            </a:pPr>
            <a:r>
              <a:rPr lang="zh-CN" altLang="en-US" sz="2100" b="1" u="sng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一 </a:t>
            </a:r>
            <a:r>
              <a:rPr lang="zh-CN" altLang="en-US" sz="2400" b="1" u="sng">
                <a:solidFill>
                  <a:srgbClr val="0000FF"/>
                </a:solidFill>
                <a:ea typeface="楷体_GB2312" pitchFamily="49" charset="-122"/>
                <a:sym typeface="Symbol" panose="05050102010706020507" pitchFamily="18" charset="2"/>
              </a:rPr>
              <a:t>区间估计的概念</a:t>
            </a:r>
            <a:endParaRPr lang="zh-CN" altLang="en-US" sz="2400" b="1">
              <a:solidFill>
                <a:srgbClr val="0000FF"/>
              </a:solidFill>
            </a:endParaRPr>
          </a:p>
          <a:p>
            <a:pPr lvl="1">
              <a:spcBef>
                <a:spcPct val="20000"/>
              </a:spcBef>
              <a:buClr>
                <a:schemeClr val="tx1"/>
              </a:buClr>
              <a:buSzPct val="80000"/>
              <a:buFontTx/>
              <a:buNone/>
            </a:pPr>
            <a:endParaRPr lang="zh-CN" altLang="en-US" sz="2400">
              <a:solidFill>
                <a:srgbClr val="000066"/>
              </a:solidFill>
            </a:endParaRPr>
          </a:p>
        </p:txBody>
      </p:sp>
      <p:sp>
        <p:nvSpPr>
          <p:cNvPr id="567300" name="文本框 567299">
            <a:extLst>
              <a:ext uri="{FF2B5EF4-FFF2-40B4-BE49-F238E27FC236}">
                <a16:creationId xmlns:a16="http://schemas.microsoft.com/office/drawing/2014/main" id="{2241E93A-77F7-4184-90D5-A72D05BB8B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6475" y="1518048"/>
            <a:ext cx="5724525" cy="3924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950" b="1">
                <a:latin typeface="Times New Roman" panose="02020603050405020304" pitchFamily="18" charset="0"/>
              </a:rPr>
              <a:t>设总体</a:t>
            </a:r>
            <a:r>
              <a:rPr lang="en-US" altLang="zh-CN" sz="1950" b="1" i="1">
                <a:latin typeface="Times New Roman" panose="02020603050405020304" pitchFamily="18" charset="0"/>
              </a:rPr>
              <a:t>X</a:t>
            </a:r>
            <a:r>
              <a:rPr lang="zh-CN" altLang="en-US" sz="1950" b="1">
                <a:latin typeface="Times New Roman" panose="02020603050405020304" pitchFamily="18" charset="0"/>
              </a:rPr>
              <a:t>的分布函数为</a:t>
            </a:r>
            <a:r>
              <a:rPr lang="en-US" altLang="zh-CN" sz="1950" b="1" i="1">
                <a:latin typeface="Times New Roman" panose="02020603050405020304" pitchFamily="18" charset="0"/>
              </a:rPr>
              <a:t>F</a:t>
            </a:r>
            <a:r>
              <a:rPr lang="en-US" altLang="zh-CN" sz="1950" b="1">
                <a:latin typeface="Times New Roman" panose="02020603050405020304" pitchFamily="18" charset="0"/>
              </a:rPr>
              <a:t>(</a:t>
            </a:r>
            <a:r>
              <a:rPr lang="en-US" altLang="zh-CN" sz="1950" b="1" i="1">
                <a:latin typeface="Times New Roman" panose="02020603050405020304" pitchFamily="18" charset="0"/>
              </a:rPr>
              <a:t>x</a:t>
            </a:r>
            <a:r>
              <a:rPr lang="en-US" altLang="zh-CN" sz="1950" b="1">
                <a:latin typeface="Times New Roman" panose="02020603050405020304" pitchFamily="18" charset="0"/>
              </a:rPr>
              <a:t>;</a:t>
            </a:r>
            <a:r>
              <a:rPr lang="en-US" altLang="zh-CN" sz="1950" b="1" i="1">
                <a:latin typeface="Symbol" panose="05050102010706020507" pitchFamily="18" charset="2"/>
                <a:ea typeface="楷体_GB2312" pitchFamily="49" charset="-122"/>
              </a:rPr>
              <a:t>q </a:t>
            </a:r>
            <a:r>
              <a:rPr lang="en-US" altLang="zh-CN" sz="1950" b="1">
                <a:latin typeface="Times New Roman" panose="02020603050405020304" pitchFamily="18" charset="0"/>
              </a:rPr>
              <a:t>),</a:t>
            </a:r>
            <a:r>
              <a:rPr lang="en-US" altLang="zh-CN" sz="1950" b="1" i="1">
                <a:latin typeface="Symbol" panose="05050102010706020507" pitchFamily="18" charset="2"/>
              </a:rPr>
              <a:t>q</a:t>
            </a:r>
            <a:r>
              <a:rPr lang="zh-CN" altLang="en-US" sz="1950" b="1">
                <a:latin typeface="Symbol" panose="05050102010706020507" pitchFamily="18" charset="2"/>
              </a:rPr>
              <a:t>为未知参数，</a:t>
            </a:r>
            <a:endParaRPr lang="zh-CN" altLang="en-US" sz="1950" b="1">
              <a:latin typeface="Times New Roman" panose="02020603050405020304" pitchFamily="18" charset="0"/>
            </a:endParaRPr>
          </a:p>
        </p:txBody>
      </p:sp>
      <p:sp>
        <p:nvSpPr>
          <p:cNvPr id="567301" name="文本框 567300">
            <a:extLst>
              <a:ext uri="{FF2B5EF4-FFF2-40B4-BE49-F238E27FC236}">
                <a16:creationId xmlns:a16="http://schemas.microsoft.com/office/drawing/2014/main" id="{96DB9187-A4DF-4A5C-8A2D-E77C635376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8085" y="2031207"/>
            <a:ext cx="5454253" cy="3924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3500" rIns="1350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950" b="1">
                <a:latin typeface="Times New Roman" panose="02020603050405020304" pitchFamily="18" charset="0"/>
              </a:rPr>
              <a:t>(</a:t>
            </a:r>
            <a:r>
              <a:rPr lang="en-US" altLang="zh-CN" sz="1950" b="1" i="1">
                <a:latin typeface="Times New Roman" panose="02020603050405020304" pitchFamily="18" charset="0"/>
              </a:rPr>
              <a:t>X</a:t>
            </a:r>
            <a:r>
              <a:rPr lang="en-US" altLang="zh-CN" sz="195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1950" b="1">
                <a:latin typeface="Times New Roman" panose="02020603050405020304" pitchFamily="18" charset="0"/>
              </a:rPr>
              <a:t>,</a:t>
            </a:r>
            <a:r>
              <a:rPr lang="en-US" altLang="zh-CN" sz="1950" b="1" i="1">
                <a:latin typeface="Times New Roman" panose="02020603050405020304" pitchFamily="18" charset="0"/>
              </a:rPr>
              <a:t>X</a:t>
            </a:r>
            <a:r>
              <a:rPr lang="en-US" altLang="zh-CN" sz="1950" b="1" baseline="-25000">
                <a:latin typeface="Times New Roman" panose="02020603050405020304" pitchFamily="18" charset="0"/>
              </a:rPr>
              <a:t>2</a:t>
            </a:r>
            <a:r>
              <a:rPr lang="en-US" altLang="zh-CN" sz="1950" b="1">
                <a:latin typeface="Times New Roman" panose="02020603050405020304" pitchFamily="18" charset="0"/>
              </a:rPr>
              <a:t>,…,</a:t>
            </a:r>
            <a:r>
              <a:rPr lang="en-US" altLang="zh-CN" sz="1950" b="1" i="1">
                <a:latin typeface="Times New Roman" panose="02020603050405020304" pitchFamily="18" charset="0"/>
              </a:rPr>
              <a:t>X</a:t>
            </a:r>
            <a:r>
              <a:rPr lang="en-US" altLang="zh-CN" sz="1950" b="1" baseline="-25000">
                <a:latin typeface="Times New Roman" panose="02020603050405020304" pitchFamily="18" charset="0"/>
              </a:rPr>
              <a:t>n</a:t>
            </a:r>
            <a:r>
              <a:rPr lang="en-US" altLang="zh-CN" sz="1950" b="1">
                <a:latin typeface="Times New Roman" panose="02020603050405020304" pitchFamily="18" charset="0"/>
              </a:rPr>
              <a:t>)</a:t>
            </a:r>
            <a:r>
              <a:rPr lang="zh-CN" altLang="en-US" sz="1950" b="1">
                <a:latin typeface="Times New Roman" panose="02020603050405020304" pitchFamily="18" charset="0"/>
              </a:rPr>
              <a:t>为</a:t>
            </a:r>
            <a:r>
              <a:rPr lang="en-US" altLang="zh-CN" sz="1950" b="1" i="1">
                <a:latin typeface="Times New Roman" panose="02020603050405020304" pitchFamily="18" charset="0"/>
              </a:rPr>
              <a:t>X</a:t>
            </a:r>
            <a:r>
              <a:rPr lang="zh-CN" altLang="en-US" sz="1950" b="1">
                <a:latin typeface="Times New Roman" panose="02020603050405020304" pitchFamily="18" charset="0"/>
              </a:rPr>
              <a:t>的样本。给定</a:t>
            </a:r>
            <a:r>
              <a:rPr lang="en-US" altLang="zh-CN" sz="1950" b="1" i="1">
                <a:latin typeface="Symbol" panose="05050102010706020507" pitchFamily="18" charset="2"/>
              </a:rPr>
              <a:t>a</a:t>
            </a:r>
            <a:r>
              <a:rPr lang="en-US" altLang="zh-CN" sz="1950" b="1">
                <a:latin typeface="Times New Roman" panose="02020603050405020304" pitchFamily="18" charset="0"/>
              </a:rPr>
              <a:t>(0&lt;</a:t>
            </a:r>
            <a:r>
              <a:rPr lang="en-US" altLang="zh-CN" sz="1950" b="1" i="1">
                <a:latin typeface="Symbol" panose="05050102010706020507" pitchFamily="18" charset="2"/>
              </a:rPr>
              <a:t>a</a:t>
            </a:r>
            <a:r>
              <a:rPr lang="en-US" altLang="zh-CN" sz="1950" b="1">
                <a:latin typeface="Times New Roman" panose="02020603050405020304" pitchFamily="18" charset="0"/>
              </a:rPr>
              <a:t>&lt;1),</a:t>
            </a:r>
            <a:r>
              <a:rPr lang="zh-CN" altLang="en-US" sz="1950" b="1">
                <a:latin typeface="Times New Roman" panose="02020603050405020304" pitchFamily="18" charset="0"/>
              </a:rPr>
              <a:t>若统计量</a:t>
            </a:r>
            <a:endParaRPr lang="zh-CN" altLang="en-US" sz="1950">
              <a:latin typeface="Times New Roman" panose="02020603050405020304" pitchFamily="18" charset="0"/>
            </a:endParaRPr>
          </a:p>
        </p:txBody>
      </p:sp>
      <p:graphicFrame>
        <p:nvGraphicFramePr>
          <p:cNvPr id="567302" name="对象 567301">
            <a:extLst>
              <a:ext uri="{FF2B5EF4-FFF2-40B4-BE49-F238E27FC236}">
                <a16:creationId xmlns:a16="http://schemas.microsoft.com/office/drawing/2014/main" id="{C19E6A45-DDC5-42FA-9539-846FC26F27D1}"/>
              </a:ext>
            </a:extLst>
          </p:cNvPr>
          <p:cNvGraphicFramePr>
            <a:graphicFrameLocks/>
          </p:cNvGraphicFramePr>
          <p:nvPr/>
        </p:nvGraphicFramePr>
        <p:xfrm>
          <a:off x="3113485" y="2950369"/>
          <a:ext cx="2220515" cy="4107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5" r:id="rId3" imgW="1294838" imgH="241195" progId="Equation.DSMT4">
                  <p:embed/>
                </p:oleObj>
              </mc:Choice>
              <mc:Fallback>
                <p:oleObj r:id="rId3" imgW="1294838" imgH="241195" progId="Equation.DSMT4">
                  <p:embed/>
                  <p:pic>
                    <p:nvPicPr>
                      <p:cNvPr id="567302" name="对象 567301">
                        <a:extLst>
                          <a:ext uri="{FF2B5EF4-FFF2-40B4-BE49-F238E27FC236}">
                            <a16:creationId xmlns:a16="http://schemas.microsoft.com/office/drawing/2014/main" id="{C19E6A45-DDC5-42FA-9539-846FC26F27D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3485" y="2950369"/>
                        <a:ext cx="2220515" cy="4107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67303" name="组合 567302">
            <a:extLst>
              <a:ext uri="{FF2B5EF4-FFF2-40B4-BE49-F238E27FC236}">
                <a16:creationId xmlns:a16="http://schemas.microsoft.com/office/drawing/2014/main" id="{3C7D7B3D-C490-47DF-9B53-7F6F07ABFCAE}"/>
              </a:ext>
            </a:extLst>
          </p:cNvPr>
          <p:cNvGrpSpPr>
            <a:grpSpLocks/>
          </p:cNvGrpSpPr>
          <p:nvPr/>
        </p:nvGrpSpPr>
        <p:grpSpPr bwMode="auto">
          <a:xfrm>
            <a:off x="1763316" y="3457574"/>
            <a:ext cx="5724525" cy="425053"/>
            <a:chOff x="521" y="2904"/>
            <a:chExt cx="4808" cy="357"/>
          </a:xfrm>
        </p:grpSpPr>
        <p:sp>
          <p:nvSpPr>
            <p:cNvPr id="45063" name="文本框 567303">
              <a:extLst>
                <a:ext uri="{FF2B5EF4-FFF2-40B4-BE49-F238E27FC236}">
                  <a16:creationId xmlns:a16="http://schemas.microsoft.com/office/drawing/2014/main" id="{668958B9-7103-4ED6-92AE-6634C6C776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1" y="2931"/>
              <a:ext cx="4808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950" b="1">
                  <a:latin typeface="Times New Roman" panose="02020603050405020304" pitchFamily="18" charset="0"/>
                </a:rPr>
                <a:t>称           为 </a:t>
              </a:r>
              <a:r>
                <a:rPr lang="zh-CN" altLang="en-US" sz="195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 </a:t>
              </a:r>
              <a:r>
                <a:rPr lang="zh-CN" altLang="en-US" sz="1950" b="1">
                  <a:latin typeface="Times New Roman" panose="02020603050405020304" pitchFamily="18" charset="0"/>
                </a:rPr>
                <a:t>的</a:t>
              </a:r>
              <a:r>
                <a:rPr lang="zh-CN" altLang="en-US" sz="195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置信度</a:t>
              </a:r>
              <a:r>
                <a:rPr lang="en-US" altLang="zh-CN" sz="195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(</a:t>
              </a:r>
              <a:r>
                <a:rPr lang="zh-CN" altLang="en-US" sz="195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水平</a:t>
              </a:r>
              <a:r>
                <a:rPr lang="en-US" altLang="zh-CN" sz="195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)</a:t>
              </a:r>
              <a:r>
                <a:rPr lang="zh-CN" altLang="en-US" sz="1950" b="1">
                  <a:latin typeface="Times New Roman" panose="02020603050405020304" pitchFamily="18" charset="0"/>
                </a:rPr>
                <a:t>为</a:t>
              </a:r>
              <a:r>
                <a:rPr lang="en-US" altLang="zh-CN" sz="1950" b="1">
                  <a:latin typeface="Times New Roman" panose="02020603050405020304" pitchFamily="18" charset="0"/>
                </a:rPr>
                <a:t>1</a:t>
              </a:r>
              <a:r>
                <a:rPr lang="zh-CN" altLang="en-US" sz="1950" b="1">
                  <a:latin typeface="Times New Roman" panose="02020603050405020304" pitchFamily="18" charset="0"/>
                </a:rPr>
                <a:t>－</a:t>
              </a:r>
              <a:r>
                <a:rPr lang="zh-CN" altLang="en-US" sz="195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</a:t>
              </a:r>
              <a:r>
                <a:rPr lang="zh-CN" altLang="en-US" sz="1950" b="1">
                  <a:latin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lang="zh-CN" altLang="en-US" sz="1950" b="1">
                  <a:latin typeface="Times New Roman" panose="02020603050405020304" pitchFamily="18" charset="0"/>
                </a:rPr>
                <a:t>的</a:t>
              </a:r>
              <a:r>
                <a:rPr lang="zh-CN" altLang="en-US" sz="195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置信区间</a:t>
              </a:r>
              <a:r>
                <a:rPr lang="zh-CN" altLang="en-US" sz="1950" b="1">
                  <a:latin typeface="Times New Roman" panose="02020603050405020304" pitchFamily="18" charset="0"/>
                </a:rPr>
                <a:t>。</a:t>
              </a:r>
              <a:endParaRPr lang="zh-CN" altLang="en-US" sz="1950" b="1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45064" name="对象 567304">
              <a:extLst>
                <a:ext uri="{FF2B5EF4-FFF2-40B4-BE49-F238E27FC236}">
                  <a16:creationId xmlns:a16="http://schemas.microsoft.com/office/drawing/2014/main" id="{683F394D-B4FB-4A25-80AF-4056A7E7B200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784" y="2904"/>
            <a:ext cx="622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26" r:id="rId5" imgW="380835" imgH="241195" progId="Equation.DSMT4">
                    <p:embed/>
                  </p:oleObj>
                </mc:Choice>
                <mc:Fallback>
                  <p:oleObj r:id="rId5" imgW="380835" imgH="241195" progId="Equation.DSMT4">
                    <p:embed/>
                    <p:pic>
                      <p:nvPicPr>
                        <p:cNvPr id="45064" name="对象 567304">
                          <a:extLst>
                            <a:ext uri="{FF2B5EF4-FFF2-40B4-BE49-F238E27FC236}">
                              <a16:creationId xmlns:a16="http://schemas.microsoft.com/office/drawing/2014/main" id="{683F394D-B4FB-4A25-80AF-4056A7E7B200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84" y="2904"/>
                          <a:ext cx="622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67306" name="矩形 567305">
            <a:extLst>
              <a:ext uri="{FF2B5EF4-FFF2-40B4-BE49-F238E27FC236}">
                <a16:creationId xmlns:a16="http://schemas.microsoft.com/office/drawing/2014/main" id="{06F06D03-7B22-470D-9AB4-4E466B8041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2354" y="4057650"/>
            <a:ext cx="88197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b="1">
                <a:solidFill>
                  <a:srgbClr val="0000FF"/>
                </a:solidFill>
                <a:latin typeface="Times New Roman" panose="02020603050405020304" pitchFamily="18" charset="0"/>
              </a:rPr>
              <a:t>含义</a:t>
            </a:r>
            <a:r>
              <a:rPr lang="zh-CN" altLang="en-US" b="1">
                <a:latin typeface="Times New Roman" panose="02020603050405020304" pitchFamily="18" charset="0"/>
              </a:rPr>
              <a:t>：</a:t>
            </a:r>
          </a:p>
        </p:txBody>
      </p:sp>
      <p:sp>
        <p:nvSpPr>
          <p:cNvPr id="567307" name="文本框 567306">
            <a:extLst>
              <a:ext uri="{FF2B5EF4-FFF2-40B4-BE49-F238E27FC236}">
                <a16:creationId xmlns:a16="http://schemas.microsoft.com/office/drawing/2014/main" id="{377D1450-FDFB-4577-B22B-F13D787244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2206" y="4057651"/>
            <a:ext cx="476845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latin typeface="Times New Roman" panose="02020603050405020304" pitchFamily="18" charset="0"/>
              </a:rPr>
              <a:t>若</a:t>
            </a:r>
            <a:r>
              <a:rPr lang="en-US" altLang="zh-CN" b="1">
                <a:latin typeface="Times New Roman" panose="02020603050405020304" pitchFamily="18" charset="0"/>
              </a:rPr>
              <a:t>1</a:t>
            </a:r>
            <a:r>
              <a:rPr lang="zh-CN" altLang="en-US" b="1">
                <a:latin typeface="Times New Roman" panose="02020603050405020304" pitchFamily="18" charset="0"/>
              </a:rPr>
              <a:t>－</a:t>
            </a:r>
            <a:r>
              <a:rPr lang="zh-CN" altLang="en-US" b="1" i="1"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zh-CN" altLang="en-US" b="1">
                <a:latin typeface="Times New Roman" panose="02020603050405020304" pitchFamily="18" charset="0"/>
              </a:rPr>
              <a:t> </a:t>
            </a:r>
            <a:r>
              <a:rPr lang="en-US" altLang="zh-CN" b="1">
                <a:latin typeface="Times New Roman" panose="02020603050405020304" pitchFamily="18" charset="0"/>
              </a:rPr>
              <a:t>=0.95</a:t>
            </a:r>
            <a:r>
              <a:rPr lang="zh-CN" altLang="en-US" b="1">
                <a:latin typeface="Times New Roman" panose="02020603050405020304" pitchFamily="18" charset="0"/>
              </a:rPr>
              <a:t>，抽样</a:t>
            </a:r>
            <a:r>
              <a:rPr lang="en-US" altLang="zh-CN" b="1">
                <a:latin typeface="Times New Roman" panose="02020603050405020304" pitchFamily="18" charset="0"/>
              </a:rPr>
              <a:t>100</a:t>
            </a:r>
            <a:r>
              <a:rPr lang="zh-CN" altLang="en-US" b="1">
                <a:latin typeface="Times New Roman" panose="02020603050405020304" pitchFamily="18" charset="0"/>
              </a:rPr>
              <a:t>次产生</a:t>
            </a:r>
            <a:r>
              <a:rPr lang="en-US" altLang="zh-CN" b="1">
                <a:latin typeface="Times New Roman" panose="02020603050405020304" pitchFamily="18" charset="0"/>
              </a:rPr>
              <a:t>100</a:t>
            </a:r>
            <a:r>
              <a:rPr lang="zh-CN" altLang="en-US" b="1">
                <a:latin typeface="Times New Roman" panose="02020603050405020304" pitchFamily="18" charset="0"/>
              </a:rPr>
              <a:t>个区间，其中约有</a:t>
            </a:r>
            <a:r>
              <a:rPr lang="en-US" altLang="zh-CN" b="1">
                <a:latin typeface="Times New Roman" panose="02020603050405020304" pitchFamily="18" charset="0"/>
              </a:rPr>
              <a:t>95</a:t>
            </a:r>
            <a:r>
              <a:rPr lang="zh-CN" altLang="en-US" b="1">
                <a:latin typeface="Times New Roman" panose="02020603050405020304" pitchFamily="18" charset="0"/>
              </a:rPr>
              <a:t>个区间包含</a:t>
            </a:r>
            <a:r>
              <a:rPr lang="en-US" altLang="zh-CN" b="1" i="1">
                <a:latin typeface="Symbol" panose="05050102010706020507" pitchFamily="18" charset="2"/>
              </a:rPr>
              <a:t>q</a:t>
            </a:r>
            <a:r>
              <a:rPr lang="en-US" altLang="zh-CN" b="1">
                <a:latin typeface="Times New Roman" panose="02020603050405020304" pitchFamily="18" charset="0"/>
              </a:rPr>
              <a:t>.</a:t>
            </a:r>
          </a:p>
        </p:txBody>
      </p:sp>
      <p:graphicFrame>
        <p:nvGraphicFramePr>
          <p:cNvPr id="567308" name="内容占位符 567307">
            <a:extLst>
              <a:ext uri="{FF2B5EF4-FFF2-40B4-BE49-F238E27FC236}">
                <a16:creationId xmlns:a16="http://schemas.microsoft.com/office/drawing/2014/main" id="{98546D10-7D30-42B1-8A90-3DA0C7AF24FA}"/>
              </a:ext>
            </a:extLst>
          </p:cNvPr>
          <p:cNvGraphicFramePr>
            <a:graphicFrameLocks noGrp="1"/>
          </p:cNvGraphicFramePr>
          <p:nvPr>
            <p:ph idx="4294967295"/>
          </p:nvPr>
        </p:nvGraphicFramePr>
        <p:xfrm>
          <a:off x="1676401" y="2571751"/>
          <a:ext cx="4841081" cy="3548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7" r:id="rId7" imgW="3454400" imgH="279400" progId="Equation.3">
                  <p:embed/>
                </p:oleObj>
              </mc:Choice>
              <mc:Fallback>
                <p:oleObj r:id="rId7" imgW="3454400" imgH="279400" progId="Equation.3">
                  <p:embed/>
                  <p:pic>
                    <p:nvPicPr>
                      <p:cNvPr id="567308" name="内容占位符 567307">
                        <a:extLst>
                          <a:ext uri="{FF2B5EF4-FFF2-40B4-BE49-F238E27FC236}">
                            <a16:creationId xmlns:a16="http://schemas.microsoft.com/office/drawing/2014/main" id="{98546D10-7D30-42B1-8A90-3DA0C7AF24F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1" y="2571751"/>
                        <a:ext cx="4841081" cy="3548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67309" name="组合 567308">
            <a:extLst>
              <a:ext uri="{FF2B5EF4-FFF2-40B4-BE49-F238E27FC236}">
                <a16:creationId xmlns:a16="http://schemas.microsoft.com/office/drawing/2014/main" id="{9F54EF45-BF14-4C7E-83BE-38DF66ABB691}"/>
              </a:ext>
            </a:extLst>
          </p:cNvPr>
          <p:cNvGrpSpPr>
            <a:grpSpLocks/>
          </p:cNvGrpSpPr>
          <p:nvPr/>
        </p:nvGrpSpPr>
        <p:grpSpPr bwMode="auto">
          <a:xfrm>
            <a:off x="5598319" y="2787253"/>
            <a:ext cx="1512094" cy="733425"/>
            <a:chOff x="3742" y="2341"/>
            <a:chExt cx="1224" cy="616"/>
          </a:xfrm>
        </p:grpSpPr>
        <p:sp>
          <p:nvSpPr>
            <p:cNvPr id="45069" name="椭圆形标注 567309">
              <a:extLst>
                <a:ext uri="{FF2B5EF4-FFF2-40B4-BE49-F238E27FC236}">
                  <a16:creationId xmlns:a16="http://schemas.microsoft.com/office/drawing/2014/main" id="{31D5D20B-5E0A-4B8D-8CF9-1793077496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4" y="2341"/>
              <a:ext cx="952" cy="454"/>
            </a:xfrm>
            <a:prstGeom prst="wedgeEllipseCallout">
              <a:avLst>
                <a:gd name="adj1" fmla="val -174370"/>
                <a:gd name="adj2" fmla="val -4407"/>
              </a:avLst>
            </a:prstGeom>
            <a:noFill/>
            <a:ln w="19050">
              <a:solidFill>
                <a:srgbClr val="339933"/>
              </a:solidFill>
              <a:miter lim="800000"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7500" tIns="35100" rIns="67500" bIns="35100"/>
            <a:lstStyle>
              <a:lvl1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20000"/>
                </a:spcBef>
                <a:buClr>
                  <a:schemeClr val="tx1"/>
                </a:buClr>
                <a:buSzPct val="80000"/>
                <a:buFontTx/>
                <a:buChar char="•"/>
              </a:pPr>
              <a:endParaRPr lang="zh-CN" altLang="en-US" sz="2400">
                <a:solidFill>
                  <a:srgbClr val="000066"/>
                </a:solidFill>
              </a:endParaRPr>
            </a:p>
          </p:txBody>
        </p:sp>
        <p:sp>
          <p:nvSpPr>
            <p:cNvPr id="45070" name="文本框 567310">
              <a:extLst>
                <a:ext uri="{FF2B5EF4-FFF2-40B4-BE49-F238E27FC236}">
                  <a16:creationId xmlns:a16="http://schemas.microsoft.com/office/drawing/2014/main" id="{21A4E765-BA66-4BC0-8503-F7C54A3F1F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2" y="2432"/>
              <a:ext cx="1174" cy="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7500" tIns="35100" rIns="67500" bIns="351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lvl="1">
                <a:spcBef>
                  <a:spcPct val="20000"/>
                </a:spcBef>
                <a:buClr>
                  <a:schemeClr val="tx1"/>
                </a:buClr>
                <a:buSzPct val="80000"/>
                <a:buFontTx/>
                <a:buNone/>
              </a:pPr>
              <a:r>
                <a:rPr lang="zh-CN" altLang="en-US" b="1">
                  <a:solidFill>
                    <a:srgbClr val="FF00FF"/>
                  </a:solidFill>
                </a:rPr>
                <a:t>置信上限</a:t>
              </a:r>
            </a:p>
          </p:txBody>
        </p:sp>
      </p:grpSp>
    </p:spTree>
  </p:cSld>
  <p:clrMapOvr>
    <a:masterClrMapping/>
  </p:clrMapOvr>
  <p:transition spd="med"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67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67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75"/>
                                        <p:tgtEl>
                                          <p:spTgt spid="5673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2975"/>
                            </p:stCondLst>
                            <p:childTnLst>
                              <p:par>
                                <p:cTn id="1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5673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5673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2000" fill="hold"/>
                                        <p:tgtEl>
                                          <p:spTgt spid="5673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2000" fill="hold"/>
                                        <p:tgtEl>
                                          <p:spTgt spid="5673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567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567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567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673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673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1000"/>
                                        <p:tgtEl>
                                          <p:spTgt spid="567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7299" grpId="0"/>
      <p:bldP spid="567300" grpId="0"/>
      <p:bldP spid="567301" grpId="0" build="p"/>
      <p:bldP spid="567306" grpId="0" build="p"/>
      <p:bldP spid="567307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322" name="矩形 568321">
            <a:extLst>
              <a:ext uri="{FF2B5EF4-FFF2-40B4-BE49-F238E27FC236}">
                <a16:creationId xmlns:a16="http://schemas.microsoft.com/office/drawing/2014/main" id="{3F6A6307-3B26-4E9F-8CDE-DFEADD907455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4842273" y="4624387"/>
            <a:ext cx="3093244" cy="53579"/>
          </a:xfrm>
          <a:prstGeom prst="rect">
            <a:avLst/>
          </a:prstGeom>
          <a:solidFill>
            <a:schemeClr val="hlink"/>
          </a:solidFill>
          <a:ln w="9525">
            <a:solidFill>
              <a:schemeClr val="hlink"/>
            </a:solidFill>
            <a:miter lim="800000"/>
            <a:headEnd/>
            <a:tailEnd/>
          </a:ln>
        </p:spPr>
        <p:txBody>
          <a:bodyPr rot="10800000" wrap="none" anchor="ctr"/>
          <a:lstStyle/>
          <a:p>
            <a:pPr algn="ctr"/>
            <a:endParaRPr lang="zh-CN" altLang="en-US">
              <a:solidFill>
                <a:schemeClr val="tx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pic>
        <p:nvPicPr>
          <p:cNvPr id="568323" name="图片 568322" descr="MCj03445130000[1]">
            <a:extLst>
              <a:ext uri="{FF2B5EF4-FFF2-40B4-BE49-F238E27FC236}">
                <a16:creationId xmlns:a16="http://schemas.microsoft.com/office/drawing/2014/main" id="{F4873B68-6D0D-441F-8BF8-3DDF039890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7950" y="3765947"/>
            <a:ext cx="1029891" cy="8477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68324" name="文本框 568323">
            <a:extLst>
              <a:ext uri="{FF2B5EF4-FFF2-40B4-BE49-F238E27FC236}">
                <a16:creationId xmlns:a16="http://schemas.microsoft.com/office/drawing/2014/main" id="{3E446563-8D52-4F4A-AADE-831A90F5F5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1059657"/>
            <a:ext cx="6695806" cy="34502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500" tIns="35100" rIns="67500" bIns="35100">
            <a:spAutoFit/>
          </a:bodyPr>
          <a:lstStyle>
            <a:lvl1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tx1"/>
              </a:buClr>
              <a:buSzPct val="80000"/>
            </a:pPr>
            <a:r>
              <a:rPr lang="zh-CN" altLang="en-US" sz="2100" b="1" u="sng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二 </a:t>
            </a:r>
            <a:r>
              <a:rPr lang="zh-CN" altLang="en-US" sz="2400" b="1" u="sng">
                <a:solidFill>
                  <a:srgbClr val="0000FF"/>
                </a:solidFill>
                <a:ea typeface="楷体_GB2312" pitchFamily="49" charset="-122"/>
                <a:sym typeface="Symbol" panose="05050102010706020507" pitchFamily="18" charset="2"/>
              </a:rPr>
              <a:t>单个正态总体</a:t>
            </a:r>
            <a:r>
              <a:rPr lang="en-US" altLang="zh-CN" sz="2400" b="1" i="1" u="sng">
                <a:solidFill>
                  <a:srgbClr val="0000FF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400" b="1" u="sng">
                <a:solidFill>
                  <a:srgbClr val="0000FF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400" b="1" i="1" u="sng">
                <a:solidFill>
                  <a:srgbClr val="0000FF"/>
                </a:solidFill>
                <a:latin typeface="Symbol" panose="05050102010706020507" pitchFamily="18" charset="2"/>
              </a:rPr>
              <a:t>m</a:t>
            </a:r>
            <a:r>
              <a:rPr lang="en-US" altLang="zh-CN" sz="2400" b="1" i="1" u="sng">
                <a:solidFill>
                  <a:srgbClr val="0000FF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sz="2400" b="1" i="1" u="sng">
                <a:solidFill>
                  <a:srgbClr val="0000FF"/>
                </a:solidFill>
                <a:latin typeface="Symbol" panose="05050102010706020507" pitchFamily="18" charset="2"/>
              </a:rPr>
              <a:t>s</a:t>
            </a:r>
            <a:r>
              <a:rPr lang="en-US" altLang="zh-CN" sz="2400" b="1" u="sng" baseline="30000">
                <a:solidFill>
                  <a:srgbClr val="0000FF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400" b="1" u="sng">
                <a:solidFill>
                  <a:srgbClr val="0000FF"/>
                </a:solidFill>
                <a:latin typeface="Times New Roman" panose="02020603050405020304" pitchFamily="18" charset="0"/>
              </a:rPr>
              <a:t>)</a:t>
            </a:r>
            <a:r>
              <a:rPr lang="zh-CN" altLang="en-US" sz="2400" b="1" u="sng">
                <a:solidFill>
                  <a:srgbClr val="0000FF"/>
                </a:solidFill>
                <a:ea typeface="楷体_GB2312" pitchFamily="49" charset="-122"/>
                <a:sym typeface="Symbol" panose="05050102010706020507" pitchFamily="18" charset="2"/>
              </a:rPr>
              <a:t>均值</a:t>
            </a:r>
            <a:r>
              <a:rPr lang="en-US" altLang="zh-CN" sz="2400" b="1" i="1" u="sng">
                <a:solidFill>
                  <a:srgbClr val="0000FF"/>
                </a:solidFill>
                <a:latin typeface="Symbol" panose="05050102010706020507" pitchFamily="18" charset="2"/>
                <a:ea typeface="楷体_GB2312" pitchFamily="49" charset="-122"/>
                <a:sym typeface="Symbol" panose="05050102010706020507" pitchFamily="18" charset="2"/>
              </a:rPr>
              <a:t>m</a:t>
            </a:r>
            <a:r>
              <a:rPr lang="zh-CN" altLang="en-US" sz="2400" b="1" u="sng">
                <a:solidFill>
                  <a:srgbClr val="0000FF"/>
                </a:solidFill>
                <a:ea typeface="楷体_GB2312" pitchFamily="49" charset="-122"/>
                <a:sym typeface="Symbol" panose="05050102010706020507" pitchFamily="18" charset="2"/>
              </a:rPr>
              <a:t>的区间估计</a:t>
            </a:r>
            <a:endParaRPr lang="zh-CN" altLang="en-US" sz="2100" b="1" u="sng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80000"/>
            </a:pPr>
            <a:r>
              <a:rPr lang="en-US" altLang="zh-CN" sz="2250" b="1" u="sng">
                <a:latin typeface="楷体_GB2312" pitchFamily="49" charset="-122"/>
                <a:ea typeface="楷体_GB2312" pitchFamily="49" charset="-122"/>
              </a:rPr>
              <a:t>1 </a:t>
            </a:r>
            <a:r>
              <a:rPr lang="zh-CN" altLang="en-US" sz="2250" b="1" u="sng">
                <a:latin typeface="楷体_GB2312" pitchFamily="49" charset="-122"/>
                <a:ea typeface="楷体_GB2312" pitchFamily="49" charset="-122"/>
              </a:rPr>
              <a:t>方差</a:t>
            </a:r>
            <a:r>
              <a:rPr lang="en-US" altLang="zh-CN" sz="2400" b="1" i="1" u="sng">
                <a:latin typeface="Symbol" panose="05050102010706020507" pitchFamily="18" charset="2"/>
              </a:rPr>
              <a:t>s</a:t>
            </a:r>
            <a:r>
              <a:rPr lang="en-US" altLang="zh-CN" sz="2400" b="1" u="sng" baseline="30000">
                <a:latin typeface="Times New Roman" panose="02020603050405020304" pitchFamily="18" charset="0"/>
              </a:rPr>
              <a:t>2</a:t>
            </a:r>
            <a:r>
              <a:rPr lang="zh-CN" altLang="en-US" sz="2250" b="1" u="sng">
                <a:latin typeface="楷体_GB2312" pitchFamily="49" charset="-122"/>
                <a:ea typeface="楷体_GB2312" pitchFamily="49" charset="-122"/>
              </a:rPr>
              <a:t>已知     </a:t>
            </a:r>
          </a:p>
          <a:p>
            <a:pPr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80000"/>
            </a:pPr>
            <a:r>
              <a:rPr lang="en-US" altLang="zh-CN" sz="2250" b="1" u="sng">
                <a:latin typeface="楷体_GB2312" pitchFamily="49" charset="-122"/>
                <a:ea typeface="楷体_GB2312" pitchFamily="49" charset="-122"/>
              </a:rPr>
              <a:t>2 </a:t>
            </a:r>
            <a:r>
              <a:rPr lang="zh-CN" altLang="en-US" sz="2250" b="1" u="sng">
                <a:latin typeface="楷体_GB2312" pitchFamily="49" charset="-122"/>
                <a:ea typeface="楷体_GB2312" pitchFamily="49" charset="-122"/>
              </a:rPr>
              <a:t>方差未知</a:t>
            </a:r>
          </a:p>
          <a:p>
            <a:pPr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80000"/>
            </a:pPr>
            <a:endParaRPr lang="zh-CN" altLang="en-US" sz="2250" b="1" u="sng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80000"/>
            </a:pPr>
            <a:r>
              <a:rPr lang="zh-CN" altLang="en-US" sz="2250" b="1" u="sng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三 </a:t>
            </a:r>
            <a:r>
              <a:rPr lang="zh-CN" altLang="en-US" sz="2400" b="1" u="sng">
                <a:solidFill>
                  <a:srgbClr val="0000FF"/>
                </a:solidFill>
                <a:ea typeface="楷体_GB2312" pitchFamily="49" charset="-122"/>
                <a:sym typeface="Symbol" panose="05050102010706020507" pitchFamily="18" charset="2"/>
              </a:rPr>
              <a:t>单个正态总体</a:t>
            </a:r>
            <a:r>
              <a:rPr lang="en-US" altLang="zh-CN" sz="2400" b="1" i="1" u="sng">
                <a:solidFill>
                  <a:srgbClr val="0000FF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400" b="1" u="sng">
                <a:solidFill>
                  <a:srgbClr val="0000FF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400" b="1" i="1" u="sng">
                <a:solidFill>
                  <a:srgbClr val="0000FF"/>
                </a:solidFill>
                <a:latin typeface="Symbol" panose="05050102010706020507" pitchFamily="18" charset="2"/>
              </a:rPr>
              <a:t>m,s</a:t>
            </a:r>
            <a:r>
              <a:rPr lang="en-US" altLang="zh-CN" sz="2400" b="1" u="sng" baseline="30000">
                <a:solidFill>
                  <a:srgbClr val="0000FF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400" b="1" u="sng">
                <a:solidFill>
                  <a:srgbClr val="0000FF"/>
                </a:solidFill>
                <a:latin typeface="Symbol" panose="05050102010706020507" pitchFamily="18" charset="2"/>
              </a:rPr>
              <a:t>)</a:t>
            </a:r>
            <a:r>
              <a:rPr lang="zh-CN" altLang="en-US" sz="2400" b="1" u="sng">
                <a:solidFill>
                  <a:srgbClr val="0000FF"/>
                </a:solidFill>
                <a:ea typeface="楷体_GB2312" pitchFamily="49" charset="-122"/>
                <a:sym typeface="Symbol" panose="05050102010706020507" pitchFamily="18" charset="2"/>
              </a:rPr>
              <a:t>方差</a:t>
            </a:r>
            <a:r>
              <a:rPr lang="en-US" altLang="zh-CN" sz="2400" b="1" i="1" u="sng">
                <a:solidFill>
                  <a:srgbClr val="0000FF"/>
                </a:solidFill>
                <a:latin typeface="Symbol" panose="05050102010706020507" pitchFamily="18" charset="2"/>
              </a:rPr>
              <a:t>s</a:t>
            </a:r>
            <a:r>
              <a:rPr lang="en-US" altLang="zh-CN" sz="2400" b="1" u="sng" baseline="30000">
                <a:solidFill>
                  <a:srgbClr val="0000FF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2400" b="1" u="sng">
                <a:solidFill>
                  <a:srgbClr val="0000FF"/>
                </a:solidFill>
                <a:ea typeface="楷体_GB2312" pitchFamily="49" charset="-122"/>
                <a:sym typeface="Symbol" panose="05050102010706020507" pitchFamily="18" charset="2"/>
              </a:rPr>
              <a:t>的区间估计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80000"/>
            </a:pPr>
            <a:endParaRPr lang="zh-CN" altLang="en-US" sz="2400" b="1" u="sng">
              <a:solidFill>
                <a:srgbClr val="008080"/>
              </a:solidFill>
              <a:ea typeface="楷体_GB2312" pitchFamily="49" charset="-122"/>
              <a:sym typeface="Symbol" panose="05050102010706020507" pitchFamily="18" charset="2"/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80000"/>
            </a:pPr>
            <a:r>
              <a:rPr lang="zh-CN" altLang="en-US" sz="2400" b="1" u="sng">
                <a:solidFill>
                  <a:srgbClr val="0000FF"/>
                </a:solidFill>
                <a:ea typeface="楷体_GB2312" pitchFamily="49" charset="-122"/>
                <a:sym typeface="Symbol" panose="05050102010706020507" pitchFamily="18" charset="2"/>
              </a:rPr>
              <a:t>四  单侧区间估计</a:t>
            </a:r>
            <a:endParaRPr lang="zh-CN" altLang="en-US" sz="2250" b="1">
              <a:solidFill>
                <a:srgbClr val="0000FF"/>
              </a:solidFill>
            </a:endParaRPr>
          </a:p>
          <a:p>
            <a:pPr lvl="1">
              <a:spcBef>
                <a:spcPct val="20000"/>
              </a:spcBef>
              <a:buClr>
                <a:schemeClr val="tx1"/>
              </a:buClr>
              <a:buSzPct val="80000"/>
              <a:buFontTx/>
              <a:buNone/>
            </a:pPr>
            <a:endParaRPr lang="zh-CN" altLang="en-US" sz="2250">
              <a:solidFill>
                <a:srgbClr val="0000FF"/>
              </a:solidFill>
            </a:endParaRPr>
          </a:p>
        </p:txBody>
      </p:sp>
    </p:spTree>
  </p:cSld>
  <p:clrMapOvr>
    <a:masterClrMapping/>
  </p:clrMapOvr>
  <p:transition spd="med"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" dur="1000"/>
                                        <p:tgtEl>
                                          <p:spTgt spid="568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0" dur="500"/>
                                        <p:tgtEl>
                                          <p:spTgt spid="568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" dur="1000"/>
                                        <p:tgtEl>
                                          <p:spTgt spid="568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8322" grpId="0" animBg="1"/>
      <p:bldP spid="568324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69346" name="对象 569345">
            <a:extLst>
              <a:ext uri="{FF2B5EF4-FFF2-40B4-BE49-F238E27FC236}">
                <a16:creationId xmlns:a16="http://schemas.microsoft.com/office/drawing/2014/main" id="{DBFDFA84-E45A-4AE6-97B8-D03D57B94ED7}"/>
              </a:ext>
            </a:extLst>
          </p:cNvPr>
          <p:cNvGraphicFramePr>
            <a:graphicFrameLocks/>
          </p:cNvGraphicFramePr>
          <p:nvPr/>
        </p:nvGraphicFramePr>
        <p:xfrm>
          <a:off x="3540919" y="1006078"/>
          <a:ext cx="1428750" cy="6036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2" r:id="rId4" imgW="990170" imgH="418918" progId="Equation.DSMT4">
                  <p:embed/>
                </p:oleObj>
              </mc:Choice>
              <mc:Fallback>
                <p:oleObj r:id="rId4" imgW="990170" imgH="418918" progId="Equation.DSMT4">
                  <p:embed/>
                  <p:pic>
                    <p:nvPicPr>
                      <p:cNvPr id="569346" name="对象 569345">
                        <a:extLst>
                          <a:ext uri="{FF2B5EF4-FFF2-40B4-BE49-F238E27FC236}">
                            <a16:creationId xmlns:a16="http://schemas.microsoft.com/office/drawing/2014/main" id="{DBFDFA84-E45A-4AE6-97B8-D03D57B94ED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0919" y="1006078"/>
                        <a:ext cx="1428750" cy="6036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9347" name="对象 569346">
            <a:extLst>
              <a:ext uri="{FF2B5EF4-FFF2-40B4-BE49-F238E27FC236}">
                <a16:creationId xmlns:a16="http://schemas.microsoft.com/office/drawing/2014/main" id="{81E886A7-AB91-46B8-8A0F-3EF72DC18905}"/>
              </a:ext>
            </a:extLst>
          </p:cNvPr>
          <p:cNvGraphicFramePr>
            <a:graphicFrameLocks/>
          </p:cNvGraphicFramePr>
          <p:nvPr/>
        </p:nvGraphicFramePr>
        <p:xfrm>
          <a:off x="3226594" y="1047751"/>
          <a:ext cx="1831181" cy="6036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3" r:id="rId6" imgW="1269449" imgH="418918" progId="Equation.DSMT4">
                  <p:embed/>
                </p:oleObj>
              </mc:Choice>
              <mc:Fallback>
                <p:oleObj r:id="rId6" imgW="1269449" imgH="418918" progId="Equation.DSMT4">
                  <p:embed/>
                  <p:pic>
                    <p:nvPicPr>
                      <p:cNvPr id="569347" name="对象 569346">
                        <a:extLst>
                          <a:ext uri="{FF2B5EF4-FFF2-40B4-BE49-F238E27FC236}">
                            <a16:creationId xmlns:a16="http://schemas.microsoft.com/office/drawing/2014/main" id="{81E886A7-AB91-46B8-8A0F-3EF72DC1890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6594" y="1047751"/>
                        <a:ext cx="1831181" cy="60364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9348" name="文本框 569347">
            <a:extLst>
              <a:ext uri="{FF2B5EF4-FFF2-40B4-BE49-F238E27FC236}">
                <a16:creationId xmlns:a16="http://schemas.microsoft.com/office/drawing/2014/main" id="{3AD38F52-CD37-42C7-A289-AFA0448764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3316" y="1156097"/>
            <a:ext cx="1371600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100" b="1">
                <a:solidFill>
                  <a:srgbClr val="008080"/>
                </a:solidFill>
                <a:latin typeface="楷体_GB2312" pitchFamily="49" charset="-122"/>
                <a:ea typeface="楷体_GB2312" pitchFamily="49" charset="-122"/>
              </a:rPr>
              <a:t>1 </a:t>
            </a:r>
            <a:r>
              <a:rPr lang="en-US" altLang="zh-CN" sz="2100" b="1" i="1">
                <a:solidFill>
                  <a:srgbClr val="008080"/>
                </a:solidFill>
                <a:latin typeface="Symbol" panose="05050102010706020507" pitchFamily="18" charset="2"/>
                <a:ea typeface="楷体_GB2312" pitchFamily="49" charset="-122"/>
                <a:sym typeface="Symbol" panose="05050102010706020507" pitchFamily="18" charset="2"/>
              </a:rPr>
              <a:t> </a:t>
            </a:r>
            <a:r>
              <a:rPr lang="en-US" altLang="zh-CN" sz="2100" b="1" baseline="30000">
                <a:solidFill>
                  <a:srgbClr val="00808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2</a:t>
            </a:r>
            <a:r>
              <a:rPr lang="zh-CN" altLang="en-US" sz="2100" b="1">
                <a:solidFill>
                  <a:srgbClr val="008080"/>
                </a:solidFill>
                <a:latin typeface="楷体_GB2312" pitchFamily="49" charset="-122"/>
                <a:ea typeface="楷体_GB2312" pitchFamily="49" charset="-122"/>
              </a:rPr>
              <a:t>已知</a:t>
            </a:r>
          </a:p>
        </p:txBody>
      </p:sp>
      <p:graphicFrame>
        <p:nvGraphicFramePr>
          <p:cNvPr id="569349" name="对象 569348">
            <a:extLst>
              <a:ext uri="{FF2B5EF4-FFF2-40B4-BE49-F238E27FC236}">
                <a16:creationId xmlns:a16="http://schemas.microsoft.com/office/drawing/2014/main" id="{B1948526-8A58-4625-ACBE-D46F51357C0E}"/>
              </a:ext>
            </a:extLst>
          </p:cNvPr>
          <p:cNvGraphicFramePr>
            <a:graphicFrameLocks/>
          </p:cNvGraphicFramePr>
          <p:nvPr/>
        </p:nvGraphicFramePr>
        <p:xfrm>
          <a:off x="2087166" y="1815704"/>
          <a:ext cx="2453878" cy="7060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4" r:id="rId8" imgW="1853396" imgH="533169" progId="Equation.DSMT4">
                  <p:embed/>
                </p:oleObj>
              </mc:Choice>
              <mc:Fallback>
                <p:oleObj r:id="rId8" imgW="1853396" imgH="533169" progId="Equation.DSMT4">
                  <p:embed/>
                  <p:pic>
                    <p:nvPicPr>
                      <p:cNvPr id="569349" name="对象 569348">
                        <a:extLst>
                          <a:ext uri="{FF2B5EF4-FFF2-40B4-BE49-F238E27FC236}">
                            <a16:creationId xmlns:a16="http://schemas.microsoft.com/office/drawing/2014/main" id="{B1948526-8A58-4625-ACBE-D46F51357C0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7166" y="1815704"/>
                        <a:ext cx="2453878" cy="7060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9350" name="对象 569349">
            <a:extLst>
              <a:ext uri="{FF2B5EF4-FFF2-40B4-BE49-F238E27FC236}">
                <a16:creationId xmlns:a16="http://schemas.microsoft.com/office/drawing/2014/main" id="{84737DFD-34AA-448B-A4DA-ED7CEFB72A34}"/>
              </a:ext>
            </a:extLst>
          </p:cNvPr>
          <p:cNvGraphicFramePr>
            <a:graphicFrameLocks/>
          </p:cNvGraphicFramePr>
          <p:nvPr/>
        </p:nvGraphicFramePr>
        <p:xfrm>
          <a:off x="5322094" y="897732"/>
          <a:ext cx="2678906" cy="17264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5" r:id="rId10" imgW="3266667" imgH="2104762" progId="Paint.Picture">
                  <p:embed/>
                </p:oleObj>
              </mc:Choice>
              <mc:Fallback>
                <p:oleObj r:id="rId10" imgW="3266667" imgH="2104762" progId="Paint.Picture">
                  <p:embed/>
                  <p:pic>
                    <p:nvPicPr>
                      <p:cNvPr id="569350" name="对象 569349">
                        <a:extLst>
                          <a:ext uri="{FF2B5EF4-FFF2-40B4-BE49-F238E27FC236}">
                            <a16:creationId xmlns:a16="http://schemas.microsoft.com/office/drawing/2014/main" id="{84737DFD-34AA-448B-A4DA-ED7CEFB72A3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22094" y="897732"/>
                        <a:ext cx="2678906" cy="17264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9351" name="对象 569350">
            <a:extLst>
              <a:ext uri="{FF2B5EF4-FFF2-40B4-BE49-F238E27FC236}">
                <a16:creationId xmlns:a16="http://schemas.microsoft.com/office/drawing/2014/main" id="{198D21F9-70D8-4373-9564-4A060F25F5C7}"/>
              </a:ext>
            </a:extLst>
          </p:cNvPr>
          <p:cNvGraphicFramePr>
            <a:graphicFrameLocks/>
          </p:cNvGraphicFramePr>
          <p:nvPr/>
        </p:nvGraphicFramePr>
        <p:xfrm>
          <a:off x="1818085" y="2518173"/>
          <a:ext cx="4266009" cy="6453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6" r:id="rId12" imgW="2856260" imgH="431613" progId="Equation.DSMT4">
                  <p:embed/>
                </p:oleObj>
              </mc:Choice>
              <mc:Fallback>
                <p:oleObj r:id="rId12" imgW="2856260" imgH="431613" progId="Equation.DSMT4">
                  <p:embed/>
                  <p:pic>
                    <p:nvPicPr>
                      <p:cNvPr id="569351" name="对象 569350">
                        <a:extLst>
                          <a:ext uri="{FF2B5EF4-FFF2-40B4-BE49-F238E27FC236}">
                            <a16:creationId xmlns:a16="http://schemas.microsoft.com/office/drawing/2014/main" id="{198D21F9-70D8-4373-9564-4A060F25F5C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8085" y="2518173"/>
                        <a:ext cx="4266009" cy="6453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9352" name="文本框 569351">
            <a:extLst>
              <a:ext uri="{FF2B5EF4-FFF2-40B4-BE49-F238E27FC236}">
                <a16:creationId xmlns:a16="http://schemas.microsoft.com/office/drawing/2014/main" id="{3687C448-0EF1-487E-BDFD-E6B7A9134A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1447" y="3393282"/>
            <a:ext cx="4834670" cy="3924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3500" rIns="135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950" b="1" i="1">
                <a:solidFill>
                  <a:schemeClr val="tx2"/>
                </a:solidFill>
                <a:sym typeface="Symbol" panose="05050102010706020507" pitchFamily="18" charset="2"/>
              </a:rPr>
              <a:t> </a:t>
            </a:r>
            <a:r>
              <a:rPr lang="en-US" altLang="zh-CN" sz="1950" b="1" baseline="30000">
                <a:solidFill>
                  <a:schemeClr val="tx2"/>
                </a:solidFill>
                <a:sym typeface="Symbol" panose="05050102010706020507" pitchFamily="18" charset="2"/>
              </a:rPr>
              <a:t>2</a:t>
            </a:r>
            <a:r>
              <a:rPr lang="zh-CN" altLang="en-US" sz="1950" b="1">
                <a:solidFill>
                  <a:schemeClr val="tx2"/>
                </a:solidFill>
              </a:rPr>
              <a:t>已知时，</a:t>
            </a:r>
            <a:r>
              <a:rPr lang="zh-CN" altLang="en-US" sz="1950" b="1" i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 </a:t>
            </a:r>
            <a:r>
              <a:rPr lang="zh-CN" altLang="en-US" sz="1950" b="1">
                <a:latin typeface="Times New Roman" panose="02020603050405020304" pitchFamily="18" charset="0"/>
              </a:rPr>
              <a:t>的置信度为</a:t>
            </a:r>
            <a:r>
              <a:rPr lang="en-US" altLang="zh-CN" sz="1950" b="1">
                <a:latin typeface="Times New Roman" panose="02020603050405020304" pitchFamily="18" charset="0"/>
              </a:rPr>
              <a:t>1</a:t>
            </a:r>
            <a:r>
              <a:rPr lang="zh-CN" altLang="en-US" sz="1950" b="1">
                <a:latin typeface="Times New Roman" panose="02020603050405020304" pitchFamily="18" charset="0"/>
              </a:rPr>
              <a:t>－</a:t>
            </a:r>
            <a:r>
              <a:rPr lang="zh-CN" altLang="en-US" sz="1950" b="1" i="1"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zh-CN" altLang="en-US" sz="1950" b="1">
                <a:latin typeface="Times New Roman" panose="02020603050405020304" pitchFamily="18" charset="0"/>
              </a:rPr>
              <a:t>的</a:t>
            </a:r>
            <a:r>
              <a:rPr lang="zh-CN" altLang="en-US" sz="1950" b="1">
                <a:solidFill>
                  <a:schemeClr val="tx2"/>
                </a:solidFill>
                <a:latin typeface="Times New Roman" panose="02020603050405020304" pitchFamily="18" charset="0"/>
              </a:rPr>
              <a:t>置信区间</a:t>
            </a:r>
            <a:r>
              <a:rPr lang="zh-CN" altLang="en-US" sz="1950" b="1">
                <a:latin typeface="Times New Roman" panose="02020603050405020304" pitchFamily="18" charset="0"/>
              </a:rPr>
              <a:t>为</a:t>
            </a:r>
          </a:p>
        </p:txBody>
      </p:sp>
      <p:graphicFrame>
        <p:nvGraphicFramePr>
          <p:cNvPr id="569353" name="对象 569352">
            <a:extLst>
              <a:ext uri="{FF2B5EF4-FFF2-40B4-BE49-F238E27FC236}">
                <a16:creationId xmlns:a16="http://schemas.microsoft.com/office/drawing/2014/main" id="{3DFC6165-2BAD-497F-9904-1D6693D870A3}"/>
              </a:ext>
            </a:extLst>
          </p:cNvPr>
          <p:cNvGraphicFramePr>
            <a:graphicFrameLocks/>
          </p:cNvGraphicFramePr>
          <p:nvPr/>
        </p:nvGraphicFramePr>
        <p:xfrm>
          <a:off x="2465785" y="3733800"/>
          <a:ext cx="2862263" cy="665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7" r:id="rId14" imgW="1853396" imgH="431613" progId="Equation.DSMT4">
                  <p:embed/>
                </p:oleObj>
              </mc:Choice>
              <mc:Fallback>
                <p:oleObj r:id="rId14" imgW="1853396" imgH="431613" progId="Equation.DSMT4">
                  <p:embed/>
                  <p:pic>
                    <p:nvPicPr>
                      <p:cNvPr id="569353" name="对象 569352">
                        <a:extLst>
                          <a:ext uri="{FF2B5EF4-FFF2-40B4-BE49-F238E27FC236}">
                            <a16:creationId xmlns:a16="http://schemas.microsoft.com/office/drawing/2014/main" id="{3DFC6165-2BAD-497F-9904-1D6693D870A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5785" y="3733800"/>
                        <a:ext cx="2862263" cy="6655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13" name="矩形 569353">
            <a:extLst>
              <a:ext uri="{FF2B5EF4-FFF2-40B4-BE49-F238E27FC236}">
                <a16:creationId xmlns:a16="http://schemas.microsoft.com/office/drawing/2014/main" id="{2D70AA50-124E-44E1-8356-5D96B45E9B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6160" y="330994"/>
            <a:ext cx="5724525" cy="39405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lIns="67500" tIns="35100" rIns="67500" bIns="35100">
            <a:spAutoFit/>
          </a:bodyPr>
          <a:lstStyle>
            <a:lvl1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tx1"/>
              </a:buClr>
              <a:buSzPct val="80000"/>
            </a:pPr>
            <a:r>
              <a:rPr lang="zh-CN" altLang="en-US" sz="2100" b="1" u="sng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二 </a:t>
            </a:r>
            <a:r>
              <a:rPr lang="zh-CN" altLang="en-US" sz="2100" b="1" u="sng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单个正态总体</a:t>
            </a:r>
            <a:r>
              <a:rPr lang="en-US" altLang="zh-CN" sz="2100" b="1" i="1" u="sng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N</a:t>
            </a:r>
            <a:r>
              <a:rPr lang="en-US" altLang="zh-CN" sz="2100" b="1" u="sng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(</a:t>
            </a:r>
            <a:r>
              <a:rPr lang="en-US" altLang="zh-CN" sz="2100" b="1" i="1" u="sng">
                <a:solidFill>
                  <a:srgbClr val="0000FF"/>
                </a:solidFill>
                <a:latin typeface="Symbol" panose="05050102010706020507" pitchFamily="18" charset="2"/>
                <a:ea typeface="楷体_GB2312" pitchFamily="49" charset="-122"/>
                <a:sym typeface="Symbol" panose="05050102010706020507" pitchFamily="18" charset="2"/>
              </a:rPr>
              <a:t>m</a:t>
            </a:r>
            <a:r>
              <a:rPr lang="en-US" altLang="zh-CN" sz="2100" b="1" u="sng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,</a:t>
            </a:r>
            <a:r>
              <a:rPr lang="en-US" altLang="zh-CN" sz="2100" b="1" i="1" u="sng">
                <a:solidFill>
                  <a:srgbClr val="0000FF"/>
                </a:solidFill>
                <a:latin typeface="Symbol" panose="05050102010706020507" pitchFamily="18" charset="2"/>
                <a:ea typeface="楷体_GB2312" pitchFamily="49" charset="-122"/>
                <a:sym typeface="Symbol" panose="05050102010706020507" pitchFamily="18" charset="2"/>
              </a:rPr>
              <a:t>s</a:t>
            </a:r>
            <a:r>
              <a:rPr lang="en-US" altLang="zh-CN" sz="2100" b="1" u="sng" baseline="30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2</a:t>
            </a:r>
            <a:r>
              <a:rPr lang="en-US" altLang="zh-CN" sz="2100" b="1" u="sng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)</a:t>
            </a:r>
            <a:r>
              <a:rPr lang="zh-CN" altLang="en-US" sz="2100" b="1" u="sng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均值的区间估计</a:t>
            </a:r>
          </a:p>
        </p:txBody>
      </p:sp>
      <p:sp>
        <p:nvSpPr>
          <p:cNvPr id="569355" name="矩形 569354">
            <a:extLst>
              <a:ext uri="{FF2B5EF4-FFF2-40B4-BE49-F238E27FC236}">
                <a16:creationId xmlns:a16="http://schemas.microsoft.com/office/drawing/2014/main" id="{9796582B-AE39-4BD3-998A-5DCD029118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0010" y="3327797"/>
            <a:ext cx="5076825" cy="1133475"/>
          </a:xfrm>
          <a:prstGeom prst="rect">
            <a:avLst/>
          </a:prstGeom>
          <a:noFill/>
          <a:ln w="28575">
            <a:solidFill>
              <a:srgbClr val="339933"/>
            </a:solidFill>
            <a:miter lim="800000"/>
            <a:headEnd/>
            <a:tailEnd type="non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</p:spTree>
  </p:cSld>
  <p:clrMapOvr>
    <a:masterClrMapping/>
  </p:clrMapOvr>
  <p:transition spd="slow">
    <p:pull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693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693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693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693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569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4" dur="500"/>
                                        <p:tgtEl>
                                          <p:spTgt spid="569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9" dur="500"/>
                                        <p:tgtEl>
                                          <p:spTgt spid="56935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4" dur="500"/>
                                        <p:tgtEl>
                                          <p:spTgt spid="569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75"/>
                                        <p:tgtEl>
                                          <p:spTgt spid="5693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725"/>
                            </p:stCondLst>
                            <p:childTnLst>
                              <p:par>
                                <p:cTn id="41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3" dur="500"/>
                                        <p:tgtEl>
                                          <p:spTgt spid="569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2225"/>
                            </p:stCondLst>
                            <p:childTnLst>
                              <p:par>
                                <p:cTn id="4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5693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5693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569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9348" grpId="0" build="p"/>
      <p:bldP spid="569352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矩形 570373">
            <a:extLst>
              <a:ext uri="{FF2B5EF4-FFF2-40B4-BE49-F238E27FC236}">
                <a16:creationId xmlns:a16="http://schemas.microsoft.com/office/drawing/2014/main" id="{D9A2C25F-34C7-4CD6-ABDC-E9C1FAAF4D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0156" y="250031"/>
            <a:ext cx="5076825" cy="1133475"/>
          </a:xfrm>
          <a:prstGeom prst="rect">
            <a:avLst/>
          </a:prstGeom>
          <a:solidFill>
            <a:schemeClr val="bg1"/>
          </a:solidFill>
          <a:ln w="28575">
            <a:solidFill>
              <a:srgbClr val="339933"/>
            </a:solidFill>
            <a:miter lim="800000"/>
            <a:headEnd/>
            <a:tailEnd type="none" w="med" len="lg"/>
          </a:ln>
        </p:spPr>
        <p:txBody>
          <a:bodyPr/>
          <a:lstStyle/>
          <a:p>
            <a:endParaRPr lang="zh-CN" altLang="en-US" sz="1350"/>
          </a:p>
        </p:txBody>
      </p:sp>
      <p:graphicFrame>
        <p:nvGraphicFramePr>
          <p:cNvPr id="48130" name="对象 570370">
            <a:extLst>
              <a:ext uri="{FF2B5EF4-FFF2-40B4-BE49-F238E27FC236}">
                <a16:creationId xmlns:a16="http://schemas.microsoft.com/office/drawing/2014/main" id="{D1246047-98A5-45FE-8F86-FD7F63CC684F}"/>
              </a:ext>
            </a:extLst>
          </p:cNvPr>
          <p:cNvGraphicFramePr>
            <a:graphicFrameLocks/>
          </p:cNvGraphicFramePr>
          <p:nvPr/>
        </p:nvGraphicFramePr>
        <p:xfrm>
          <a:off x="5322094" y="735807"/>
          <a:ext cx="2678906" cy="17264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7" r:id="rId3" imgW="3266667" imgH="2104762" progId="Paint.Picture">
                  <p:embed/>
                </p:oleObj>
              </mc:Choice>
              <mc:Fallback>
                <p:oleObj r:id="rId3" imgW="3266667" imgH="2104762" progId="Paint.Picture">
                  <p:embed/>
                  <p:pic>
                    <p:nvPicPr>
                      <p:cNvPr id="48130" name="对象 570370">
                        <a:extLst>
                          <a:ext uri="{FF2B5EF4-FFF2-40B4-BE49-F238E27FC236}">
                            <a16:creationId xmlns:a16="http://schemas.microsoft.com/office/drawing/2014/main" id="{D1246047-98A5-45FE-8F86-FD7F63CC684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22094" y="735807"/>
                        <a:ext cx="2678906" cy="17264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31" name="文本框 570371">
            <a:extLst>
              <a:ext uri="{FF2B5EF4-FFF2-40B4-BE49-F238E27FC236}">
                <a16:creationId xmlns:a16="http://schemas.microsoft.com/office/drawing/2014/main" id="{ECEBB606-2019-46A7-AF63-D23B64E00D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0650" y="330994"/>
            <a:ext cx="4834670" cy="3924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3500" rIns="135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950" b="1" i="1">
                <a:solidFill>
                  <a:schemeClr val="tx2"/>
                </a:solidFill>
                <a:sym typeface="Symbol" panose="05050102010706020507" pitchFamily="18" charset="2"/>
              </a:rPr>
              <a:t> </a:t>
            </a:r>
            <a:r>
              <a:rPr lang="en-US" altLang="zh-CN" sz="1950" b="1" baseline="30000">
                <a:solidFill>
                  <a:schemeClr val="tx2"/>
                </a:solidFill>
                <a:sym typeface="Symbol" panose="05050102010706020507" pitchFamily="18" charset="2"/>
              </a:rPr>
              <a:t>2</a:t>
            </a:r>
            <a:r>
              <a:rPr lang="zh-CN" altLang="en-US" sz="1950" b="1">
                <a:solidFill>
                  <a:schemeClr val="tx2"/>
                </a:solidFill>
              </a:rPr>
              <a:t>已知时，</a:t>
            </a:r>
            <a:r>
              <a:rPr lang="zh-CN" altLang="en-US" sz="1950" b="1" i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 </a:t>
            </a:r>
            <a:r>
              <a:rPr lang="zh-CN" altLang="en-US" sz="1950" b="1">
                <a:latin typeface="Times New Roman" panose="02020603050405020304" pitchFamily="18" charset="0"/>
              </a:rPr>
              <a:t>的置信度为</a:t>
            </a:r>
            <a:r>
              <a:rPr lang="en-US" altLang="zh-CN" sz="1950" b="1">
                <a:latin typeface="Times New Roman" panose="02020603050405020304" pitchFamily="18" charset="0"/>
              </a:rPr>
              <a:t>1</a:t>
            </a:r>
            <a:r>
              <a:rPr lang="zh-CN" altLang="en-US" sz="1950" b="1">
                <a:latin typeface="Times New Roman" panose="02020603050405020304" pitchFamily="18" charset="0"/>
              </a:rPr>
              <a:t>－</a:t>
            </a:r>
            <a:r>
              <a:rPr lang="zh-CN" altLang="en-US" sz="1950" b="1" i="1"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zh-CN" altLang="en-US" sz="1950" b="1">
                <a:latin typeface="Times New Roman" panose="02020603050405020304" pitchFamily="18" charset="0"/>
              </a:rPr>
              <a:t>的</a:t>
            </a:r>
            <a:r>
              <a:rPr lang="zh-CN" altLang="en-US" sz="1950" b="1">
                <a:solidFill>
                  <a:schemeClr val="tx2"/>
                </a:solidFill>
                <a:latin typeface="Times New Roman" panose="02020603050405020304" pitchFamily="18" charset="0"/>
              </a:rPr>
              <a:t>置信区间</a:t>
            </a:r>
            <a:r>
              <a:rPr lang="zh-CN" altLang="en-US" sz="1950" b="1">
                <a:latin typeface="Times New Roman" panose="02020603050405020304" pitchFamily="18" charset="0"/>
              </a:rPr>
              <a:t>为</a:t>
            </a:r>
          </a:p>
        </p:txBody>
      </p:sp>
      <p:graphicFrame>
        <p:nvGraphicFramePr>
          <p:cNvPr id="48132" name="对象 570372">
            <a:extLst>
              <a:ext uri="{FF2B5EF4-FFF2-40B4-BE49-F238E27FC236}">
                <a16:creationId xmlns:a16="http://schemas.microsoft.com/office/drawing/2014/main" id="{FE63E3CB-EC43-4B36-82E5-598340163A8B}"/>
              </a:ext>
            </a:extLst>
          </p:cNvPr>
          <p:cNvGraphicFramePr>
            <a:graphicFrameLocks/>
          </p:cNvGraphicFramePr>
          <p:nvPr/>
        </p:nvGraphicFramePr>
        <p:xfrm>
          <a:off x="1818085" y="708422"/>
          <a:ext cx="2862263" cy="6655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8" r:id="rId5" imgW="1853396" imgH="431613" progId="Equation.DSMT4">
                  <p:embed/>
                </p:oleObj>
              </mc:Choice>
              <mc:Fallback>
                <p:oleObj r:id="rId5" imgW="1853396" imgH="431613" progId="Equation.DSMT4">
                  <p:embed/>
                  <p:pic>
                    <p:nvPicPr>
                      <p:cNvPr id="48132" name="对象 570372">
                        <a:extLst>
                          <a:ext uri="{FF2B5EF4-FFF2-40B4-BE49-F238E27FC236}">
                            <a16:creationId xmlns:a16="http://schemas.microsoft.com/office/drawing/2014/main" id="{FE63E3CB-EC43-4B36-82E5-598340163A8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8085" y="708422"/>
                        <a:ext cx="2862263" cy="6655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0375" name="文本框 570374">
            <a:extLst>
              <a:ext uri="{FF2B5EF4-FFF2-40B4-BE49-F238E27FC236}">
                <a16:creationId xmlns:a16="http://schemas.microsoft.com/office/drawing/2014/main" id="{A413F86E-4D72-468C-A2C1-871667486F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1392" y="1858567"/>
            <a:ext cx="868891" cy="394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500" tIns="35100" rIns="67500" bIns="3510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>
              <a:spcBef>
                <a:spcPct val="20000"/>
              </a:spcBef>
              <a:buClr>
                <a:schemeClr val="tx1"/>
              </a:buClr>
              <a:buSzPct val="80000"/>
              <a:buFontTx/>
              <a:buNone/>
            </a:pPr>
            <a:r>
              <a:rPr lang="zh-CN" altLang="en-US" sz="2100" b="1">
                <a:solidFill>
                  <a:srgbClr val="FF0000"/>
                </a:solidFill>
              </a:rPr>
              <a:t>注</a:t>
            </a:r>
          </a:p>
        </p:txBody>
      </p:sp>
      <p:sp>
        <p:nvSpPr>
          <p:cNvPr id="570376" name="文本框 570375">
            <a:extLst>
              <a:ext uri="{FF2B5EF4-FFF2-40B4-BE49-F238E27FC236}">
                <a16:creationId xmlns:a16="http://schemas.microsoft.com/office/drawing/2014/main" id="{FFA79A89-2C04-41FB-A7AC-D19E38F67D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0010" y="1869281"/>
            <a:ext cx="2295564" cy="370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500" tIns="35100" rIns="67500" bIns="3510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>
              <a:spcBef>
                <a:spcPct val="20000"/>
              </a:spcBef>
              <a:buClr>
                <a:schemeClr val="tx1"/>
              </a:buClr>
              <a:buSzPct val="80000"/>
              <a:buFontTx/>
              <a:buNone/>
            </a:pPr>
            <a:r>
              <a:rPr lang="en-US" altLang="zh-CN" sz="1950" b="1">
                <a:solidFill>
                  <a:srgbClr val="3366FF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1950" b="1">
                <a:solidFill>
                  <a:schemeClr val="tx2"/>
                </a:solidFill>
                <a:latin typeface="Times New Roman" panose="02020603050405020304" pitchFamily="18" charset="0"/>
              </a:rPr>
              <a:t>.</a:t>
            </a:r>
            <a:r>
              <a:rPr lang="zh-CN" altLang="en-US" sz="1950" b="1">
                <a:solidFill>
                  <a:schemeClr val="tx2"/>
                </a:solidFill>
              </a:rPr>
              <a:t>置信区间长度</a:t>
            </a:r>
          </a:p>
        </p:txBody>
      </p:sp>
      <p:graphicFrame>
        <p:nvGraphicFramePr>
          <p:cNvPr id="570377" name="对象 570376">
            <a:extLst>
              <a:ext uri="{FF2B5EF4-FFF2-40B4-BE49-F238E27FC236}">
                <a16:creationId xmlns:a16="http://schemas.microsoft.com/office/drawing/2014/main" id="{579EF6AD-0B94-41E9-91E2-9979F749487F}"/>
              </a:ext>
            </a:extLst>
          </p:cNvPr>
          <p:cNvGraphicFramePr>
            <a:graphicFrameLocks/>
          </p:cNvGraphicFramePr>
          <p:nvPr/>
        </p:nvGraphicFramePr>
        <p:xfrm>
          <a:off x="4086225" y="1739503"/>
          <a:ext cx="1026319" cy="604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9" r:id="rId7" imgW="863225" imgH="507780" progId="Equation.3">
                  <p:embed/>
                </p:oleObj>
              </mc:Choice>
              <mc:Fallback>
                <p:oleObj r:id="rId7" imgW="863225" imgH="507780" progId="Equation.3">
                  <p:embed/>
                  <p:pic>
                    <p:nvPicPr>
                      <p:cNvPr id="570377" name="对象 570376">
                        <a:extLst>
                          <a:ext uri="{FF2B5EF4-FFF2-40B4-BE49-F238E27FC236}">
                            <a16:creationId xmlns:a16="http://schemas.microsoft.com/office/drawing/2014/main" id="{579EF6AD-0B94-41E9-91E2-9979F749487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86225" y="1739503"/>
                        <a:ext cx="1026319" cy="604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0378" name="对象 570377">
            <a:extLst>
              <a:ext uri="{FF2B5EF4-FFF2-40B4-BE49-F238E27FC236}">
                <a16:creationId xmlns:a16="http://schemas.microsoft.com/office/drawing/2014/main" id="{1005C782-7A59-44D3-9859-EF7343574D52}"/>
              </a:ext>
            </a:extLst>
          </p:cNvPr>
          <p:cNvGraphicFramePr>
            <a:graphicFrameLocks/>
          </p:cNvGraphicFramePr>
          <p:nvPr/>
        </p:nvGraphicFramePr>
        <p:xfrm>
          <a:off x="2033587" y="2301479"/>
          <a:ext cx="1957388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80" r:id="rId9" imgW="1217615" imgH="215619" progId="Equation.DSMT4">
                  <p:embed/>
                </p:oleObj>
              </mc:Choice>
              <mc:Fallback>
                <p:oleObj r:id="rId9" imgW="1217615" imgH="215619" progId="Equation.DSMT4">
                  <p:embed/>
                  <p:pic>
                    <p:nvPicPr>
                      <p:cNvPr id="570378" name="对象 570377">
                        <a:extLst>
                          <a:ext uri="{FF2B5EF4-FFF2-40B4-BE49-F238E27FC236}">
                            <a16:creationId xmlns:a16="http://schemas.microsoft.com/office/drawing/2014/main" id="{1005C782-7A59-44D3-9859-EF7343574D5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3587" y="2301479"/>
                        <a:ext cx="1957388" cy="323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0379" name="对象 570378">
            <a:extLst>
              <a:ext uri="{FF2B5EF4-FFF2-40B4-BE49-F238E27FC236}">
                <a16:creationId xmlns:a16="http://schemas.microsoft.com/office/drawing/2014/main" id="{798FB886-494B-4481-B653-EC5FE46B43C6}"/>
              </a:ext>
            </a:extLst>
          </p:cNvPr>
          <p:cNvGraphicFramePr>
            <a:graphicFrameLocks/>
          </p:cNvGraphicFramePr>
          <p:nvPr/>
        </p:nvGraphicFramePr>
        <p:xfrm>
          <a:off x="4031456" y="2301479"/>
          <a:ext cx="652463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81" r:id="rId11" imgW="406048" imgH="203024" progId="Equation.DSMT4">
                  <p:embed/>
                </p:oleObj>
              </mc:Choice>
              <mc:Fallback>
                <p:oleObj r:id="rId11" imgW="406048" imgH="203024" progId="Equation.DSMT4">
                  <p:embed/>
                  <p:pic>
                    <p:nvPicPr>
                      <p:cNvPr id="570379" name="对象 570378">
                        <a:extLst>
                          <a:ext uri="{FF2B5EF4-FFF2-40B4-BE49-F238E27FC236}">
                            <a16:creationId xmlns:a16="http://schemas.microsoft.com/office/drawing/2014/main" id="{798FB886-494B-4481-B653-EC5FE46B43C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1456" y="2301479"/>
                        <a:ext cx="652463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0380" name="对象 570379">
            <a:extLst>
              <a:ext uri="{FF2B5EF4-FFF2-40B4-BE49-F238E27FC236}">
                <a16:creationId xmlns:a16="http://schemas.microsoft.com/office/drawing/2014/main" id="{3D6788AB-C677-47CF-8389-12F305339B27}"/>
              </a:ext>
            </a:extLst>
          </p:cNvPr>
          <p:cNvGraphicFramePr>
            <a:graphicFrameLocks/>
          </p:cNvGraphicFramePr>
          <p:nvPr/>
        </p:nvGraphicFramePr>
        <p:xfrm>
          <a:off x="2030016" y="2668191"/>
          <a:ext cx="1977628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82" r:id="rId13" imgW="1230298" imgH="215619" progId="Equation.DSMT4">
                  <p:embed/>
                </p:oleObj>
              </mc:Choice>
              <mc:Fallback>
                <p:oleObj r:id="rId13" imgW="1230298" imgH="215619" progId="Equation.DSMT4">
                  <p:embed/>
                  <p:pic>
                    <p:nvPicPr>
                      <p:cNvPr id="570380" name="对象 570379">
                        <a:extLst>
                          <a:ext uri="{FF2B5EF4-FFF2-40B4-BE49-F238E27FC236}">
                            <a16:creationId xmlns:a16="http://schemas.microsoft.com/office/drawing/2014/main" id="{3D6788AB-C677-47CF-8389-12F305339B2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0016" y="2668191"/>
                        <a:ext cx="1977628" cy="323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0381" name="对象 570380">
            <a:extLst>
              <a:ext uri="{FF2B5EF4-FFF2-40B4-BE49-F238E27FC236}">
                <a16:creationId xmlns:a16="http://schemas.microsoft.com/office/drawing/2014/main" id="{169138D2-3524-4EA3-952C-551072266E3E}"/>
              </a:ext>
            </a:extLst>
          </p:cNvPr>
          <p:cNvGraphicFramePr>
            <a:graphicFrameLocks/>
          </p:cNvGraphicFramePr>
          <p:nvPr/>
        </p:nvGraphicFramePr>
        <p:xfrm>
          <a:off x="4027885" y="2668191"/>
          <a:ext cx="652463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83" r:id="rId15" imgW="406048" imgH="203024" progId="Equation.DSMT4">
                  <p:embed/>
                </p:oleObj>
              </mc:Choice>
              <mc:Fallback>
                <p:oleObj r:id="rId15" imgW="406048" imgH="203024" progId="Equation.DSMT4">
                  <p:embed/>
                  <p:pic>
                    <p:nvPicPr>
                      <p:cNvPr id="570381" name="对象 570380">
                        <a:extLst>
                          <a:ext uri="{FF2B5EF4-FFF2-40B4-BE49-F238E27FC236}">
                            <a16:creationId xmlns:a16="http://schemas.microsoft.com/office/drawing/2014/main" id="{169138D2-3524-4EA3-952C-551072266E3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27885" y="2668191"/>
                        <a:ext cx="652463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0382" name="文本框 570381">
            <a:extLst>
              <a:ext uri="{FF2B5EF4-FFF2-40B4-BE49-F238E27FC236}">
                <a16:creationId xmlns:a16="http://schemas.microsoft.com/office/drawing/2014/main" id="{6BF66C83-4C9F-49FD-9446-F889EEA23F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9738" y="3111104"/>
            <a:ext cx="5315621" cy="370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500" tIns="35100" rIns="67500" bIns="3510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>
              <a:spcBef>
                <a:spcPct val="20000"/>
              </a:spcBef>
              <a:buClr>
                <a:schemeClr val="tx1"/>
              </a:buClr>
              <a:buSzPct val="80000"/>
              <a:buFontTx/>
              <a:buNone/>
            </a:pPr>
            <a:r>
              <a:rPr lang="en-US" altLang="zh-CN" sz="1950" b="1">
                <a:solidFill>
                  <a:srgbClr val="3366FF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1950" b="1">
                <a:solidFill>
                  <a:schemeClr val="tx2"/>
                </a:solidFill>
                <a:latin typeface="Times New Roman" panose="02020603050405020304" pitchFamily="18" charset="0"/>
              </a:rPr>
              <a:t>.</a:t>
            </a:r>
            <a:r>
              <a:rPr lang="zh-CN" altLang="en-US" sz="1950" b="1">
                <a:solidFill>
                  <a:schemeClr val="tx2"/>
                </a:solidFill>
                <a:latin typeface="Times New Roman" panose="02020603050405020304" pitchFamily="18" charset="0"/>
              </a:rPr>
              <a:t>相同置信水平下，</a:t>
            </a:r>
            <a:r>
              <a:rPr lang="zh-CN" altLang="en-US" sz="1950" b="1">
                <a:solidFill>
                  <a:schemeClr val="tx2"/>
                </a:solidFill>
              </a:rPr>
              <a:t>置信区间选取不唯一。</a:t>
            </a:r>
          </a:p>
        </p:txBody>
      </p:sp>
      <p:sp>
        <p:nvSpPr>
          <p:cNvPr id="570383" name="文本框 570382">
            <a:extLst>
              <a:ext uri="{FF2B5EF4-FFF2-40B4-BE49-F238E27FC236}">
                <a16:creationId xmlns:a16="http://schemas.microsoft.com/office/drawing/2014/main" id="{C501C39D-31B7-4673-94B4-370BF31CF9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8085" y="3543300"/>
            <a:ext cx="5762859" cy="370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500" tIns="35100" rIns="67500" bIns="3510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>
              <a:spcBef>
                <a:spcPct val="20000"/>
              </a:spcBef>
              <a:buClr>
                <a:schemeClr val="tx1"/>
              </a:buClr>
              <a:buSzPct val="80000"/>
              <a:buFontTx/>
              <a:buNone/>
            </a:pPr>
            <a:r>
              <a:rPr lang="zh-CN" altLang="en-US" sz="1950" b="1">
                <a:solidFill>
                  <a:schemeClr val="tx2"/>
                </a:solidFill>
                <a:latin typeface="Times New Roman" panose="02020603050405020304" pitchFamily="18" charset="0"/>
              </a:rPr>
              <a:t>同一置信水平下，</a:t>
            </a:r>
            <a:r>
              <a:rPr lang="en-US" altLang="zh-CN" sz="1950" b="1" i="1">
                <a:solidFill>
                  <a:schemeClr val="tx2"/>
                </a:solidFill>
                <a:latin typeface="Times New Roman" panose="02020603050405020304" pitchFamily="18" charset="0"/>
              </a:rPr>
              <a:t>l </a:t>
            </a:r>
            <a:r>
              <a:rPr lang="zh-CN" altLang="en-US" sz="1950" b="1">
                <a:solidFill>
                  <a:schemeClr val="tx2"/>
                </a:solidFill>
                <a:latin typeface="Times New Roman" panose="02020603050405020304" pitchFamily="18" charset="0"/>
              </a:rPr>
              <a:t>越小，表示估计精度越高</a:t>
            </a:r>
            <a:r>
              <a:rPr lang="zh-CN" altLang="en-US" sz="1950" b="1">
                <a:solidFill>
                  <a:schemeClr val="tx2"/>
                </a:solidFill>
              </a:rPr>
              <a:t>。</a:t>
            </a:r>
          </a:p>
        </p:txBody>
      </p:sp>
      <p:grpSp>
        <p:nvGrpSpPr>
          <p:cNvPr id="570384" name="组合 570383">
            <a:extLst>
              <a:ext uri="{FF2B5EF4-FFF2-40B4-BE49-F238E27FC236}">
                <a16:creationId xmlns:a16="http://schemas.microsoft.com/office/drawing/2014/main" id="{82F794AB-3E34-4E10-9492-21C61C7A48A5}"/>
              </a:ext>
            </a:extLst>
          </p:cNvPr>
          <p:cNvGrpSpPr>
            <a:grpSpLocks/>
          </p:cNvGrpSpPr>
          <p:nvPr/>
        </p:nvGrpSpPr>
        <p:grpSpPr bwMode="auto">
          <a:xfrm>
            <a:off x="1763316" y="3921919"/>
            <a:ext cx="5711428" cy="756047"/>
            <a:chOff x="521" y="3294"/>
            <a:chExt cx="4797" cy="635"/>
          </a:xfrm>
        </p:grpSpPr>
        <p:sp>
          <p:nvSpPr>
            <p:cNvPr id="48143" name="文本框 570384">
              <a:extLst>
                <a:ext uri="{FF2B5EF4-FFF2-40B4-BE49-F238E27FC236}">
                  <a16:creationId xmlns:a16="http://schemas.microsoft.com/office/drawing/2014/main" id="{AC9A3024-4396-4744-93C2-A90FC540DC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1" y="3310"/>
              <a:ext cx="4797" cy="5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7500" tIns="35100" rIns="67500" bIns="351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lvl="1">
                <a:spcBef>
                  <a:spcPct val="20000"/>
                </a:spcBef>
                <a:buClr>
                  <a:schemeClr val="tx1"/>
                </a:buClr>
                <a:buSzPct val="80000"/>
                <a:buFontTx/>
                <a:buNone/>
              </a:pPr>
              <a:r>
                <a:rPr lang="zh-CN" altLang="en-US" b="1">
                  <a:solidFill>
                    <a:schemeClr val="tx2"/>
                  </a:solidFill>
                  <a:latin typeface="Times New Roman" panose="02020603050405020304" pitchFamily="18" charset="0"/>
                </a:rPr>
                <a:t>若</a:t>
              </a:r>
              <a:r>
                <a:rPr lang="en-US" altLang="zh-CN" b="1">
                  <a:solidFill>
                    <a:schemeClr val="tx2"/>
                  </a:solidFill>
                  <a:latin typeface="Times New Roman" panose="02020603050405020304" pitchFamily="18" charset="0"/>
                </a:rPr>
                <a:t>R.V.</a:t>
              </a:r>
              <a:r>
                <a:rPr lang="zh-CN" altLang="en-US" b="1">
                  <a:solidFill>
                    <a:schemeClr val="tx2"/>
                  </a:solidFill>
                  <a:latin typeface="Times New Roman" panose="02020603050405020304" pitchFamily="18" charset="0"/>
                </a:rPr>
                <a:t>的密度函数是单峰对称的，则</a:t>
              </a:r>
              <a:r>
                <a:rPr lang="en-US" altLang="zh-CN" b="1" i="1">
                  <a:solidFill>
                    <a:schemeClr val="tx2"/>
                  </a:solidFill>
                  <a:latin typeface="Times New Roman" panose="02020603050405020304" pitchFamily="18" charset="0"/>
                </a:rPr>
                <a:t>n</a:t>
              </a:r>
              <a:r>
                <a:rPr lang="zh-CN" altLang="en-US" b="1">
                  <a:solidFill>
                    <a:schemeClr val="tx2"/>
                  </a:solidFill>
                  <a:latin typeface="Times New Roman" panose="02020603050405020304" pitchFamily="18" charset="0"/>
                </a:rPr>
                <a:t>固定时，上</a:t>
              </a:r>
            </a:p>
            <a:p>
              <a:pPr lvl="1">
                <a:spcBef>
                  <a:spcPct val="20000"/>
                </a:spcBef>
                <a:buClr>
                  <a:schemeClr val="tx1"/>
                </a:buClr>
                <a:buSzPct val="80000"/>
                <a:buFontTx/>
                <a:buNone/>
              </a:pPr>
              <a:r>
                <a:rPr lang="zh-CN" altLang="en-US" b="1">
                  <a:solidFill>
                    <a:schemeClr val="tx2"/>
                  </a:solidFill>
                  <a:latin typeface="Times New Roman" panose="02020603050405020304" pitchFamily="18" charset="0"/>
                </a:rPr>
                <a:t>述公式的置信区间是所有置信区间中长度最短的。</a:t>
              </a:r>
              <a:endParaRPr lang="zh-CN" altLang="en-US" b="1">
                <a:solidFill>
                  <a:schemeClr val="tx2"/>
                </a:solidFill>
              </a:endParaRPr>
            </a:p>
          </p:txBody>
        </p:sp>
        <p:sp>
          <p:nvSpPr>
            <p:cNvPr id="48144" name="矩形 570385">
              <a:extLst>
                <a:ext uri="{FF2B5EF4-FFF2-40B4-BE49-F238E27FC236}">
                  <a16:creationId xmlns:a16="http://schemas.microsoft.com/office/drawing/2014/main" id="{9C71AFFB-9763-427D-960F-F88D5FEC92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3" y="3294"/>
              <a:ext cx="4400" cy="635"/>
            </a:xfrm>
            <a:prstGeom prst="rect">
              <a:avLst/>
            </a:prstGeom>
            <a:noFill/>
            <a:ln w="19050">
              <a:solidFill>
                <a:srgbClr val="FF00FF"/>
              </a:solidFill>
              <a:miter lim="800000"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</p:spTree>
  </p:cSld>
  <p:clrMapOvr>
    <a:masterClrMapping/>
  </p:clrMapOvr>
  <p:transition spd="slow">
    <p:pull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70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570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703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703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70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703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703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570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703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703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000"/>
                                        <p:tgtEl>
                                          <p:spTgt spid="570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570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52" dur="500"/>
                                        <p:tgtEl>
                                          <p:spTgt spid="570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0375" grpId="0"/>
      <p:bldP spid="570376" grpId="0"/>
      <p:bldP spid="570382" grpId="0"/>
      <p:bldP spid="570383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文本框 571393">
            <a:extLst>
              <a:ext uri="{FF2B5EF4-FFF2-40B4-BE49-F238E27FC236}">
                <a16:creationId xmlns:a16="http://schemas.microsoft.com/office/drawing/2014/main" id="{CDA22850-AD2E-4850-85AF-5202CB055C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1392" y="597694"/>
            <a:ext cx="266819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008080"/>
                </a:solidFill>
                <a:latin typeface="楷体_GB2312" pitchFamily="49" charset="-122"/>
                <a:ea typeface="楷体_GB2312" pitchFamily="49" charset="-122"/>
              </a:rPr>
              <a:t>2 </a:t>
            </a:r>
            <a:r>
              <a:rPr lang="en-US" altLang="zh-CN" sz="2400" b="1" i="1">
                <a:solidFill>
                  <a:srgbClr val="008080"/>
                </a:solidFill>
                <a:latin typeface="Symbol" panose="05050102010706020507" pitchFamily="18" charset="2"/>
                <a:ea typeface="楷体_GB2312" pitchFamily="49" charset="-122"/>
                <a:sym typeface="Symbol" panose="05050102010706020507" pitchFamily="18" charset="2"/>
              </a:rPr>
              <a:t> </a:t>
            </a:r>
            <a:r>
              <a:rPr lang="en-US" altLang="zh-CN" sz="2400" b="1" baseline="30000">
                <a:solidFill>
                  <a:srgbClr val="00808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2</a:t>
            </a:r>
            <a:r>
              <a:rPr lang="zh-CN" altLang="en-US" sz="2400" b="1">
                <a:solidFill>
                  <a:srgbClr val="008080"/>
                </a:solidFill>
                <a:latin typeface="楷体_GB2312" pitchFamily="49" charset="-122"/>
                <a:ea typeface="楷体_GB2312" pitchFamily="49" charset="-122"/>
              </a:rPr>
              <a:t>未知</a:t>
            </a:r>
          </a:p>
        </p:txBody>
      </p:sp>
      <p:graphicFrame>
        <p:nvGraphicFramePr>
          <p:cNvPr id="571395" name="对象 571394">
            <a:extLst>
              <a:ext uri="{FF2B5EF4-FFF2-40B4-BE49-F238E27FC236}">
                <a16:creationId xmlns:a16="http://schemas.microsoft.com/office/drawing/2014/main" id="{F7540DDF-418F-4C69-BC24-ADDA68DBCBE7}"/>
              </a:ext>
            </a:extLst>
          </p:cNvPr>
          <p:cNvGraphicFramePr>
            <a:graphicFrameLocks/>
          </p:cNvGraphicFramePr>
          <p:nvPr/>
        </p:nvGraphicFramePr>
        <p:xfrm>
          <a:off x="3168254" y="585788"/>
          <a:ext cx="1933575" cy="6357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99" r:id="rId3" imgW="1269449" imgH="418918" progId="Equation.DSMT4">
                  <p:embed/>
                </p:oleObj>
              </mc:Choice>
              <mc:Fallback>
                <p:oleObj r:id="rId3" imgW="1269449" imgH="418918" progId="Equation.DSMT4">
                  <p:embed/>
                  <p:pic>
                    <p:nvPicPr>
                      <p:cNvPr id="571395" name="对象 571394">
                        <a:extLst>
                          <a:ext uri="{FF2B5EF4-FFF2-40B4-BE49-F238E27FC236}">
                            <a16:creationId xmlns:a16="http://schemas.microsoft.com/office/drawing/2014/main" id="{F7540DDF-418F-4C69-BC24-ADDA68DBCBE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8254" y="585788"/>
                        <a:ext cx="1933575" cy="6357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1396" name="对象 571395">
            <a:extLst>
              <a:ext uri="{FF2B5EF4-FFF2-40B4-BE49-F238E27FC236}">
                <a16:creationId xmlns:a16="http://schemas.microsoft.com/office/drawing/2014/main" id="{804D77DB-D7C8-48DC-93F8-CFE2BFF2687F}"/>
              </a:ext>
            </a:extLst>
          </p:cNvPr>
          <p:cNvGraphicFramePr>
            <a:graphicFrameLocks/>
          </p:cNvGraphicFramePr>
          <p:nvPr/>
        </p:nvGraphicFramePr>
        <p:xfrm>
          <a:off x="2195513" y="1178719"/>
          <a:ext cx="2268141" cy="6369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00" r:id="rId5" imgW="1485900" imgH="419100" progId="Equation.DSMT4">
                  <p:embed/>
                </p:oleObj>
              </mc:Choice>
              <mc:Fallback>
                <p:oleObj r:id="rId5" imgW="1485900" imgH="419100" progId="Equation.DSMT4">
                  <p:embed/>
                  <p:pic>
                    <p:nvPicPr>
                      <p:cNvPr id="571396" name="对象 571395">
                        <a:extLst>
                          <a:ext uri="{FF2B5EF4-FFF2-40B4-BE49-F238E27FC236}">
                            <a16:creationId xmlns:a16="http://schemas.microsoft.com/office/drawing/2014/main" id="{804D77DB-D7C8-48DC-93F8-CFE2BFF2687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1178719"/>
                        <a:ext cx="2268141" cy="6369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1397" name="对象 571396">
            <a:extLst>
              <a:ext uri="{FF2B5EF4-FFF2-40B4-BE49-F238E27FC236}">
                <a16:creationId xmlns:a16="http://schemas.microsoft.com/office/drawing/2014/main" id="{135F5BD6-CF0F-47C4-8ED7-BE73D3F034E5}"/>
              </a:ext>
            </a:extLst>
          </p:cNvPr>
          <p:cNvGraphicFramePr>
            <a:graphicFrameLocks/>
          </p:cNvGraphicFramePr>
          <p:nvPr/>
        </p:nvGraphicFramePr>
        <p:xfrm>
          <a:off x="2195513" y="2044304"/>
          <a:ext cx="2792016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01" r:id="rId7" imgW="1599506" imgH="241195" progId="Equation.DSMT4">
                  <p:embed/>
                </p:oleObj>
              </mc:Choice>
              <mc:Fallback>
                <p:oleObj r:id="rId7" imgW="1599506" imgH="241195" progId="Equation.DSMT4">
                  <p:embed/>
                  <p:pic>
                    <p:nvPicPr>
                      <p:cNvPr id="571397" name="对象 571396">
                        <a:extLst>
                          <a:ext uri="{FF2B5EF4-FFF2-40B4-BE49-F238E27FC236}">
                            <a16:creationId xmlns:a16="http://schemas.microsoft.com/office/drawing/2014/main" id="{135F5BD6-CF0F-47C4-8ED7-BE73D3F034E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2044304"/>
                        <a:ext cx="2792016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1398" name="对象 571397">
            <a:extLst>
              <a:ext uri="{FF2B5EF4-FFF2-40B4-BE49-F238E27FC236}">
                <a16:creationId xmlns:a16="http://schemas.microsoft.com/office/drawing/2014/main" id="{6616FD0B-026B-4531-AEC9-794D11699FAE}"/>
              </a:ext>
            </a:extLst>
          </p:cNvPr>
          <p:cNvGraphicFramePr>
            <a:graphicFrameLocks/>
          </p:cNvGraphicFramePr>
          <p:nvPr/>
        </p:nvGraphicFramePr>
        <p:xfrm>
          <a:off x="2033588" y="2599135"/>
          <a:ext cx="5563791" cy="6750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02" r:id="rId9" imgW="3567152" imgH="431613" progId="Equation.DSMT4">
                  <p:embed/>
                </p:oleObj>
              </mc:Choice>
              <mc:Fallback>
                <p:oleObj r:id="rId9" imgW="3567152" imgH="431613" progId="Equation.DSMT4">
                  <p:embed/>
                  <p:pic>
                    <p:nvPicPr>
                      <p:cNvPr id="571398" name="对象 571397">
                        <a:extLst>
                          <a:ext uri="{FF2B5EF4-FFF2-40B4-BE49-F238E27FC236}">
                            <a16:creationId xmlns:a16="http://schemas.microsoft.com/office/drawing/2014/main" id="{6616FD0B-026B-4531-AEC9-794D11699FA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3588" y="2599135"/>
                        <a:ext cx="5563791" cy="6750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71399" name="图片 571398">
            <a:extLst>
              <a:ext uri="{FF2B5EF4-FFF2-40B4-BE49-F238E27FC236}">
                <a16:creationId xmlns:a16="http://schemas.microsoft.com/office/drawing/2014/main" id="{736B16CD-BCAB-4EDB-8D99-3C7162E3B9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8041" y="457200"/>
            <a:ext cx="2750344" cy="17776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71400" name="文本框 571399">
            <a:extLst>
              <a:ext uri="{FF2B5EF4-FFF2-40B4-BE49-F238E27FC236}">
                <a16:creationId xmlns:a16="http://schemas.microsoft.com/office/drawing/2014/main" id="{ECFD1509-C8A9-4ADD-8715-35205D7512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6950" y="3689748"/>
            <a:ext cx="4833066" cy="3924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3500" rIns="135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950" b="1" i="1">
                <a:solidFill>
                  <a:schemeClr val="tx2"/>
                </a:solidFill>
                <a:sym typeface="Symbol" panose="05050102010706020507" pitchFamily="18" charset="2"/>
              </a:rPr>
              <a:t> </a:t>
            </a:r>
            <a:r>
              <a:rPr lang="en-US" altLang="zh-CN" sz="1950" b="1" baseline="3000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zh-CN" altLang="en-US" sz="1950" b="1">
                <a:solidFill>
                  <a:schemeClr val="tx2"/>
                </a:solidFill>
              </a:rPr>
              <a:t>未知时，</a:t>
            </a:r>
            <a:r>
              <a:rPr lang="zh-CN" altLang="en-US" sz="1950" b="1" i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 </a:t>
            </a:r>
            <a:r>
              <a:rPr lang="zh-CN" altLang="en-US" sz="1950" b="1">
                <a:latin typeface="Times New Roman" panose="02020603050405020304" pitchFamily="18" charset="0"/>
              </a:rPr>
              <a:t>的置信度为</a:t>
            </a:r>
            <a:r>
              <a:rPr lang="en-US" altLang="zh-CN" sz="1950" b="1">
                <a:latin typeface="Times New Roman" panose="02020603050405020304" pitchFamily="18" charset="0"/>
              </a:rPr>
              <a:t>1</a:t>
            </a:r>
            <a:r>
              <a:rPr lang="zh-CN" altLang="en-US" sz="1950" b="1">
                <a:latin typeface="Times New Roman" panose="02020603050405020304" pitchFamily="18" charset="0"/>
              </a:rPr>
              <a:t>－</a:t>
            </a:r>
            <a:r>
              <a:rPr lang="zh-CN" altLang="en-US" sz="1950" b="1" i="1"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zh-CN" altLang="en-US" sz="1950" b="1">
                <a:latin typeface="Times New Roman" panose="02020603050405020304" pitchFamily="18" charset="0"/>
              </a:rPr>
              <a:t>的</a:t>
            </a:r>
            <a:r>
              <a:rPr lang="zh-CN" altLang="en-US" sz="1950" b="1">
                <a:solidFill>
                  <a:schemeClr val="tx2"/>
                </a:solidFill>
                <a:latin typeface="Times New Roman" panose="02020603050405020304" pitchFamily="18" charset="0"/>
              </a:rPr>
              <a:t>置信区间</a:t>
            </a:r>
            <a:r>
              <a:rPr lang="zh-CN" altLang="en-US" sz="1950" b="1">
                <a:latin typeface="Times New Roman" panose="02020603050405020304" pitchFamily="18" charset="0"/>
              </a:rPr>
              <a:t>为</a:t>
            </a:r>
          </a:p>
        </p:txBody>
      </p:sp>
      <p:graphicFrame>
        <p:nvGraphicFramePr>
          <p:cNvPr id="571401" name="对象 571400">
            <a:extLst>
              <a:ext uri="{FF2B5EF4-FFF2-40B4-BE49-F238E27FC236}">
                <a16:creationId xmlns:a16="http://schemas.microsoft.com/office/drawing/2014/main" id="{FAB02148-06B1-4DE5-A70F-01BE03CA7CFA}"/>
              </a:ext>
            </a:extLst>
          </p:cNvPr>
          <p:cNvGraphicFramePr>
            <a:graphicFrameLocks/>
          </p:cNvGraphicFramePr>
          <p:nvPr/>
        </p:nvGraphicFramePr>
        <p:xfrm>
          <a:off x="2383631" y="4081463"/>
          <a:ext cx="4077891" cy="704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03" r:id="rId12" imgW="2641600" imgH="457200" progId="Equation.DSMT4">
                  <p:embed/>
                </p:oleObj>
              </mc:Choice>
              <mc:Fallback>
                <p:oleObj r:id="rId12" imgW="2641600" imgH="457200" progId="Equation.DSMT4">
                  <p:embed/>
                  <p:pic>
                    <p:nvPicPr>
                      <p:cNvPr id="571401" name="对象 571400">
                        <a:extLst>
                          <a:ext uri="{FF2B5EF4-FFF2-40B4-BE49-F238E27FC236}">
                            <a16:creationId xmlns:a16="http://schemas.microsoft.com/office/drawing/2014/main" id="{FAB02148-06B1-4DE5-A70F-01BE03CA7CF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3631" y="4081463"/>
                        <a:ext cx="4077891" cy="704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1402" name="矩形 571401">
            <a:extLst>
              <a:ext uri="{FF2B5EF4-FFF2-40B4-BE49-F238E27FC236}">
                <a16:creationId xmlns:a16="http://schemas.microsoft.com/office/drawing/2014/main" id="{763FEEA0-70A7-46DA-A5CE-EDBF433ED7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5513" y="3652838"/>
            <a:ext cx="5076825" cy="1133475"/>
          </a:xfrm>
          <a:prstGeom prst="rect">
            <a:avLst/>
          </a:prstGeom>
          <a:noFill/>
          <a:ln w="28575">
            <a:solidFill>
              <a:srgbClr val="3366FF"/>
            </a:solidFill>
            <a:miter lim="800000"/>
            <a:headEnd/>
            <a:tailEnd type="non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71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2" dur="500"/>
                                        <p:tgtEl>
                                          <p:spTgt spid="571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71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71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71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4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75"/>
                                        <p:tgtEl>
                                          <p:spTgt spid="5714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1725"/>
                            </p:stCondLst>
                            <p:childTnLst>
                              <p:par>
                                <p:cTn id="34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6" dur="500"/>
                                        <p:tgtEl>
                                          <p:spTgt spid="571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2225"/>
                            </p:stCondLst>
                            <p:childTnLst>
                              <p:par>
                                <p:cTn id="3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714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714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71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1400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文本框 572417">
            <a:extLst>
              <a:ext uri="{FF2B5EF4-FFF2-40B4-BE49-F238E27FC236}">
                <a16:creationId xmlns:a16="http://schemas.microsoft.com/office/drawing/2014/main" id="{C13902B5-A413-4734-A589-75F73FDCDC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813" y="577454"/>
            <a:ext cx="5459841" cy="83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3500" rIns="135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100" b="1">
                <a:solidFill>
                  <a:srgbClr val="FF3300"/>
                </a:solidFill>
                <a:latin typeface="Times New Roman" panose="02020603050405020304" pitchFamily="18" charset="0"/>
              </a:rPr>
              <a:t>例</a:t>
            </a:r>
            <a:r>
              <a:rPr lang="zh-CN" altLang="en-US" sz="2100" b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100" b="1">
                <a:latin typeface="Times New Roman" panose="02020603050405020304" pitchFamily="18" charset="0"/>
              </a:rPr>
              <a:t>滚珠直径</a:t>
            </a:r>
            <a:r>
              <a:rPr lang="en-US" altLang="zh-CN" sz="2100" b="1" i="1">
                <a:latin typeface="Times New Roman" panose="02020603050405020304" pitchFamily="18" charset="0"/>
              </a:rPr>
              <a:t>X</a:t>
            </a:r>
            <a:r>
              <a:rPr lang="en-US" altLang="zh-CN" sz="2100" b="1">
                <a:latin typeface="Times New Roman" panose="02020603050405020304" pitchFamily="18" charset="0"/>
              </a:rPr>
              <a:t>~</a:t>
            </a:r>
            <a:r>
              <a:rPr lang="en-US" altLang="zh-CN" sz="2100" b="1" i="1">
                <a:latin typeface="Times New Roman" panose="02020603050405020304" pitchFamily="18" charset="0"/>
              </a:rPr>
              <a:t>N</a:t>
            </a:r>
            <a:r>
              <a:rPr lang="en-US" altLang="zh-CN" sz="2100" b="1">
                <a:latin typeface="Times New Roman" panose="02020603050405020304" pitchFamily="18" charset="0"/>
              </a:rPr>
              <a:t>(</a:t>
            </a:r>
            <a:r>
              <a:rPr lang="en-US" altLang="zh-CN" sz="2100" b="1" i="1">
                <a:latin typeface="Symbol" panose="05050102010706020507" pitchFamily="18" charset="2"/>
              </a:rPr>
              <a:t>m</a:t>
            </a:r>
            <a:r>
              <a:rPr lang="en-US" altLang="zh-CN" sz="2100" b="1">
                <a:latin typeface="Times New Roman" panose="02020603050405020304" pitchFamily="18" charset="0"/>
              </a:rPr>
              <a:t>, </a:t>
            </a:r>
            <a:r>
              <a:rPr lang="en-US" altLang="zh-CN" sz="2100" b="1" i="1">
                <a:latin typeface="Symbol" panose="05050102010706020507" pitchFamily="18" charset="2"/>
              </a:rPr>
              <a:t>s </a:t>
            </a:r>
            <a:r>
              <a:rPr lang="en-US" altLang="zh-CN" sz="2100" b="1" baseline="30000">
                <a:latin typeface="Times New Roman" panose="02020603050405020304" pitchFamily="18" charset="0"/>
              </a:rPr>
              <a:t>2</a:t>
            </a:r>
            <a:r>
              <a:rPr lang="en-US" altLang="zh-CN" sz="2100" b="1">
                <a:latin typeface="Times New Roman" panose="02020603050405020304" pitchFamily="18" charset="0"/>
              </a:rPr>
              <a:t>)</a:t>
            </a:r>
            <a:r>
              <a:rPr lang="zh-CN" altLang="en-US" sz="2100" b="1">
                <a:latin typeface="Times New Roman" panose="02020603050405020304" pitchFamily="18" charset="0"/>
              </a:rPr>
              <a:t>，从某天生产的滚珠中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zh-CN" altLang="en-US" sz="2100" b="1">
                <a:latin typeface="Times New Roman" panose="02020603050405020304" pitchFamily="18" charset="0"/>
              </a:rPr>
              <a:t>随机抽取</a:t>
            </a:r>
            <a:r>
              <a:rPr lang="en-US" altLang="zh-CN" sz="2100" b="1">
                <a:latin typeface="Times New Roman" panose="02020603050405020304" pitchFamily="18" charset="0"/>
              </a:rPr>
              <a:t>6</a:t>
            </a:r>
            <a:r>
              <a:rPr lang="zh-CN" altLang="en-US" sz="2100" b="1">
                <a:latin typeface="Times New Roman" panose="02020603050405020304" pitchFamily="18" charset="0"/>
              </a:rPr>
              <a:t>个，测得直径为</a:t>
            </a:r>
            <a:r>
              <a:rPr lang="en-US" altLang="zh-CN" sz="2100" b="1">
                <a:latin typeface="Times New Roman" panose="02020603050405020304" pitchFamily="18" charset="0"/>
              </a:rPr>
              <a:t>(</a:t>
            </a:r>
            <a:r>
              <a:rPr lang="zh-CN" altLang="en-US" sz="2100" b="1">
                <a:latin typeface="Times New Roman" panose="02020603050405020304" pitchFamily="18" charset="0"/>
              </a:rPr>
              <a:t>单位：</a:t>
            </a:r>
            <a:r>
              <a:rPr lang="en-US" altLang="zh-CN" sz="2100" b="1">
                <a:latin typeface="Times New Roman" panose="02020603050405020304" pitchFamily="18" charset="0"/>
              </a:rPr>
              <a:t>mm)</a:t>
            </a:r>
          </a:p>
        </p:txBody>
      </p:sp>
      <p:sp>
        <p:nvSpPr>
          <p:cNvPr id="50178" name="文本框 572418">
            <a:extLst>
              <a:ext uri="{FF2B5EF4-FFF2-40B4-BE49-F238E27FC236}">
                <a16:creationId xmlns:a16="http://schemas.microsoft.com/office/drawing/2014/main" id="{FFFE22CA-B82B-4362-B9F8-31449F0816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0282" y="1534716"/>
            <a:ext cx="3864853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3500" rIns="1350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100" b="1">
                <a:latin typeface="Times New Roman" panose="02020603050405020304" pitchFamily="18" charset="0"/>
              </a:rPr>
              <a:t>1.46   1.51   1.49   1.48   1.52   1.51</a:t>
            </a:r>
          </a:p>
        </p:txBody>
      </p:sp>
      <p:sp>
        <p:nvSpPr>
          <p:cNvPr id="50179" name="文本框 572419">
            <a:extLst>
              <a:ext uri="{FF2B5EF4-FFF2-40B4-BE49-F238E27FC236}">
                <a16:creationId xmlns:a16="http://schemas.microsoft.com/office/drawing/2014/main" id="{BE340C42-1FB6-418E-AE6B-093E60A609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6160" y="1985963"/>
            <a:ext cx="5724525" cy="83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100" b="1">
                <a:latin typeface="Times New Roman" panose="02020603050405020304" pitchFamily="18" charset="0"/>
              </a:rPr>
              <a:t>求下面两种情况下</a:t>
            </a:r>
            <a:r>
              <a:rPr lang="en-US" altLang="zh-CN" sz="2100" b="1" i="1">
                <a:latin typeface="Symbol" panose="05050102010706020507" pitchFamily="18" charset="2"/>
              </a:rPr>
              <a:t>m</a:t>
            </a:r>
            <a:r>
              <a:rPr lang="zh-CN" altLang="en-US" sz="2100" b="1">
                <a:latin typeface="Times New Roman" panose="02020603050405020304" pitchFamily="18" charset="0"/>
              </a:rPr>
              <a:t>的置信度为</a:t>
            </a:r>
            <a:r>
              <a:rPr lang="en-US" altLang="zh-CN" sz="2100" b="1">
                <a:latin typeface="Times New Roman" panose="02020603050405020304" pitchFamily="18" charset="0"/>
              </a:rPr>
              <a:t>95%</a:t>
            </a:r>
            <a:r>
              <a:rPr lang="zh-CN" altLang="en-US" sz="2100" b="1">
                <a:latin typeface="Times New Roman" panose="02020603050405020304" pitchFamily="18" charset="0"/>
              </a:rPr>
              <a:t>的置信区间。       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zh-CN" altLang="en-US" sz="2100" b="1">
                <a:latin typeface="Times New Roman" panose="02020603050405020304" pitchFamily="18" charset="0"/>
              </a:rPr>
              <a:t>      </a:t>
            </a:r>
            <a:r>
              <a:rPr lang="en-US" altLang="zh-CN" sz="2100" b="1">
                <a:latin typeface="Times New Roman" panose="02020603050405020304" pitchFamily="18" charset="0"/>
              </a:rPr>
              <a:t>(1)</a:t>
            </a:r>
            <a:r>
              <a:rPr lang="en-US" altLang="zh-CN" sz="2100" b="1" i="1">
                <a:latin typeface="Symbol" panose="05050102010706020507" pitchFamily="18" charset="2"/>
              </a:rPr>
              <a:t>s</a:t>
            </a:r>
            <a:r>
              <a:rPr lang="en-US" altLang="zh-CN" sz="2100" b="1" baseline="30000">
                <a:latin typeface="Times New Roman" panose="02020603050405020304" pitchFamily="18" charset="0"/>
              </a:rPr>
              <a:t>2</a:t>
            </a:r>
            <a:r>
              <a:rPr lang="en-US" altLang="zh-CN" sz="2100" b="1">
                <a:latin typeface="Times New Roman" panose="02020603050405020304" pitchFamily="18" charset="0"/>
              </a:rPr>
              <a:t>=0.0006</a:t>
            </a:r>
            <a:r>
              <a:rPr lang="zh-CN" altLang="en-US" sz="2100" b="1">
                <a:latin typeface="Times New Roman" panose="02020603050405020304" pitchFamily="18" charset="0"/>
              </a:rPr>
              <a:t>时；    </a:t>
            </a:r>
            <a:r>
              <a:rPr lang="en-US" altLang="zh-CN" sz="2100" b="1">
                <a:latin typeface="Times New Roman" panose="02020603050405020304" pitchFamily="18" charset="0"/>
              </a:rPr>
              <a:t>(2) </a:t>
            </a:r>
            <a:r>
              <a:rPr lang="en-US" altLang="zh-CN" sz="2100" b="1" i="1">
                <a:latin typeface="Symbol" panose="05050102010706020507" pitchFamily="18" charset="2"/>
              </a:rPr>
              <a:t>s</a:t>
            </a:r>
            <a:r>
              <a:rPr lang="en-US" altLang="zh-CN" sz="2100" b="1" baseline="30000">
                <a:latin typeface="Times New Roman" panose="02020603050405020304" pitchFamily="18" charset="0"/>
              </a:rPr>
              <a:t>2</a:t>
            </a:r>
            <a:r>
              <a:rPr lang="zh-CN" altLang="en-US" sz="2100" b="1">
                <a:latin typeface="Times New Roman" panose="02020603050405020304" pitchFamily="18" charset="0"/>
              </a:rPr>
              <a:t>未知时。</a:t>
            </a:r>
          </a:p>
        </p:txBody>
      </p:sp>
      <p:graphicFrame>
        <p:nvGraphicFramePr>
          <p:cNvPr id="572421" name="对象 572420">
            <a:extLst>
              <a:ext uri="{FF2B5EF4-FFF2-40B4-BE49-F238E27FC236}">
                <a16:creationId xmlns:a16="http://schemas.microsoft.com/office/drawing/2014/main" id="{F74C1547-AF3E-4835-A4C7-EC4EDC69705B}"/>
              </a:ext>
            </a:extLst>
          </p:cNvPr>
          <p:cNvGraphicFramePr>
            <a:graphicFrameLocks/>
          </p:cNvGraphicFramePr>
          <p:nvPr/>
        </p:nvGraphicFramePr>
        <p:xfrm>
          <a:off x="1763316" y="2851547"/>
          <a:ext cx="2862263" cy="6655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20" r:id="rId3" imgW="1853396" imgH="431613" progId="Equation.DSMT4">
                  <p:embed/>
                </p:oleObj>
              </mc:Choice>
              <mc:Fallback>
                <p:oleObj r:id="rId3" imgW="1853396" imgH="431613" progId="Equation.DSMT4">
                  <p:embed/>
                  <p:pic>
                    <p:nvPicPr>
                      <p:cNvPr id="572421" name="对象 572420">
                        <a:extLst>
                          <a:ext uri="{FF2B5EF4-FFF2-40B4-BE49-F238E27FC236}">
                            <a16:creationId xmlns:a16="http://schemas.microsoft.com/office/drawing/2014/main" id="{F74C1547-AF3E-4835-A4C7-EC4EDC69705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316" y="2851547"/>
                        <a:ext cx="2862263" cy="665559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2422" name="对象 572421">
            <a:extLst>
              <a:ext uri="{FF2B5EF4-FFF2-40B4-BE49-F238E27FC236}">
                <a16:creationId xmlns:a16="http://schemas.microsoft.com/office/drawing/2014/main" id="{7F79479F-E3FF-4733-8D61-098DF1771250}"/>
              </a:ext>
            </a:extLst>
          </p:cNvPr>
          <p:cNvGraphicFramePr>
            <a:graphicFrameLocks/>
          </p:cNvGraphicFramePr>
          <p:nvPr/>
        </p:nvGraphicFramePr>
        <p:xfrm>
          <a:off x="3474244" y="3552825"/>
          <a:ext cx="3960019" cy="665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21" r:id="rId5" imgW="2564287" imgH="431613" progId="Equation.DSMT4">
                  <p:embed/>
                </p:oleObj>
              </mc:Choice>
              <mc:Fallback>
                <p:oleObj r:id="rId5" imgW="2564287" imgH="431613" progId="Equation.DSMT4">
                  <p:embed/>
                  <p:pic>
                    <p:nvPicPr>
                      <p:cNvPr id="572422" name="对象 572421">
                        <a:extLst>
                          <a:ext uri="{FF2B5EF4-FFF2-40B4-BE49-F238E27FC236}">
                            <a16:creationId xmlns:a16="http://schemas.microsoft.com/office/drawing/2014/main" id="{7F79479F-E3FF-4733-8D61-098DF177125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4244" y="3552825"/>
                        <a:ext cx="3960019" cy="665560"/>
                      </a:xfrm>
                      <a:prstGeom prst="rect">
                        <a:avLst/>
                      </a:prstGeom>
                      <a:solidFill>
                        <a:srgbClr val="FFCC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2423" name="文本框 572422">
            <a:extLst>
              <a:ext uri="{FF2B5EF4-FFF2-40B4-BE49-F238E27FC236}">
                <a16:creationId xmlns:a16="http://schemas.microsoft.com/office/drawing/2014/main" id="{1EDD6331-5A0C-4D5A-9EC8-5102712F83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5888" y="4311254"/>
            <a:ext cx="5631412" cy="370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500" tIns="35100" rIns="67500" bIns="3510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>
              <a:spcBef>
                <a:spcPct val="20000"/>
              </a:spcBef>
              <a:buClr>
                <a:schemeClr val="tx1"/>
              </a:buClr>
              <a:buSzPct val="80000"/>
              <a:buFontTx/>
              <a:buNone/>
            </a:pPr>
            <a:r>
              <a:rPr lang="zh-CN" altLang="en-US" sz="1950" b="1">
                <a:solidFill>
                  <a:srgbClr val="FF0000"/>
                </a:solidFill>
              </a:rPr>
              <a:t>思考</a:t>
            </a:r>
            <a:r>
              <a:rPr lang="zh-CN" altLang="en-US" sz="1950" b="1"/>
              <a:t>：这两种情况下哪个置信区间的长度短？</a:t>
            </a:r>
          </a:p>
        </p:txBody>
      </p:sp>
    </p:spTree>
  </p:cSld>
  <p:clrMapOvr>
    <a:masterClrMapping/>
  </p:clrMapOvr>
  <p:transition spd="slow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572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572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724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724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72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2423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42" name="矩形 573441">
            <a:extLst>
              <a:ext uri="{FF2B5EF4-FFF2-40B4-BE49-F238E27FC236}">
                <a16:creationId xmlns:a16="http://schemas.microsoft.com/office/drawing/2014/main" id="{CAF4BC5B-D7BA-4851-8A00-6C2217516C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4097" y="2463404"/>
            <a:ext cx="1037034" cy="74295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573443" name="矩形 573442">
            <a:extLst>
              <a:ext uri="{FF2B5EF4-FFF2-40B4-BE49-F238E27FC236}">
                <a16:creationId xmlns:a16="http://schemas.microsoft.com/office/drawing/2014/main" id="{EDE59ADB-8AD7-4FB7-8A99-DDC12FC816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7704" y="2463404"/>
            <a:ext cx="914400" cy="74295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z="1350"/>
          </a:p>
        </p:txBody>
      </p:sp>
      <p:graphicFrame>
        <p:nvGraphicFramePr>
          <p:cNvPr id="573444" name="对象 573443">
            <a:extLst>
              <a:ext uri="{FF2B5EF4-FFF2-40B4-BE49-F238E27FC236}">
                <a16:creationId xmlns:a16="http://schemas.microsoft.com/office/drawing/2014/main" id="{AF2763BB-36C3-4CF2-8407-A597E078D932}"/>
              </a:ext>
            </a:extLst>
          </p:cNvPr>
          <p:cNvGraphicFramePr>
            <a:graphicFrameLocks/>
          </p:cNvGraphicFramePr>
          <p:nvPr/>
        </p:nvGraphicFramePr>
        <p:xfrm>
          <a:off x="2789635" y="844154"/>
          <a:ext cx="1944290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47" r:id="rId4" imgW="1358900" imgH="419100" progId="Equation.DSMT4">
                  <p:embed/>
                </p:oleObj>
              </mc:Choice>
              <mc:Fallback>
                <p:oleObj r:id="rId4" imgW="1358900" imgH="419100" progId="Equation.DSMT4">
                  <p:embed/>
                  <p:pic>
                    <p:nvPicPr>
                      <p:cNvPr id="573444" name="对象 573443">
                        <a:extLst>
                          <a:ext uri="{FF2B5EF4-FFF2-40B4-BE49-F238E27FC236}">
                            <a16:creationId xmlns:a16="http://schemas.microsoft.com/office/drawing/2014/main" id="{AF2763BB-36C3-4CF2-8407-A597E078D93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9635" y="844154"/>
                        <a:ext cx="1944290" cy="600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445" name="对象 573444">
            <a:extLst>
              <a:ext uri="{FF2B5EF4-FFF2-40B4-BE49-F238E27FC236}">
                <a16:creationId xmlns:a16="http://schemas.microsoft.com/office/drawing/2014/main" id="{876441B7-536D-4BCD-AF78-F663FD0076CA}"/>
              </a:ext>
            </a:extLst>
          </p:cNvPr>
          <p:cNvGraphicFramePr>
            <a:graphicFrameLocks/>
          </p:cNvGraphicFramePr>
          <p:nvPr/>
        </p:nvGraphicFramePr>
        <p:xfrm>
          <a:off x="1925241" y="1553766"/>
          <a:ext cx="3509963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48" r:id="rId6" imgW="2882900" imgH="457200" progId="Equation.DSMT4">
                  <p:embed/>
                </p:oleObj>
              </mc:Choice>
              <mc:Fallback>
                <p:oleObj r:id="rId6" imgW="2882900" imgH="457200" progId="Equation.DSMT4">
                  <p:embed/>
                  <p:pic>
                    <p:nvPicPr>
                      <p:cNvPr id="573445" name="对象 573444">
                        <a:extLst>
                          <a:ext uri="{FF2B5EF4-FFF2-40B4-BE49-F238E27FC236}">
                            <a16:creationId xmlns:a16="http://schemas.microsoft.com/office/drawing/2014/main" id="{876441B7-536D-4BCD-AF78-F663FD0076C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5241" y="1553766"/>
                        <a:ext cx="3509963" cy="666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446" name="对象 573445">
            <a:extLst>
              <a:ext uri="{FF2B5EF4-FFF2-40B4-BE49-F238E27FC236}">
                <a16:creationId xmlns:a16="http://schemas.microsoft.com/office/drawing/2014/main" id="{583FFF01-EFB1-424B-9FAD-2AD159B68A6A}"/>
              </a:ext>
            </a:extLst>
          </p:cNvPr>
          <p:cNvGraphicFramePr>
            <a:graphicFrameLocks/>
          </p:cNvGraphicFramePr>
          <p:nvPr/>
        </p:nvGraphicFramePr>
        <p:xfrm>
          <a:off x="5598319" y="951310"/>
          <a:ext cx="2402681" cy="13501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49" r:id="rId8" imgW="4180952" imgH="2495238" progId="Paint.Picture">
                  <p:embed/>
                </p:oleObj>
              </mc:Choice>
              <mc:Fallback>
                <p:oleObj r:id="rId8" imgW="4180952" imgH="2495238" progId="Paint.Picture">
                  <p:embed/>
                  <p:pic>
                    <p:nvPicPr>
                      <p:cNvPr id="573446" name="对象 573445">
                        <a:extLst>
                          <a:ext uri="{FF2B5EF4-FFF2-40B4-BE49-F238E27FC236}">
                            <a16:creationId xmlns:a16="http://schemas.microsoft.com/office/drawing/2014/main" id="{583FFF01-EFB1-424B-9FAD-2AD159B68A6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98319" y="951310"/>
                        <a:ext cx="2402681" cy="13501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06" name="矩形 573446">
            <a:extLst>
              <a:ext uri="{FF2B5EF4-FFF2-40B4-BE49-F238E27FC236}">
                <a16:creationId xmlns:a16="http://schemas.microsoft.com/office/drawing/2014/main" id="{BB862BFF-CEDC-46CF-AD34-75CA2064C1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6850" y="250031"/>
            <a:ext cx="6291263" cy="66181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lIns="67500" tIns="35100" rIns="67500" bIns="35100">
            <a:spAutoFit/>
          </a:bodyPr>
          <a:lstStyle>
            <a:lvl1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  <a:buClr>
                <a:schemeClr val="tx1"/>
              </a:buClr>
              <a:buSzPct val="80000"/>
            </a:pPr>
            <a:r>
              <a:rPr lang="zh-CN" altLang="en-US" sz="2400" b="1" u="sng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三 </a:t>
            </a:r>
            <a:r>
              <a:rPr lang="zh-CN" altLang="en-US" sz="2400" b="1" u="sng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单个正态总体</a:t>
            </a:r>
            <a:r>
              <a:rPr lang="en-US" altLang="zh-CN" sz="2400" b="1" i="1" u="sng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en-US" altLang="zh-CN" sz="2400" b="1" u="sng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lang="en-US" altLang="zh-CN" sz="2400" b="1" i="1" u="sng">
                <a:solidFill>
                  <a:srgbClr val="0000FF"/>
                </a:solidFill>
                <a:latin typeface="Symbol" panose="05050102010706020507" pitchFamily="18" charset="2"/>
                <a:ea typeface="楷体_GB2312" pitchFamily="49" charset="-122"/>
              </a:rPr>
              <a:t>m</a:t>
            </a:r>
            <a:r>
              <a:rPr lang="en-US" altLang="zh-CN" sz="2400" b="1" i="1" u="sng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r>
              <a:rPr lang="en-US" altLang="zh-CN" sz="2400" b="1" i="1" u="sng">
                <a:solidFill>
                  <a:srgbClr val="0000FF"/>
                </a:solidFill>
                <a:latin typeface="Symbol" panose="05050102010706020507" pitchFamily="18" charset="2"/>
                <a:ea typeface="楷体_GB2312" pitchFamily="49" charset="-122"/>
              </a:rPr>
              <a:t>s</a:t>
            </a:r>
            <a:r>
              <a:rPr lang="en-US" altLang="zh-CN" sz="2400" b="1" u="sng" baseline="30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2400" b="1" u="sng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lang="zh-CN" altLang="en-US" sz="2400" b="1" u="sng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方差的区间估计</a:t>
            </a:r>
            <a:endParaRPr lang="zh-CN" altLang="en-US" sz="2250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73448" name="文本框 573447">
            <a:extLst>
              <a:ext uri="{FF2B5EF4-FFF2-40B4-BE49-F238E27FC236}">
                <a16:creationId xmlns:a16="http://schemas.microsoft.com/office/drawing/2014/main" id="{00634DEE-9B04-4E7E-8F42-56E99FF93D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3316" y="897731"/>
            <a:ext cx="1133475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100" b="1" i="1">
                <a:solidFill>
                  <a:srgbClr val="008080"/>
                </a:solidFill>
                <a:latin typeface="Symbol" panose="05050102010706020507" pitchFamily="18" charset="2"/>
                <a:ea typeface="楷体_GB2312" pitchFamily="49" charset="-122"/>
              </a:rPr>
              <a:t>m</a:t>
            </a:r>
            <a:r>
              <a:rPr lang="zh-CN" altLang="en-US" sz="2100" b="1">
                <a:solidFill>
                  <a:srgbClr val="008080"/>
                </a:solidFill>
                <a:latin typeface="楷体_GB2312" pitchFamily="49" charset="-122"/>
                <a:ea typeface="楷体_GB2312" pitchFamily="49" charset="-122"/>
              </a:rPr>
              <a:t>未知</a:t>
            </a:r>
          </a:p>
        </p:txBody>
      </p:sp>
      <p:sp>
        <p:nvSpPr>
          <p:cNvPr id="573449" name="文本框 573448">
            <a:extLst>
              <a:ext uri="{FF2B5EF4-FFF2-40B4-BE49-F238E27FC236}">
                <a16:creationId xmlns:a16="http://schemas.microsoft.com/office/drawing/2014/main" id="{B0EDA253-887D-42CD-85F9-C7EBC1A703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1447" y="3286125"/>
            <a:ext cx="4799404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3500" rIns="1350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950" b="1" i="1">
                <a:solidFill>
                  <a:schemeClr val="tx2"/>
                </a:solidFill>
                <a:latin typeface="Symbol" panose="05050102010706020507" pitchFamily="18" charset="2"/>
              </a:rPr>
              <a:t>m</a:t>
            </a:r>
            <a:r>
              <a:rPr lang="zh-CN" altLang="en-US" sz="1950" b="1">
                <a:solidFill>
                  <a:schemeClr val="tx2"/>
                </a:solidFill>
                <a:latin typeface="Symbol" panose="05050102010706020507" pitchFamily="18" charset="2"/>
              </a:rPr>
              <a:t>未</a:t>
            </a:r>
            <a:r>
              <a:rPr lang="zh-CN" altLang="en-US" sz="1950" b="1">
                <a:solidFill>
                  <a:schemeClr val="tx2"/>
                </a:solidFill>
              </a:rPr>
              <a:t>知时，</a:t>
            </a:r>
            <a:r>
              <a:rPr lang="zh-CN" altLang="en-US" sz="2100" b="1" i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 </a:t>
            </a:r>
            <a:r>
              <a:rPr lang="en-US" altLang="zh-CN" sz="2100" b="1" baseline="3000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zh-CN" altLang="en-US" sz="1950" b="1">
                <a:latin typeface="Times New Roman" panose="02020603050405020304" pitchFamily="18" charset="0"/>
              </a:rPr>
              <a:t>的置信度为</a:t>
            </a:r>
            <a:r>
              <a:rPr lang="en-US" altLang="zh-CN" sz="1950" b="1">
                <a:latin typeface="Times New Roman" panose="02020603050405020304" pitchFamily="18" charset="0"/>
              </a:rPr>
              <a:t>1</a:t>
            </a:r>
            <a:r>
              <a:rPr lang="zh-CN" altLang="en-US" sz="1950" b="1">
                <a:latin typeface="Times New Roman" panose="02020603050405020304" pitchFamily="18" charset="0"/>
              </a:rPr>
              <a:t>－</a:t>
            </a:r>
            <a:r>
              <a:rPr lang="zh-CN" altLang="en-US" sz="1950" b="1" i="1"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zh-CN" altLang="en-US" sz="1950" b="1">
                <a:latin typeface="Times New Roman" panose="02020603050405020304" pitchFamily="18" charset="0"/>
              </a:rPr>
              <a:t>的</a:t>
            </a:r>
            <a:r>
              <a:rPr lang="zh-CN" altLang="en-US" sz="1950" b="1">
                <a:solidFill>
                  <a:schemeClr val="tx2"/>
                </a:solidFill>
                <a:latin typeface="Times New Roman" panose="02020603050405020304" pitchFamily="18" charset="0"/>
              </a:rPr>
              <a:t>置信区间</a:t>
            </a:r>
            <a:r>
              <a:rPr lang="zh-CN" altLang="en-US" sz="1950" b="1">
                <a:latin typeface="Times New Roman" panose="02020603050405020304" pitchFamily="18" charset="0"/>
              </a:rPr>
              <a:t>为</a:t>
            </a:r>
          </a:p>
        </p:txBody>
      </p:sp>
      <p:graphicFrame>
        <p:nvGraphicFramePr>
          <p:cNvPr id="573450" name="对象 573449">
            <a:extLst>
              <a:ext uri="{FF2B5EF4-FFF2-40B4-BE49-F238E27FC236}">
                <a16:creationId xmlns:a16="http://schemas.microsoft.com/office/drawing/2014/main" id="{47887144-B001-4E62-8D7B-0E9141E113F4}"/>
              </a:ext>
            </a:extLst>
          </p:cNvPr>
          <p:cNvGraphicFramePr>
            <a:graphicFrameLocks/>
          </p:cNvGraphicFramePr>
          <p:nvPr/>
        </p:nvGraphicFramePr>
        <p:xfrm>
          <a:off x="2465785" y="3598069"/>
          <a:ext cx="2861072" cy="7441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50" r:id="rId10" imgW="1853396" imgH="482391" progId="Equation.DSMT4">
                  <p:embed/>
                </p:oleObj>
              </mc:Choice>
              <mc:Fallback>
                <p:oleObj r:id="rId10" imgW="1853396" imgH="482391" progId="Equation.DSMT4">
                  <p:embed/>
                  <p:pic>
                    <p:nvPicPr>
                      <p:cNvPr id="573450" name="对象 573449">
                        <a:extLst>
                          <a:ext uri="{FF2B5EF4-FFF2-40B4-BE49-F238E27FC236}">
                            <a16:creationId xmlns:a16="http://schemas.microsoft.com/office/drawing/2014/main" id="{47887144-B001-4E62-8D7B-0E9141E113F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5785" y="3598069"/>
                        <a:ext cx="2861072" cy="7441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451" name="矩形 573450">
            <a:extLst>
              <a:ext uri="{FF2B5EF4-FFF2-40B4-BE49-F238E27FC236}">
                <a16:creationId xmlns:a16="http://schemas.microsoft.com/office/drawing/2014/main" id="{ABEBF88B-10F8-423D-9EE4-9D49A6B911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0010" y="3220641"/>
            <a:ext cx="5076825" cy="1133475"/>
          </a:xfrm>
          <a:prstGeom prst="rect">
            <a:avLst/>
          </a:prstGeom>
          <a:noFill/>
          <a:ln w="28575">
            <a:solidFill>
              <a:srgbClr val="339933"/>
            </a:solidFill>
            <a:miter lim="800000"/>
            <a:headEnd/>
            <a:tailEnd type="non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573452" name="文本框 573451">
            <a:extLst>
              <a:ext uri="{FF2B5EF4-FFF2-40B4-BE49-F238E27FC236}">
                <a16:creationId xmlns:a16="http://schemas.microsoft.com/office/drawing/2014/main" id="{86104EE2-D633-4CC3-A34D-3F7BB9DDE0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3588" y="4407694"/>
            <a:ext cx="4961307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3500" rIns="1350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950" b="1" i="1">
                <a:solidFill>
                  <a:srgbClr val="0000FF"/>
                </a:solidFill>
                <a:latin typeface="Symbol" panose="05050102010706020507" pitchFamily="18" charset="2"/>
              </a:rPr>
              <a:t>m</a:t>
            </a:r>
            <a:r>
              <a:rPr lang="zh-CN" altLang="en-US" sz="1950" b="1">
                <a:solidFill>
                  <a:srgbClr val="0000FF"/>
                </a:solidFill>
                <a:latin typeface="Symbol" panose="05050102010706020507" pitchFamily="18" charset="2"/>
              </a:rPr>
              <a:t>未</a:t>
            </a:r>
            <a:r>
              <a:rPr lang="zh-CN" altLang="en-US" sz="1950" b="1">
                <a:solidFill>
                  <a:srgbClr val="0000FF"/>
                </a:solidFill>
              </a:rPr>
              <a:t>知时，</a:t>
            </a:r>
            <a:r>
              <a:rPr lang="zh-CN" altLang="en-US" sz="2100" b="1" i="1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 </a:t>
            </a:r>
            <a:r>
              <a:rPr lang="zh-CN" altLang="en-US" sz="1950" b="1">
                <a:solidFill>
                  <a:srgbClr val="0000FF"/>
                </a:solidFill>
                <a:latin typeface="Times New Roman" panose="02020603050405020304" pitchFamily="18" charset="0"/>
              </a:rPr>
              <a:t>的置信度为</a:t>
            </a:r>
            <a:r>
              <a:rPr lang="en-US" altLang="zh-CN" sz="1950" b="1">
                <a:solidFill>
                  <a:srgbClr val="0000FF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1950" b="1">
                <a:solidFill>
                  <a:srgbClr val="0000FF"/>
                </a:solidFill>
                <a:latin typeface="Times New Roman" panose="02020603050405020304" pitchFamily="18" charset="0"/>
              </a:rPr>
              <a:t>－</a:t>
            </a:r>
            <a:r>
              <a:rPr lang="zh-CN" altLang="en-US" sz="1950" b="1" i="1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zh-CN" altLang="en-US" sz="1950" b="1">
                <a:solidFill>
                  <a:srgbClr val="0000FF"/>
                </a:solidFill>
                <a:latin typeface="Times New Roman" panose="02020603050405020304" pitchFamily="18" charset="0"/>
              </a:rPr>
              <a:t>的置信区间呢？</a:t>
            </a:r>
          </a:p>
        </p:txBody>
      </p:sp>
      <p:graphicFrame>
        <p:nvGraphicFramePr>
          <p:cNvPr id="573453" name="对象 573452">
            <a:extLst>
              <a:ext uri="{FF2B5EF4-FFF2-40B4-BE49-F238E27FC236}">
                <a16:creationId xmlns:a16="http://schemas.microsoft.com/office/drawing/2014/main" id="{F12D0809-2CA4-494D-9C6C-858C317692DD}"/>
              </a:ext>
            </a:extLst>
          </p:cNvPr>
          <p:cNvGraphicFramePr>
            <a:graphicFrameLocks/>
          </p:cNvGraphicFramePr>
          <p:nvPr/>
        </p:nvGraphicFramePr>
        <p:xfrm>
          <a:off x="1980010" y="2518172"/>
          <a:ext cx="4067175" cy="747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51" r:id="rId12" imgW="2830871" imgH="520474" progId="Equation.DSMT4">
                  <p:embed/>
                </p:oleObj>
              </mc:Choice>
              <mc:Fallback>
                <p:oleObj r:id="rId12" imgW="2830871" imgH="520474" progId="Equation.DSMT4">
                  <p:embed/>
                  <p:pic>
                    <p:nvPicPr>
                      <p:cNvPr id="573453" name="对象 573452">
                        <a:extLst>
                          <a:ext uri="{FF2B5EF4-FFF2-40B4-BE49-F238E27FC236}">
                            <a16:creationId xmlns:a16="http://schemas.microsoft.com/office/drawing/2014/main" id="{F12D0809-2CA4-494D-9C6C-858C317692D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0010" y="2518172"/>
                        <a:ext cx="4067175" cy="747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pull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734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734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73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57344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73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8" dur="500"/>
                                        <p:tgtEl>
                                          <p:spTgt spid="573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3" dur="500"/>
                                        <p:tgtEl>
                                          <p:spTgt spid="57344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8" dur="500"/>
                                        <p:tgtEl>
                                          <p:spTgt spid="57344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75"/>
                                        <p:tgtEl>
                                          <p:spTgt spid="5734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1650"/>
                            </p:stCondLst>
                            <p:childTnLst>
                              <p:par>
                                <p:cTn id="4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7" dur="500"/>
                                        <p:tgtEl>
                                          <p:spTgt spid="573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2150"/>
                            </p:stCondLst>
                            <p:childTnLst>
                              <p:par>
                                <p:cTn id="4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5734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5734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573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75"/>
                                        <p:tgtEl>
                                          <p:spTgt spid="5734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48" grpId="0" build="p"/>
      <p:bldP spid="573449" grpId="0" build="p"/>
      <p:bldP spid="573452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文本框 574465">
            <a:extLst>
              <a:ext uri="{FF2B5EF4-FFF2-40B4-BE49-F238E27FC236}">
                <a16:creationId xmlns:a16="http://schemas.microsoft.com/office/drawing/2014/main" id="{3C23E5F2-8D53-4D40-82A7-BCCFDEB47E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813" y="631032"/>
            <a:ext cx="6052952" cy="83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3500" rIns="135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100" b="1">
                <a:solidFill>
                  <a:srgbClr val="FF3300"/>
                </a:solidFill>
                <a:latin typeface="Times New Roman" panose="02020603050405020304" pitchFamily="18" charset="0"/>
              </a:rPr>
              <a:t>例</a:t>
            </a:r>
            <a:r>
              <a:rPr lang="zh-CN" altLang="en-US" sz="2100" b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100" b="1">
                <a:latin typeface="Times New Roman" panose="02020603050405020304" pitchFamily="18" charset="0"/>
              </a:rPr>
              <a:t>从自动车床加工的一批零件中随机的抽取</a:t>
            </a:r>
            <a:r>
              <a:rPr lang="en-US" altLang="zh-CN" sz="2100" b="1">
                <a:latin typeface="Times New Roman" panose="02020603050405020304" pitchFamily="18" charset="0"/>
              </a:rPr>
              <a:t>16</a:t>
            </a:r>
            <a:r>
              <a:rPr lang="zh-CN" altLang="en-US" sz="2100" b="1">
                <a:latin typeface="Times New Roman" panose="02020603050405020304" pitchFamily="18" charset="0"/>
              </a:rPr>
              <a:t>件，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zh-CN" altLang="en-US" sz="2100" b="1">
                <a:latin typeface="Times New Roman" panose="02020603050405020304" pitchFamily="18" charset="0"/>
              </a:rPr>
              <a:t>测得各零件长度为</a:t>
            </a:r>
            <a:r>
              <a:rPr lang="en-US" altLang="zh-CN" sz="2100" b="1">
                <a:latin typeface="Times New Roman" panose="02020603050405020304" pitchFamily="18" charset="0"/>
              </a:rPr>
              <a:t>(</a:t>
            </a:r>
            <a:r>
              <a:rPr lang="zh-CN" altLang="en-US" sz="2100" b="1">
                <a:latin typeface="Times New Roman" panose="02020603050405020304" pitchFamily="18" charset="0"/>
              </a:rPr>
              <a:t>单位：</a:t>
            </a:r>
            <a:r>
              <a:rPr lang="en-US" altLang="zh-CN" sz="2100" b="1">
                <a:latin typeface="Times New Roman" panose="02020603050405020304" pitchFamily="18" charset="0"/>
              </a:rPr>
              <a:t>cm)</a:t>
            </a:r>
          </a:p>
        </p:txBody>
      </p:sp>
      <p:sp>
        <p:nvSpPr>
          <p:cNvPr id="52226" name="文本框 574466">
            <a:extLst>
              <a:ext uri="{FF2B5EF4-FFF2-40B4-BE49-F238E27FC236}">
                <a16:creationId xmlns:a16="http://schemas.microsoft.com/office/drawing/2014/main" id="{6EED8560-B423-4F22-875D-B84262D162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3588" y="1507331"/>
            <a:ext cx="5183981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3500" rIns="1350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100" b="1">
                <a:latin typeface="Times New Roman" panose="02020603050405020304" pitchFamily="18" charset="0"/>
              </a:rPr>
              <a:t>2.15   2.10   2.12   2.10   2.14   2.11  2.15   2.13</a:t>
            </a:r>
          </a:p>
        </p:txBody>
      </p:sp>
      <p:sp>
        <p:nvSpPr>
          <p:cNvPr id="52227" name="文本框 574467">
            <a:extLst>
              <a:ext uri="{FF2B5EF4-FFF2-40B4-BE49-F238E27FC236}">
                <a16:creationId xmlns:a16="http://schemas.microsoft.com/office/drawing/2014/main" id="{8B095B69-D5D4-4FF9-BEF1-0CE4E156E7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6160" y="2274094"/>
            <a:ext cx="5724525" cy="830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2100" b="1">
                <a:latin typeface="Times New Roman" panose="02020603050405020304" pitchFamily="18" charset="0"/>
              </a:rPr>
              <a:t>设零件长度服从正态分布，求零件长度标准差</a:t>
            </a:r>
            <a:r>
              <a:rPr lang="en-US" altLang="zh-CN" sz="2100" b="1" i="1">
                <a:latin typeface="Symbol" panose="05050102010706020507" pitchFamily="18" charset="2"/>
              </a:rPr>
              <a:t>s</a:t>
            </a:r>
            <a:r>
              <a:rPr lang="zh-CN" altLang="en-US" sz="2100" b="1">
                <a:latin typeface="Times New Roman" panose="02020603050405020304" pitchFamily="18" charset="0"/>
              </a:rPr>
              <a:t>的置信度为</a:t>
            </a:r>
            <a:r>
              <a:rPr lang="en-US" altLang="zh-CN" sz="2100" b="1">
                <a:latin typeface="Times New Roman" panose="02020603050405020304" pitchFamily="18" charset="0"/>
              </a:rPr>
              <a:t>95%</a:t>
            </a:r>
            <a:r>
              <a:rPr lang="zh-CN" altLang="en-US" sz="2100" b="1">
                <a:latin typeface="Times New Roman" panose="02020603050405020304" pitchFamily="18" charset="0"/>
              </a:rPr>
              <a:t>的置信区间。       </a:t>
            </a:r>
          </a:p>
        </p:txBody>
      </p:sp>
      <p:graphicFrame>
        <p:nvGraphicFramePr>
          <p:cNvPr id="574469" name="对象 574468">
            <a:extLst>
              <a:ext uri="{FF2B5EF4-FFF2-40B4-BE49-F238E27FC236}">
                <a16:creationId xmlns:a16="http://schemas.microsoft.com/office/drawing/2014/main" id="{F2EB894E-3F39-4DA2-BB5D-E4D5E2D63BE1}"/>
              </a:ext>
            </a:extLst>
          </p:cNvPr>
          <p:cNvGraphicFramePr>
            <a:graphicFrameLocks/>
          </p:cNvGraphicFramePr>
          <p:nvPr/>
        </p:nvGraphicFramePr>
        <p:xfrm>
          <a:off x="2190750" y="3300413"/>
          <a:ext cx="3039666" cy="7834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67" r:id="rId3" imgW="1968500" imgH="508000" progId="Equation.DSMT4">
                  <p:embed/>
                </p:oleObj>
              </mc:Choice>
              <mc:Fallback>
                <p:oleObj r:id="rId3" imgW="1968500" imgH="508000" progId="Equation.DSMT4">
                  <p:embed/>
                  <p:pic>
                    <p:nvPicPr>
                      <p:cNvPr id="574469" name="对象 574468">
                        <a:extLst>
                          <a:ext uri="{FF2B5EF4-FFF2-40B4-BE49-F238E27FC236}">
                            <a16:creationId xmlns:a16="http://schemas.microsoft.com/office/drawing/2014/main" id="{F2EB894E-3F39-4DA2-BB5D-E4D5E2D63BE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0750" y="3300413"/>
                        <a:ext cx="3039666" cy="783431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29" name="文本框 574469">
            <a:extLst>
              <a:ext uri="{FF2B5EF4-FFF2-40B4-BE49-F238E27FC236}">
                <a16:creationId xmlns:a16="http://schemas.microsoft.com/office/drawing/2014/main" id="{A10A6A13-A81E-4A11-9AFA-130B4948A8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3588" y="1885950"/>
            <a:ext cx="5183981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3500" rIns="1350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100" b="1">
                <a:latin typeface="Times New Roman" panose="02020603050405020304" pitchFamily="18" charset="0"/>
              </a:rPr>
              <a:t>2.13   2.11   2.14   2.13   2.12   2.13  2.10   2.14</a:t>
            </a:r>
          </a:p>
        </p:txBody>
      </p:sp>
    </p:spTree>
  </p:cSld>
  <p:clrMapOvr>
    <a:masterClrMapping/>
  </p:clrMapOvr>
  <p:transition spd="slow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574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50" name="Text Box 2">
            <a:extLst>
              <a:ext uri="{FF2B5EF4-FFF2-40B4-BE49-F238E27FC236}">
                <a16:creationId xmlns:a16="http://schemas.microsoft.com/office/drawing/2014/main" id="{5C46E40E-A283-4887-9918-5BD9A20978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195263"/>
            <a:ext cx="5086350" cy="46166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2400" b="1" dirty="0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楷体" pitchFamily="2" charset="-122"/>
              </a:rPr>
              <a:t> </a:t>
            </a:r>
            <a:r>
              <a:rPr lang="zh-CN" altLang="en-US" sz="2400" b="1" dirty="0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楷体" pitchFamily="2" charset="-122"/>
              </a:rPr>
              <a:t>三、两个总体均值差的区间估计</a:t>
            </a:r>
            <a:r>
              <a:rPr lang="en-US" altLang="zh-CN" sz="2400" b="1" dirty="0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楷体" pitchFamily="2" charset="-122"/>
              </a:rPr>
              <a:t>  </a:t>
            </a:r>
          </a:p>
        </p:txBody>
      </p:sp>
      <p:graphicFrame>
        <p:nvGraphicFramePr>
          <p:cNvPr id="232451" name="Object 3">
            <a:extLst>
              <a:ext uri="{FF2B5EF4-FFF2-40B4-BE49-F238E27FC236}">
                <a16:creationId xmlns:a16="http://schemas.microsoft.com/office/drawing/2014/main" id="{3B54317B-3836-43CA-B487-B9024E944CD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43100" y="2971800"/>
          <a:ext cx="5338763" cy="1198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90" r:id="rId3" imgW="3048000" imgH="685800" progId="Equation.3">
                  <p:embed/>
                </p:oleObj>
              </mc:Choice>
              <mc:Fallback>
                <p:oleObj r:id="rId3" imgW="3048000" imgH="685800" progId="Equation.3">
                  <p:embed/>
                  <p:pic>
                    <p:nvPicPr>
                      <p:cNvPr id="232451" name="Object 3">
                        <a:extLst>
                          <a:ext uri="{FF2B5EF4-FFF2-40B4-BE49-F238E27FC236}">
                            <a16:creationId xmlns:a16="http://schemas.microsoft.com/office/drawing/2014/main" id="{3B54317B-3836-43CA-B487-B9024E944CD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3100" y="2971800"/>
                        <a:ext cx="5338763" cy="11989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32452" name="Group 4">
            <a:extLst>
              <a:ext uri="{FF2B5EF4-FFF2-40B4-BE49-F238E27FC236}">
                <a16:creationId xmlns:a16="http://schemas.microsoft.com/office/drawing/2014/main" id="{EB31F703-8878-4759-92D5-ED887E95C1D4}"/>
              </a:ext>
            </a:extLst>
          </p:cNvPr>
          <p:cNvGrpSpPr>
            <a:grpSpLocks/>
          </p:cNvGrpSpPr>
          <p:nvPr/>
        </p:nvGrpSpPr>
        <p:grpSpPr bwMode="auto">
          <a:xfrm>
            <a:off x="1980010" y="723901"/>
            <a:ext cx="5623322" cy="415528"/>
            <a:chOff x="0" y="-10"/>
            <a:chExt cx="4723" cy="349"/>
          </a:xfrm>
        </p:grpSpPr>
        <p:graphicFrame>
          <p:nvGraphicFramePr>
            <p:cNvPr id="61460" name="Object 5">
              <a:extLst>
                <a:ext uri="{FF2B5EF4-FFF2-40B4-BE49-F238E27FC236}">
                  <a16:creationId xmlns:a16="http://schemas.microsoft.com/office/drawing/2014/main" id="{0979FE34-14A3-426D-B114-F2460251D6E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0" y="0"/>
            <a:ext cx="3054" cy="3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891" r:id="rId5" imgW="2210760" imgH="228699" progId="Equation.3">
                    <p:embed/>
                  </p:oleObj>
                </mc:Choice>
                <mc:Fallback>
                  <p:oleObj r:id="rId5" imgW="2210760" imgH="228699" progId="Equation.3">
                    <p:embed/>
                    <p:pic>
                      <p:nvPicPr>
                        <p:cNvPr id="61460" name="Object 5">
                          <a:extLst>
                            <a:ext uri="{FF2B5EF4-FFF2-40B4-BE49-F238E27FC236}">
                              <a16:creationId xmlns:a16="http://schemas.microsoft.com/office/drawing/2014/main" id="{0979FE34-14A3-426D-B114-F2460251D6E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3054" cy="3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461" name="Rectangle 6">
              <a:extLst>
                <a:ext uri="{FF2B5EF4-FFF2-40B4-BE49-F238E27FC236}">
                  <a16:creationId xmlns:a16="http://schemas.microsoft.com/office/drawing/2014/main" id="{CC9A6EC1-501A-4B47-8066-ADB776AF01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30" y="-10"/>
              <a:ext cx="1593" cy="3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0" lang="zh-CN" altLang="en-US" sz="2100" b="1">
                  <a:ea typeface="楷体_GB2312" pitchFamily="49" charset="-122"/>
                </a:rPr>
                <a:t>且</a:t>
              </a:r>
              <a:r>
                <a:rPr kumimoji="0" lang="en-US" altLang="zh-CN" sz="2100" b="1" i="1">
                  <a:ea typeface="楷体_GB2312" pitchFamily="49" charset="-122"/>
                </a:rPr>
                <a:t>X</a:t>
              </a:r>
              <a:r>
                <a:rPr kumimoji="0" lang="zh-CN" altLang="en-US" sz="2100" b="1">
                  <a:ea typeface="楷体_GB2312" pitchFamily="49" charset="-122"/>
                </a:rPr>
                <a:t>与</a:t>
              </a:r>
              <a:r>
                <a:rPr kumimoji="0" lang="en-US" altLang="zh-CN" sz="2100" b="1" i="1">
                  <a:ea typeface="楷体_GB2312" pitchFamily="49" charset="-122"/>
                </a:rPr>
                <a:t>Y</a:t>
              </a:r>
              <a:r>
                <a:rPr kumimoji="0" lang="zh-CN" altLang="en-US" sz="2100" b="1">
                  <a:ea typeface="楷体_GB2312" pitchFamily="49" charset="-122"/>
                </a:rPr>
                <a:t>独立</a:t>
              </a:r>
              <a:r>
                <a:rPr kumimoji="0" lang="en-US" altLang="zh-CN" sz="2100" b="1">
                  <a:ea typeface="楷体_GB2312" pitchFamily="49" charset="-122"/>
                </a:rPr>
                <a:t>,</a:t>
              </a:r>
            </a:p>
          </p:txBody>
        </p:sp>
      </p:grpSp>
      <p:grpSp>
        <p:nvGrpSpPr>
          <p:cNvPr id="232455" name="Group 7">
            <a:extLst>
              <a:ext uri="{FF2B5EF4-FFF2-40B4-BE49-F238E27FC236}">
                <a16:creationId xmlns:a16="http://schemas.microsoft.com/office/drawing/2014/main" id="{9DC38CC0-1E68-412A-B5D6-B78D40ADE07D}"/>
              </a:ext>
            </a:extLst>
          </p:cNvPr>
          <p:cNvGrpSpPr>
            <a:grpSpLocks/>
          </p:cNvGrpSpPr>
          <p:nvPr/>
        </p:nvGrpSpPr>
        <p:grpSpPr bwMode="auto">
          <a:xfrm>
            <a:off x="1331119" y="1750219"/>
            <a:ext cx="6211491" cy="415528"/>
            <a:chOff x="0" y="-2"/>
            <a:chExt cx="5217" cy="349"/>
          </a:xfrm>
        </p:grpSpPr>
        <p:graphicFrame>
          <p:nvGraphicFramePr>
            <p:cNvPr id="61457" name="Object 8">
              <a:extLst>
                <a:ext uri="{FF2B5EF4-FFF2-40B4-BE49-F238E27FC236}">
                  <a16:creationId xmlns:a16="http://schemas.microsoft.com/office/drawing/2014/main" id="{901CBD00-1A9E-4A8F-8AE3-D2DAFCFF442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163" y="0"/>
            <a:ext cx="643" cy="3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892" r:id="rId7" imgW="470308" imgH="228799" progId="Equation.3">
                    <p:embed/>
                  </p:oleObj>
                </mc:Choice>
                <mc:Fallback>
                  <p:oleObj r:id="rId7" imgW="470308" imgH="228799" progId="Equation.3">
                    <p:embed/>
                    <p:pic>
                      <p:nvPicPr>
                        <p:cNvPr id="61457" name="Object 8">
                          <a:extLst>
                            <a:ext uri="{FF2B5EF4-FFF2-40B4-BE49-F238E27FC236}">
                              <a16:creationId xmlns:a16="http://schemas.microsoft.com/office/drawing/2014/main" id="{901CBD00-1A9E-4A8F-8AE3-D2DAFCFF442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63" y="0"/>
                          <a:ext cx="643" cy="3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458" name="Rectangle 9">
              <a:extLst>
                <a:ext uri="{FF2B5EF4-FFF2-40B4-BE49-F238E27FC236}">
                  <a16:creationId xmlns:a16="http://schemas.microsoft.com/office/drawing/2014/main" id="{CAFA1598-297F-4492-8FE6-1C6E993F95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4" y="-2"/>
              <a:ext cx="3493" cy="3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zh-CN" altLang="en-US" sz="2100" b="1">
                  <a:ea typeface="楷体_GB2312" pitchFamily="49" charset="-122"/>
                </a:rPr>
                <a:t>分别是这两个样本的样本均值</a:t>
              </a:r>
              <a:r>
                <a:rPr kumimoji="0" lang="en-US" altLang="zh-CN" sz="2100" b="1">
                  <a:ea typeface="楷体_GB2312" pitchFamily="49" charset="-122"/>
                </a:rPr>
                <a:t>,</a:t>
              </a:r>
            </a:p>
          </p:txBody>
        </p:sp>
        <p:sp>
          <p:nvSpPr>
            <p:cNvPr id="61459" name="Rectangle 10">
              <a:extLst>
                <a:ext uri="{FF2B5EF4-FFF2-40B4-BE49-F238E27FC236}">
                  <a16:creationId xmlns:a16="http://schemas.microsoft.com/office/drawing/2014/main" id="{7E135F92-726B-4FAD-AA6C-A078ECF946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-2"/>
              <a:ext cx="1255" cy="3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zh-CN" altLang="en-US" sz="2100" b="1">
                  <a:ea typeface="楷体_GB2312" pitchFamily="49" charset="-122"/>
                </a:rPr>
                <a:t>自</a:t>
              </a:r>
              <a:r>
                <a:rPr kumimoji="0" lang="en-US" altLang="zh-CN" sz="2100" b="1" i="1">
                  <a:ea typeface="楷体_GB2312" pitchFamily="49" charset="-122"/>
                </a:rPr>
                <a:t>Y</a:t>
              </a:r>
              <a:r>
                <a:rPr kumimoji="0" lang="zh-CN" altLang="en-US" sz="2100" b="1">
                  <a:ea typeface="楷体_GB2312" pitchFamily="49" charset="-122"/>
                </a:rPr>
                <a:t>的样本</a:t>
              </a:r>
              <a:r>
                <a:rPr kumimoji="0" lang="en-US" altLang="zh-CN" sz="2100" b="1">
                  <a:ea typeface="楷体_GB2312" pitchFamily="49" charset="-122"/>
                </a:rPr>
                <a:t>,</a:t>
              </a:r>
            </a:p>
          </p:txBody>
        </p:sp>
      </p:grpSp>
      <p:grpSp>
        <p:nvGrpSpPr>
          <p:cNvPr id="232459" name="Group 11">
            <a:extLst>
              <a:ext uri="{FF2B5EF4-FFF2-40B4-BE49-F238E27FC236}">
                <a16:creationId xmlns:a16="http://schemas.microsoft.com/office/drawing/2014/main" id="{F0F19F74-DD3A-497A-B912-9EE2CB9FC0D5}"/>
              </a:ext>
            </a:extLst>
          </p:cNvPr>
          <p:cNvGrpSpPr>
            <a:grpSpLocks/>
          </p:cNvGrpSpPr>
          <p:nvPr/>
        </p:nvGrpSpPr>
        <p:grpSpPr bwMode="auto">
          <a:xfrm>
            <a:off x="1385888" y="2289573"/>
            <a:ext cx="5489972" cy="415528"/>
            <a:chOff x="0" y="-10"/>
            <a:chExt cx="4611" cy="349"/>
          </a:xfrm>
        </p:grpSpPr>
        <p:sp>
          <p:nvSpPr>
            <p:cNvPr id="61455" name="Rectangle 12">
              <a:extLst>
                <a:ext uri="{FF2B5EF4-FFF2-40B4-BE49-F238E27FC236}">
                  <a16:creationId xmlns:a16="http://schemas.microsoft.com/office/drawing/2014/main" id="{C102FBBA-66E2-4168-9D78-B7A1B6D8AE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6" y="-10"/>
              <a:ext cx="3885" cy="3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zh-CN" altLang="en-US" sz="2100" b="1" dirty="0">
                  <a:ea typeface="楷体_GB2312" pitchFamily="49" charset="-122"/>
                </a:rPr>
                <a:t>分别是这两个样本的样本方差</a:t>
              </a:r>
              <a:r>
                <a:rPr kumimoji="0" lang="en-US" altLang="zh-CN" sz="2100" b="1" dirty="0">
                  <a:ea typeface="楷体_GB2312" pitchFamily="49" charset="-122"/>
                </a:rPr>
                <a:t>,</a:t>
              </a:r>
              <a:r>
                <a:rPr kumimoji="0" lang="zh-CN" altLang="en-US" sz="2100" b="1" dirty="0">
                  <a:ea typeface="楷体_GB2312" pitchFamily="49" charset="-122"/>
                </a:rPr>
                <a:t>则根据</a:t>
              </a:r>
            </a:p>
          </p:txBody>
        </p:sp>
        <p:graphicFrame>
          <p:nvGraphicFramePr>
            <p:cNvPr id="61456" name="Object 13">
              <a:extLst>
                <a:ext uri="{FF2B5EF4-FFF2-40B4-BE49-F238E27FC236}">
                  <a16:creationId xmlns:a16="http://schemas.microsoft.com/office/drawing/2014/main" id="{366D604B-B5E9-4082-80D0-25A98DC59C8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0" y="0"/>
            <a:ext cx="751" cy="3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893" r:id="rId9" imgW="520926" imgH="228699" progId="Equation.3">
                    <p:embed/>
                  </p:oleObj>
                </mc:Choice>
                <mc:Fallback>
                  <p:oleObj r:id="rId9" imgW="520926" imgH="228699" progId="Equation.3">
                    <p:embed/>
                    <p:pic>
                      <p:nvPicPr>
                        <p:cNvPr id="61456" name="Object 13">
                          <a:extLst>
                            <a:ext uri="{FF2B5EF4-FFF2-40B4-BE49-F238E27FC236}">
                              <a16:creationId xmlns:a16="http://schemas.microsoft.com/office/drawing/2014/main" id="{366D604B-B5E9-4082-80D0-25A98DC59C8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751" cy="3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32462" name="Group 14">
            <a:extLst>
              <a:ext uri="{FF2B5EF4-FFF2-40B4-BE49-F238E27FC236}">
                <a16:creationId xmlns:a16="http://schemas.microsoft.com/office/drawing/2014/main" id="{2FBF6226-055D-4BBA-9A07-2A43C64E1FE4}"/>
              </a:ext>
            </a:extLst>
          </p:cNvPr>
          <p:cNvGrpSpPr>
            <a:grpSpLocks/>
          </p:cNvGrpSpPr>
          <p:nvPr/>
        </p:nvGrpSpPr>
        <p:grpSpPr bwMode="auto">
          <a:xfrm>
            <a:off x="1439466" y="1209675"/>
            <a:ext cx="6048375" cy="451247"/>
            <a:chOff x="0" y="-10"/>
            <a:chExt cx="5080" cy="379"/>
          </a:xfrm>
        </p:grpSpPr>
        <p:sp>
          <p:nvSpPr>
            <p:cNvPr id="61448" name="Rectangle 15">
              <a:extLst>
                <a:ext uri="{FF2B5EF4-FFF2-40B4-BE49-F238E27FC236}">
                  <a16:creationId xmlns:a16="http://schemas.microsoft.com/office/drawing/2014/main" id="{58D6D48F-D97D-46A5-A87E-DA22418FB0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0" y="-10"/>
              <a:ext cx="1720" cy="3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0" lang="zh-CN" altLang="en-US" sz="2100" b="1">
                  <a:ea typeface="楷体_GB2312" pitchFamily="49" charset="-122"/>
                </a:rPr>
                <a:t>是取自</a:t>
              </a:r>
              <a:r>
                <a:rPr kumimoji="0" lang="en-US" altLang="zh-CN" sz="2100" b="1" i="1">
                  <a:ea typeface="楷体_GB2312" pitchFamily="49" charset="-122"/>
                </a:rPr>
                <a:t>X</a:t>
              </a:r>
              <a:r>
                <a:rPr kumimoji="0" lang="zh-CN" altLang="en-US" sz="2100" b="1">
                  <a:ea typeface="楷体_GB2312" pitchFamily="49" charset="-122"/>
                </a:rPr>
                <a:t>的样本</a:t>
              </a:r>
              <a:r>
                <a:rPr kumimoji="0" lang="en-US" altLang="zh-CN" sz="2100" b="1">
                  <a:ea typeface="楷体_GB2312" pitchFamily="49" charset="-122"/>
                </a:rPr>
                <a:t>,</a:t>
              </a:r>
            </a:p>
          </p:txBody>
        </p:sp>
        <p:grpSp>
          <p:nvGrpSpPr>
            <p:cNvPr id="61449" name="Group 16">
              <a:extLst>
                <a:ext uri="{FF2B5EF4-FFF2-40B4-BE49-F238E27FC236}">
                  <a16:creationId xmlns:a16="http://schemas.microsoft.com/office/drawing/2014/main" id="{46C5315B-152E-4D81-8915-6E24FE8A576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-10"/>
              <a:ext cx="5080" cy="379"/>
              <a:chOff x="0" y="-10"/>
              <a:chExt cx="5080" cy="379"/>
            </a:xfrm>
          </p:grpSpPr>
          <p:sp>
            <p:nvSpPr>
              <p:cNvPr id="61450" name="Rectangle 17">
                <a:extLst>
                  <a:ext uri="{FF2B5EF4-FFF2-40B4-BE49-F238E27FC236}">
                    <a16:creationId xmlns:a16="http://schemas.microsoft.com/office/drawing/2014/main" id="{FF5FDAE1-430B-48DA-929B-89BF17561B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-10"/>
                <a:ext cx="2945" cy="3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kumimoji="0" lang="en-US" altLang="zh-CN" sz="2100" b="1" i="1">
                    <a:ea typeface="楷体_GB2312" pitchFamily="49" charset="-122"/>
                  </a:rPr>
                  <a:t>X</a:t>
                </a:r>
                <a:r>
                  <a:rPr kumimoji="0" lang="en-US" altLang="zh-CN" sz="2100" b="1" baseline="-25000">
                    <a:ea typeface="楷体_GB2312" pitchFamily="49" charset="-122"/>
                  </a:rPr>
                  <a:t>1 </a:t>
                </a:r>
                <a:r>
                  <a:rPr kumimoji="0" lang="en-US" altLang="zh-CN" sz="2100" b="1">
                    <a:ea typeface="楷体_GB2312" pitchFamily="49" charset="-122"/>
                  </a:rPr>
                  <a:t>, </a:t>
                </a:r>
                <a:r>
                  <a:rPr kumimoji="0" lang="en-US" altLang="zh-CN" sz="2100" b="1" i="1">
                    <a:ea typeface="楷体_GB2312" pitchFamily="49" charset="-122"/>
                  </a:rPr>
                  <a:t>X</a:t>
                </a:r>
                <a:r>
                  <a:rPr kumimoji="0" lang="en-US" altLang="zh-CN" sz="2100" b="1" baseline="-25000">
                    <a:ea typeface="楷体_GB2312" pitchFamily="49" charset="-122"/>
                  </a:rPr>
                  <a:t>2 </a:t>
                </a:r>
                <a:r>
                  <a:rPr kumimoji="0" lang="en-US" altLang="zh-CN" sz="2100" b="1">
                    <a:ea typeface="楷体_GB2312" pitchFamily="49" charset="-122"/>
                  </a:rPr>
                  <a:t>, … ,</a:t>
                </a:r>
                <a:endParaRPr kumimoji="0" lang="en-US" altLang="zh-CN" sz="2100" b="1" baseline="-25000">
                  <a:ea typeface="楷体_GB2312" pitchFamily="49" charset="-122"/>
                </a:endParaRPr>
              </a:p>
            </p:txBody>
          </p:sp>
          <p:graphicFrame>
            <p:nvGraphicFramePr>
              <p:cNvPr id="61451" name="Object 18">
                <a:extLst>
                  <a:ext uri="{FF2B5EF4-FFF2-40B4-BE49-F238E27FC236}">
                    <a16:creationId xmlns:a16="http://schemas.microsoft.com/office/drawing/2014/main" id="{390605FD-A47B-40EE-AE7C-D9C413EE2A38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134" y="0"/>
              <a:ext cx="366" cy="33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894" r:id="rId11" imgW="266700" imgH="241300" progId="Equation.3">
                      <p:embed/>
                    </p:oleObj>
                  </mc:Choice>
                  <mc:Fallback>
                    <p:oleObj r:id="rId11" imgW="266700" imgH="241300" progId="Equation.3">
                      <p:embed/>
                      <p:pic>
                        <p:nvPicPr>
                          <p:cNvPr id="61451" name="Object 18">
                            <a:extLst>
                              <a:ext uri="{FF2B5EF4-FFF2-40B4-BE49-F238E27FC236}">
                                <a16:creationId xmlns:a16="http://schemas.microsoft.com/office/drawing/2014/main" id="{390605FD-A47B-40EE-AE7C-D9C413EE2A38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134" y="0"/>
                            <a:ext cx="366" cy="33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61452" name="Rectangle 19">
                <a:extLst>
                  <a:ext uri="{FF2B5EF4-FFF2-40B4-BE49-F238E27FC236}">
                    <a16:creationId xmlns:a16="http://schemas.microsoft.com/office/drawing/2014/main" id="{2D13BD9B-7920-4777-B91F-4B0D8A4D18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56" y="-10"/>
                <a:ext cx="1065" cy="3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kumimoji="0" lang="en-US" altLang="zh-CN" sz="2100" b="1" i="1">
                    <a:ea typeface="楷体_GB2312" pitchFamily="49" charset="-122"/>
                  </a:rPr>
                  <a:t>Y</a:t>
                </a:r>
                <a:r>
                  <a:rPr kumimoji="0" lang="en-US" altLang="zh-CN" sz="2100" b="1" baseline="-25000">
                    <a:ea typeface="楷体_GB2312" pitchFamily="49" charset="-122"/>
                  </a:rPr>
                  <a:t>1 </a:t>
                </a:r>
                <a:r>
                  <a:rPr kumimoji="0" lang="en-US" altLang="zh-CN" sz="2100" b="1">
                    <a:ea typeface="楷体_GB2312" pitchFamily="49" charset="-122"/>
                  </a:rPr>
                  <a:t>,</a:t>
                </a:r>
                <a:r>
                  <a:rPr kumimoji="0" lang="en-US" altLang="zh-CN" sz="2100" b="1" i="1">
                    <a:ea typeface="楷体_GB2312" pitchFamily="49" charset="-122"/>
                  </a:rPr>
                  <a:t>Y </a:t>
                </a:r>
                <a:r>
                  <a:rPr kumimoji="0" lang="en-US" altLang="zh-CN" sz="2100" b="1" baseline="-25000">
                    <a:ea typeface="楷体_GB2312" pitchFamily="49" charset="-122"/>
                  </a:rPr>
                  <a:t>2</a:t>
                </a:r>
                <a:r>
                  <a:rPr kumimoji="0" lang="en-US" altLang="zh-CN" sz="2100" b="1">
                    <a:ea typeface="楷体_GB2312" pitchFamily="49" charset="-122"/>
                  </a:rPr>
                  <a:t>,…,</a:t>
                </a:r>
              </a:p>
            </p:txBody>
          </p:sp>
          <p:graphicFrame>
            <p:nvGraphicFramePr>
              <p:cNvPr id="61453" name="Object 20">
                <a:extLst>
                  <a:ext uri="{FF2B5EF4-FFF2-40B4-BE49-F238E27FC236}">
                    <a16:creationId xmlns:a16="http://schemas.microsoft.com/office/drawing/2014/main" id="{889B81C2-38DE-48B9-8732-4DC1A0A5F447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173" y="0"/>
              <a:ext cx="331" cy="36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895" r:id="rId13" imgW="215900" imgH="241300" progId="Equation.3">
                      <p:embed/>
                    </p:oleObj>
                  </mc:Choice>
                  <mc:Fallback>
                    <p:oleObj r:id="rId13" imgW="215900" imgH="241300" progId="Equation.3">
                      <p:embed/>
                      <p:pic>
                        <p:nvPicPr>
                          <p:cNvPr id="61453" name="Object 20">
                            <a:extLst>
                              <a:ext uri="{FF2B5EF4-FFF2-40B4-BE49-F238E27FC236}">
                                <a16:creationId xmlns:a16="http://schemas.microsoft.com/office/drawing/2014/main" id="{889B81C2-38DE-48B9-8732-4DC1A0A5F447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73" y="0"/>
                            <a:ext cx="331" cy="36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61454" name="Rectangle 21">
                <a:extLst>
                  <a:ext uri="{FF2B5EF4-FFF2-40B4-BE49-F238E27FC236}">
                    <a16:creationId xmlns:a16="http://schemas.microsoft.com/office/drawing/2014/main" id="{C89D375F-AE9E-4EF9-89F5-4D2FD2D21D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5" y="-10"/>
                <a:ext cx="635" cy="3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kumimoji="0" lang="zh-CN" altLang="en-US" sz="2100" b="1">
                    <a:ea typeface="楷体_GB2312" pitchFamily="49" charset="-122"/>
                  </a:rPr>
                  <a:t>是取</a:t>
                </a:r>
              </a:p>
            </p:txBody>
          </p:sp>
        </p:grp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1000"/>
                                        <p:tgtEl>
                                          <p:spTgt spid="232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232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232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232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232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2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1000"/>
                                        <p:tgtEl>
                                          <p:spTgt spid="232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2450" grpId="0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69352" name="文本框 569351">
                <a:extLst>
                  <a:ext uri="{FF2B5EF4-FFF2-40B4-BE49-F238E27FC236}">
                    <a16:creationId xmlns:a16="http://schemas.microsoft.com/office/drawing/2014/main" id="{3687C448-0EF1-487E-BDFD-E6B7A9134AE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87624" y="1318208"/>
                <a:ext cx="4307025" cy="3924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3500" rIns="13500"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95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950" b="1" i="1" smtClean="0">
                            <a:latin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altLang="zh-CN" sz="195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1950" b="1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195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950" b="1" i="1" smtClean="0">
                            <a:latin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altLang="zh-CN" sz="195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en-US" sz="1950" b="1" dirty="0">
                    <a:latin typeface="Times New Roman" panose="02020603050405020304" pitchFamily="18" charset="0"/>
                  </a:rPr>
                  <a:t>的置信度为</a:t>
                </a:r>
                <a:r>
                  <a:rPr lang="en-US" altLang="zh-CN" sz="1950" b="1" dirty="0">
                    <a:latin typeface="Times New Roman" panose="02020603050405020304" pitchFamily="18" charset="0"/>
                  </a:rPr>
                  <a:t>1</a:t>
                </a:r>
                <a:r>
                  <a:rPr lang="zh-CN" altLang="en-US" sz="1950" b="1" dirty="0">
                    <a:latin typeface="Times New Roman" panose="02020603050405020304" pitchFamily="18" charset="0"/>
                  </a:rPr>
                  <a:t>－</a:t>
                </a:r>
                <a:r>
                  <a:rPr lang="zh-CN" altLang="en-US" sz="1950" b="1" i="1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</a:t>
                </a:r>
                <a:r>
                  <a:rPr lang="zh-CN" altLang="en-US" sz="1950" b="1" dirty="0">
                    <a:latin typeface="Times New Roman" panose="02020603050405020304" pitchFamily="18" charset="0"/>
                  </a:rPr>
                  <a:t>的</a:t>
                </a:r>
                <a:r>
                  <a:rPr lang="zh-CN" altLang="en-US" sz="1950" b="1" dirty="0">
                    <a:solidFill>
                      <a:schemeClr val="tx2"/>
                    </a:solidFill>
                    <a:latin typeface="Times New Roman" panose="02020603050405020304" pitchFamily="18" charset="0"/>
                  </a:rPr>
                  <a:t>置信区间</a:t>
                </a:r>
                <a:r>
                  <a:rPr lang="zh-CN" altLang="en-US" sz="1950" b="1" dirty="0">
                    <a:latin typeface="Times New Roman" panose="02020603050405020304" pitchFamily="18" charset="0"/>
                  </a:rPr>
                  <a:t>为</a:t>
                </a:r>
              </a:p>
            </p:txBody>
          </p:sp>
        </mc:Choice>
        <mc:Fallback>
          <p:sp>
            <p:nvSpPr>
              <p:cNvPr id="569352" name="文本框 569351">
                <a:extLst>
                  <a:ext uri="{FF2B5EF4-FFF2-40B4-BE49-F238E27FC236}">
                    <a16:creationId xmlns:a16="http://schemas.microsoft.com/office/drawing/2014/main" id="{3687C448-0EF1-487E-BDFD-E6B7A9134A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87624" y="1318208"/>
                <a:ext cx="4307025" cy="392415"/>
              </a:xfrm>
              <a:prstGeom prst="rect">
                <a:avLst/>
              </a:prstGeom>
              <a:blipFill>
                <a:blip r:embed="rId2"/>
                <a:stretch>
                  <a:fillRect l="-1700" t="-10769" b="-2769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113" name="矩形 569353">
            <a:extLst>
              <a:ext uri="{FF2B5EF4-FFF2-40B4-BE49-F238E27FC236}">
                <a16:creationId xmlns:a16="http://schemas.microsoft.com/office/drawing/2014/main" id="{2D70AA50-124E-44E1-8356-5D96B45E9B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6160" y="330994"/>
            <a:ext cx="5724525" cy="39405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lIns="67500" tIns="35100" rIns="67500" bIns="35100">
            <a:spAutoFit/>
          </a:bodyPr>
          <a:lstStyle>
            <a:lvl1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tx1"/>
              </a:buClr>
              <a:buSzPct val="80000"/>
            </a:pPr>
            <a:r>
              <a:rPr lang="zh-CN" altLang="en-US" sz="2100" b="1" u="sng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三 </a:t>
            </a:r>
            <a:r>
              <a:rPr lang="zh-CN" altLang="en-US" sz="2100" b="1" u="sng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两个正态总体均值的差区间估计</a:t>
            </a:r>
          </a:p>
        </p:txBody>
      </p:sp>
      <p:sp>
        <p:nvSpPr>
          <p:cNvPr id="569355" name="矩形 569354">
            <a:extLst>
              <a:ext uri="{FF2B5EF4-FFF2-40B4-BE49-F238E27FC236}">
                <a16:creationId xmlns:a16="http://schemas.microsoft.com/office/drawing/2014/main" id="{9796582B-AE39-4BD3-998A-5DCD029118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3608" y="2299403"/>
            <a:ext cx="5076825" cy="1133475"/>
          </a:xfrm>
          <a:prstGeom prst="rect">
            <a:avLst/>
          </a:prstGeom>
          <a:noFill/>
          <a:ln w="28575">
            <a:solidFill>
              <a:srgbClr val="339933"/>
            </a:solidFill>
            <a:miter lim="800000"/>
            <a:headEnd/>
            <a:tailEnd type="non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592D4BA3-2827-456C-B081-08E3FF6E2B26}"/>
                  </a:ext>
                </a:extLst>
              </p:cNvPr>
              <p:cNvSpPr txBox="1"/>
              <p:nvPr/>
            </p:nvSpPr>
            <p:spPr>
              <a:xfrm>
                <a:off x="971600" y="2441212"/>
                <a:ext cx="4572000" cy="9106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̅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acc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±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sub>
                      </m:sSub>
                      <m:rad>
                        <m:radPr>
                          <m:degHide m:val="on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</m:e>
                      </m:rad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num>
                            <m:den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−2)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592D4BA3-2827-456C-B081-08E3FF6E2B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600" y="2441212"/>
                <a:ext cx="4572000" cy="9106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8E2B19F1-010A-4ACC-9AFD-139F58072F81}"/>
                  </a:ext>
                </a:extLst>
              </p:cNvPr>
              <p:cNvSpPr txBox="1"/>
              <p:nvPr/>
            </p:nvSpPr>
            <p:spPr>
              <a:xfrm>
                <a:off x="1259632" y="3651870"/>
                <a:ext cx="3096344" cy="5632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/>
                  <a:t>其中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sSubSup>
                          <m:sSub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sSubSup>
                          <m:sSub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den>
                    </m:f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8E2B19F1-010A-4ACC-9AFD-139F58072F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9632" y="3651870"/>
                <a:ext cx="3096344" cy="563296"/>
              </a:xfrm>
              <a:prstGeom prst="rect">
                <a:avLst/>
              </a:prstGeom>
              <a:blipFill>
                <a:blip r:embed="rId4"/>
                <a:stretch>
                  <a:fillRect l="-17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1212926"/>
      </p:ext>
    </p:extLst>
  </p:cSld>
  <p:clrMapOvr>
    <a:masterClrMapping/>
  </p:clrMapOvr>
  <p:transition spd="slow">
    <p:pull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5693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875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5693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693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69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9352" grpId="0" build="p"/>
      <p:bldP spid="15" grpId="0"/>
      <p:bldP spid="6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74" name="Text Box 2">
            <a:extLst>
              <a:ext uri="{FF2B5EF4-FFF2-40B4-BE49-F238E27FC236}">
                <a16:creationId xmlns:a16="http://schemas.microsoft.com/office/drawing/2014/main" id="{0354CF06-52E8-4C43-AA5E-97D8ED330C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7541" y="195263"/>
            <a:ext cx="5086350" cy="507831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2700" b="1" dirty="0"/>
              <a:t> </a:t>
            </a:r>
            <a:r>
              <a:rPr lang="zh-CN" altLang="en-US" sz="2700" b="1" dirty="0"/>
              <a:t>根据</a:t>
            </a:r>
            <a:r>
              <a:rPr lang="en-US" altLang="zh-CN" sz="2400" b="1" dirty="0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楷体" pitchFamily="2" charset="-122"/>
              </a:rPr>
              <a:t>(</a:t>
            </a:r>
            <a:r>
              <a:rPr lang="zh-CN" altLang="en-US" sz="2400" b="1" dirty="0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楷体" pitchFamily="2" charset="-122"/>
              </a:rPr>
              <a:t>两个总体样本方差比的分布</a:t>
            </a:r>
            <a:r>
              <a:rPr lang="en-US" altLang="zh-CN" sz="2400" b="1" dirty="0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楷体" pitchFamily="2" charset="-122"/>
              </a:rPr>
              <a:t>)  </a:t>
            </a:r>
          </a:p>
        </p:txBody>
      </p:sp>
      <p:graphicFrame>
        <p:nvGraphicFramePr>
          <p:cNvPr id="233475" name="Object 3">
            <a:extLst>
              <a:ext uri="{FF2B5EF4-FFF2-40B4-BE49-F238E27FC236}">
                <a16:creationId xmlns:a16="http://schemas.microsoft.com/office/drawing/2014/main" id="{F039E4EC-332C-42FC-B328-127941AFA1A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06329" y="2950369"/>
          <a:ext cx="3217069" cy="9394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14" r:id="rId3" imgW="1562778" imgH="457399" progId="Equation.3">
                  <p:embed/>
                </p:oleObj>
              </mc:Choice>
              <mc:Fallback>
                <p:oleObj r:id="rId3" imgW="1562778" imgH="457399" progId="Equation.3">
                  <p:embed/>
                  <p:pic>
                    <p:nvPicPr>
                      <p:cNvPr id="233475" name="Object 3">
                        <a:extLst>
                          <a:ext uri="{FF2B5EF4-FFF2-40B4-BE49-F238E27FC236}">
                            <a16:creationId xmlns:a16="http://schemas.microsoft.com/office/drawing/2014/main" id="{F039E4EC-332C-42FC-B328-127941AFA1A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6329" y="2950369"/>
                        <a:ext cx="3217069" cy="9394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33476" name="Group 4">
            <a:extLst>
              <a:ext uri="{FF2B5EF4-FFF2-40B4-BE49-F238E27FC236}">
                <a16:creationId xmlns:a16="http://schemas.microsoft.com/office/drawing/2014/main" id="{71BF3D4A-2B22-4064-86B4-132C7DA73231}"/>
              </a:ext>
            </a:extLst>
          </p:cNvPr>
          <p:cNvGrpSpPr>
            <a:grpSpLocks/>
          </p:cNvGrpSpPr>
          <p:nvPr/>
        </p:nvGrpSpPr>
        <p:grpSpPr bwMode="auto">
          <a:xfrm>
            <a:off x="1980010" y="795338"/>
            <a:ext cx="5568553" cy="452438"/>
            <a:chOff x="0" y="0"/>
            <a:chExt cx="4677" cy="380"/>
          </a:xfrm>
        </p:grpSpPr>
        <p:graphicFrame>
          <p:nvGraphicFramePr>
            <p:cNvPr id="62485" name="Object 5">
              <a:extLst>
                <a:ext uri="{FF2B5EF4-FFF2-40B4-BE49-F238E27FC236}">
                  <a16:creationId xmlns:a16="http://schemas.microsoft.com/office/drawing/2014/main" id="{1D91FB3D-7D9D-4A77-844B-86F1C1A8162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0" y="0"/>
            <a:ext cx="3130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915" r:id="rId5" imgW="2121821" imgH="228699" progId="Equation.3">
                    <p:embed/>
                  </p:oleObj>
                </mc:Choice>
                <mc:Fallback>
                  <p:oleObj r:id="rId5" imgW="2121821" imgH="228699" progId="Equation.3">
                    <p:embed/>
                    <p:pic>
                      <p:nvPicPr>
                        <p:cNvPr id="62485" name="Object 5">
                          <a:extLst>
                            <a:ext uri="{FF2B5EF4-FFF2-40B4-BE49-F238E27FC236}">
                              <a16:creationId xmlns:a16="http://schemas.microsoft.com/office/drawing/2014/main" id="{1D91FB3D-7D9D-4A77-844B-86F1C1A8162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3130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2486" name="Rectangle 6">
              <a:extLst>
                <a:ext uri="{FF2B5EF4-FFF2-40B4-BE49-F238E27FC236}">
                  <a16:creationId xmlns:a16="http://schemas.microsoft.com/office/drawing/2014/main" id="{E99BA75D-C1BA-43FB-9A1D-3737F1B1BF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4" y="31"/>
              <a:ext cx="1593" cy="3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0" lang="zh-CN" altLang="en-US" sz="2100" b="1">
                  <a:ea typeface="楷体_GB2312" pitchFamily="49" charset="-122"/>
                </a:rPr>
                <a:t>且</a:t>
              </a:r>
              <a:r>
                <a:rPr kumimoji="0" lang="en-US" altLang="zh-CN" sz="2100" b="1" i="1">
                  <a:ea typeface="楷体_GB2312" pitchFamily="49" charset="-122"/>
                </a:rPr>
                <a:t>X</a:t>
              </a:r>
              <a:r>
                <a:rPr kumimoji="0" lang="zh-CN" altLang="en-US" sz="2100" b="1">
                  <a:ea typeface="楷体_GB2312" pitchFamily="49" charset="-122"/>
                </a:rPr>
                <a:t>与</a:t>
              </a:r>
              <a:r>
                <a:rPr kumimoji="0" lang="en-US" altLang="zh-CN" sz="2100" b="1" i="1">
                  <a:ea typeface="楷体_GB2312" pitchFamily="49" charset="-122"/>
                </a:rPr>
                <a:t>Y</a:t>
              </a:r>
              <a:r>
                <a:rPr kumimoji="0" lang="zh-CN" altLang="en-US" sz="2100" b="1">
                  <a:ea typeface="楷体_GB2312" pitchFamily="49" charset="-122"/>
                </a:rPr>
                <a:t>独立</a:t>
              </a:r>
              <a:r>
                <a:rPr kumimoji="0" lang="en-US" altLang="zh-CN" sz="2100" b="1">
                  <a:ea typeface="楷体_GB2312" pitchFamily="49" charset="-122"/>
                </a:rPr>
                <a:t>,</a:t>
              </a:r>
            </a:p>
          </p:txBody>
        </p:sp>
      </p:grpSp>
      <p:grpSp>
        <p:nvGrpSpPr>
          <p:cNvPr id="233479" name="Group 7">
            <a:extLst>
              <a:ext uri="{FF2B5EF4-FFF2-40B4-BE49-F238E27FC236}">
                <a16:creationId xmlns:a16="http://schemas.microsoft.com/office/drawing/2014/main" id="{285DBD7F-FB72-448A-BB15-FA362263EC34}"/>
              </a:ext>
            </a:extLst>
          </p:cNvPr>
          <p:cNvGrpSpPr>
            <a:grpSpLocks/>
          </p:cNvGrpSpPr>
          <p:nvPr/>
        </p:nvGrpSpPr>
        <p:grpSpPr bwMode="auto">
          <a:xfrm>
            <a:off x="1358503" y="1803798"/>
            <a:ext cx="6129338" cy="469107"/>
            <a:chOff x="-23" y="-10"/>
            <a:chExt cx="5148" cy="394"/>
          </a:xfrm>
        </p:grpSpPr>
        <p:graphicFrame>
          <p:nvGraphicFramePr>
            <p:cNvPr id="62482" name="Object 8">
              <a:extLst>
                <a:ext uri="{FF2B5EF4-FFF2-40B4-BE49-F238E27FC236}">
                  <a16:creationId xmlns:a16="http://schemas.microsoft.com/office/drawing/2014/main" id="{2F3FFE3C-8395-4421-99F9-AA31ED26524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98" y="45"/>
            <a:ext cx="635" cy="3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916" r:id="rId7" imgW="444307" imgH="215806" progId="Equation.3">
                    <p:embed/>
                  </p:oleObj>
                </mc:Choice>
                <mc:Fallback>
                  <p:oleObj r:id="rId7" imgW="444307" imgH="215806" progId="Equation.3">
                    <p:embed/>
                    <p:pic>
                      <p:nvPicPr>
                        <p:cNvPr id="62482" name="Object 8">
                          <a:extLst>
                            <a:ext uri="{FF2B5EF4-FFF2-40B4-BE49-F238E27FC236}">
                              <a16:creationId xmlns:a16="http://schemas.microsoft.com/office/drawing/2014/main" id="{2F3FFE3C-8395-4421-99F9-AA31ED26524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98" y="45"/>
                          <a:ext cx="635" cy="3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2483" name="Rectangle 9">
              <a:extLst>
                <a:ext uri="{FF2B5EF4-FFF2-40B4-BE49-F238E27FC236}">
                  <a16:creationId xmlns:a16="http://schemas.microsoft.com/office/drawing/2014/main" id="{998987CB-3E82-4383-B2BF-C0177AD8B5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3" y="-10"/>
              <a:ext cx="3492" cy="3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zh-CN" altLang="en-US" sz="2100" b="1">
                  <a:ea typeface="楷体_GB2312" pitchFamily="49" charset="-122"/>
                </a:rPr>
                <a:t>分别是这两个样本的样本均值，</a:t>
              </a:r>
            </a:p>
          </p:txBody>
        </p:sp>
        <p:sp>
          <p:nvSpPr>
            <p:cNvPr id="62484" name="Rectangle 10">
              <a:extLst>
                <a:ext uri="{FF2B5EF4-FFF2-40B4-BE49-F238E27FC236}">
                  <a16:creationId xmlns:a16="http://schemas.microsoft.com/office/drawing/2014/main" id="{21BC5C2B-1209-45B7-B0FC-12FA5E5423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23" y="35"/>
              <a:ext cx="1029" cy="3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0" lang="en-US" altLang="zh-CN" sz="2100" b="1" i="1">
                  <a:ea typeface="楷体_GB2312" pitchFamily="49" charset="-122"/>
                </a:rPr>
                <a:t>Y</a:t>
              </a:r>
              <a:r>
                <a:rPr kumimoji="0" lang="zh-CN" altLang="en-US" sz="2100" b="1">
                  <a:ea typeface="楷体_GB2312" pitchFamily="49" charset="-122"/>
                </a:rPr>
                <a:t>的样本</a:t>
              </a:r>
              <a:r>
                <a:rPr kumimoji="0" lang="en-US" altLang="zh-CN" sz="2100" b="1">
                  <a:ea typeface="楷体_GB2312" pitchFamily="49" charset="-122"/>
                </a:rPr>
                <a:t>,</a:t>
              </a:r>
            </a:p>
          </p:txBody>
        </p:sp>
      </p:grpSp>
      <p:grpSp>
        <p:nvGrpSpPr>
          <p:cNvPr id="233483" name="Group 11">
            <a:extLst>
              <a:ext uri="{FF2B5EF4-FFF2-40B4-BE49-F238E27FC236}">
                <a16:creationId xmlns:a16="http://schemas.microsoft.com/office/drawing/2014/main" id="{A250E647-77F8-407B-948D-5CDB406F4104}"/>
              </a:ext>
            </a:extLst>
          </p:cNvPr>
          <p:cNvGrpSpPr>
            <a:grpSpLocks/>
          </p:cNvGrpSpPr>
          <p:nvPr/>
        </p:nvGrpSpPr>
        <p:grpSpPr bwMode="auto">
          <a:xfrm>
            <a:off x="1401367" y="2397919"/>
            <a:ext cx="5363765" cy="415529"/>
            <a:chOff x="0" y="-10"/>
            <a:chExt cx="4505" cy="349"/>
          </a:xfrm>
        </p:grpSpPr>
        <p:sp>
          <p:nvSpPr>
            <p:cNvPr id="62480" name="Rectangle 12">
              <a:extLst>
                <a:ext uri="{FF2B5EF4-FFF2-40B4-BE49-F238E27FC236}">
                  <a16:creationId xmlns:a16="http://schemas.microsoft.com/office/drawing/2014/main" id="{613342F4-6BB9-46AF-BD7F-CC5CB2C2DC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3" y="-10"/>
              <a:ext cx="3792" cy="3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zh-CN" altLang="en-US" sz="2100" b="1">
                  <a:ea typeface="楷体_GB2312" pitchFamily="49" charset="-122"/>
                </a:rPr>
                <a:t>分别是这两个样本的样本方差</a:t>
              </a:r>
              <a:r>
                <a:rPr kumimoji="0" lang="en-US" altLang="zh-CN" sz="2100" b="1">
                  <a:ea typeface="楷体_GB2312" pitchFamily="49" charset="-122"/>
                </a:rPr>
                <a:t>,</a:t>
              </a:r>
              <a:r>
                <a:rPr kumimoji="0" lang="zh-CN" altLang="en-US" sz="2100" b="1">
                  <a:ea typeface="楷体_GB2312" pitchFamily="49" charset="-122"/>
                </a:rPr>
                <a:t>则有</a:t>
              </a:r>
            </a:p>
          </p:txBody>
        </p:sp>
        <p:graphicFrame>
          <p:nvGraphicFramePr>
            <p:cNvPr id="62481" name="Object 13">
              <a:extLst>
                <a:ext uri="{FF2B5EF4-FFF2-40B4-BE49-F238E27FC236}">
                  <a16:creationId xmlns:a16="http://schemas.microsoft.com/office/drawing/2014/main" id="{865FA846-E3CD-43AD-BC8E-6A7ED8214E9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0" y="0"/>
            <a:ext cx="722" cy="2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917" r:id="rId9" imgW="571748" imgH="228699" progId="Equation.3">
                    <p:embed/>
                  </p:oleObj>
                </mc:Choice>
                <mc:Fallback>
                  <p:oleObj r:id="rId9" imgW="571748" imgH="228699" progId="Equation.3">
                    <p:embed/>
                    <p:pic>
                      <p:nvPicPr>
                        <p:cNvPr id="62481" name="Object 13">
                          <a:extLst>
                            <a:ext uri="{FF2B5EF4-FFF2-40B4-BE49-F238E27FC236}">
                              <a16:creationId xmlns:a16="http://schemas.microsoft.com/office/drawing/2014/main" id="{865FA846-E3CD-43AD-BC8E-6A7ED8214E9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722" cy="2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33486" name="Group 14">
            <a:extLst>
              <a:ext uri="{FF2B5EF4-FFF2-40B4-BE49-F238E27FC236}">
                <a16:creationId xmlns:a16="http://schemas.microsoft.com/office/drawing/2014/main" id="{D02BBCFB-6C3A-42AA-BA4F-581336C6FD0C}"/>
              </a:ext>
            </a:extLst>
          </p:cNvPr>
          <p:cNvGrpSpPr>
            <a:grpSpLocks/>
          </p:cNvGrpSpPr>
          <p:nvPr/>
        </p:nvGrpSpPr>
        <p:grpSpPr bwMode="auto">
          <a:xfrm>
            <a:off x="1331119" y="1263254"/>
            <a:ext cx="6315075" cy="476250"/>
            <a:chOff x="0" y="-10"/>
            <a:chExt cx="5304" cy="400"/>
          </a:xfrm>
        </p:grpSpPr>
        <p:graphicFrame>
          <p:nvGraphicFramePr>
            <p:cNvPr id="62473" name="Object 15">
              <a:extLst>
                <a:ext uri="{FF2B5EF4-FFF2-40B4-BE49-F238E27FC236}">
                  <a16:creationId xmlns:a16="http://schemas.microsoft.com/office/drawing/2014/main" id="{9688F57F-1694-4A0B-BC16-633BC53D11E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98" y="46"/>
            <a:ext cx="364" cy="3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918" r:id="rId11" imgW="254110" imgH="241405" progId="Equation.3">
                    <p:embed/>
                  </p:oleObj>
                </mc:Choice>
                <mc:Fallback>
                  <p:oleObj r:id="rId11" imgW="254110" imgH="241405" progId="Equation.3">
                    <p:embed/>
                    <p:pic>
                      <p:nvPicPr>
                        <p:cNvPr id="62473" name="Object 15">
                          <a:extLst>
                            <a:ext uri="{FF2B5EF4-FFF2-40B4-BE49-F238E27FC236}">
                              <a16:creationId xmlns:a16="http://schemas.microsoft.com/office/drawing/2014/main" id="{9688F57F-1694-4A0B-BC16-633BC53D11E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98" y="46"/>
                          <a:ext cx="364" cy="3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62474" name="Group 16">
              <a:extLst>
                <a:ext uri="{FF2B5EF4-FFF2-40B4-BE49-F238E27FC236}">
                  <a16:creationId xmlns:a16="http://schemas.microsoft.com/office/drawing/2014/main" id="{73316D28-451E-47D0-BD15-89B97AD6669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-10"/>
              <a:ext cx="5304" cy="395"/>
              <a:chOff x="0" y="-10"/>
              <a:chExt cx="5304" cy="395"/>
            </a:xfrm>
          </p:grpSpPr>
          <p:sp>
            <p:nvSpPr>
              <p:cNvPr id="62475" name="Rectangle 17">
                <a:extLst>
                  <a:ext uri="{FF2B5EF4-FFF2-40B4-BE49-F238E27FC236}">
                    <a16:creationId xmlns:a16="http://schemas.microsoft.com/office/drawing/2014/main" id="{BFE07D73-D856-4049-878E-9D5F66BFD1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-10"/>
                <a:ext cx="3312" cy="3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kumimoji="0" lang="en-US" altLang="zh-CN" sz="2100" b="1" i="1">
                    <a:ea typeface="楷体_GB2312" pitchFamily="49" charset="-122"/>
                  </a:rPr>
                  <a:t>X</a:t>
                </a:r>
                <a:r>
                  <a:rPr kumimoji="0" lang="en-US" altLang="zh-CN" sz="2100" b="1" baseline="-25000">
                    <a:ea typeface="楷体_GB2312" pitchFamily="49" charset="-122"/>
                  </a:rPr>
                  <a:t>1</a:t>
                </a:r>
                <a:r>
                  <a:rPr kumimoji="0" lang="en-US" altLang="zh-CN" sz="2100" b="1">
                    <a:ea typeface="楷体_GB2312" pitchFamily="49" charset="-122"/>
                  </a:rPr>
                  <a:t>, </a:t>
                </a:r>
                <a:r>
                  <a:rPr kumimoji="0" lang="en-US" altLang="zh-CN" sz="2100" b="1" i="1">
                    <a:ea typeface="楷体_GB2312" pitchFamily="49" charset="-122"/>
                  </a:rPr>
                  <a:t>X</a:t>
                </a:r>
                <a:r>
                  <a:rPr kumimoji="0" lang="en-US" altLang="zh-CN" sz="2100" b="1" baseline="-25000">
                    <a:ea typeface="楷体_GB2312" pitchFamily="49" charset="-122"/>
                  </a:rPr>
                  <a:t>2</a:t>
                </a:r>
                <a:r>
                  <a:rPr kumimoji="0" lang="en-US" altLang="zh-CN" sz="2100" b="1">
                    <a:ea typeface="楷体_GB2312" pitchFamily="49" charset="-122"/>
                  </a:rPr>
                  <a:t>,…,</a:t>
                </a:r>
                <a:endParaRPr kumimoji="0" lang="en-US" altLang="zh-CN" sz="2100" b="1" baseline="-25000">
                  <a:ea typeface="楷体_GB2312" pitchFamily="49" charset="-122"/>
                </a:endParaRPr>
              </a:p>
            </p:txBody>
          </p:sp>
          <p:sp>
            <p:nvSpPr>
              <p:cNvPr id="62476" name="Rectangle 18">
                <a:extLst>
                  <a:ext uri="{FF2B5EF4-FFF2-40B4-BE49-F238E27FC236}">
                    <a16:creationId xmlns:a16="http://schemas.microsoft.com/office/drawing/2014/main" id="{CFF5DD94-3461-4757-A4C4-957DFA9072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37" y="36"/>
                <a:ext cx="1720" cy="3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kumimoji="0" lang="zh-CN" altLang="en-US" sz="2100" b="1">
                    <a:ea typeface="楷体_GB2312" pitchFamily="49" charset="-122"/>
                  </a:rPr>
                  <a:t>是取自</a:t>
                </a:r>
                <a:r>
                  <a:rPr kumimoji="0" lang="en-US" altLang="zh-CN" sz="2100" b="1" i="1">
                    <a:ea typeface="楷体_GB2312" pitchFamily="49" charset="-122"/>
                  </a:rPr>
                  <a:t>X</a:t>
                </a:r>
                <a:r>
                  <a:rPr kumimoji="0" lang="zh-CN" altLang="en-US" sz="2100" b="1">
                    <a:ea typeface="楷体_GB2312" pitchFamily="49" charset="-122"/>
                  </a:rPr>
                  <a:t>的样本</a:t>
                </a:r>
                <a:r>
                  <a:rPr kumimoji="0" lang="en-US" altLang="zh-CN" sz="2100" b="1">
                    <a:ea typeface="楷体_GB2312" pitchFamily="49" charset="-122"/>
                  </a:rPr>
                  <a:t>,</a:t>
                </a:r>
              </a:p>
            </p:txBody>
          </p:sp>
          <p:sp>
            <p:nvSpPr>
              <p:cNvPr id="62477" name="Rectangle 19">
                <a:extLst>
                  <a:ext uri="{FF2B5EF4-FFF2-40B4-BE49-F238E27FC236}">
                    <a16:creationId xmlns:a16="http://schemas.microsoft.com/office/drawing/2014/main" id="{326DE3E4-BF81-4820-9B22-E512CA901C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62" y="-10"/>
                <a:ext cx="979" cy="3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kumimoji="0" lang="en-US" altLang="zh-CN" sz="2100" b="1" i="1">
                    <a:ea typeface="楷体_GB2312" pitchFamily="49" charset="-122"/>
                  </a:rPr>
                  <a:t>Y</a:t>
                </a:r>
                <a:r>
                  <a:rPr kumimoji="0" lang="en-US" altLang="zh-CN" sz="2100" b="1" baseline="-25000">
                    <a:ea typeface="楷体_GB2312" pitchFamily="49" charset="-122"/>
                  </a:rPr>
                  <a:t>1</a:t>
                </a:r>
                <a:r>
                  <a:rPr kumimoji="0" lang="en-US" altLang="zh-CN" sz="2100" b="1">
                    <a:ea typeface="楷体_GB2312" pitchFamily="49" charset="-122"/>
                  </a:rPr>
                  <a:t>,</a:t>
                </a:r>
                <a:r>
                  <a:rPr kumimoji="0" lang="en-US" altLang="zh-CN" sz="2100" b="1" i="1">
                    <a:ea typeface="楷体_GB2312" pitchFamily="49" charset="-122"/>
                  </a:rPr>
                  <a:t>Y</a:t>
                </a:r>
                <a:r>
                  <a:rPr kumimoji="0" lang="en-US" altLang="zh-CN" sz="2100" b="1" baseline="-25000">
                    <a:ea typeface="楷体_GB2312" pitchFamily="49" charset="-122"/>
                  </a:rPr>
                  <a:t>2</a:t>
                </a:r>
                <a:r>
                  <a:rPr kumimoji="0" lang="en-US" altLang="zh-CN" sz="2100" b="1">
                    <a:ea typeface="楷体_GB2312" pitchFamily="49" charset="-122"/>
                  </a:rPr>
                  <a:t>,…,</a:t>
                </a:r>
              </a:p>
            </p:txBody>
          </p:sp>
          <p:graphicFrame>
            <p:nvGraphicFramePr>
              <p:cNvPr id="62478" name="Object 20">
                <a:extLst>
                  <a:ext uri="{FF2B5EF4-FFF2-40B4-BE49-F238E27FC236}">
                    <a16:creationId xmlns:a16="http://schemas.microsoft.com/office/drawing/2014/main" id="{1D6C828C-D702-40CE-8196-09051692E0C7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992" y="0"/>
              <a:ext cx="324" cy="3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8919" r:id="rId13" imgW="215900" imgH="241300" progId="Equation.3">
                      <p:embed/>
                    </p:oleObj>
                  </mc:Choice>
                  <mc:Fallback>
                    <p:oleObj r:id="rId13" imgW="215900" imgH="241300" progId="Equation.3">
                      <p:embed/>
                      <p:pic>
                        <p:nvPicPr>
                          <p:cNvPr id="62478" name="Object 20">
                            <a:extLst>
                              <a:ext uri="{FF2B5EF4-FFF2-40B4-BE49-F238E27FC236}">
                                <a16:creationId xmlns:a16="http://schemas.microsoft.com/office/drawing/2014/main" id="{1D6C828C-D702-40CE-8196-09051692E0C7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992" y="0"/>
                            <a:ext cx="324" cy="36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62479" name="Rectangle 21">
                <a:extLst>
                  <a:ext uri="{FF2B5EF4-FFF2-40B4-BE49-F238E27FC236}">
                    <a16:creationId xmlns:a16="http://schemas.microsoft.com/office/drawing/2014/main" id="{801AA9B7-79EB-44C4-B32F-D8782EF393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9" y="-10"/>
                <a:ext cx="1085" cy="3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kumimoji="0" lang="zh-CN" altLang="en-US" sz="2100" b="1">
                    <a:ea typeface="楷体_GB2312" pitchFamily="49" charset="-122"/>
                  </a:rPr>
                  <a:t>是取自</a:t>
                </a:r>
              </a:p>
            </p:txBody>
          </p:sp>
        </p:grp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1000"/>
                                        <p:tgtEl>
                                          <p:spTgt spid="233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233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233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233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233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2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1000"/>
                                        <p:tgtEl>
                                          <p:spTgt spid="233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3474" grpId="0" autoUpdateAnimBg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69352" name="文本框 569351">
                <a:extLst>
                  <a:ext uri="{FF2B5EF4-FFF2-40B4-BE49-F238E27FC236}">
                    <a16:creationId xmlns:a16="http://schemas.microsoft.com/office/drawing/2014/main" id="{3687C448-0EF1-487E-BDFD-E6B7A9134AE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87624" y="1318208"/>
                <a:ext cx="4004250" cy="41177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3500" rIns="13500"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95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195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𝝈</m:t>
                        </m:r>
                      </m:e>
                      <m:sub>
                        <m:r>
                          <a:rPr lang="en-US" altLang="zh-CN" sz="195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altLang="zh-CN" sz="195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bSup>
                    <m:r>
                      <a:rPr lang="en-US" altLang="zh-CN" sz="1950" b="1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/</m:t>
                    </m:r>
                    <m:sSubSup>
                      <m:sSubSupPr>
                        <m:ctrlPr>
                          <a:rPr lang="en-US" altLang="zh-CN" sz="195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195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𝝈</m:t>
                        </m:r>
                      </m:e>
                      <m:sub>
                        <m:r>
                          <a:rPr lang="en-US" altLang="zh-CN" sz="195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  <m:sup>
                        <m:r>
                          <a:rPr lang="en-US" altLang="zh-CN" sz="195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bSup>
                  </m:oMath>
                </a14:m>
                <a:r>
                  <a:rPr lang="zh-CN" altLang="en-US" sz="1950" b="1" dirty="0">
                    <a:latin typeface="Times New Roman" panose="02020603050405020304" pitchFamily="18" charset="0"/>
                  </a:rPr>
                  <a:t>的置信度为</a:t>
                </a:r>
                <a:r>
                  <a:rPr lang="en-US" altLang="zh-CN" sz="1950" b="1" dirty="0">
                    <a:latin typeface="Times New Roman" panose="02020603050405020304" pitchFamily="18" charset="0"/>
                  </a:rPr>
                  <a:t>1</a:t>
                </a:r>
                <a:r>
                  <a:rPr lang="zh-CN" altLang="en-US" sz="1950" b="1" dirty="0">
                    <a:latin typeface="Times New Roman" panose="02020603050405020304" pitchFamily="18" charset="0"/>
                  </a:rPr>
                  <a:t>－</a:t>
                </a:r>
                <a:r>
                  <a:rPr lang="zh-CN" altLang="en-US" sz="1950" b="1" i="1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</a:t>
                </a:r>
                <a:r>
                  <a:rPr lang="zh-CN" altLang="en-US" sz="1950" b="1" dirty="0">
                    <a:latin typeface="Times New Roman" panose="02020603050405020304" pitchFamily="18" charset="0"/>
                  </a:rPr>
                  <a:t>的</a:t>
                </a:r>
                <a:r>
                  <a:rPr lang="zh-CN" altLang="en-US" sz="1950" b="1" dirty="0">
                    <a:solidFill>
                      <a:schemeClr val="tx2"/>
                    </a:solidFill>
                    <a:latin typeface="Times New Roman" panose="02020603050405020304" pitchFamily="18" charset="0"/>
                  </a:rPr>
                  <a:t>置信区间</a:t>
                </a:r>
                <a:r>
                  <a:rPr lang="zh-CN" altLang="en-US" sz="1950" b="1" dirty="0">
                    <a:latin typeface="Times New Roman" panose="02020603050405020304" pitchFamily="18" charset="0"/>
                  </a:rPr>
                  <a:t>为</a:t>
                </a:r>
              </a:p>
            </p:txBody>
          </p:sp>
        </mc:Choice>
        <mc:Fallback>
          <p:sp>
            <p:nvSpPr>
              <p:cNvPr id="569352" name="文本框 569351">
                <a:extLst>
                  <a:ext uri="{FF2B5EF4-FFF2-40B4-BE49-F238E27FC236}">
                    <a16:creationId xmlns:a16="http://schemas.microsoft.com/office/drawing/2014/main" id="{3687C448-0EF1-487E-BDFD-E6B7A9134A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87624" y="1318208"/>
                <a:ext cx="4004250" cy="411779"/>
              </a:xfrm>
              <a:prstGeom prst="rect">
                <a:avLst/>
              </a:prstGeom>
              <a:blipFill>
                <a:blip r:embed="rId2"/>
                <a:stretch>
                  <a:fillRect l="-1218" t="-7353" r="-2892" b="-2500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113" name="矩形 569353">
            <a:extLst>
              <a:ext uri="{FF2B5EF4-FFF2-40B4-BE49-F238E27FC236}">
                <a16:creationId xmlns:a16="http://schemas.microsoft.com/office/drawing/2014/main" id="{2D70AA50-124E-44E1-8356-5D96B45E9B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6160" y="330994"/>
            <a:ext cx="5724525" cy="39405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lIns="67500" tIns="35100" rIns="67500" bIns="35100">
            <a:spAutoFit/>
          </a:bodyPr>
          <a:lstStyle>
            <a:lvl1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tx1"/>
              </a:buClr>
              <a:buSzPct val="80000"/>
            </a:pPr>
            <a:r>
              <a:rPr lang="zh-CN" altLang="en-US" sz="2100" b="1" u="sng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四 </a:t>
            </a:r>
            <a:r>
              <a:rPr lang="zh-CN" altLang="en-US" sz="2100" b="1" u="sng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两个正态总体方差比的区间估计</a:t>
            </a:r>
          </a:p>
        </p:txBody>
      </p:sp>
      <p:sp>
        <p:nvSpPr>
          <p:cNvPr id="569355" name="矩形 569354">
            <a:extLst>
              <a:ext uri="{FF2B5EF4-FFF2-40B4-BE49-F238E27FC236}">
                <a16:creationId xmlns:a16="http://schemas.microsoft.com/office/drawing/2014/main" id="{9796582B-AE39-4BD3-998A-5DCD029118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3608" y="2299403"/>
            <a:ext cx="5076825" cy="1133475"/>
          </a:xfrm>
          <a:prstGeom prst="rect">
            <a:avLst/>
          </a:prstGeom>
          <a:noFill/>
          <a:ln w="28575">
            <a:solidFill>
              <a:srgbClr val="339933"/>
            </a:solidFill>
            <a:miter lim="800000"/>
            <a:headEnd/>
            <a:tailEnd type="non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592D4BA3-2827-456C-B081-08E3FF6E2B26}"/>
                  </a:ext>
                </a:extLst>
              </p:cNvPr>
              <p:cNvSpPr txBox="1"/>
              <p:nvPr/>
            </p:nvSpPr>
            <p:spPr>
              <a:xfrm>
                <a:off x="971600" y="2441213"/>
                <a:ext cx="2304256" cy="688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:r>
                  <a:rPr lang="en-US" altLang="zh-CN" dirty="0"/>
                  <a:t>[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sSubSup>
                          <m:sSub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  <m:f>
                      <m:f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f>
                              <m:f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num>
                              <m:den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b>
                        </m:sSub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den>
                    </m:f>
                  </m:oMath>
                </a14:m>
                <a:r>
                  <a:rPr lang="en-US" altLang="zh-CN" dirty="0"/>
                  <a:t>;</a:t>
                </a:r>
                <a:endParaRPr lang="zh-CN" altLang="en-US" dirty="0"/>
              </a:p>
            </p:txBody>
          </p:sp>
        </mc:Choice>
        <mc:Fallback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592D4BA3-2827-456C-B081-08E3FF6E2B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600" y="2441213"/>
                <a:ext cx="2304256" cy="688330"/>
              </a:xfrm>
              <a:prstGeom prst="rect">
                <a:avLst/>
              </a:prstGeom>
              <a:blipFill>
                <a:blip r:embed="rId3"/>
                <a:stretch>
                  <a:fillRect l="-21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F3DE721D-6764-4FF0-85A3-CD3356FF67F0}"/>
                  </a:ext>
                </a:extLst>
              </p:cNvPr>
              <p:cNvSpPr txBox="1"/>
              <p:nvPr/>
            </p:nvSpPr>
            <p:spPr>
              <a:xfrm>
                <a:off x="2915816" y="2448464"/>
                <a:ext cx="2586570" cy="7244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 xmlns:m="http://schemas.openxmlformats.org/officeDocument/2006/math"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sSubSup>
                          <m:sSub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f>
                                  <m:f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num>
                                  <m:den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sub>
                            </m:sSub>
                            <m:d>
                              <m:d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−1,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den>
                        </m:f>
                      </m:e>
                      <m:sub/>
                    </m:sSub>
                  </m:oMath>
                </a14:m>
                <a:r>
                  <a:rPr lang="en-US" altLang="zh-CN" dirty="0"/>
                  <a:t>]</a:t>
                </a:r>
                <a:endParaRPr lang="zh-CN" altLang="en-US" dirty="0"/>
              </a:p>
            </p:txBody>
          </p:sp>
        </mc:Choice>
        <mc:Fallback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F3DE721D-6764-4FF0-85A3-CD3356FF67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5816" y="2448464"/>
                <a:ext cx="2586570" cy="72442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21752"/>
      </p:ext>
    </p:extLst>
  </p:cSld>
  <p:clrMapOvr>
    <a:masterClrMapping/>
  </p:clrMapOvr>
  <p:transition spd="slow">
    <p:pull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5693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175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5693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693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69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9352" grpId="0" build="p"/>
      <p:bldP spid="15" grpId="0"/>
      <p:bldP spid="8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标题 567297">
            <a:extLst>
              <a:ext uri="{FF2B5EF4-FFF2-40B4-BE49-F238E27FC236}">
                <a16:creationId xmlns:a16="http://schemas.microsoft.com/office/drawing/2014/main" id="{53974EA9-D74A-4CF7-99D3-68CF969E8D2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2446734" y="248842"/>
            <a:ext cx="4446140" cy="540544"/>
          </a:xfrm>
          <a:prstGeom prst="rect">
            <a:avLst/>
          </a:prstGeom>
          <a:solidFill>
            <a:srgbClr val="FFFFFF"/>
          </a:solidFill>
          <a:ln cap="flat">
            <a:solidFill>
              <a:srgbClr val="000000"/>
            </a:solidFill>
            <a:round/>
            <a:headEnd/>
            <a:tailEnd/>
          </a:ln>
        </p:spPr>
        <p:txBody>
          <a:bodyPr>
            <a:normAutofit fontScale="90000"/>
          </a:bodyPr>
          <a:lstStyle/>
          <a:p>
            <a:r>
              <a:rPr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五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单侧区间估计</a:t>
            </a:r>
            <a:br>
              <a:rPr lang="zh-CN" altLang="en-US" sz="3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</a:br>
            <a:endParaRPr lang="zh-CN" altLang="en-US" sz="3000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67299" name="文本框 567298">
            <a:extLst>
              <a:ext uri="{FF2B5EF4-FFF2-40B4-BE49-F238E27FC236}">
                <a16:creationId xmlns:a16="http://schemas.microsoft.com/office/drawing/2014/main" id="{9818E4D2-D259-4E35-854B-4F07767452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951310"/>
            <a:ext cx="4293096" cy="883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7500" tIns="35100" rIns="67500" bIns="35100">
            <a:spAutoFit/>
          </a:bodyPr>
          <a:lstStyle>
            <a:lvl1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tx1"/>
              </a:buClr>
              <a:buSzPct val="80000"/>
            </a:pPr>
            <a:r>
              <a:rPr lang="zh-CN" altLang="en-US" sz="2100" b="1" u="sng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一 单侧</a:t>
            </a:r>
            <a:r>
              <a:rPr lang="zh-CN" altLang="en-US" sz="2400" b="1" u="sng" dirty="0">
                <a:solidFill>
                  <a:srgbClr val="0000FF"/>
                </a:solidFill>
                <a:ea typeface="楷体_GB2312" pitchFamily="49" charset="-122"/>
                <a:sym typeface="Symbol" panose="05050102010706020507" pitchFamily="18" charset="2"/>
              </a:rPr>
              <a:t>区间估计的概念</a:t>
            </a:r>
            <a:endParaRPr lang="zh-CN" altLang="en-US" sz="2400" b="1" dirty="0">
              <a:solidFill>
                <a:srgbClr val="0000FF"/>
              </a:solidFill>
            </a:endParaRPr>
          </a:p>
          <a:p>
            <a:pPr lvl="1">
              <a:spcBef>
                <a:spcPct val="20000"/>
              </a:spcBef>
              <a:buClr>
                <a:schemeClr val="tx1"/>
              </a:buClr>
              <a:buSzPct val="80000"/>
              <a:buFontTx/>
              <a:buNone/>
            </a:pPr>
            <a:endParaRPr lang="zh-CN" altLang="en-US" sz="2400" dirty="0">
              <a:solidFill>
                <a:srgbClr val="000066"/>
              </a:solidFill>
            </a:endParaRPr>
          </a:p>
        </p:txBody>
      </p:sp>
      <p:sp>
        <p:nvSpPr>
          <p:cNvPr id="567300" name="文本框 567299">
            <a:extLst>
              <a:ext uri="{FF2B5EF4-FFF2-40B4-BE49-F238E27FC236}">
                <a16:creationId xmlns:a16="http://schemas.microsoft.com/office/drawing/2014/main" id="{2241E93A-77F7-4184-90D5-A72D05BB8B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6475" y="1518048"/>
            <a:ext cx="5724525" cy="3924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950" b="1">
                <a:latin typeface="Times New Roman" panose="02020603050405020304" pitchFamily="18" charset="0"/>
              </a:rPr>
              <a:t>设总体</a:t>
            </a:r>
            <a:r>
              <a:rPr lang="en-US" altLang="zh-CN" sz="1950" b="1" i="1">
                <a:latin typeface="Times New Roman" panose="02020603050405020304" pitchFamily="18" charset="0"/>
              </a:rPr>
              <a:t>X</a:t>
            </a:r>
            <a:r>
              <a:rPr lang="zh-CN" altLang="en-US" sz="1950" b="1">
                <a:latin typeface="Times New Roman" panose="02020603050405020304" pitchFamily="18" charset="0"/>
              </a:rPr>
              <a:t>的分布函数为</a:t>
            </a:r>
            <a:r>
              <a:rPr lang="en-US" altLang="zh-CN" sz="1950" b="1" i="1">
                <a:latin typeface="Times New Roman" panose="02020603050405020304" pitchFamily="18" charset="0"/>
              </a:rPr>
              <a:t>F</a:t>
            </a:r>
            <a:r>
              <a:rPr lang="en-US" altLang="zh-CN" sz="1950" b="1">
                <a:latin typeface="Times New Roman" panose="02020603050405020304" pitchFamily="18" charset="0"/>
              </a:rPr>
              <a:t>(</a:t>
            </a:r>
            <a:r>
              <a:rPr lang="en-US" altLang="zh-CN" sz="1950" b="1" i="1">
                <a:latin typeface="Times New Roman" panose="02020603050405020304" pitchFamily="18" charset="0"/>
              </a:rPr>
              <a:t>x</a:t>
            </a:r>
            <a:r>
              <a:rPr lang="en-US" altLang="zh-CN" sz="1950" b="1">
                <a:latin typeface="Times New Roman" panose="02020603050405020304" pitchFamily="18" charset="0"/>
              </a:rPr>
              <a:t>;</a:t>
            </a:r>
            <a:r>
              <a:rPr lang="en-US" altLang="zh-CN" sz="1950" b="1" i="1">
                <a:latin typeface="Symbol" panose="05050102010706020507" pitchFamily="18" charset="2"/>
                <a:ea typeface="楷体_GB2312" pitchFamily="49" charset="-122"/>
              </a:rPr>
              <a:t>q </a:t>
            </a:r>
            <a:r>
              <a:rPr lang="en-US" altLang="zh-CN" sz="1950" b="1">
                <a:latin typeface="Times New Roman" panose="02020603050405020304" pitchFamily="18" charset="0"/>
              </a:rPr>
              <a:t>),</a:t>
            </a:r>
            <a:r>
              <a:rPr lang="en-US" altLang="zh-CN" sz="1950" b="1" i="1">
                <a:latin typeface="Symbol" panose="05050102010706020507" pitchFamily="18" charset="2"/>
              </a:rPr>
              <a:t>q</a:t>
            </a:r>
            <a:r>
              <a:rPr lang="zh-CN" altLang="en-US" sz="1950" b="1">
                <a:latin typeface="Symbol" panose="05050102010706020507" pitchFamily="18" charset="2"/>
              </a:rPr>
              <a:t>为未知参数，</a:t>
            </a:r>
            <a:endParaRPr lang="zh-CN" altLang="en-US" sz="1950" b="1">
              <a:latin typeface="Times New Roman" panose="02020603050405020304" pitchFamily="18" charset="0"/>
            </a:endParaRPr>
          </a:p>
        </p:txBody>
      </p:sp>
      <p:sp>
        <p:nvSpPr>
          <p:cNvPr id="567301" name="文本框 567300">
            <a:extLst>
              <a:ext uri="{FF2B5EF4-FFF2-40B4-BE49-F238E27FC236}">
                <a16:creationId xmlns:a16="http://schemas.microsoft.com/office/drawing/2014/main" id="{96DB9187-A4DF-4A5C-8A2D-E77C635376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8085" y="2031207"/>
            <a:ext cx="5454253" cy="3924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3500" rIns="1350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950" b="1">
                <a:latin typeface="Times New Roman" panose="02020603050405020304" pitchFamily="18" charset="0"/>
              </a:rPr>
              <a:t>(</a:t>
            </a:r>
            <a:r>
              <a:rPr lang="en-US" altLang="zh-CN" sz="1950" b="1" i="1">
                <a:latin typeface="Times New Roman" panose="02020603050405020304" pitchFamily="18" charset="0"/>
              </a:rPr>
              <a:t>X</a:t>
            </a:r>
            <a:r>
              <a:rPr lang="en-US" altLang="zh-CN" sz="195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1950" b="1">
                <a:latin typeface="Times New Roman" panose="02020603050405020304" pitchFamily="18" charset="0"/>
              </a:rPr>
              <a:t>,</a:t>
            </a:r>
            <a:r>
              <a:rPr lang="en-US" altLang="zh-CN" sz="1950" b="1" i="1">
                <a:latin typeface="Times New Roman" panose="02020603050405020304" pitchFamily="18" charset="0"/>
              </a:rPr>
              <a:t>X</a:t>
            </a:r>
            <a:r>
              <a:rPr lang="en-US" altLang="zh-CN" sz="1950" b="1" baseline="-25000">
                <a:latin typeface="Times New Roman" panose="02020603050405020304" pitchFamily="18" charset="0"/>
              </a:rPr>
              <a:t>2</a:t>
            </a:r>
            <a:r>
              <a:rPr lang="en-US" altLang="zh-CN" sz="1950" b="1">
                <a:latin typeface="Times New Roman" panose="02020603050405020304" pitchFamily="18" charset="0"/>
              </a:rPr>
              <a:t>,…,</a:t>
            </a:r>
            <a:r>
              <a:rPr lang="en-US" altLang="zh-CN" sz="1950" b="1" i="1">
                <a:latin typeface="Times New Roman" panose="02020603050405020304" pitchFamily="18" charset="0"/>
              </a:rPr>
              <a:t>X</a:t>
            </a:r>
            <a:r>
              <a:rPr lang="en-US" altLang="zh-CN" sz="1950" b="1" baseline="-25000">
                <a:latin typeface="Times New Roman" panose="02020603050405020304" pitchFamily="18" charset="0"/>
              </a:rPr>
              <a:t>n</a:t>
            </a:r>
            <a:r>
              <a:rPr lang="en-US" altLang="zh-CN" sz="1950" b="1">
                <a:latin typeface="Times New Roman" panose="02020603050405020304" pitchFamily="18" charset="0"/>
              </a:rPr>
              <a:t>)</a:t>
            </a:r>
            <a:r>
              <a:rPr lang="zh-CN" altLang="en-US" sz="1950" b="1">
                <a:latin typeface="Times New Roman" panose="02020603050405020304" pitchFamily="18" charset="0"/>
              </a:rPr>
              <a:t>为</a:t>
            </a:r>
            <a:r>
              <a:rPr lang="en-US" altLang="zh-CN" sz="1950" b="1" i="1">
                <a:latin typeface="Times New Roman" panose="02020603050405020304" pitchFamily="18" charset="0"/>
              </a:rPr>
              <a:t>X</a:t>
            </a:r>
            <a:r>
              <a:rPr lang="zh-CN" altLang="en-US" sz="1950" b="1">
                <a:latin typeface="Times New Roman" panose="02020603050405020304" pitchFamily="18" charset="0"/>
              </a:rPr>
              <a:t>的样本。给定</a:t>
            </a:r>
            <a:r>
              <a:rPr lang="en-US" altLang="zh-CN" sz="1950" b="1" i="1">
                <a:latin typeface="Symbol" panose="05050102010706020507" pitchFamily="18" charset="2"/>
              </a:rPr>
              <a:t>a</a:t>
            </a:r>
            <a:r>
              <a:rPr lang="en-US" altLang="zh-CN" sz="1950" b="1">
                <a:latin typeface="Times New Roman" panose="02020603050405020304" pitchFamily="18" charset="0"/>
              </a:rPr>
              <a:t>(0&lt;</a:t>
            </a:r>
            <a:r>
              <a:rPr lang="en-US" altLang="zh-CN" sz="1950" b="1" i="1">
                <a:latin typeface="Symbol" panose="05050102010706020507" pitchFamily="18" charset="2"/>
              </a:rPr>
              <a:t>a</a:t>
            </a:r>
            <a:r>
              <a:rPr lang="en-US" altLang="zh-CN" sz="1950" b="1">
                <a:latin typeface="Times New Roman" panose="02020603050405020304" pitchFamily="18" charset="0"/>
              </a:rPr>
              <a:t>&lt;1),</a:t>
            </a:r>
            <a:r>
              <a:rPr lang="zh-CN" altLang="en-US" sz="1950" b="1">
                <a:latin typeface="Times New Roman" panose="02020603050405020304" pitchFamily="18" charset="0"/>
              </a:rPr>
              <a:t>若统计量</a:t>
            </a:r>
            <a:endParaRPr lang="zh-CN" altLang="en-US" sz="1950">
              <a:latin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5063" name="文本框 567303">
                <a:extLst>
                  <a:ext uri="{FF2B5EF4-FFF2-40B4-BE49-F238E27FC236}">
                    <a16:creationId xmlns:a16="http://schemas.microsoft.com/office/drawing/2014/main" id="{668958B9-7103-4ED6-92AE-6634C6C7769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63316" y="3489721"/>
                <a:ext cx="6237684" cy="6956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1950" b="1" dirty="0">
                    <a:latin typeface="Times New Roman" panose="02020603050405020304" pitchFamily="18" charset="0"/>
                  </a:rPr>
                  <a:t>称 </a:t>
                </a:r>
                <a14:m>
                  <m:oMath xmlns:m="http://schemas.openxmlformats.org/officeDocument/2006/math">
                    <m:r>
                      <a:rPr lang="en-US" altLang="zh-CN" sz="1950" b="1" i="1" smtClean="0">
                        <a:latin typeface="Cambria Math" panose="02040503050406030204" pitchFamily="18" charset="0"/>
                      </a:rPr>
                      <m:t>(−∞,</m:t>
                    </m:r>
                    <m:acc>
                      <m:accPr>
                        <m:chr m:val="̅"/>
                        <m:ctrlPr>
                          <a:rPr lang="en-US" altLang="zh-CN" sz="1950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1950" b="1" i="1" smtClean="0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</m:acc>
                    <m:r>
                      <a:rPr lang="en-US" altLang="zh-CN" sz="195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1950" b="1" dirty="0">
                    <a:latin typeface="Times New Roman" panose="02020603050405020304" pitchFamily="18" charset="0"/>
                  </a:rPr>
                  <a:t>          为 </a:t>
                </a:r>
                <a:r>
                  <a:rPr lang="zh-CN" altLang="en-US" sz="1950" b="1" i="1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 </a:t>
                </a:r>
                <a:r>
                  <a:rPr lang="zh-CN" altLang="en-US" sz="1950" b="1" dirty="0">
                    <a:latin typeface="Times New Roman" panose="02020603050405020304" pitchFamily="18" charset="0"/>
                  </a:rPr>
                  <a:t>的</a:t>
                </a:r>
                <a:r>
                  <a:rPr lang="zh-CN" altLang="en-US" sz="1950" b="1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置信度</a:t>
                </a:r>
                <a:r>
                  <a:rPr lang="en-US" altLang="zh-CN" sz="1950" b="1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(</a:t>
                </a:r>
                <a:r>
                  <a:rPr lang="zh-CN" altLang="en-US" sz="1950" b="1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水平</a:t>
                </a:r>
                <a:r>
                  <a:rPr lang="en-US" altLang="zh-CN" sz="1950" b="1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)</a:t>
                </a:r>
                <a:r>
                  <a:rPr lang="zh-CN" altLang="en-US" sz="1950" b="1" dirty="0">
                    <a:latin typeface="Times New Roman" panose="02020603050405020304" pitchFamily="18" charset="0"/>
                  </a:rPr>
                  <a:t>为</a:t>
                </a:r>
                <a:r>
                  <a:rPr lang="en-US" altLang="zh-CN" sz="1950" b="1" dirty="0">
                    <a:latin typeface="Times New Roman" panose="02020603050405020304" pitchFamily="18" charset="0"/>
                  </a:rPr>
                  <a:t>1</a:t>
                </a:r>
                <a:r>
                  <a:rPr lang="zh-CN" altLang="en-US" sz="1950" b="1" dirty="0">
                    <a:latin typeface="Times New Roman" panose="02020603050405020304" pitchFamily="18" charset="0"/>
                  </a:rPr>
                  <a:t>－</a:t>
                </a:r>
                <a:r>
                  <a:rPr lang="zh-CN" altLang="en-US" sz="1950" b="1" i="1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</a:t>
                </a:r>
                <a:r>
                  <a:rPr lang="zh-CN" altLang="en-US" sz="1950" b="1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lang="zh-CN" altLang="en-US" sz="1950" b="1" dirty="0">
                    <a:latin typeface="Times New Roman" panose="02020603050405020304" pitchFamily="18" charset="0"/>
                  </a:rPr>
                  <a:t>的</a:t>
                </a:r>
                <a:r>
                  <a:rPr lang="zh-CN" altLang="en-US" sz="1950" b="1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单侧置信区间</a:t>
                </a:r>
                <a:r>
                  <a:rPr lang="zh-CN" altLang="en-US" sz="1950" b="1" dirty="0">
                    <a:latin typeface="Times New Roman" panose="02020603050405020304" pitchFamily="18" charset="0"/>
                  </a:rPr>
                  <a:t>。</a:t>
                </a:r>
                <a:endParaRPr lang="zh-CN" altLang="en-US" sz="1950" b="1" dirty="0">
                  <a:solidFill>
                    <a:srgbClr val="FF0000"/>
                  </a:solidFill>
                  <a:latin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5063" name="文本框 567303">
                <a:extLst>
                  <a:ext uri="{FF2B5EF4-FFF2-40B4-BE49-F238E27FC236}">
                    <a16:creationId xmlns:a16="http://schemas.microsoft.com/office/drawing/2014/main" id="{668958B9-7103-4ED6-92AE-6634C6C776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63316" y="3489721"/>
                <a:ext cx="6237684" cy="695640"/>
              </a:xfrm>
              <a:prstGeom prst="rect">
                <a:avLst/>
              </a:prstGeom>
              <a:blipFill>
                <a:blip r:embed="rId3"/>
                <a:stretch>
                  <a:fillRect l="-977" t="-6087" r="-684" b="-1217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67308" name="内容占位符 567307">
            <a:extLst>
              <a:ext uri="{FF2B5EF4-FFF2-40B4-BE49-F238E27FC236}">
                <a16:creationId xmlns:a16="http://schemas.microsoft.com/office/drawing/2014/main" id="{98546D10-7D30-42B1-8A90-3DA0C7AF24FA}"/>
              </a:ext>
            </a:extLst>
          </p:cNvPr>
          <p:cNvGraphicFramePr>
            <a:graphicFrameLocks noGrp="1"/>
          </p:cNvGraphicFramePr>
          <p:nvPr>
            <p:ph idx="4294967295"/>
          </p:nvPr>
        </p:nvGraphicFramePr>
        <p:xfrm>
          <a:off x="1676401" y="2571751"/>
          <a:ext cx="4841081" cy="3548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38" r:id="rId4" imgW="3454400" imgH="279400" progId="Equation.3">
                  <p:embed/>
                </p:oleObj>
              </mc:Choice>
              <mc:Fallback>
                <p:oleObj r:id="rId4" imgW="3454400" imgH="279400" progId="Equation.3">
                  <p:embed/>
                  <p:pic>
                    <p:nvPicPr>
                      <p:cNvPr id="567308" name="内容占位符 567307">
                        <a:extLst>
                          <a:ext uri="{FF2B5EF4-FFF2-40B4-BE49-F238E27FC236}">
                            <a16:creationId xmlns:a16="http://schemas.microsoft.com/office/drawing/2014/main" id="{98546D10-7D30-42B1-8A90-3DA0C7AF24F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1" y="2571751"/>
                        <a:ext cx="4841081" cy="3548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67309" name="组合 567308">
            <a:extLst>
              <a:ext uri="{FF2B5EF4-FFF2-40B4-BE49-F238E27FC236}">
                <a16:creationId xmlns:a16="http://schemas.microsoft.com/office/drawing/2014/main" id="{9F54EF45-BF14-4C7E-83BE-38DF66ABB691}"/>
              </a:ext>
            </a:extLst>
          </p:cNvPr>
          <p:cNvGrpSpPr>
            <a:grpSpLocks/>
          </p:cNvGrpSpPr>
          <p:nvPr/>
        </p:nvGrpSpPr>
        <p:grpSpPr bwMode="auto">
          <a:xfrm>
            <a:off x="5598319" y="2787253"/>
            <a:ext cx="1512094" cy="733425"/>
            <a:chOff x="3742" y="2341"/>
            <a:chExt cx="1224" cy="616"/>
          </a:xfrm>
        </p:grpSpPr>
        <p:sp>
          <p:nvSpPr>
            <p:cNvPr id="45069" name="椭圆形标注 567309">
              <a:extLst>
                <a:ext uri="{FF2B5EF4-FFF2-40B4-BE49-F238E27FC236}">
                  <a16:creationId xmlns:a16="http://schemas.microsoft.com/office/drawing/2014/main" id="{31D5D20B-5E0A-4B8D-8CF9-1793077496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4" y="2341"/>
              <a:ext cx="952" cy="454"/>
            </a:xfrm>
            <a:prstGeom prst="wedgeEllipseCallout">
              <a:avLst>
                <a:gd name="adj1" fmla="val -174370"/>
                <a:gd name="adj2" fmla="val -4407"/>
              </a:avLst>
            </a:prstGeom>
            <a:noFill/>
            <a:ln w="19050">
              <a:solidFill>
                <a:srgbClr val="339933"/>
              </a:solidFill>
              <a:miter lim="800000"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7500" tIns="35100" rIns="67500" bIns="35100"/>
            <a:lstStyle>
              <a:lvl1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20000"/>
                </a:spcBef>
                <a:buClr>
                  <a:schemeClr val="tx1"/>
                </a:buClr>
                <a:buSzPct val="80000"/>
                <a:buFontTx/>
                <a:buChar char="•"/>
              </a:pPr>
              <a:endParaRPr lang="zh-CN" altLang="en-US" sz="2400">
                <a:solidFill>
                  <a:srgbClr val="000066"/>
                </a:solidFill>
              </a:endParaRPr>
            </a:p>
          </p:txBody>
        </p:sp>
        <p:sp>
          <p:nvSpPr>
            <p:cNvPr id="45070" name="文本框 567310">
              <a:extLst>
                <a:ext uri="{FF2B5EF4-FFF2-40B4-BE49-F238E27FC236}">
                  <a16:creationId xmlns:a16="http://schemas.microsoft.com/office/drawing/2014/main" id="{21A4E765-BA66-4BC0-8503-F7C54A3F1F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2" y="2432"/>
              <a:ext cx="1174" cy="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7500" tIns="35100" rIns="67500" bIns="351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lvl="1">
                <a:spcBef>
                  <a:spcPct val="20000"/>
                </a:spcBef>
                <a:buClr>
                  <a:schemeClr val="tx1"/>
                </a:buClr>
                <a:buSzPct val="80000"/>
                <a:buFontTx/>
                <a:buNone/>
              </a:pPr>
              <a:r>
                <a:rPr lang="zh-CN" altLang="en-US" b="1">
                  <a:solidFill>
                    <a:srgbClr val="FF00FF"/>
                  </a:solidFill>
                </a:rPr>
                <a:t>置信上限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C97DFEB-802E-49D6-AC89-31679D15DBD0}"/>
                  </a:ext>
                </a:extLst>
              </p:cNvPr>
              <p:cNvSpPr txBox="1"/>
              <p:nvPr/>
            </p:nvSpPr>
            <p:spPr>
              <a:xfrm>
                <a:off x="3059832" y="3058149"/>
                <a:ext cx="1817485" cy="2798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acc>
                            <m:accPr>
                              <m:chr m:val="̅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=1−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C97DFEB-802E-49D6-AC89-31679D15DB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2" y="3058149"/>
                <a:ext cx="1817485" cy="279885"/>
              </a:xfrm>
              <a:prstGeom prst="rect">
                <a:avLst/>
              </a:prstGeom>
              <a:blipFill>
                <a:blip r:embed="rId6"/>
                <a:stretch>
                  <a:fillRect l="-2685" t="-4348" r="-1342" b="-108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91835098"/>
      </p:ext>
    </p:extLst>
  </p:cSld>
  <p:clrMapOvr>
    <a:masterClrMapping/>
  </p:clrMapOvr>
  <p:transition spd="med"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67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67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75"/>
                                        <p:tgtEl>
                                          <p:spTgt spid="5673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2975"/>
                            </p:stCondLst>
                            <p:childTnLst>
                              <p:par>
                                <p:cTn id="1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5673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5673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567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7299" grpId="0"/>
      <p:bldP spid="567300" grpId="0"/>
      <p:bldP spid="567301" grpId="0" build="p"/>
      <p:bldP spid="45063" grpId="0"/>
      <p:bldP spid="2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16"/>
</p:tagLst>
</file>

<file path=ppt/theme/theme1.xml><?xml version="1.0" encoding="utf-8"?>
<a:theme xmlns:a="http://schemas.openxmlformats.org/drawingml/2006/main" name="Office 主题​​">
  <a:themeElements>
    <a:clrScheme name="自定义 1096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1F4B70"/>
      </a:accent1>
      <a:accent2>
        <a:srgbClr val="E88D22"/>
      </a:accent2>
      <a:accent3>
        <a:srgbClr val="1F4B70"/>
      </a:accent3>
      <a:accent4>
        <a:srgbClr val="E88D22"/>
      </a:accent4>
      <a:accent5>
        <a:srgbClr val="1F4B70"/>
      </a:accent5>
      <a:accent6>
        <a:srgbClr val="E88D22"/>
      </a:accent6>
      <a:hlink>
        <a:srgbClr val="8DC765"/>
      </a:hlink>
      <a:folHlink>
        <a:srgbClr val="AA8A14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5871</TotalTime>
  <Words>1960</Words>
  <Application>Microsoft Office PowerPoint</Application>
  <PresentationFormat>全屏显示(16:9)</PresentationFormat>
  <Paragraphs>237</Paragraphs>
  <Slides>45</Slides>
  <Notes>5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45</vt:i4>
      </vt:variant>
    </vt:vector>
  </HeadingPairs>
  <TitlesOfParts>
    <vt:vector size="63" baseType="lpstr">
      <vt:lpstr>等线</vt:lpstr>
      <vt:lpstr>黑体</vt:lpstr>
      <vt:lpstr>楷体_GB2312</vt:lpstr>
      <vt:lpstr>宋体</vt:lpstr>
      <vt:lpstr>微软雅黑</vt:lpstr>
      <vt:lpstr>Arial</vt:lpstr>
      <vt:lpstr>Arial Black</vt:lpstr>
      <vt:lpstr>Calibri</vt:lpstr>
      <vt:lpstr>Cambria Math</vt:lpstr>
      <vt:lpstr>Symbol</vt:lpstr>
      <vt:lpstr>Times New Roman</vt:lpstr>
      <vt:lpstr>Verdana</vt:lpstr>
      <vt:lpstr>Wingdings</vt:lpstr>
      <vt:lpstr>Office 主题​​</vt:lpstr>
      <vt:lpstr>Equation.DSMT4</vt:lpstr>
      <vt:lpstr>Equation.3</vt:lpstr>
      <vt:lpstr>WPS 公式 3.0</vt:lpstr>
      <vt:lpstr>Bitmap Image</vt:lpstr>
      <vt:lpstr>PowerPoint 演示文稿</vt:lpstr>
      <vt:lpstr>PowerPoint 演示文稿</vt:lpstr>
      <vt:lpstr>第二章  参数估计</vt:lpstr>
      <vt:lpstr>第二章  参数估计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2.4 区间估计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五 单侧区间估计 </vt:lpstr>
    </vt:vector>
  </TitlesOfParts>
  <Company>CHINA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16</dc:title>
  <dc:creator>USER</dc:creator>
  <cp:lastModifiedBy>Hu Xiaoshan</cp:lastModifiedBy>
  <cp:revision>679</cp:revision>
  <dcterms:created xsi:type="dcterms:W3CDTF">2014-11-09T01:07:25Z</dcterms:created>
  <dcterms:modified xsi:type="dcterms:W3CDTF">2021-10-14T16:54:03Z</dcterms:modified>
</cp:coreProperties>
</file>