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8"/>
  </p:notesMasterIdLst>
  <p:sldIdLst>
    <p:sldId id="577" r:id="rId3"/>
    <p:sldId id="550" r:id="rId4"/>
    <p:sldId id="551" r:id="rId5"/>
    <p:sldId id="552" r:id="rId6"/>
    <p:sldId id="553" r:id="rId7"/>
    <p:sldId id="554" r:id="rId8"/>
    <p:sldId id="555" r:id="rId9"/>
    <p:sldId id="556" r:id="rId10"/>
    <p:sldId id="557" r:id="rId11"/>
    <p:sldId id="558" r:id="rId12"/>
    <p:sldId id="562" r:id="rId13"/>
    <p:sldId id="563" r:id="rId14"/>
    <p:sldId id="564" r:id="rId15"/>
    <p:sldId id="565" r:id="rId16"/>
    <p:sldId id="566" r:id="rId17"/>
    <p:sldId id="567" r:id="rId18"/>
    <p:sldId id="568" r:id="rId19"/>
    <p:sldId id="569" r:id="rId20"/>
    <p:sldId id="571" r:id="rId21"/>
    <p:sldId id="572" r:id="rId22"/>
    <p:sldId id="573" r:id="rId23"/>
    <p:sldId id="574" r:id="rId24"/>
    <p:sldId id="575" r:id="rId25"/>
    <p:sldId id="576" r:id="rId26"/>
    <p:sldId id="579" r:id="rId27"/>
  </p:sldIdLst>
  <p:sldSz cx="9144000" cy="6858000" type="screen4x3"/>
  <p:notesSz cx="6858000" cy="9144000"/>
  <p:defaultTextStyle>
    <a:defPPr>
      <a:defRPr lang="zh-CN"/>
    </a:defPPr>
    <a:lvl1pPr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E7FFFF"/>
    <a:srgbClr val="FF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54" autoAdjust="0"/>
    <p:restoredTop sz="94585" autoAdjust="0"/>
  </p:normalViewPr>
  <p:slideViewPr>
    <p:cSldViewPr>
      <p:cViewPr varScale="1">
        <p:scale>
          <a:sx n="109" d="100"/>
          <a:sy n="109" d="100"/>
        </p:scale>
        <p:origin x="1752"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1322"/>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8.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5" Type="http://schemas.openxmlformats.org/officeDocument/2006/relationships/image" Target="../media/image13.w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8.emf"/><Relationship Id="rId7" Type="http://schemas.openxmlformats.org/officeDocument/2006/relationships/image" Target="../media/image22.wmf"/><Relationship Id="rId2" Type="http://schemas.openxmlformats.org/officeDocument/2006/relationships/image" Target="../media/image17.emf"/><Relationship Id="rId1" Type="http://schemas.openxmlformats.org/officeDocument/2006/relationships/image" Target="../media/image16.emf"/><Relationship Id="rId6" Type="http://schemas.openxmlformats.org/officeDocument/2006/relationships/image" Target="../media/image21.emf"/><Relationship Id="rId5" Type="http://schemas.openxmlformats.org/officeDocument/2006/relationships/image" Target="../media/image20.emf"/><Relationship Id="rId10" Type="http://schemas.openxmlformats.org/officeDocument/2006/relationships/image" Target="../media/image25.wmf"/><Relationship Id="rId4" Type="http://schemas.openxmlformats.org/officeDocument/2006/relationships/image" Target="../media/image19.emf"/><Relationship Id="rId9"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image" Target="../media/image29.wmf"/><Relationship Id="rId7" Type="http://schemas.openxmlformats.org/officeDocument/2006/relationships/image" Target="../media/image33.wmf"/><Relationship Id="rId2" Type="http://schemas.openxmlformats.org/officeDocument/2006/relationships/image" Target="../media/image28.wmf"/><Relationship Id="rId1" Type="http://schemas.openxmlformats.org/officeDocument/2006/relationships/image" Target="../media/image27.emf"/><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wmf"/><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4"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6.wmf"/><Relationship Id="rId7" Type="http://schemas.openxmlformats.org/officeDocument/2006/relationships/image" Target="../media/image50.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emf"/><Relationship Id="rId4" Type="http://schemas.openxmlformats.org/officeDocument/2006/relationships/image" Target="../media/image5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5" Type="http://schemas.openxmlformats.org/officeDocument/2006/relationships/image" Target="../media/image59.wmf"/><Relationship Id="rId4" Type="http://schemas.openxmlformats.org/officeDocument/2006/relationships/image" Target="../media/image5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image" Target="../media/image60.wmf"/><Relationship Id="rId4" Type="http://schemas.openxmlformats.org/officeDocument/2006/relationships/image" Target="../media/image6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5.wmf"/><Relationship Id="rId7" Type="http://schemas.openxmlformats.org/officeDocument/2006/relationships/image" Target="../media/image69.wmf"/><Relationship Id="rId2" Type="http://schemas.openxmlformats.org/officeDocument/2006/relationships/image" Target="../media/image64.wmf"/><Relationship Id="rId1" Type="http://schemas.openxmlformats.org/officeDocument/2006/relationships/image" Target="../media/image63.wmf"/><Relationship Id="rId6" Type="http://schemas.openxmlformats.org/officeDocument/2006/relationships/image" Target="../media/image68.wmf"/><Relationship Id="rId5" Type="http://schemas.openxmlformats.org/officeDocument/2006/relationships/image" Target="../media/image67.emf"/><Relationship Id="rId4" Type="http://schemas.openxmlformats.org/officeDocument/2006/relationships/image" Target="../media/image66.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2.emf"/><Relationship Id="rId7" Type="http://schemas.openxmlformats.org/officeDocument/2006/relationships/image" Target="../media/image76.wmf"/><Relationship Id="rId2" Type="http://schemas.openxmlformats.org/officeDocument/2006/relationships/image" Target="../media/image71.emf"/><Relationship Id="rId1" Type="http://schemas.openxmlformats.org/officeDocument/2006/relationships/image" Target="../media/image70.e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emf"/><Relationship Id="rId6" Type="http://schemas.openxmlformats.org/officeDocument/2006/relationships/image" Target="../media/image4.wmf"/><Relationship Id="rId5" Type="http://schemas.openxmlformats.org/officeDocument/2006/relationships/image" Target="../media/image81.wmf"/><Relationship Id="rId4" Type="http://schemas.openxmlformats.org/officeDocument/2006/relationships/image" Target="../media/image8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 Id="rId5" Type="http://schemas.openxmlformats.org/officeDocument/2006/relationships/image" Target="../media/image86.wmf"/><Relationship Id="rId4" Type="http://schemas.openxmlformats.org/officeDocument/2006/relationships/image" Target="../media/image85.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 Id="rId4" Type="http://schemas.openxmlformats.org/officeDocument/2006/relationships/image" Target="../media/image96.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image" Target="../media/image99.wmf"/><Relationship Id="rId7" Type="http://schemas.openxmlformats.org/officeDocument/2006/relationships/image" Target="../media/image103.wmf"/><Relationship Id="rId2" Type="http://schemas.openxmlformats.org/officeDocument/2006/relationships/image" Target="../media/image98.wmf"/><Relationship Id="rId1" Type="http://schemas.openxmlformats.org/officeDocument/2006/relationships/image" Target="../media/image97.wmf"/><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 Id="rId9" Type="http://schemas.openxmlformats.org/officeDocument/2006/relationships/image" Target="../media/image10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image" Target="../media/image107.emf"/><Relationship Id="rId1" Type="http://schemas.openxmlformats.org/officeDocument/2006/relationships/image" Target="../media/image106.emf"/><Relationship Id="rId6" Type="http://schemas.openxmlformats.org/officeDocument/2006/relationships/image" Target="../media/image111.emf"/><Relationship Id="rId5" Type="http://schemas.openxmlformats.org/officeDocument/2006/relationships/image" Target="../media/image110.emf"/><Relationship Id="rId4" Type="http://schemas.openxmlformats.org/officeDocument/2006/relationships/image" Target="../media/image10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C814A27-ACC4-4836-B458-FD5A47AAA5A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spcBef>
                <a:spcPct val="0"/>
              </a:spcBef>
              <a:defRPr sz="1200"/>
            </a:lvl1pPr>
          </a:lstStyle>
          <a:p>
            <a:endParaRPr lang="en-US" altLang="zh-CN"/>
          </a:p>
        </p:txBody>
      </p:sp>
      <p:sp>
        <p:nvSpPr>
          <p:cNvPr id="4099" name="Rectangle 3">
            <a:extLst>
              <a:ext uri="{FF2B5EF4-FFF2-40B4-BE49-F238E27FC236}">
                <a16:creationId xmlns:a16="http://schemas.microsoft.com/office/drawing/2014/main" id="{B55D992C-00CD-4D58-90AC-F9F1600F72D9}"/>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200"/>
            </a:lvl1pPr>
          </a:lstStyle>
          <a:p>
            <a:endParaRPr lang="en-US" altLang="zh-CN"/>
          </a:p>
        </p:txBody>
      </p:sp>
      <p:sp>
        <p:nvSpPr>
          <p:cNvPr id="4100" name="Rectangle 4">
            <a:extLst>
              <a:ext uri="{FF2B5EF4-FFF2-40B4-BE49-F238E27FC236}">
                <a16:creationId xmlns:a16="http://schemas.microsoft.com/office/drawing/2014/main" id="{F55D9A11-C891-46EE-ACFA-69438942353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a:extLst>
              <a:ext uri="{FF2B5EF4-FFF2-40B4-BE49-F238E27FC236}">
                <a16:creationId xmlns:a16="http://schemas.microsoft.com/office/drawing/2014/main" id="{A4783422-F713-49D1-BF0F-2EAD51FC8DC3}"/>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2" name="Rectangle 6">
            <a:extLst>
              <a:ext uri="{FF2B5EF4-FFF2-40B4-BE49-F238E27FC236}">
                <a16:creationId xmlns:a16="http://schemas.microsoft.com/office/drawing/2014/main" id="{610B366A-28C6-4F27-88D9-2CEBD1EA77AD}"/>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spcBef>
                <a:spcPct val="0"/>
              </a:spcBef>
              <a:defRPr sz="1200"/>
            </a:lvl1pPr>
          </a:lstStyle>
          <a:p>
            <a:endParaRPr lang="en-US" altLang="zh-CN"/>
          </a:p>
        </p:txBody>
      </p:sp>
      <p:sp>
        <p:nvSpPr>
          <p:cNvPr id="4103" name="Rectangle 7">
            <a:extLst>
              <a:ext uri="{FF2B5EF4-FFF2-40B4-BE49-F238E27FC236}">
                <a16:creationId xmlns:a16="http://schemas.microsoft.com/office/drawing/2014/main" id="{F0E90A45-2EB9-415C-B687-C5036DDA08F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defRPr sz="1200"/>
            </a:lvl1pPr>
          </a:lstStyle>
          <a:p>
            <a:fld id="{EEB51938-3614-4237-AE15-0BDAC6C0B1CE}"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BC56703-9785-4272-8EE8-9F2A47CDAB64}"/>
              </a:ext>
            </a:extLst>
          </p:cNvPr>
          <p:cNvSpPr>
            <a:spLocks noGrp="1" noChangeArrowheads="1"/>
          </p:cNvSpPr>
          <p:nvPr>
            <p:ph type="sldNum" sz="quarter" idx="5"/>
          </p:nvPr>
        </p:nvSpPr>
        <p:spPr>
          <a:ln/>
        </p:spPr>
        <p:txBody>
          <a:bodyPr/>
          <a:lstStyle/>
          <a:p>
            <a:fld id="{03673175-721D-496F-A1FE-983399CDAB65}" type="slidenum">
              <a:rPr lang="en-US" altLang="zh-CN"/>
              <a:pPr/>
              <a:t>2</a:t>
            </a:fld>
            <a:endParaRPr lang="en-US" altLang="zh-CN"/>
          </a:p>
        </p:txBody>
      </p:sp>
      <p:sp>
        <p:nvSpPr>
          <p:cNvPr id="653314" name="Rectangle 2">
            <a:extLst>
              <a:ext uri="{FF2B5EF4-FFF2-40B4-BE49-F238E27FC236}">
                <a16:creationId xmlns:a16="http://schemas.microsoft.com/office/drawing/2014/main" id="{BE652D3B-5DEE-42F0-9974-A62B78CB9F1B}"/>
              </a:ext>
            </a:extLst>
          </p:cNvPr>
          <p:cNvSpPr>
            <a:spLocks noGrp="1" noRot="1" noChangeAspect="1" noChangeArrowheads="1" noTextEdit="1"/>
          </p:cNvSpPr>
          <p:nvPr>
            <p:ph type="sldImg"/>
          </p:nvPr>
        </p:nvSpPr>
        <p:spPr>
          <a:ln/>
        </p:spPr>
      </p:sp>
      <p:sp>
        <p:nvSpPr>
          <p:cNvPr id="653315" name="Rectangle 3">
            <a:extLst>
              <a:ext uri="{FF2B5EF4-FFF2-40B4-BE49-F238E27FC236}">
                <a16:creationId xmlns:a16="http://schemas.microsoft.com/office/drawing/2014/main" id="{CB934894-7D01-438E-984C-54C82E44F1F0}"/>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7F056EC-D5A0-43B6-A8D4-0FE6BB6CFEBC}"/>
              </a:ext>
            </a:extLst>
          </p:cNvPr>
          <p:cNvSpPr>
            <a:spLocks noGrp="1" noChangeArrowheads="1"/>
          </p:cNvSpPr>
          <p:nvPr>
            <p:ph type="sldNum" sz="quarter" idx="5"/>
          </p:nvPr>
        </p:nvSpPr>
        <p:spPr>
          <a:ln/>
        </p:spPr>
        <p:txBody>
          <a:bodyPr/>
          <a:lstStyle/>
          <a:p>
            <a:fld id="{FA18CAA8-9FBD-44D3-A4CD-5F0D2ACC1AB3}" type="slidenum">
              <a:rPr lang="en-US" altLang="zh-CN"/>
              <a:pPr/>
              <a:t>3</a:t>
            </a:fld>
            <a:endParaRPr lang="en-US" altLang="zh-CN"/>
          </a:p>
        </p:txBody>
      </p:sp>
      <p:sp>
        <p:nvSpPr>
          <p:cNvPr id="654338" name="Rectangle 2">
            <a:extLst>
              <a:ext uri="{FF2B5EF4-FFF2-40B4-BE49-F238E27FC236}">
                <a16:creationId xmlns:a16="http://schemas.microsoft.com/office/drawing/2014/main" id="{C57650EC-77DF-476F-BF4A-8258ACCDD176}"/>
              </a:ext>
            </a:extLst>
          </p:cNvPr>
          <p:cNvSpPr>
            <a:spLocks noGrp="1" noRot="1" noChangeAspect="1" noChangeArrowheads="1" noTextEdit="1"/>
          </p:cNvSpPr>
          <p:nvPr>
            <p:ph type="sldImg"/>
          </p:nvPr>
        </p:nvSpPr>
        <p:spPr>
          <a:ln/>
        </p:spPr>
      </p:sp>
      <p:sp>
        <p:nvSpPr>
          <p:cNvPr id="654339" name="Rectangle 3">
            <a:extLst>
              <a:ext uri="{FF2B5EF4-FFF2-40B4-BE49-F238E27FC236}">
                <a16:creationId xmlns:a16="http://schemas.microsoft.com/office/drawing/2014/main" id="{9172C608-4598-456F-829E-A9D96E8ADCB0}"/>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732E419-27B3-4612-82E6-3BA935D9161A}"/>
              </a:ext>
            </a:extLst>
          </p:cNvPr>
          <p:cNvSpPr>
            <a:spLocks noGrp="1" noChangeArrowheads="1"/>
          </p:cNvSpPr>
          <p:nvPr>
            <p:ph type="sldNum" sz="quarter" idx="5"/>
          </p:nvPr>
        </p:nvSpPr>
        <p:spPr>
          <a:ln/>
        </p:spPr>
        <p:txBody>
          <a:bodyPr/>
          <a:lstStyle/>
          <a:p>
            <a:fld id="{28FD46A9-736E-4630-BC71-928E53C30A79}" type="slidenum">
              <a:rPr lang="en-US" altLang="zh-CN"/>
              <a:pPr/>
              <a:t>4</a:t>
            </a:fld>
            <a:endParaRPr lang="en-US" altLang="zh-CN"/>
          </a:p>
        </p:txBody>
      </p:sp>
      <p:sp>
        <p:nvSpPr>
          <p:cNvPr id="655362" name="Rectangle 2">
            <a:extLst>
              <a:ext uri="{FF2B5EF4-FFF2-40B4-BE49-F238E27FC236}">
                <a16:creationId xmlns:a16="http://schemas.microsoft.com/office/drawing/2014/main" id="{74D0BFFA-AAD8-40A9-B28F-CAC2F26712FA}"/>
              </a:ext>
            </a:extLst>
          </p:cNvPr>
          <p:cNvSpPr>
            <a:spLocks noGrp="1" noRot="1" noChangeAspect="1" noChangeArrowheads="1" noTextEdit="1"/>
          </p:cNvSpPr>
          <p:nvPr>
            <p:ph type="sldImg"/>
          </p:nvPr>
        </p:nvSpPr>
        <p:spPr>
          <a:ln/>
        </p:spPr>
      </p:sp>
      <p:sp>
        <p:nvSpPr>
          <p:cNvPr id="655363" name="Rectangle 3">
            <a:extLst>
              <a:ext uri="{FF2B5EF4-FFF2-40B4-BE49-F238E27FC236}">
                <a16:creationId xmlns:a16="http://schemas.microsoft.com/office/drawing/2014/main" id="{EF7F60EC-D1E2-4B2B-A23E-15092097553A}"/>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90348C-26F8-4B58-A98D-F404BCF2B48C}"/>
              </a:ext>
            </a:extLst>
          </p:cNvPr>
          <p:cNvSpPr>
            <a:spLocks noGrp="1" noChangeArrowheads="1"/>
          </p:cNvSpPr>
          <p:nvPr>
            <p:ph type="sldNum" sz="quarter" idx="5"/>
          </p:nvPr>
        </p:nvSpPr>
        <p:spPr>
          <a:ln/>
        </p:spPr>
        <p:txBody>
          <a:bodyPr/>
          <a:lstStyle/>
          <a:p>
            <a:fld id="{44C716C3-BED1-4D2D-AC8F-21688258431B}" type="slidenum">
              <a:rPr lang="en-US" altLang="zh-CN"/>
              <a:pPr/>
              <a:t>5</a:t>
            </a:fld>
            <a:endParaRPr lang="en-US" altLang="zh-CN"/>
          </a:p>
        </p:txBody>
      </p:sp>
      <p:sp>
        <p:nvSpPr>
          <p:cNvPr id="656386" name="Rectangle 2">
            <a:extLst>
              <a:ext uri="{FF2B5EF4-FFF2-40B4-BE49-F238E27FC236}">
                <a16:creationId xmlns:a16="http://schemas.microsoft.com/office/drawing/2014/main" id="{94CEA57A-30E2-4FD7-92E0-A3F2DA156CC9}"/>
              </a:ext>
            </a:extLst>
          </p:cNvPr>
          <p:cNvSpPr>
            <a:spLocks noGrp="1" noRot="1" noChangeAspect="1" noChangeArrowheads="1" noTextEdit="1"/>
          </p:cNvSpPr>
          <p:nvPr>
            <p:ph type="sldImg"/>
          </p:nvPr>
        </p:nvSpPr>
        <p:spPr>
          <a:ln/>
        </p:spPr>
      </p:sp>
      <p:sp>
        <p:nvSpPr>
          <p:cNvPr id="656387" name="Rectangle 3">
            <a:extLst>
              <a:ext uri="{FF2B5EF4-FFF2-40B4-BE49-F238E27FC236}">
                <a16:creationId xmlns:a16="http://schemas.microsoft.com/office/drawing/2014/main" id="{D3ED89CF-30C0-44A7-8142-D59E436A105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660551-E879-420A-9FB3-545441C06E07}"/>
              </a:ext>
            </a:extLst>
          </p:cNvPr>
          <p:cNvSpPr>
            <a:spLocks noGrp="1" noChangeArrowheads="1"/>
          </p:cNvSpPr>
          <p:nvPr>
            <p:ph type="sldNum" sz="quarter" idx="5"/>
          </p:nvPr>
        </p:nvSpPr>
        <p:spPr>
          <a:ln/>
        </p:spPr>
        <p:txBody>
          <a:bodyPr/>
          <a:lstStyle/>
          <a:p>
            <a:fld id="{BB04244B-35EC-45B4-9BF0-82E41671F494}" type="slidenum">
              <a:rPr lang="en-US" altLang="zh-CN"/>
              <a:pPr/>
              <a:t>6</a:t>
            </a:fld>
            <a:endParaRPr lang="en-US" altLang="zh-CN"/>
          </a:p>
        </p:txBody>
      </p:sp>
      <p:sp>
        <p:nvSpPr>
          <p:cNvPr id="657410" name="Rectangle 2">
            <a:extLst>
              <a:ext uri="{FF2B5EF4-FFF2-40B4-BE49-F238E27FC236}">
                <a16:creationId xmlns:a16="http://schemas.microsoft.com/office/drawing/2014/main" id="{90E3A2F9-A7BD-4DE3-9D92-40FACCA2C76E}"/>
              </a:ext>
            </a:extLst>
          </p:cNvPr>
          <p:cNvSpPr>
            <a:spLocks noGrp="1" noRot="1" noChangeAspect="1" noChangeArrowheads="1" noTextEdit="1"/>
          </p:cNvSpPr>
          <p:nvPr>
            <p:ph type="sldImg"/>
          </p:nvPr>
        </p:nvSpPr>
        <p:spPr>
          <a:ln/>
        </p:spPr>
      </p:sp>
      <p:sp>
        <p:nvSpPr>
          <p:cNvPr id="657411" name="Rectangle 3">
            <a:extLst>
              <a:ext uri="{FF2B5EF4-FFF2-40B4-BE49-F238E27FC236}">
                <a16:creationId xmlns:a16="http://schemas.microsoft.com/office/drawing/2014/main" id="{6E6D1CE0-1DD3-4CB0-8FA0-6D454228D567}"/>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E02FFFD-42B3-4B25-9A6B-855576B89944}"/>
              </a:ext>
            </a:extLst>
          </p:cNvPr>
          <p:cNvSpPr>
            <a:spLocks noGrp="1" noChangeArrowheads="1"/>
          </p:cNvSpPr>
          <p:nvPr>
            <p:ph type="sldNum" sz="quarter" idx="5"/>
          </p:nvPr>
        </p:nvSpPr>
        <p:spPr>
          <a:ln/>
        </p:spPr>
        <p:txBody>
          <a:bodyPr/>
          <a:lstStyle/>
          <a:p>
            <a:fld id="{98373FE8-35F0-4C0E-985A-E6790C37871C}" type="slidenum">
              <a:rPr lang="en-US" altLang="zh-CN"/>
              <a:pPr/>
              <a:t>7</a:t>
            </a:fld>
            <a:endParaRPr lang="en-US" altLang="zh-CN"/>
          </a:p>
        </p:txBody>
      </p:sp>
      <p:sp>
        <p:nvSpPr>
          <p:cNvPr id="658434" name="Rectangle 2">
            <a:extLst>
              <a:ext uri="{FF2B5EF4-FFF2-40B4-BE49-F238E27FC236}">
                <a16:creationId xmlns:a16="http://schemas.microsoft.com/office/drawing/2014/main" id="{21DD8768-18B1-4F10-9B48-5AF8F22ACF66}"/>
              </a:ext>
            </a:extLst>
          </p:cNvPr>
          <p:cNvSpPr>
            <a:spLocks noGrp="1" noRot="1" noChangeAspect="1" noChangeArrowheads="1" noTextEdit="1"/>
          </p:cNvSpPr>
          <p:nvPr>
            <p:ph type="sldImg"/>
          </p:nvPr>
        </p:nvSpPr>
        <p:spPr>
          <a:ln/>
        </p:spPr>
      </p:sp>
      <p:sp>
        <p:nvSpPr>
          <p:cNvPr id="658435" name="Rectangle 3">
            <a:extLst>
              <a:ext uri="{FF2B5EF4-FFF2-40B4-BE49-F238E27FC236}">
                <a16:creationId xmlns:a16="http://schemas.microsoft.com/office/drawing/2014/main" id="{4903F84E-5A31-4CE1-913B-4947EB07A621}"/>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ED30A80-318D-4F4C-A5E9-FD40A6620C70}"/>
              </a:ext>
            </a:extLst>
          </p:cNvPr>
          <p:cNvSpPr>
            <a:spLocks noGrp="1" noChangeArrowheads="1"/>
          </p:cNvSpPr>
          <p:nvPr>
            <p:ph type="sldNum" sz="quarter" idx="5"/>
          </p:nvPr>
        </p:nvSpPr>
        <p:spPr>
          <a:ln/>
        </p:spPr>
        <p:txBody>
          <a:bodyPr/>
          <a:lstStyle/>
          <a:p>
            <a:fld id="{AC4B4DDC-B507-4126-8F32-8BA176AEF506}" type="slidenum">
              <a:rPr lang="en-US" altLang="zh-CN"/>
              <a:pPr/>
              <a:t>8</a:t>
            </a:fld>
            <a:endParaRPr lang="en-US" altLang="zh-CN"/>
          </a:p>
        </p:txBody>
      </p:sp>
      <p:sp>
        <p:nvSpPr>
          <p:cNvPr id="631810" name="Rectangle 2">
            <a:extLst>
              <a:ext uri="{FF2B5EF4-FFF2-40B4-BE49-F238E27FC236}">
                <a16:creationId xmlns:a16="http://schemas.microsoft.com/office/drawing/2014/main" id="{4DD80914-E71F-48B5-B553-C3A17EBB6F71}"/>
              </a:ext>
            </a:extLst>
          </p:cNvPr>
          <p:cNvSpPr>
            <a:spLocks noGrp="1" noRot="1" noChangeAspect="1" noChangeArrowheads="1" noTextEdit="1"/>
          </p:cNvSpPr>
          <p:nvPr>
            <p:ph type="sldImg"/>
          </p:nvPr>
        </p:nvSpPr>
        <p:spPr>
          <a:ln/>
        </p:spPr>
      </p:sp>
      <p:sp>
        <p:nvSpPr>
          <p:cNvPr id="631811" name="Rectangle 3">
            <a:extLst>
              <a:ext uri="{FF2B5EF4-FFF2-40B4-BE49-F238E27FC236}">
                <a16:creationId xmlns:a16="http://schemas.microsoft.com/office/drawing/2014/main" id="{53E31B4A-9930-40E1-A38E-20088136F729}"/>
              </a:ext>
            </a:extLst>
          </p:cNvPr>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C524597-4C92-439A-A517-08D030D729EF}"/>
              </a:ext>
            </a:extLst>
          </p:cNvPr>
          <p:cNvSpPr>
            <a:spLocks noGrp="1" noChangeArrowheads="1"/>
          </p:cNvSpPr>
          <p:nvPr>
            <p:ph type="sldNum" sz="quarter" idx="5"/>
          </p:nvPr>
        </p:nvSpPr>
        <p:spPr>
          <a:ln/>
        </p:spPr>
        <p:txBody>
          <a:bodyPr/>
          <a:lstStyle/>
          <a:p>
            <a:fld id="{3F85687D-5726-4152-BC23-8E2752CBEE0B}" type="slidenum">
              <a:rPr lang="en-US" altLang="zh-CN"/>
              <a:pPr/>
              <a:t>9</a:t>
            </a:fld>
            <a:endParaRPr lang="en-US" altLang="zh-CN"/>
          </a:p>
        </p:txBody>
      </p:sp>
      <p:sp>
        <p:nvSpPr>
          <p:cNvPr id="659458" name="Rectangle 2">
            <a:extLst>
              <a:ext uri="{FF2B5EF4-FFF2-40B4-BE49-F238E27FC236}">
                <a16:creationId xmlns:a16="http://schemas.microsoft.com/office/drawing/2014/main" id="{825C309D-F7A4-408C-88C9-CAB113040BFA}"/>
              </a:ext>
            </a:extLst>
          </p:cNvPr>
          <p:cNvSpPr>
            <a:spLocks noGrp="1" noRot="1" noChangeAspect="1" noChangeArrowheads="1" noTextEdit="1"/>
          </p:cNvSpPr>
          <p:nvPr>
            <p:ph type="sldImg"/>
          </p:nvPr>
        </p:nvSpPr>
        <p:spPr>
          <a:ln/>
        </p:spPr>
      </p:sp>
      <p:sp>
        <p:nvSpPr>
          <p:cNvPr id="659459" name="Rectangle 3">
            <a:extLst>
              <a:ext uri="{FF2B5EF4-FFF2-40B4-BE49-F238E27FC236}">
                <a16:creationId xmlns:a16="http://schemas.microsoft.com/office/drawing/2014/main" id="{9F5C5729-0715-4C50-B721-529B117A87B7}"/>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99ED8E0-C800-4CE6-8D2D-2211304A5C9D}"/>
              </a:ext>
            </a:extLst>
          </p:cNvPr>
          <p:cNvSpPr>
            <a:spLocks noGrp="1" noChangeArrowheads="1"/>
          </p:cNvSpPr>
          <p:nvPr>
            <p:ph type="sldNum" sz="quarter" idx="5"/>
          </p:nvPr>
        </p:nvSpPr>
        <p:spPr>
          <a:ln/>
        </p:spPr>
        <p:txBody>
          <a:bodyPr/>
          <a:lstStyle/>
          <a:p>
            <a:fld id="{6A89BED2-4D4A-49AE-83F0-3086AE72B6B3}" type="slidenum">
              <a:rPr lang="en-US" altLang="zh-CN"/>
              <a:pPr/>
              <a:t>10</a:t>
            </a:fld>
            <a:endParaRPr lang="en-US" altLang="zh-CN"/>
          </a:p>
        </p:txBody>
      </p:sp>
      <p:sp>
        <p:nvSpPr>
          <p:cNvPr id="660482" name="Rectangle 2">
            <a:extLst>
              <a:ext uri="{FF2B5EF4-FFF2-40B4-BE49-F238E27FC236}">
                <a16:creationId xmlns:a16="http://schemas.microsoft.com/office/drawing/2014/main" id="{B0E5FF7E-B33F-4DA8-8E8F-959611C9FC1C}"/>
              </a:ext>
            </a:extLst>
          </p:cNvPr>
          <p:cNvSpPr>
            <a:spLocks noGrp="1" noRot="1" noChangeAspect="1" noChangeArrowheads="1" noTextEdit="1"/>
          </p:cNvSpPr>
          <p:nvPr>
            <p:ph type="sldImg"/>
          </p:nvPr>
        </p:nvSpPr>
        <p:spPr>
          <a:ln/>
        </p:spPr>
      </p:sp>
      <p:sp>
        <p:nvSpPr>
          <p:cNvPr id="660483" name="Rectangle 3">
            <a:extLst>
              <a:ext uri="{FF2B5EF4-FFF2-40B4-BE49-F238E27FC236}">
                <a16:creationId xmlns:a16="http://schemas.microsoft.com/office/drawing/2014/main" id="{B1306239-8A8A-4C58-81C2-AA4FFDB73669}"/>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6368686-3011-4BCC-8AB2-FC207E5A2117}"/>
              </a:ext>
            </a:extLst>
          </p:cNvPr>
          <p:cNvSpPr>
            <a:spLocks noGrp="1" noChangeArrowheads="1"/>
          </p:cNvSpPr>
          <p:nvPr>
            <p:ph type="sldNum" sz="quarter" idx="5"/>
          </p:nvPr>
        </p:nvSpPr>
        <p:spPr>
          <a:ln/>
        </p:spPr>
        <p:txBody>
          <a:bodyPr/>
          <a:lstStyle/>
          <a:p>
            <a:fld id="{C2B20E1C-A668-43CC-896E-15FB284F994E}" type="slidenum">
              <a:rPr lang="en-US" altLang="zh-CN"/>
              <a:pPr/>
              <a:t>11</a:t>
            </a:fld>
            <a:endParaRPr lang="en-US" altLang="zh-CN"/>
          </a:p>
        </p:txBody>
      </p:sp>
      <p:sp>
        <p:nvSpPr>
          <p:cNvPr id="664578" name="Rectangle 2">
            <a:extLst>
              <a:ext uri="{FF2B5EF4-FFF2-40B4-BE49-F238E27FC236}">
                <a16:creationId xmlns:a16="http://schemas.microsoft.com/office/drawing/2014/main" id="{57214CDB-14A4-440D-8FBC-12E24949FFB0}"/>
              </a:ext>
            </a:extLst>
          </p:cNvPr>
          <p:cNvSpPr>
            <a:spLocks noGrp="1" noRot="1" noChangeAspect="1" noChangeArrowheads="1" noTextEdit="1"/>
          </p:cNvSpPr>
          <p:nvPr>
            <p:ph type="sldImg"/>
          </p:nvPr>
        </p:nvSpPr>
        <p:spPr>
          <a:ln/>
        </p:spPr>
      </p:sp>
      <p:sp>
        <p:nvSpPr>
          <p:cNvPr id="664579" name="Rectangle 3">
            <a:extLst>
              <a:ext uri="{FF2B5EF4-FFF2-40B4-BE49-F238E27FC236}">
                <a16:creationId xmlns:a16="http://schemas.microsoft.com/office/drawing/2014/main" id="{A792DB4B-0558-49BA-93B8-2725E56439D0}"/>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5BC77D9-492F-460F-A351-DBECB6520DC5}"/>
              </a:ext>
            </a:extLst>
          </p:cNvPr>
          <p:cNvSpPr>
            <a:spLocks noGrp="1" noChangeArrowheads="1"/>
          </p:cNvSpPr>
          <p:nvPr>
            <p:ph type="sldNum" sz="quarter" idx="5"/>
          </p:nvPr>
        </p:nvSpPr>
        <p:spPr>
          <a:ln/>
        </p:spPr>
        <p:txBody>
          <a:bodyPr/>
          <a:lstStyle/>
          <a:p>
            <a:fld id="{ADB362C4-27AE-4847-921C-293B5D0087E3}" type="slidenum">
              <a:rPr lang="en-US" altLang="zh-CN"/>
              <a:pPr/>
              <a:t>12</a:t>
            </a:fld>
            <a:endParaRPr lang="en-US" altLang="zh-CN"/>
          </a:p>
        </p:txBody>
      </p:sp>
      <p:sp>
        <p:nvSpPr>
          <p:cNvPr id="665602" name="Rectangle 2">
            <a:extLst>
              <a:ext uri="{FF2B5EF4-FFF2-40B4-BE49-F238E27FC236}">
                <a16:creationId xmlns:a16="http://schemas.microsoft.com/office/drawing/2014/main" id="{E6DD1D3A-A9A2-4C96-BE4C-19C28EB73B98}"/>
              </a:ext>
            </a:extLst>
          </p:cNvPr>
          <p:cNvSpPr>
            <a:spLocks noGrp="1" noRot="1" noChangeAspect="1" noChangeArrowheads="1" noTextEdit="1"/>
          </p:cNvSpPr>
          <p:nvPr>
            <p:ph type="sldImg"/>
          </p:nvPr>
        </p:nvSpPr>
        <p:spPr>
          <a:ln/>
        </p:spPr>
      </p:sp>
      <p:sp>
        <p:nvSpPr>
          <p:cNvPr id="665603" name="Rectangle 3">
            <a:extLst>
              <a:ext uri="{FF2B5EF4-FFF2-40B4-BE49-F238E27FC236}">
                <a16:creationId xmlns:a16="http://schemas.microsoft.com/office/drawing/2014/main" id="{8E50E89B-BF62-4573-9059-8ED31ADB4465}"/>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4EB3128-FFA5-4EC1-8404-25D95EF86180}"/>
              </a:ext>
            </a:extLst>
          </p:cNvPr>
          <p:cNvSpPr>
            <a:spLocks noGrp="1" noChangeArrowheads="1"/>
          </p:cNvSpPr>
          <p:nvPr>
            <p:ph type="sldNum" sz="quarter" idx="5"/>
          </p:nvPr>
        </p:nvSpPr>
        <p:spPr>
          <a:ln/>
        </p:spPr>
        <p:txBody>
          <a:bodyPr/>
          <a:lstStyle/>
          <a:p>
            <a:fld id="{B95D24FE-E7D3-4FCF-8EF3-67A08BD0091C}" type="slidenum">
              <a:rPr lang="en-US" altLang="zh-CN"/>
              <a:pPr/>
              <a:t>13</a:t>
            </a:fld>
            <a:endParaRPr lang="en-US" altLang="zh-CN"/>
          </a:p>
        </p:txBody>
      </p:sp>
      <p:sp>
        <p:nvSpPr>
          <p:cNvPr id="666626" name="Rectangle 2">
            <a:extLst>
              <a:ext uri="{FF2B5EF4-FFF2-40B4-BE49-F238E27FC236}">
                <a16:creationId xmlns:a16="http://schemas.microsoft.com/office/drawing/2014/main" id="{5772E657-7426-4034-B181-4C7A21C59D78}"/>
              </a:ext>
            </a:extLst>
          </p:cNvPr>
          <p:cNvSpPr>
            <a:spLocks noGrp="1" noRot="1" noChangeAspect="1" noChangeArrowheads="1" noTextEdit="1"/>
          </p:cNvSpPr>
          <p:nvPr>
            <p:ph type="sldImg"/>
          </p:nvPr>
        </p:nvSpPr>
        <p:spPr>
          <a:ln/>
        </p:spPr>
      </p:sp>
      <p:sp>
        <p:nvSpPr>
          <p:cNvPr id="666627" name="Rectangle 3">
            <a:extLst>
              <a:ext uri="{FF2B5EF4-FFF2-40B4-BE49-F238E27FC236}">
                <a16:creationId xmlns:a16="http://schemas.microsoft.com/office/drawing/2014/main" id="{FACA3302-05CF-4FC6-BA7B-7E944ED285E4}"/>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112B259-4BB7-4D7D-BE7D-BD72F48A58ED}"/>
              </a:ext>
            </a:extLst>
          </p:cNvPr>
          <p:cNvSpPr>
            <a:spLocks noGrp="1" noChangeArrowheads="1"/>
          </p:cNvSpPr>
          <p:nvPr>
            <p:ph type="sldNum" sz="quarter" idx="5"/>
          </p:nvPr>
        </p:nvSpPr>
        <p:spPr>
          <a:ln/>
        </p:spPr>
        <p:txBody>
          <a:bodyPr/>
          <a:lstStyle/>
          <a:p>
            <a:fld id="{8158C209-F90F-444E-BA48-2634761CDC01}" type="slidenum">
              <a:rPr lang="en-US" altLang="zh-CN"/>
              <a:pPr/>
              <a:t>14</a:t>
            </a:fld>
            <a:endParaRPr lang="en-US" altLang="zh-CN"/>
          </a:p>
        </p:txBody>
      </p:sp>
      <p:sp>
        <p:nvSpPr>
          <p:cNvPr id="667650" name="Rectangle 2">
            <a:extLst>
              <a:ext uri="{FF2B5EF4-FFF2-40B4-BE49-F238E27FC236}">
                <a16:creationId xmlns:a16="http://schemas.microsoft.com/office/drawing/2014/main" id="{EB3DB2AF-4FB7-44C3-B511-7BE43D9E12C6}"/>
              </a:ext>
            </a:extLst>
          </p:cNvPr>
          <p:cNvSpPr>
            <a:spLocks noGrp="1" noRot="1" noChangeAspect="1" noChangeArrowheads="1" noTextEdit="1"/>
          </p:cNvSpPr>
          <p:nvPr>
            <p:ph type="sldImg"/>
          </p:nvPr>
        </p:nvSpPr>
        <p:spPr>
          <a:ln/>
        </p:spPr>
      </p:sp>
      <p:sp>
        <p:nvSpPr>
          <p:cNvPr id="667651" name="Rectangle 3">
            <a:extLst>
              <a:ext uri="{FF2B5EF4-FFF2-40B4-BE49-F238E27FC236}">
                <a16:creationId xmlns:a16="http://schemas.microsoft.com/office/drawing/2014/main" id="{DA43E57F-C0ED-4152-8D64-101F3F7BAABD}"/>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1854F22-BC69-4609-BD73-F2993ACB3869}"/>
              </a:ext>
            </a:extLst>
          </p:cNvPr>
          <p:cNvSpPr>
            <a:spLocks noGrp="1" noChangeArrowheads="1"/>
          </p:cNvSpPr>
          <p:nvPr>
            <p:ph type="sldNum" sz="quarter" idx="5"/>
          </p:nvPr>
        </p:nvSpPr>
        <p:spPr>
          <a:ln/>
        </p:spPr>
        <p:txBody>
          <a:bodyPr/>
          <a:lstStyle/>
          <a:p>
            <a:fld id="{227003FC-457F-41B9-8880-7A44A0886D41}" type="slidenum">
              <a:rPr lang="en-US" altLang="zh-CN"/>
              <a:pPr/>
              <a:t>15</a:t>
            </a:fld>
            <a:endParaRPr lang="en-US" altLang="zh-CN"/>
          </a:p>
        </p:txBody>
      </p:sp>
      <p:sp>
        <p:nvSpPr>
          <p:cNvPr id="668674" name="Rectangle 2">
            <a:extLst>
              <a:ext uri="{FF2B5EF4-FFF2-40B4-BE49-F238E27FC236}">
                <a16:creationId xmlns:a16="http://schemas.microsoft.com/office/drawing/2014/main" id="{1AA1BD58-1E0A-4AA0-8D88-930B6F35B7D7}"/>
              </a:ext>
            </a:extLst>
          </p:cNvPr>
          <p:cNvSpPr>
            <a:spLocks noGrp="1" noRot="1" noChangeAspect="1" noChangeArrowheads="1" noTextEdit="1"/>
          </p:cNvSpPr>
          <p:nvPr>
            <p:ph type="sldImg"/>
          </p:nvPr>
        </p:nvSpPr>
        <p:spPr>
          <a:ln/>
        </p:spPr>
      </p:sp>
      <p:sp>
        <p:nvSpPr>
          <p:cNvPr id="668675" name="Rectangle 3">
            <a:extLst>
              <a:ext uri="{FF2B5EF4-FFF2-40B4-BE49-F238E27FC236}">
                <a16:creationId xmlns:a16="http://schemas.microsoft.com/office/drawing/2014/main" id="{A32E3A22-C608-436E-9773-B94632A157ED}"/>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A68CD8B-3714-48BC-A5DB-F30CDD5E3CF8}"/>
              </a:ext>
            </a:extLst>
          </p:cNvPr>
          <p:cNvSpPr>
            <a:spLocks noGrp="1" noChangeArrowheads="1"/>
          </p:cNvSpPr>
          <p:nvPr>
            <p:ph type="sldNum" sz="quarter" idx="5"/>
          </p:nvPr>
        </p:nvSpPr>
        <p:spPr>
          <a:ln/>
        </p:spPr>
        <p:txBody>
          <a:bodyPr/>
          <a:lstStyle/>
          <a:p>
            <a:fld id="{216683FD-DAC3-4E33-B39C-B11EDD22F4E5}" type="slidenum">
              <a:rPr lang="en-US" altLang="zh-CN"/>
              <a:pPr/>
              <a:t>16</a:t>
            </a:fld>
            <a:endParaRPr lang="en-US" altLang="zh-CN"/>
          </a:p>
        </p:txBody>
      </p:sp>
      <p:sp>
        <p:nvSpPr>
          <p:cNvPr id="669698" name="Rectangle 2">
            <a:extLst>
              <a:ext uri="{FF2B5EF4-FFF2-40B4-BE49-F238E27FC236}">
                <a16:creationId xmlns:a16="http://schemas.microsoft.com/office/drawing/2014/main" id="{9613461B-F580-4613-95EE-17DC9064C5E9}"/>
              </a:ext>
            </a:extLst>
          </p:cNvPr>
          <p:cNvSpPr>
            <a:spLocks noGrp="1" noRot="1" noChangeAspect="1" noChangeArrowheads="1" noTextEdit="1"/>
          </p:cNvSpPr>
          <p:nvPr>
            <p:ph type="sldImg"/>
          </p:nvPr>
        </p:nvSpPr>
        <p:spPr>
          <a:ln/>
        </p:spPr>
      </p:sp>
      <p:sp>
        <p:nvSpPr>
          <p:cNvPr id="669699" name="Rectangle 3">
            <a:extLst>
              <a:ext uri="{FF2B5EF4-FFF2-40B4-BE49-F238E27FC236}">
                <a16:creationId xmlns:a16="http://schemas.microsoft.com/office/drawing/2014/main" id="{AD2858C4-848E-47FC-8F89-F23CDCBD4B9C}"/>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E135BC5-AC13-4A24-9651-74D924148841}"/>
              </a:ext>
            </a:extLst>
          </p:cNvPr>
          <p:cNvSpPr>
            <a:spLocks noGrp="1" noChangeArrowheads="1"/>
          </p:cNvSpPr>
          <p:nvPr>
            <p:ph type="sldNum" sz="quarter" idx="5"/>
          </p:nvPr>
        </p:nvSpPr>
        <p:spPr>
          <a:ln/>
        </p:spPr>
        <p:txBody>
          <a:bodyPr/>
          <a:lstStyle/>
          <a:p>
            <a:fld id="{D9F6312B-A243-4575-B190-C77DB9B73DE5}" type="slidenum">
              <a:rPr lang="en-US" altLang="zh-CN"/>
              <a:pPr/>
              <a:t>17</a:t>
            </a:fld>
            <a:endParaRPr lang="en-US" altLang="zh-CN"/>
          </a:p>
        </p:txBody>
      </p:sp>
      <p:sp>
        <p:nvSpPr>
          <p:cNvPr id="670722" name="Rectangle 2">
            <a:extLst>
              <a:ext uri="{FF2B5EF4-FFF2-40B4-BE49-F238E27FC236}">
                <a16:creationId xmlns:a16="http://schemas.microsoft.com/office/drawing/2014/main" id="{1E9F74F1-EB7D-4006-8D59-28AEB4E8E788}"/>
              </a:ext>
            </a:extLst>
          </p:cNvPr>
          <p:cNvSpPr>
            <a:spLocks noGrp="1" noRot="1" noChangeAspect="1" noChangeArrowheads="1" noTextEdit="1"/>
          </p:cNvSpPr>
          <p:nvPr>
            <p:ph type="sldImg"/>
          </p:nvPr>
        </p:nvSpPr>
        <p:spPr>
          <a:ln/>
        </p:spPr>
      </p:sp>
      <p:sp>
        <p:nvSpPr>
          <p:cNvPr id="670723" name="Rectangle 3">
            <a:extLst>
              <a:ext uri="{FF2B5EF4-FFF2-40B4-BE49-F238E27FC236}">
                <a16:creationId xmlns:a16="http://schemas.microsoft.com/office/drawing/2014/main" id="{91B8931D-803D-4CEF-9FF0-F068189C4B26}"/>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4B9D750-0D14-4ADB-BA1C-333F3B0533AB}"/>
              </a:ext>
            </a:extLst>
          </p:cNvPr>
          <p:cNvSpPr>
            <a:spLocks noGrp="1" noChangeArrowheads="1"/>
          </p:cNvSpPr>
          <p:nvPr>
            <p:ph type="sldNum" sz="quarter" idx="5"/>
          </p:nvPr>
        </p:nvSpPr>
        <p:spPr>
          <a:ln/>
        </p:spPr>
        <p:txBody>
          <a:bodyPr/>
          <a:lstStyle/>
          <a:p>
            <a:fld id="{E035EC74-3AA8-4C44-BEFF-4D4D01CC364C}" type="slidenum">
              <a:rPr lang="en-US" altLang="zh-CN"/>
              <a:pPr/>
              <a:t>18</a:t>
            </a:fld>
            <a:endParaRPr lang="en-US" altLang="zh-CN"/>
          </a:p>
        </p:txBody>
      </p:sp>
      <p:sp>
        <p:nvSpPr>
          <p:cNvPr id="671746" name="Rectangle 2">
            <a:extLst>
              <a:ext uri="{FF2B5EF4-FFF2-40B4-BE49-F238E27FC236}">
                <a16:creationId xmlns:a16="http://schemas.microsoft.com/office/drawing/2014/main" id="{B8E03F54-8F28-4944-86E9-3DAEB0738FE8}"/>
              </a:ext>
            </a:extLst>
          </p:cNvPr>
          <p:cNvSpPr>
            <a:spLocks noGrp="1" noRot="1" noChangeAspect="1" noChangeArrowheads="1" noTextEdit="1"/>
          </p:cNvSpPr>
          <p:nvPr>
            <p:ph type="sldImg"/>
          </p:nvPr>
        </p:nvSpPr>
        <p:spPr>
          <a:ln/>
        </p:spPr>
      </p:sp>
      <p:sp>
        <p:nvSpPr>
          <p:cNvPr id="671747" name="Rectangle 3">
            <a:extLst>
              <a:ext uri="{FF2B5EF4-FFF2-40B4-BE49-F238E27FC236}">
                <a16:creationId xmlns:a16="http://schemas.microsoft.com/office/drawing/2014/main" id="{DC866C59-9BAF-4092-859D-5EFADAC0B92B}"/>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3F9FE6B-01A9-4F63-8165-97BD203E4C3F}"/>
              </a:ext>
            </a:extLst>
          </p:cNvPr>
          <p:cNvSpPr>
            <a:spLocks noGrp="1" noChangeArrowheads="1"/>
          </p:cNvSpPr>
          <p:nvPr>
            <p:ph type="sldNum" sz="quarter" idx="5"/>
          </p:nvPr>
        </p:nvSpPr>
        <p:spPr>
          <a:ln/>
        </p:spPr>
        <p:txBody>
          <a:bodyPr/>
          <a:lstStyle/>
          <a:p>
            <a:fld id="{340A7341-A19A-4FC3-AF34-984CEC9D92D6}" type="slidenum">
              <a:rPr lang="en-US" altLang="zh-CN"/>
              <a:pPr/>
              <a:t>19</a:t>
            </a:fld>
            <a:endParaRPr lang="en-US" altLang="zh-CN"/>
          </a:p>
        </p:txBody>
      </p:sp>
      <p:sp>
        <p:nvSpPr>
          <p:cNvPr id="672770" name="Rectangle 2">
            <a:extLst>
              <a:ext uri="{FF2B5EF4-FFF2-40B4-BE49-F238E27FC236}">
                <a16:creationId xmlns:a16="http://schemas.microsoft.com/office/drawing/2014/main" id="{ACA8429E-4E40-40A3-A720-41C5B460BF3D}"/>
              </a:ext>
            </a:extLst>
          </p:cNvPr>
          <p:cNvSpPr>
            <a:spLocks noGrp="1" noRot="1" noChangeAspect="1" noChangeArrowheads="1" noTextEdit="1"/>
          </p:cNvSpPr>
          <p:nvPr>
            <p:ph type="sldImg"/>
          </p:nvPr>
        </p:nvSpPr>
        <p:spPr>
          <a:ln/>
        </p:spPr>
      </p:sp>
      <p:sp>
        <p:nvSpPr>
          <p:cNvPr id="672771" name="Rectangle 3">
            <a:extLst>
              <a:ext uri="{FF2B5EF4-FFF2-40B4-BE49-F238E27FC236}">
                <a16:creationId xmlns:a16="http://schemas.microsoft.com/office/drawing/2014/main" id="{03A7BF58-6B42-4D5D-B043-B04C096C7624}"/>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B018092-478D-4983-8E67-BFC3202025DA}"/>
              </a:ext>
            </a:extLst>
          </p:cNvPr>
          <p:cNvSpPr>
            <a:spLocks noGrp="1" noChangeArrowheads="1"/>
          </p:cNvSpPr>
          <p:nvPr>
            <p:ph type="sldNum" sz="quarter" idx="5"/>
          </p:nvPr>
        </p:nvSpPr>
        <p:spPr>
          <a:ln/>
        </p:spPr>
        <p:txBody>
          <a:bodyPr/>
          <a:lstStyle/>
          <a:p>
            <a:fld id="{C2F371CD-F2A9-4637-A407-DCFCCDE7B56C}" type="slidenum">
              <a:rPr lang="en-US" altLang="zh-CN"/>
              <a:pPr/>
              <a:t>20</a:t>
            </a:fld>
            <a:endParaRPr lang="en-US" altLang="zh-CN"/>
          </a:p>
        </p:txBody>
      </p:sp>
      <p:sp>
        <p:nvSpPr>
          <p:cNvPr id="673794" name="Rectangle 2">
            <a:extLst>
              <a:ext uri="{FF2B5EF4-FFF2-40B4-BE49-F238E27FC236}">
                <a16:creationId xmlns:a16="http://schemas.microsoft.com/office/drawing/2014/main" id="{7A8B1C4C-6135-4D2B-B790-406BC40FC46F}"/>
              </a:ext>
            </a:extLst>
          </p:cNvPr>
          <p:cNvSpPr>
            <a:spLocks noGrp="1" noRot="1" noChangeAspect="1" noChangeArrowheads="1" noTextEdit="1"/>
          </p:cNvSpPr>
          <p:nvPr>
            <p:ph type="sldImg"/>
          </p:nvPr>
        </p:nvSpPr>
        <p:spPr>
          <a:ln/>
        </p:spPr>
      </p:sp>
      <p:sp>
        <p:nvSpPr>
          <p:cNvPr id="673795" name="Rectangle 3">
            <a:extLst>
              <a:ext uri="{FF2B5EF4-FFF2-40B4-BE49-F238E27FC236}">
                <a16:creationId xmlns:a16="http://schemas.microsoft.com/office/drawing/2014/main" id="{02461055-7BF3-49DB-A3A1-86D03C8DF878}"/>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DC2B4F6-E444-41B7-807C-92818A7AABE1}"/>
              </a:ext>
            </a:extLst>
          </p:cNvPr>
          <p:cNvSpPr>
            <a:spLocks noGrp="1" noChangeArrowheads="1"/>
          </p:cNvSpPr>
          <p:nvPr>
            <p:ph type="sldNum" sz="quarter" idx="5"/>
          </p:nvPr>
        </p:nvSpPr>
        <p:spPr>
          <a:ln/>
        </p:spPr>
        <p:txBody>
          <a:bodyPr/>
          <a:lstStyle/>
          <a:p>
            <a:fld id="{1E1E8961-C978-4645-8DA2-54F836E5D4CC}" type="slidenum">
              <a:rPr lang="en-US" altLang="zh-CN"/>
              <a:pPr/>
              <a:t>21</a:t>
            </a:fld>
            <a:endParaRPr lang="en-US" altLang="zh-CN"/>
          </a:p>
        </p:txBody>
      </p:sp>
      <p:sp>
        <p:nvSpPr>
          <p:cNvPr id="674818" name="Rectangle 2">
            <a:extLst>
              <a:ext uri="{FF2B5EF4-FFF2-40B4-BE49-F238E27FC236}">
                <a16:creationId xmlns:a16="http://schemas.microsoft.com/office/drawing/2014/main" id="{5F6D94F0-5FD3-479B-A251-325F33C904CC}"/>
              </a:ext>
            </a:extLst>
          </p:cNvPr>
          <p:cNvSpPr>
            <a:spLocks noGrp="1" noRot="1" noChangeAspect="1" noChangeArrowheads="1" noTextEdit="1"/>
          </p:cNvSpPr>
          <p:nvPr>
            <p:ph type="sldImg"/>
          </p:nvPr>
        </p:nvSpPr>
        <p:spPr>
          <a:ln/>
        </p:spPr>
      </p:sp>
      <p:sp>
        <p:nvSpPr>
          <p:cNvPr id="674819" name="Rectangle 3">
            <a:extLst>
              <a:ext uri="{FF2B5EF4-FFF2-40B4-BE49-F238E27FC236}">
                <a16:creationId xmlns:a16="http://schemas.microsoft.com/office/drawing/2014/main" id="{01834A67-9D08-4C3F-8AEE-12E4F8830BDB}"/>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61CB23D-300C-4EFF-AF23-034206AD175C}"/>
              </a:ext>
            </a:extLst>
          </p:cNvPr>
          <p:cNvSpPr>
            <a:spLocks noGrp="1" noChangeArrowheads="1"/>
          </p:cNvSpPr>
          <p:nvPr>
            <p:ph type="sldNum" sz="quarter" idx="5"/>
          </p:nvPr>
        </p:nvSpPr>
        <p:spPr>
          <a:ln/>
        </p:spPr>
        <p:txBody>
          <a:bodyPr/>
          <a:lstStyle/>
          <a:p>
            <a:fld id="{C341424B-EDD3-4467-9BE9-6A13658EABDA}" type="slidenum">
              <a:rPr lang="en-US" altLang="zh-CN"/>
              <a:pPr/>
              <a:t>22</a:t>
            </a:fld>
            <a:endParaRPr lang="en-US" altLang="zh-CN"/>
          </a:p>
        </p:txBody>
      </p:sp>
      <p:sp>
        <p:nvSpPr>
          <p:cNvPr id="675842" name="Rectangle 2">
            <a:extLst>
              <a:ext uri="{FF2B5EF4-FFF2-40B4-BE49-F238E27FC236}">
                <a16:creationId xmlns:a16="http://schemas.microsoft.com/office/drawing/2014/main" id="{0BA5E007-EF56-4770-8FC9-7D2AC6D9A877}"/>
              </a:ext>
            </a:extLst>
          </p:cNvPr>
          <p:cNvSpPr>
            <a:spLocks noGrp="1" noRot="1" noChangeAspect="1" noChangeArrowheads="1" noTextEdit="1"/>
          </p:cNvSpPr>
          <p:nvPr>
            <p:ph type="sldImg"/>
          </p:nvPr>
        </p:nvSpPr>
        <p:spPr>
          <a:ln/>
        </p:spPr>
      </p:sp>
      <p:sp>
        <p:nvSpPr>
          <p:cNvPr id="675843" name="Rectangle 3">
            <a:extLst>
              <a:ext uri="{FF2B5EF4-FFF2-40B4-BE49-F238E27FC236}">
                <a16:creationId xmlns:a16="http://schemas.microsoft.com/office/drawing/2014/main" id="{40000419-4157-4407-82FA-69B3ADDD0CAC}"/>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CE59F0B-8880-476C-93C2-322B43C0B19A}"/>
              </a:ext>
            </a:extLst>
          </p:cNvPr>
          <p:cNvSpPr>
            <a:spLocks noGrp="1" noChangeArrowheads="1"/>
          </p:cNvSpPr>
          <p:nvPr>
            <p:ph type="sldNum" sz="quarter" idx="5"/>
          </p:nvPr>
        </p:nvSpPr>
        <p:spPr>
          <a:ln/>
        </p:spPr>
        <p:txBody>
          <a:bodyPr/>
          <a:lstStyle/>
          <a:p>
            <a:fld id="{305A36A5-F21F-4060-B696-20C888E5D5E4}" type="slidenum">
              <a:rPr lang="en-US" altLang="zh-CN"/>
              <a:pPr/>
              <a:t>23</a:t>
            </a:fld>
            <a:endParaRPr lang="en-US" altLang="zh-CN"/>
          </a:p>
        </p:txBody>
      </p:sp>
      <p:sp>
        <p:nvSpPr>
          <p:cNvPr id="676866" name="Rectangle 2">
            <a:extLst>
              <a:ext uri="{FF2B5EF4-FFF2-40B4-BE49-F238E27FC236}">
                <a16:creationId xmlns:a16="http://schemas.microsoft.com/office/drawing/2014/main" id="{2027424E-3363-4210-B6D3-4246441ED722}"/>
              </a:ext>
            </a:extLst>
          </p:cNvPr>
          <p:cNvSpPr>
            <a:spLocks noGrp="1" noRot="1" noChangeAspect="1" noChangeArrowheads="1" noTextEdit="1"/>
          </p:cNvSpPr>
          <p:nvPr>
            <p:ph type="sldImg"/>
          </p:nvPr>
        </p:nvSpPr>
        <p:spPr>
          <a:ln/>
        </p:spPr>
      </p:sp>
      <p:sp>
        <p:nvSpPr>
          <p:cNvPr id="676867" name="Rectangle 3">
            <a:extLst>
              <a:ext uri="{FF2B5EF4-FFF2-40B4-BE49-F238E27FC236}">
                <a16:creationId xmlns:a16="http://schemas.microsoft.com/office/drawing/2014/main" id="{C0A447DF-835A-490C-9A03-BF32FDBEADA9}"/>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E4B8F82-8835-46AD-BC3A-8A327E5C5AD1}"/>
              </a:ext>
            </a:extLst>
          </p:cNvPr>
          <p:cNvSpPr>
            <a:spLocks noGrp="1" noChangeArrowheads="1"/>
          </p:cNvSpPr>
          <p:nvPr>
            <p:ph type="sldNum" sz="quarter" idx="5"/>
          </p:nvPr>
        </p:nvSpPr>
        <p:spPr>
          <a:ln/>
        </p:spPr>
        <p:txBody>
          <a:bodyPr/>
          <a:lstStyle/>
          <a:p>
            <a:fld id="{357BAC30-5A5F-4041-9F6A-5349CD950A60}" type="slidenum">
              <a:rPr lang="en-US" altLang="zh-CN"/>
              <a:pPr/>
              <a:t>24</a:t>
            </a:fld>
            <a:endParaRPr lang="en-US" altLang="zh-CN"/>
          </a:p>
        </p:txBody>
      </p:sp>
      <p:sp>
        <p:nvSpPr>
          <p:cNvPr id="677890" name="Rectangle 2">
            <a:extLst>
              <a:ext uri="{FF2B5EF4-FFF2-40B4-BE49-F238E27FC236}">
                <a16:creationId xmlns:a16="http://schemas.microsoft.com/office/drawing/2014/main" id="{15B0EE08-65E8-4F9F-9A75-F97BC6486061}"/>
              </a:ext>
            </a:extLst>
          </p:cNvPr>
          <p:cNvSpPr>
            <a:spLocks noGrp="1" noRot="1" noChangeAspect="1" noChangeArrowheads="1" noTextEdit="1"/>
          </p:cNvSpPr>
          <p:nvPr>
            <p:ph type="sldImg"/>
          </p:nvPr>
        </p:nvSpPr>
        <p:spPr>
          <a:ln/>
        </p:spPr>
      </p:sp>
      <p:sp>
        <p:nvSpPr>
          <p:cNvPr id="677891" name="Rectangle 3">
            <a:extLst>
              <a:ext uri="{FF2B5EF4-FFF2-40B4-BE49-F238E27FC236}">
                <a16:creationId xmlns:a16="http://schemas.microsoft.com/office/drawing/2014/main" id="{332E2D27-1A30-49B3-8D37-FEA7497EA50D}"/>
              </a:ext>
            </a:extLst>
          </p:cNvPr>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45F6C0-C209-4DA2-A551-F4BA03F8446B}"/>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F6E2D70-AAD2-49DE-94E1-D48F4CBF55B3}"/>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5E9EE92-D9D7-4178-BE93-3892288EA257}"/>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6A351170-19BF-4CF6-9F7C-C8CC03F20C0F}"/>
              </a:ext>
            </a:extLst>
          </p:cNvPr>
          <p:cNvSpPr>
            <a:spLocks noGrp="1"/>
          </p:cNvSpPr>
          <p:nvPr>
            <p:ph type="ftr" sz="quarter" idx="11"/>
          </p:nvPr>
        </p:nvSpPr>
        <p:spPr/>
        <p:txBody>
          <a:bodyPr/>
          <a:lstStyle>
            <a:lvl1pPr>
              <a:defRPr/>
            </a:lvl1pPr>
          </a:lstStyle>
          <a:p>
            <a:r>
              <a:rPr lang="en-US" altLang="zh-CN"/>
              <a:t>清华大学电路原理教学组</a:t>
            </a:r>
          </a:p>
        </p:txBody>
      </p:sp>
      <p:sp>
        <p:nvSpPr>
          <p:cNvPr id="6" name="灯片编号占位符 5">
            <a:extLst>
              <a:ext uri="{FF2B5EF4-FFF2-40B4-BE49-F238E27FC236}">
                <a16:creationId xmlns:a16="http://schemas.microsoft.com/office/drawing/2014/main" id="{0A03C842-22DA-4E60-963C-C58333F98958}"/>
              </a:ext>
            </a:extLst>
          </p:cNvPr>
          <p:cNvSpPr>
            <a:spLocks noGrp="1"/>
          </p:cNvSpPr>
          <p:nvPr>
            <p:ph type="sldNum" sz="quarter" idx="12"/>
          </p:nvPr>
        </p:nvSpPr>
        <p:spPr/>
        <p:txBody>
          <a:bodyPr/>
          <a:lstStyle>
            <a:lvl1pPr>
              <a:defRPr/>
            </a:lvl1pPr>
          </a:lstStyle>
          <a:p>
            <a:fld id="{57C75562-32E0-4638-B6BC-77891BD69E6A}" type="slidenum">
              <a:rPr lang="en-US" altLang="zh-CN"/>
              <a:pPr/>
              <a:t>‹#›</a:t>
            </a:fld>
            <a:endParaRPr lang="en-US" altLang="zh-CN"/>
          </a:p>
        </p:txBody>
      </p:sp>
    </p:spTree>
    <p:extLst>
      <p:ext uri="{BB962C8B-B14F-4D97-AF65-F5344CB8AC3E}">
        <p14:creationId xmlns:p14="http://schemas.microsoft.com/office/powerpoint/2010/main" val="4208854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B5B1E9-5912-4763-ACE8-91B3450F5BA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824A514-0240-4EA8-AE70-22A373E5811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4D618B3-8F2E-47EC-8150-1A8AEABE33C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D4B984F-9BF8-44DC-9318-5FF51769AC92}"/>
              </a:ext>
            </a:extLst>
          </p:cNvPr>
          <p:cNvSpPr>
            <a:spLocks noGrp="1"/>
          </p:cNvSpPr>
          <p:nvPr>
            <p:ph type="ftr" sz="quarter" idx="11"/>
          </p:nvPr>
        </p:nvSpPr>
        <p:spPr/>
        <p:txBody>
          <a:bodyPr/>
          <a:lstStyle>
            <a:lvl1pPr>
              <a:defRPr/>
            </a:lvl1pPr>
          </a:lstStyle>
          <a:p>
            <a:r>
              <a:rPr lang="en-US" altLang="zh-CN"/>
              <a:t>清华大学电路原理教学组</a:t>
            </a:r>
          </a:p>
        </p:txBody>
      </p:sp>
      <p:sp>
        <p:nvSpPr>
          <p:cNvPr id="6" name="灯片编号占位符 5">
            <a:extLst>
              <a:ext uri="{FF2B5EF4-FFF2-40B4-BE49-F238E27FC236}">
                <a16:creationId xmlns:a16="http://schemas.microsoft.com/office/drawing/2014/main" id="{F86456AE-867E-4E6C-BE4A-994E1CDA393F}"/>
              </a:ext>
            </a:extLst>
          </p:cNvPr>
          <p:cNvSpPr>
            <a:spLocks noGrp="1"/>
          </p:cNvSpPr>
          <p:nvPr>
            <p:ph type="sldNum" sz="quarter" idx="12"/>
          </p:nvPr>
        </p:nvSpPr>
        <p:spPr/>
        <p:txBody>
          <a:bodyPr/>
          <a:lstStyle>
            <a:lvl1pPr>
              <a:defRPr/>
            </a:lvl1pPr>
          </a:lstStyle>
          <a:p>
            <a:fld id="{352EC022-EFC0-4771-8D2A-053A0099261D}" type="slidenum">
              <a:rPr lang="en-US" altLang="zh-CN"/>
              <a:pPr/>
              <a:t>‹#›</a:t>
            </a:fld>
            <a:endParaRPr lang="en-US" altLang="zh-CN"/>
          </a:p>
        </p:txBody>
      </p:sp>
    </p:spTree>
    <p:extLst>
      <p:ext uri="{BB962C8B-B14F-4D97-AF65-F5344CB8AC3E}">
        <p14:creationId xmlns:p14="http://schemas.microsoft.com/office/powerpoint/2010/main" val="681442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62A11E-A5E6-468F-9F22-612FE33E7C1C}"/>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5BA3D77-E0BD-4F2E-B9B3-CFBCBCF72C83}"/>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BAAC57F-A313-4D17-AFB3-D45C81F30DCC}"/>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0956E878-37CF-40AE-8C53-E461F2B00F90}"/>
              </a:ext>
            </a:extLst>
          </p:cNvPr>
          <p:cNvSpPr>
            <a:spLocks noGrp="1"/>
          </p:cNvSpPr>
          <p:nvPr>
            <p:ph type="ftr" sz="quarter" idx="11"/>
          </p:nvPr>
        </p:nvSpPr>
        <p:spPr/>
        <p:txBody>
          <a:bodyPr/>
          <a:lstStyle>
            <a:lvl1pPr>
              <a:defRPr/>
            </a:lvl1pPr>
          </a:lstStyle>
          <a:p>
            <a:r>
              <a:rPr lang="en-US" altLang="zh-CN"/>
              <a:t>清华大学电路原理教学组</a:t>
            </a:r>
          </a:p>
        </p:txBody>
      </p:sp>
      <p:sp>
        <p:nvSpPr>
          <p:cNvPr id="6" name="灯片编号占位符 5">
            <a:extLst>
              <a:ext uri="{FF2B5EF4-FFF2-40B4-BE49-F238E27FC236}">
                <a16:creationId xmlns:a16="http://schemas.microsoft.com/office/drawing/2014/main" id="{6D6F53F2-D5C8-4D93-8550-D938D421D711}"/>
              </a:ext>
            </a:extLst>
          </p:cNvPr>
          <p:cNvSpPr>
            <a:spLocks noGrp="1"/>
          </p:cNvSpPr>
          <p:nvPr>
            <p:ph type="sldNum" sz="quarter" idx="12"/>
          </p:nvPr>
        </p:nvSpPr>
        <p:spPr/>
        <p:txBody>
          <a:bodyPr/>
          <a:lstStyle>
            <a:lvl1pPr>
              <a:defRPr/>
            </a:lvl1pPr>
          </a:lstStyle>
          <a:p>
            <a:fld id="{462BE2D5-F521-4E58-8C3D-98B7BF691EFD}" type="slidenum">
              <a:rPr lang="en-US" altLang="zh-CN"/>
              <a:pPr/>
              <a:t>‹#›</a:t>
            </a:fld>
            <a:endParaRPr lang="en-US" altLang="zh-CN"/>
          </a:p>
        </p:txBody>
      </p:sp>
    </p:spTree>
    <p:extLst>
      <p:ext uri="{BB962C8B-B14F-4D97-AF65-F5344CB8AC3E}">
        <p14:creationId xmlns:p14="http://schemas.microsoft.com/office/powerpoint/2010/main" val="111951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822DE3-3E25-4C78-93B0-675981A746C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7AAE069-A4B0-4CDC-99B7-701BBB398041}"/>
              </a:ext>
            </a:extLst>
          </p:cNvPr>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FC7C9BE-B8B7-400B-8F2A-ED476ED6BBD7}"/>
              </a:ext>
            </a:extLst>
          </p:cNvPr>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40E7DCA-7E9C-4385-A91A-14385F6E0403}"/>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1A1906C-D2F4-4706-BA23-B933F91E7BEF}"/>
              </a:ext>
            </a:extLst>
          </p:cNvPr>
          <p:cNvSpPr>
            <a:spLocks noGrp="1"/>
          </p:cNvSpPr>
          <p:nvPr>
            <p:ph type="ftr" sz="quarter" idx="11"/>
          </p:nvPr>
        </p:nvSpPr>
        <p:spPr/>
        <p:txBody>
          <a:bodyPr/>
          <a:lstStyle>
            <a:lvl1pPr>
              <a:defRPr/>
            </a:lvl1pPr>
          </a:lstStyle>
          <a:p>
            <a:r>
              <a:rPr lang="en-US" altLang="zh-CN"/>
              <a:t>清华大学电路原理教学组</a:t>
            </a:r>
          </a:p>
        </p:txBody>
      </p:sp>
      <p:sp>
        <p:nvSpPr>
          <p:cNvPr id="7" name="灯片编号占位符 6">
            <a:extLst>
              <a:ext uri="{FF2B5EF4-FFF2-40B4-BE49-F238E27FC236}">
                <a16:creationId xmlns:a16="http://schemas.microsoft.com/office/drawing/2014/main" id="{3FA27DE4-E2DB-4085-A6D1-AC97CABB8EEA}"/>
              </a:ext>
            </a:extLst>
          </p:cNvPr>
          <p:cNvSpPr>
            <a:spLocks noGrp="1"/>
          </p:cNvSpPr>
          <p:nvPr>
            <p:ph type="sldNum" sz="quarter" idx="12"/>
          </p:nvPr>
        </p:nvSpPr>
        <p:spPr/>
        <p:txBody>
          <a:bodyPr/>
          <a:lstStyle>
            <a:lvl1pPr>
              <a:defRPr/>
            </a:lvl1pPr>
          </a:lstStyle>
          <a:p>
            <a:fld id="{12AB6A90-5B55-49F1-B577-9AA397592F5D}" type="slidenum">
              <a:rPr lang="en-US" altLang="zh-CN"/>
              <a:pPr/>
              <a:t>‹#›</a:t>
            </a:fld>
            <a:endParaRPr lang="en-US" altLang="zh-CN"/>
          </a:p>
        </p:txBody>
      </p:sp>
    </p:spTree>
    <p:extLst>
      <p:ext uri="{BB962C8B-B14F-4D97-AF65-F5344CB8AC3E}">
        <p14:creationId xmlns:p14="http://schemas.microsoft.com/office/powerpoint/2010/main" val="3916639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7BA32-7B96-4279-8AC0-34AF7AB23F25}"/>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F74F797-BD24-4463-B4CD-E6A7FEB47F36}"/>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BF2D29A-D719-4821-98BA-55ACFFDA1667}"/>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E6AB6CE-EBF8-4FDD-AFE7-A4C5D16A479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5F4C77-7500-41FF-A256-806137A60123}"/>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AC8F119-32EC-4A09-BF7F-5F2CD864EF4B}"/>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49E569B9-1D42-45DE-9B44-4E57A2660BFE}"/>
              </a:ext>
            </a:extLst>
          </p:cNvPr>
          <p:cNvSpPr>
            <a:spLocks noGrp="1"/>
          </p:cNvSpPr>
          <p:nvPr>
            <p:ph type="ftr" sz="quarter" idx="11"/>
          </p:nvPr>
        </p:nvSpPr>
        <p:spPr/>
        <p:txBody>
          <a:bodyPr/>
          <a:lstStyle>
            <a:lvl1pPr>
              <a:defRPr/>
            </a:lvl1pPr>
          </a:lstStyle>
          <a:p>
            <a:r>
              <a:rPr lang="en-US" altLang="zh-CN"/>
              <a:t>清华大学电路原理教学组</a:t>
            </a:r>
          </a:p>
        </p:txBody>
      </p:sp>
      <p:sp>
        <p:nvSpPr>
          <p:cNvPr id="9" name="灯片编号占位符 8">
            <a:extLst>
              <a:ext uri="{FF2B5EF4-FFF2-40B4-BE49-F238E27FC236}">
                <a16:creationId xmlns:a16="http://schemas.microsoft.com/office/drawing/2014/main" id="{7A497C83-D550-4493-A1CC-414D4AA3A03E}"/>
              </a:ext>
            </a:extLst>
          </p:cNvPr>
          <p:cNvSpPr>
            <a:spLocks noGrp="1"/>
          </p:cNvSpPr>
          <p:nvPr>
            <p:ph type="sldNum" sz="quarter" idx="12"/>
          </p:nvPr>
        </p:nvSpPr>
        <p:spPr/>
        <p:txBody>
          <a:bodyPr/>
          <a:lstStyle>
            <a:lvl1pPr>
              <a:defRPr/>
            </a:lvl1pPr>
          </a:lstStyle>
          <a:p>
            <a:fld id="{166752EE-381D-4DC0-B11A-90467141E4D9}" type="slidenum">
              <a:rPr lang="en-US" altLang="zh-CN"/>
              <a:pPr/>
              <a:t>‹#›</a:t>
            </a:fld>
            <a:endParaRPr lang="en-US" altLang="zh-CN"/>
          </a:p>
        </p:txBody>
      </p:sp>
    </p:spTree>
    <p:extLst>
      <p:ext uri="{BB962C8B-B14F-4D97-AF65-F5344CB8AC3E}">
        <p14:creationId xmlns:p14="http://schemas.microsoft.com/office/powerpoint/2010/main" val="1398412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8C255C-A422-44D3-B59B-09674C68820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F49A914-4BAE-4500-AFD3-9DCF21830D07}"/>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FB5AB175-E46B-4A22-951A-5FD0695DC1C2}"/>
              </a:ext>
            </a:extLst>
          </p:cNvPr>
          <p:cNvSpPr>
            <a:spLocks noGrp="1"/>
          </p:cNvSpPr>
          <p:nvPr>
            <p:ph type="ftr" sz="quarter" idx="11"/>
          </p:nvPr>
        </p:nvSpPr>
        <p:spPr/>
        <p:txBody>
          <a:bodyPr/>
          <a:lstStyle>
            <a:lvl1pPr>
              <a:defRPr/>
            </a:lvl1pPr>
          </a:lstStyle>
          <a:p>
            <a:r>
              <a:rPr lang="en-US" altLang="zh-CN"/>
              <a:t>清华大学电路原理教学组</a:t>
            </a:r>
          </a:p>
        </p:txBody>
      </p:sp>
      <p:sp>
        <p:nvSpPr>
          <p:cNvPr id="5" name="灯片编号占位符 4">
            <a:extLst>
              <a:ext uri="{FF2B5EF4-FFF2-40B4-BE49-F238E27FC236}">
                <a16:creationId xmlns:a16="http://schemas.microsoft.com/office/drawing/2014/main" id="{BBDC8F40-8F6A-4300-A1C7-15899EDF3DBF}"/>
              </a:ext>
            </a:extLst>
          </p:cNvPr>
          <p:cNvSpPr>
            <a:spLocks noGrp="1"/>
          </p:cNvSpPr>
          <p:nvPr>
            <p:ph type="sldNum" sz="quarter" idx="12"/>
          </p:nvPr>
        </p:nvSpPr>
        <p:spPr/>
        <p:txBody>
          <a:bodyPr/>
          <a:lstStyle>
            <a:lvl1pPr>
              <a:defRPr/>
            </a:lvl1pPr>
          </a:lstStyle>
          <a:p>
            <a:fld id="{6BFFB66F-A135-4315-AA1C-A4247539DF1A}" type="slidenum">
              <a:rPr lang="en-US" altLang="zh-CN"/>
              <a:pPr/>
              <a:t>‹#›</a:t>
            </a:fld>
            <a:endParaRPr lang="en-US" altLang="zh-CN"/>
          </a:p>
        </p:txBody>
      </p:sp>
    </p:spTree>
    <p:extLst>
      <p:ext uri="{BB962C8B-B14F-4D97-AF65-F5344CB8AC3E}">
        <p14:creationId xmlns:p14="http://schemas.microsoft.com/office/powerpoint/2010/main" val="1455001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EC65215-0572-4E72-968B-A7AF6E879094}"/>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925FC841-4F27-4867-9248-734C878DBB3F}"/>
              </a:ext>
            </a:extLst>
          </p:cNvPr>
          <p:cNvSpPr>
            <a:spLocks noGrp="1"/>
          </p:cNvSpPr>
          <p:nvPr>
            <p:ph type="ftr" sz="quarter" idx="11"/>
          </p:nvPr>
        </p:nvSpPr>
        <p:spPr/>
        <p:txBody>
          <a:bodyPr/>
          <a:lstStyle>
            <a:lvl1pPr>
              <a:defRPr/>
            </a:lvl1pPr>
          </a:lstStyle>
          <a:p>
            <a:r>
              <a:rPr lang="en-US" altLang="zh-CN"/>
              <a:t>清华大学电路原理教学组</a:t>
            </a:r>
          </a:p>
        </p:txBody>
      </p:sp>
      <p:sp>
        <p:nvSpPr>
          <p:cNvPr id="4" name="灯片编号占位符 3">
            <a:extLst>
              <a:ext uri="{FF2B5EF4-FFF2-40B4-BE49-F238E27FC236}">
                <a16:creationId xmlns:a16="http://schemas.microsoft.com/office/drawing/2014/main" id="{03E1ABF4-70E1-40EA-BAA5-6EC7B6784540}"/>
              </a:ext>
            </a:extLst>
          </p:cNvPr>
          <p:cNvSpPr>
            <a:spLocks noGrp="1"/>
          </p:cNvSpPr>
          <p:nvPr>
            <p:ph type="sldNum" sz="quarter" idx="12"/>
          </p:nvPr>
        </p:nvSpPr>
        <p:spPr/>
        <p:txBody>
          <a:bodyPr/>
          <a:lstStyle>
            <a:lvl1pPr>
              <a:defRPr/>
            </a:lvl1pPr>
          </a:lstStyle>
          <a:p>
            <a:fld id="{4AD89D08-78CE-4912-9B18-480E18137102}" type="slidenum">
              <a:rPr lang="en-US" altLang="zh-CN"/>
              <a:pPr/>
              <a:t>‹#›</a:t>
            </a:fld>
            <a:endParaRPr lang="en-US" altLang="zh-CN"/>
          </a:p>
        </p:txBody>
      </p:sp>
    </p:spTree>
    <p:extLst>
      <p:ext uri="{BB962C8B-B14F-4D97-AF65-F5344CB8AC3E}">
        <p14:creationId xmlns:p14="http://schemas.microsoft.com/office/powerpoint/2010/main" val="2948866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C412B5-082A-4C3F-86A7-EDDEAF31EEF7}"/>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A450677-21CA-4FA0-834F-D63F0EE2075C}"/>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16664E6-8889-463D-9D2E-9AFB62E113B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F4EFA5B-71D8-4691-A999-38E7848BDFBE}"/>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2C51A49B-5F7B-4266-B662-56C1558D1496}"/>
              </a:ext>
            </a:extLst>
          </p:cNvPr>
          <p:cNvSpPr>
            <a:spLocks noGrp="1"/>
          </p:cNvSpPr>
          <p:nvPr>
            <p:ph type="ftr" sz="quarter" idx="11"/>
          </p:nvPr>
        </p:nvSpPr>
        <p:spPr/>
        <p:txBody>
          <a:bodyPr/>
          <a:lstStyle>
            <a:lvl1pPr>
              <a:defRPr/>
            </a:lvl1pPr>
          </a:lstStyle>
          <a:p>
            <a:r>
              <a:rPr lang="en-US" altLang="zh-CN"/>
              <a:t>清华大学电路原理教学组</a:t>
            </a:r>
          </a:p>
        </p:txBody>
      </p:sp>
      <p:sp>
        <p:nvSpPr>
          <p:cNvPr id="7" name="灯片编号占位符 6">
            <a:extLst>
              <a:ext uri="{FF2B5EF4-FFF2-40B4-BE49-F238E27FC236}">
                <a16:creationId xmlns:a16="http://schemas.microsoft.com/office/drawing/2014/main" id="{DD0275BC-B2C2-4B72-9C05-97D990C42E36}"/>
              </a:ext>
            </a:extLst>
          </p:cNvPr>
          <p:cNvSpPr>
            <a:spLocks noGrp="1"/>
          </p:cNvSpPr>
          <p:nvPr>
            <p:ph type="sldNum" sz="quarter" idx="12"/>
          </p:nvPr>
        </p:nvSpPr>
        <p:spPr/>
        <p:txBody>
          <a:bodyPr/>
          <a:lstStyle>
            <a:lvl1pPr>
              <a:defRPr/>
            </a:lvl1pPr>
          </a:lstStyle>
          <a:p>
            <a:fld id="{32AC169F-FBF5-46BE-A695-3F516F778278}" type="slidenum">
              <a:rPr lang="en-US" altLang="zh-CN"/>
              <a:pPr/>
              <a:t>‹#›</a:t>
            </a:fld>
            <a:endParaRPr lang="en-US" altLang="zh-CN"/>
          </a:p>
        </p:txBody>
      </p:sp>
    </p:spTree>
    <p:extLst>
      <p:ext uri="{BB962C8B-B14F-4D97-AF65-F5344CB8AC3E}">
        <p14:creationId xmlns:p14="http://schemas.microsoft.com/office/powerpoint/2010/main" val="2284573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31C065-52AF-4821-BE41-6481DFC4A593}"/>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F2925C2-1131-4187-B71C-2C200482688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8655C99-940D-4AF2-9AEB-FC9E2AF7175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3E18817-BF04-4669-8721-7CE001772E77}"/>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E93EC3F4-E0FE-43F5-9366-F45390A901DC}"/>
              </a:ext>
            </a:extLst>
          </p:cNvPr>
          <p:cNvSpPr>
            <a:spLocks noGrp="1"/>
          </p:cNvSpPr>
          <p:nvPr>
            <p:ph type="ftr" sz="quarter" idx="11"/>
          </p:nvPr>
        </p:nvSpPr>
        <p:spPr/>
        <p:txBody>
          <a:bodyPr/>
          <a:lstStyle>
            <a:lvl1pPr>
              <a:defRPr/>
            </a:lvl1pPr>
          </a:lstStyle>
          <a:p>
            <a:r>
              <a:rPr lang="en-US" altLang="zh-CN"/>
              <a:t>清华大学电路原理教学组</a:t>
            </a:r>
          </a:p>
        </p:txBody>
      </p:sp>
      <p:sp>
        <p:nvSpPr>
          <p:cNvPr id="7" name="灯片编号占位符 6">
            <a:extLst>
              <a:ext uri="{FF2B5EF4-FFF2-40B4-BE49-F238E27FC236}">
                <a16:creationId xmlns:a16="http://schemas.microsoft.com/office/drawing/2014/main" id="{33EB436A-F914-4BF8-B8FD-08B85E0DF98D}"/>
              </a:ext>
            </a:extLst>
          </p:cNvPr>
          <p:cNvSpPr>
            <a:spLocks noGrp="1"/>
          </p:cNvSpPr>
          <p:nvPr>
            <p:ph type="sldNum" sz="quarter" idx="12"/>
          </p:nvPr>
        </p:nvSpPr>
        <p:spPr/>
        <p:txBody>
          <a:bodyPr/>
          <a:lstStyle>
            <a:lvl1pPr>
              <a:defRPr/>
            </a:lvl1pPr>
          </a:lstStyle>
          <a:p>
            <a:fld id="{227663ED-65FA-444F-95C7-F061448E9A76}" type="slidenum">
              <a:rPr lang="en-US" altLang="zh-CN"/>
              <a:pPr/>
              <a:t>‹#›</a:t>
            </a:fld>
            <a:endParaRPr lang="en-US" altLang="zh-CN"/>
          </a:p>
        </p:txBody>
      </p:sp>
    </p:spTree>
    <p:extLst>
      <p:ext uri="{BB962C8B-B14F-4D97-AF65-F5344CB8AC3E}">
        <p14:creationId xmlns:p14="http://schemas.microsoft.com/office/powerpoint/2010/main" val="3388149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A61C8D-ACFB-4B63-B404-76390070282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4B959B5-7123-476B-98C6-DA5D3AA4D84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EB45CDA-3155-4D0F-9A3D-B4B35C05D032}"/>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D31385D7-86E6-45BE-9A0B-217FB133020B}"/>
              </a:ext>
            </a:extLst>
          </p:cNvPr>
          <p:cNvSpPr>
            <a:spLocks noGrp="1"/>
          </p:cNvSpPr>
          <p:nvPr>
            <p:ph type="ftr" sz="quarter" idx="11"/>
          </p:nvPr>
        </p:nvSpPr>
        <p:spPr/>
        <p:txBody>
          <a:bodyPr/>
          <a:lstStyle>
            <a:lvl1pPr>
              <a:defRPr/>
            </a:lvl1pPr>
          </a:lstStyle>
          <a:p>
            <a:r>
              <a:rPr lang="en-US" altLang="zh-CN"/>
              <a:t>清华大学电路原理教学组</a:t>
            </a:r>
          </a:p>
        </p:txBody>
      </p:sp>
      <p:sp>
        <p:nvSpPr>
          <p:cNvPr id="6" name="灯片编号占位符 5">
            <a:extLst>
              <a:ext uri="{FF2B5EF4-FFF2-40B4-BE49-F238E27FC236}">
                <a16:creationId xmlns:a16="http://schemas.microsoft.com/office/drawing/2014/main" id="{189EB981-C0A9-4F1C-A341-37DEF83384B4}"/>
              </a:ext>
            </a:extLst>
          </p:cNvPr>
          <p:cNvSpPr>
            <a:spLocks noGrp="1"/>
          </p:cNvSpPr>
          <p:nvPr>
            <p:ph type="sldNum" sz="quarter" idx="12"/>
          </p:nvPr>
        </p:nvSpPr>
        <p:spPr/>
        <p:txBody>
          <a:bodyPr/>
          <a:lstStyle>
            <a:lvl1pPr>
              <a:defRPr/>
            </a:lvl1pPr>
          </a:lstStyle>
          <a:p>
            <a:fld id="{4DED6F04-9FF8-45AD-9BDC-F1B65C2C24DE}" type="slidenum">
              <a:rPr lang="en-US" altLang="zh-CN"/>
              <a:pPr/>
              <a:t>‹#›</a:t>
            </a:fld>
            <a:endParaRPr lang="en-US" altLang="zh-CN"/>
          </a:p>
        </p:txBody>
      </p:sp>
    </p:spTree>
    <p:extLst>
      <p:ext uri="{BB962C8B-B14F-4D97-AF65-F5344CB8AC3E}">
        <p14:creationId xmlns:p14="http://schemas.microsoft.com/office/powerpoint/2010/main" val="3177118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FB1DD17-653D-4F6B-9A94-6F318EEE2EDF}"/>
              </a:ext>
            </a:extLst>
          </p:cNvPr>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30B7E40-93C5-4CA0-99D0-59B83C4DCF67}"/>
              </a:ext>
            </a:extLst>
          </p:cNvPr>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1576C55-1E37-4E3A-A605-4994286F7DAB}"/>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26989FB2-7525-4B2B-9805-C213EEE88296}"/>
              </a:ext>
            </a:extLst>
          </p:cNvPr>
          <p:cNvSpPr>
            <a:spLocks noGrp="1"/>
          </p:cNvSpPr>
          <p:nvPr>
            <p:ph type="ftr" sz="quarter" idx="11"/>
          </p:nvPr>
        </p:nvSpPr>
        <p:spPr/>
        <p:txBody>
          <a:bodyPr/>
          <a:lstStyle>
            <a:lvl1pPr>
              <a:defRPr/>
            </a:lvl1pPr>
          </a:lstStyle>
          <a:p>
            <a:r>
              <a:rPr lang="en-US" altLang="zh-CN"/>
              <a:t>清华大学电路原理教学组</a:t>
            </a:r>
          </a:p>
        </p:txBody>
      </p:sp>
      <p:sp>
        <p:nvSpPr>
          <p:cNvPr id="6" name="灯片编号占位符 5">
            <a:extLst>
              <a:ext uri="{FF2B5EF4-FFF2-40B4-BE49-F238E27FC236}">
                <a16:creationId xmlns:a16="http://schemas.microsoft.com/office/drawing/2014/main" id="{D7CD4D4B-93CC-4F8A-B729-B91D55467375}"/>
              </a:ext>
            </a:extLst>
          </p:cNvPr>
          <p:cNvSpPr>
            <a:spLocks noGrp="1"/>
          </p:cNvSpPr>
          <p:nvPr>
            <p:ph type="sldNum" sz="quarter" idx="12"/>
          </p:nvPr>
        </p:nvSpPr>
        <p:spPr/>
        <p:txBody>
          <a:bodyPr/>
          <a:lstStyle>
            <a:lvl1pPr>
              <a:defRPr/>
            </a:lvl1pPr>
          </a:lstStyle>
          <a:p>
            <a:fld id="{FB310C60-6796-496B-B4F6-C2C5845869F8}" type="slidenum">
              <a:rPr lang="en-US" altLang="zh-CN"/>
              <a:pPr/>
              <a:t>‹#›</a:t>
            </a:fld>
            <a:endParaRPr lang="en-US" altLang="zh-CN"/>
          </a:p>
        </p:txBody>
      </p:sp>
    </p:spTree>
    <p:extLst>
      <p:ext uri="{BB962C8B-B14F-4D97-AF65-F5344CB8AC3E}">
        <p14:creationId xmlns:p14="http://schemas.microsoft.com/office/powerpoint/2010/main" val="4029589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8E8F932-9A90-46D7-A031-407FB73BE7D8}"/>
              </a:ext>
            </a:extLst>
          </p:cNvPr>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日期占位符 2">
            <a:extLst>
              <a:ext uri="{FF2B5EF4-FFF2-40B4-BE49-F238E27FC236}">
                <a16:creationId xmlns:a16="http://schemas.microsoft.com/office/drawing/2014/main" id="{2B8A9EFB-45E9-47DD-B168-9BD1A6570770}"/>
              </a:ext>
            </a:extLst>
          </p:cNvPr>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93EFE7FE-D36C-442F-BB60-2569B0697481}"/>
              </a:ext>
            </a:extLst>
          </p:cNvPr>
          <p:cNvSpPr>
            <a:spLocks noGrp="1"/>
          </p:cNvSpPr>
          <p:nvPr>
            <p:ph type="ftr" sz="quarter" idx="11"/>
          </p:nvPr>
        </p:nvSpPr>
        <p:spPr>
          <a:xfrm>
            <a:off x="2324100" y="6489700"/>
            <a:ext cx="5372100" cy="339725"/>
          </a:xfrm>
        </p:spPr>
        <p:txBody>
          <a:bodyPr/>
          <a:lstStyle>
            <a:lvl1pPr>
              <a:defRPr/>
            </a:lvl1pPr>
          </a:lstStyle>
          <a:p>
            <a:r>
              <a:rPr lang="en-US" altLang="zh-CN"/>
              <a:t>清华大学电路原理教学组</a:t>
            </a:r>
          </a:p>
        </p:txBody>
      </p:sp>
      <p:sp>
        <p:nvSpPr>
          <p:cNvPr id="5" name="灯片编号占位符 4">
            <a:extLst>
              <a:ext uri="{FF2B5EF4-FFF2-40B4-BE49-F238E27FC236}">
                <a16:creationId xmlns:a16="http://schemas.microsoft.com/office/drawing/2014/main" id="{06A441AF-45F3-4FF8-ACBD-A47DB734E4D1}"/>
              </a:ext>
            </a:extLst>
          </p:cNvPr>
          <p:cNvSpPr>
            <a:spLocks noGrp="1"/>
          </p:cNvSpPr>
          <p:nvPr>
            <p:ph type="sldNum" sz="quarter" idx="12"/>
          </p:nvPr>
        </p:nvSpPr>
        <p:spPr>
          <a:xfrm>
            <a:off x="6553200" y="6245225"/>
            <a:ext cx="2133600" cy="476250"/>
          </a:xfrm>
        </p:spPr>
        <p:txBody>
          <a:bodyPr/>
          <a:lstStyle>
            <a:lvl1pPr>
              <a:defRPr/>
            </a:lvl1pPr>
          </a:lstStyle>
          <a:p>
            <a:fld id="{06F29884-3872-416F-A126-3BAF83A2CA5A}" type="slidenum">
              <a:rPr lang="en-US" altLang="zh-CN"/>
              <a:pPr/>
              <a:t>‹#›</a:t>
            </a:fld>
            <a:endParaRPr lang="en-US" altLang="zh-CN"/>
          </a:p>
        </p:txBody>
      </p:sp>
    </p:spTree>
    <p:extLst>
      <p:ext uri="{BB962C8B-B14F-4D97-AF65-F5344CB8AC3E}">
        <p14:creationId xmlns:p14="http://schemas.microsoft.com/office/powerpoint/2010/main" val="3924642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54F8864-C937-4830-9C10-29B4F68AAE83}"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5841C64-9E99-481E-AFD2-32E60C23B050}"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7124711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4FC6012-6D29-479D-B863-372A9084A68F}"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837E4E-3C89-46CF-B1C5-37FCC4916E37}"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818150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45C01CA-9B55-489B-A564-7ABA11AD5F4C}"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25D89A4-7EC3-40E2-B16E-497220032C80}"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144803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863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31B923D-87B4-4703-9E6C-E07E0EF50338}"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F944083-ADCB-4BF0-97A6-D978BDCD6806}"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5011572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BAEFAA7-1320-413B-B7A5-84AB326683FD}"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235B6A9-BA3E-4A23-8D04-4321CD53C56C}"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5875685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843E8B-8FEE-4357-85BA-5B1550E713F0}"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02BD6AB-EADD-438D-9EFC-F6909262DA6D}"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000320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436889D-F1CC-4E0E-A489-BEE7BC06B30E}"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5DA5B83-2F92-4C6D-9A72-CF1705BD8DAB}"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4193732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F0972E5-14F0-448F-AD41-DA1F7693228F}"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36171ED-DABA-440F-8F87-C7A38BA78A6A}"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608650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4E2D577-EDD5-4FE5-8311-63E9045C7C32}"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67B1B55-A4D1-4A31-AD6B-58ED6068FDB6}"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714921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209E875-056B-4434-AE87-3FF4704C09EA}"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6C63493-7EE6-4932-9510-DCDE041AB99B}"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7862480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04800"/>
            <a:ext cx="211455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304800"/>
            <a:ext cx="6191250"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2E13226-283F-4F0B-8DD6-34E45170D2B0}"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1639AC8-283E-4FA5-A127-3F408C6D5912}"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891959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D8FFBBE-A8B0-4D8C-A189-06D8DA37BBE2}"/>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8E46FC5A-6DE8-4D86-B5E8-8D0B43A3DAFC}"/>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B9CF6843-215C-476A-9D52-FF0E10599941}"/>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spcBef>
                <a:spcPct val="0"/>
              </a:spcBef>
              <a:defRPr sz="1400"/>
            </a:lvl1pPr>
          </a:lstStyle>
          <a:p>
            <a:endParaRPr lang="en-US" altLang="zh-CN"/>
          </a:p>
        </p:txBody>
      </p:sp>
      <p:sp>
        <p:nvSpPr>
          <p:cNvPr id="1029" name="Rectangle 5">
            <a:extLst>
              <a:ext uri="{FF2B5EF4-FFF2-40B4-BE49-F238E27FC236}">
                <a16:creationId xmlns:a16="http://schemas.microsoft.com/office/drawing/2014/main" id="{B85C977B-342D-4376-8C88-23E28F1948AF}"/>
              </a:ext>
            </a:extLst>
          </p:cNvPr>
          <p:cNvSpPr>
            <a:spLocks noGrp="1" noChangeArrowheads="1"/>
          </p:cNvSpPr>
          <p:nvPr>
            <p:ph type="ftr" sz="quarter" idx="3"/>
          </p:nvPr>
        </p:nvSpPr>
        <p:spPr bwMode="auto">
          <a:xfrm>
            <a:off x="2324100" y="6489700"/>
            <a:ext cx="53721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defRPr sz="1400">
                <a:solidFill>
                  <a:srgbClr val="6666FF"/>
                </a:solidFill>
                <a:ea typeface="华文行楷" panose="02010800040101010101" pitchFamily="2" charset="-122"/>
              </a:defRPr>
            </a:lvl1pPr>
          </a:lstStyle>
          <a:p>
            <a:r>
              <a:rPr lang="en-US" altLang="zh-CN"/>
              <a:t>清华大学电路原理教学组</a:t>
            </a:r>
          </a:p>
        </p:txBody>
      </p:sp>
      <p:sp>
        <p:nvSpPr>
          <p:cNvPr id="1030" name="Rectangle 6">
            <a:extLst>
              <a:ext uri="{FF2B5EF4-FFF2-40B4-BE49-F238E27FC236}">
                <a16:creationId xmlns:a16="http://schemas.microsoft.com/office/drawing/2014/main" id="{F773F853-4074-4858-931E-DBFB818EA055}"/>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400"/>
            </a:lvl1pPr>
          </a:lstStyle>
          <a:p>
            <a:fld id="{2774C892-D1AE-455C-87CA-1290F056CD0E}"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381000" y="664368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000" b="0">
                <a:solidFill>
                  <a:schemeClr val="hlink"/>
                </a:solidFill>
                <a:latin typeface="+mn-lt"/>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90A98B0-72F3-46D3-9D88-1F9EABA29533}"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1029" name="Rectangle 5"/>
          <p:cNvSpPr>
            <a:spLocks noGrp="1" noChangeArrowheads="1"/>
          </p:cNvSpPr>
          <p:nvPr>
            <p:ph type="ftr" sz="quarter" idx="3"/>
          </p:nvPr>
        </p:nvSpPr>
        <p:spPr bwMode="auto">
          <a:xfrm>
            <a:off x="3124200" y="664368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000" b="0">
                <a:solidFill>
                  <a:schemeClr val="hlink"/>
                </a:solidFill>
                <a:latin typeface="+mn-lt"/>
                <a:ea typeface="宋体"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1030" name="Rectangle 6"/>
          <p:cNvSpPr>
            <a:spLocks noGrp="1" noChangeArrowheads="1"/>
          </p:cNvSpPr>
          <p:nvPr>
            <p:ph type="sldNum" sz="quarter" idx="4"/>
          </p:nvPr>
        </p:nvSpPr>
        <p:spPr bwMode="auto">
          <a:xfrm>
            <a:off x="6858000" y="664368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000" b="0">
                <a:solidFill>
                  <a:schemeClr val="hlink"/>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E38D0DB-A377-4328-9F95-712353F48B07}" type="slidenum">
              <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pic>
        <p:nvPicPr>
          <p:cNvPr id="1031" name="Picture 7" descr="logo1"/>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179628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par>
    </p:tnLst>
  </p:timing>
  <p:hf hdr="0"/>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5pPr>
      <a:lvl6pPr marL="457200" algn="ctr" rtl="0" fontAlgn="base">
        <a:spcBef>
          <a:spcPct val="0"/>
        </a:spcBef>
        <a:spcAft>
          <a:spcPct val="0"/>
        </a:spcAft>
        <a:defRPr kumimoji="1" sz="3200">
          <a:solidFill>
            <a:schemeClr val="tx2"/>
          </a:solidFill>
          <a:latin typeface="Times New Roman" pitchFamily="18" charset="0"/>
          <a:ea typeface="华文隶书" pitchFamily="2" charset="-122"/>
        </a:defRPr>
      </a:lvl6pPr>
      <a:lvl7pPr marL="914400" algn="ctr" rtl="0" fontAlgn="base">
        <a:spcBef>
          <a:spcPct val="0"/>
        </a:spcBef>
        <a:spcAft>
          <a:spcPct val="0"/>
        </a:spcAft>
        <a:defRPr kumimoji="1" sz="3200">
          <a:solidFill>
            <a:schemeClr val="tx2"/>
          </a:solidFill>
          <a:latin typeface="Times New Roman" pitchFamily="18" charset="0"/>
          <a:ea typeface="华文隶书" pitchFamily="2" charset="-122"/>
        </a:defRPr>
      </a:lvl7pPr>
      <a:lvl8pPr marL="1371600" algn="ctr" rtl="0" fontAlgn="base">
        <a:spcBef>
          <a:spcPct val="0"/>
        </a:spcBef>
        <a:spcAft>
          <a:spcPct val="0"/>
        </a:spcAft>
        <a:defRPr kumimoji="1" sz="3200">
          <a:solidFill>
            <a:schemeClr val="tx2"/>
          </a:solidFill>
          <a:latin typeface="Times New Roman" pitchFamily="18" charset="0"/>
          <a:ea typeface="华文隶书" pitchFamily="2" charset="-122"/>
        </a:defRPr>
      </a:lvl8pPr>
      <a:lvl9pPr marL="1828800" algn="ctr" rtl="0" fontAlgn="base">
        <a:spcBef>
          <a:spcPct val="0"/>
        </a:spcBef>
        <a:spcAft>
          <a:spcPct val="0"/>
        </a:spcAft>
        <a:defRPr kumimoji="1" sz="3200">
          <a:solidFill>
            <a:schemeClr val="tx2"/>
          </a:solidFill>
          <a:latin typeface="Times New Roman" pitchFamily="18" charset="0"/>
          <a:ea typeface="华文隶书" pitchFamily="2" charset="-122"/>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ea typeface="华文宋体" pitchFamily="2" charset="-122"/>
        </a:defRPr>
      </a:lvl2pPr>
      <a:lvl3pPr marL="1143000" indent="-228600" algn="l" rtl="0" eaLnBrk="0" fontAlgn="base" hangingPunct="0">
        <a:spcBef>
          <a:spcPct val="20000"/>
        </a:spcBef>
        <a:spcAft>
          <a:spcPct val="0"/>
        </a:spcAft>
        <a:buChar char="•"/>
        <a:defRPr kumimoji="1" sz="20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5pPr>
      <a:lvl6pPr marL="2514600" indent="-228600" algn="l" rtl="0" fontAlgn="base">
        <a:spcBef>
          <a:spcPct val="20000"/>
        </a:spcBef>
        <a:spcAft>
          <a:spcPct val="0"/>
        </a:spcAft>
        <a:buChar char="»"/>
        <a:defRPr kumimoji="1" sz="2000">
          <a:solidFill>
            <a:schemeClr val="tx1"/>
          </a:solidFill>
          <a:latin typeface="+mn-lt"/>
          <a:ea typeface="华文宋体" pitchFamily="2" charset="-122"/>
        </a:defRPr>
      </a:lvl6pPr>
      <a:lvl7pPr marL="2971800" indent="-228600" algn="l" rtl="0" fontAlgn="base">
        <a:spcBef>
          <a:spcPct val="20000"/>
        </a:spcBef>
        <a:spcAft>
          <a:spcPct val="0"/>
        </a:spcAft>
        <a:buChar char="»"/>
        <a:defRPr kumimoji="1" sz="2000">
          <a:solidFill>
            <a:schemeClr val="tx1"/>
          </a:solidFill>
          <a:latin typeface="+mn-lt"/>
          <a:ea typeface="华文宋体" pitchFamily="2" charset="-122"/>
        </a:defRPr>
      </a:lvl7pPr>
      <a:lvl8pPr marL="3429000" indent="-228600" algn="l" rtl="0" fontAlgn="base">
        <a:spcBef>
          <a:spcPct val="20000"/>
        </a:spcBef>
        <a:spcAft>
          <a:spcPct val="0"/>
        </a:spcAft>
        <a:buChar char="»"/>
        <a:defRPr kumimoji="1" sz="2000">
          <a:solidFill>
            <a:schemeClr val="tx1"/>
          </a:solidFill>
          <a:latin typeface="+mn-lt"/>
          <a:ea typeface="华文宋体" pitchFamily="2" charset="-122"/>
        </a:defRPr>
      </a:lvl8pPr>
      <a:lvl9pPr marL="3886200" indent="-228600" algn="l" rtl="0" fontAlgn="base">
        <a:spcBef>
          <a:spcPct val="20000"/>
        </a:spcBef>
        <a:spcAft>
          <a:spcPct val="0"/>
        </a:spcAft>
        <a:buChar char="»"/>
        <a:defRPr kumimoji="1" sz="2000">
          <a:solidFill>
            <a:schemeClr val="tx1"/>
          </a:solidFill>
          <a:latin typeface="+mn-lt"/>
          <a:ea typeface="华文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8.wmf"/><Relationship Id="rId3" Type="http://schemas.openxmlformats.org/officeDocument/2006/relationships/notesSlide" Target="../notesSlides/notesSlide2.xml"/><Relationship Id="rId7" Type="http://schemas.openxmlformats.org/officeDocument/2006/relationships/image" Target="../media/image5.wmf"/><Relationship Id="rId12"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7.wmf"/><Relationship Id="rId5" Type="http://schemas.openxmlformats.org/officeDocument/2006/relationships/image" Target="../media/image4.wmf"/><Relationship Id="rId15" Type="http://schemas.openxmlformats.org/officeDocument/2006/relationships/oleObject" Target="../embeddings/oleObject7.bin"/><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6.wmf"/><Relationship Id="rId14" Type="http://schemas.openxmlformats.org/officeDocument/2006/relationships/oleObject" Target="../embeddings/oleObject6.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3.wmf"/><Relationship Id="rId3" Type="http://schemas.openxmlformats.org/officeDocument/2006/relationships/notesSlide" Target="../notesSlides/notesSlide3.xml"/><Relationship Id="rId7" Type="http://schemas.openxmlformats.org/officeDocument/2006/relationships/image" Target="../media/image10.wmf"/><Relationship Id="rId12"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9.bin"/><Relationship Id="rId11" Type="http://schemas.openxmlformats.org/officeDocument/2006/relationships/image" Target="../media/image12.wmf"/><Relationship Id="rId5" Type="http://schemas.openxmlformats.org/officeDocument/2006/relationships/image" Target="../media/image9.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1.w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14.bin"/><Relationship Id="rId5" Type="http://schemas.openxmlformats.org/officeDocument/2006/relationships/image" Target="../media/image14.wmf"/><Relationship Id="rId4" Type="http://schemas.openxmlformats.org/officeDocument/2006/relationships/oleObject" Target="../embeddings/oleObject13.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0.emf"/><Relationship Id="rId18" Type="http://schemas.openxmlformats.org/officeDocument/2006/relationships/oleObject" Target="../embeddings/oleObject22.bin"/><Relationship Id="rId3" Type="http://schemas.openxmlformats.org/officeDocument/2006/relationships/notesSlide" Target="../notesSlides/notesSlide5.xml"/><Relationship Id="rId21" Type="http://schemas.openxmlformats.org/officeDocument/2006/relationships/image" Target="../media/image24.wmf"/><Relationship Id="rId7" Type="http://schemas.openxmlformats.org/officeDocument/2006/relationships/image" Target="../media/image17.emf"/><Relationship Id="rId12" Type="http://schemas.openxmlformats.org/officeDocument/2006/relationships/oleObject" Target="../embeddings/oleObject19.bin"/><Relationship Id="rId17" Type="http://schemas.openxmlformats.org/officeDocument/2006/relationships/image" Target="../media/image22.wmf"/><Relationship Id="rId2" Type="http://schemas.openxmlformats.org/officeDocument/2006/relationships/slideLayout" Target="../slideLayouts/slideLayout7.xml"/><Relationship Id="rId16" Type="http://schemas.openxmlformats.org/officeDocument/2006/relationships/oleObject" Target="../embeddings/oleObject21.bin"/><Relationship Id="rId20" Type="http://schemas.openxmlformats.org/officeDocument/2006/relationships/oleObject" Target="../embeddings/oleObject23.bin"/><Relationship Id="rId1" Type="http://schemas.openxmlformats.org/officeDocument/2006/relationships/vmlDrawing" Target="../drawings/vmlDrawing4.vml"/><Relationship Id="rId6" Type="http://schemas.openxmlformats.org/officeDocument/2006/relationships/oleObject" Target="../embeddings/oleObject16.bin"/><Relationship Id="rId11" Type="http://schemas.openxmlformats.org/officeDocument/2006/relationships/image" Target="../media/image19.emf"/><Relationship Id="rId5" Type="http://schemas.openxmlformats.org/officeDocument/2006/relationships/image" Target="../media/image16.emf"/><Relationship Id="rId15" Type="http://schemas.openxmlformats.org/officeDocument/2006/relationships/image" Target="../media/image21.emf"/><Relationship Id="rId23" Type="http://schemas.openxmlformats.org/officeDocument/2006/relationships/image" Target="../media/image25.wmf"/><Relationship Id="rId10" Type="http://schemas.openxmlformats.org/officeDocument/2006/relationships/oleObject" Target="../embeddings/oleObject18.bin"/><Relationship Id="rId19" Type="http://schemas.openxmlformats.org/officeDocument/2006/relationships/image" Target="../media/image23.wmf"/><Relationship Id="rId4" Type="http://schemas.openxmlformats.org/officeDocument/2006/relationships/oleObject" Target="../embeddings/oleObject15.bin"/><Relationship Id="rId9" Type="http://schemas.openxmlformats.org/officeDocument/2006/relationships/image" Target="../media/image18.emf"/><Relationship Id="rId14" Type="http://schemas.openxmlformats.org/officeDocument/2006/relationships/oleObject" Target="../embeddings/oleObject20.bin"/><Relationship Id="rId22" Type="http://schemas.openxmlformats.org/officeDocument/2006/relationships/oleObject" Target="../embeddings/oleObject24.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26.wmf"/><Relationship Id="rId4" Type="http://schemas.openxmlformats.org/officeDocument/2006/relationships/oleObject" Target="../embeddings/oleObject25.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31.wmf"/><Relationship Id="rId18" Type="http://schemas.openxmlformats.org/officeDocument/2006/relationships/oleObject" Target="../embeddings/oleObject33.bin"/><Relationship Id="rId3" Type="http://schemas.openxmlformats.org/officeDocument/2006/relationships/notesSlide" Target="../notesSlides/notesSlide7.xml"/><Relationship Id="rId7" Type="http://schemas.openxmlformats.org/officeDocument/2006/relationships/image" Target="../media/image28.wmf"/><Relationship Id="rId12" Type="http://schemas.openxmlformats.org/officeDocument/2006/relationships/oleObject" Target="../embeddings/oleObject30.bin"/><Relationship Id="rId17" Type="http://schemas.openxmlformats.org/officeDocument/2006/relationships/image" Target="../media/image33.wmf"/><Relationship Id="rId2" Type="http://schemas.openxmlformats.org/officeDocument/2006/relationships/slideLayout" Target="../slideLayouts/slideLayout7.xml"/><Relationship Id="rId16" Type="http://schemas.openxmlformats.org/officeDocument/2006/relationships/oleObject" Target="../embeddings/oleObject32.bin"/><Relationship Id="rId1" Type="http://schemas.openxmlformats.org/officeDocument/2006/relationships/vmlDrawing" Target="../drawings/vmlDrawing6.vml"/><Relationship Id="rId6" Type="http://schemas.openxmlformats.org/officeDocument/2006/relationships/oleObject" Target="../embeddings/oleObject27.bin"/><Relationship Id="rId11" Type="http://schemas.openxmlformats.org/officeDocument/2006/relationships/image" Target="../media/image30.wmf"/><Relationship Id="rId5" Type="http://schemas.openxmlformats.org/officeDocument/2006/relationships/image" Target="../media/image27.emf"/><Relationship Id="rId15" Type="http://schemas.openxmlformats.org/officeDocument/2006/relationships/image" Target="../media/image32.wmf"/><Relationship Id="rId10" Type="http://schemas.openxmlformats.org/officeDocument/2006/relationships/oleObject" Target="../embeddings/oleObject29.bin"/><Relationship Id="rId19" Type="http://schemas.openxmlformats.org/officeDocument/2006/relationships/image" Target="../media/image34.wmf"/><Relationship Id="rId4" Type="http://schemas.openxmlformats.org/officeDocument/2006/relationships/oleObject" Target="../embeddings/oleObject26.bin"/><Relationship Id="rId9" Type="http://schemas.openxmlformats.org/officeDocument/2006/relationships/image" Target="../media/image29.wmf"/><Relationship Id="rId14" Type="http://schemas.openxmlformats.org/officeDocument/2006/relationships/oleObject" Target="../embeddings/oleObject31.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36.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35.bin"/><Relationship Id="rId5" Type="http://schemas.openxmlformats.org/officeDocument/2006/relationships/image" Target="../media/image35.wmf"/><Relationship Id="rId4" Type="http://schemas.openxmlformats.org/officeDocument/2006/relationships/oleObject" Target="../embeddings/oleObject34.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notesSlide" Target="../notesSlides/notesSlide9.xml"/><Relationship Id="rId7" Type="http://schemas.openxmlformats.org/officeDocument/2006/relationships/image" Target="../media/image38.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37.bin"/><Relationship Id="rId5" Type="http://schemas.openxmlformats.org/officeDocument/2006/relationships/image" Target="../media/image37.wmf"/><Relationship Id="rId4" Type="http://schemas.openxmlformats.org/officeDocument/2006/relationships/oleObject" Target="../embeddings/oleObject36.bin"/><Relationship Id="rId9" Type="http://schemas.openxmlformats.org/officeDocument/2006/relationships/image" Target="../media/image39.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notesSlide" Target="../notesSlides/notesSlide10.xml"/><Relationship Id="rId7" Type="http://schemas.openxmlformats.org/officeDocument/2006/relationships/image" Target="../media/image41.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40.bin"/><Relationship Id="rId11" Type="http://schemas.openxmlformats.org/officeDocument/2006/relationships/image" Target="../media/image43.wmf"/><Relationship Id="rId5" Type="http://schemas.openxmlformats.org/officeDocument/2006/relationships/image" Target="../media/image40.wmf"/><Relationship Id="rId10" Type="http://schemas.openxmlformats.org/officeDocument/2006/relationships/oleObject" Target="../embeddings/oleObject42.bin"/><Relationship Id="rId4" Type="http://schemas.openxmlformats.org/officeDocument/2006/relationships/oleObject" Target="../embeddings/oleObject39.bin"/><Relationship Id="rId9" Type="http://schemas.openxmlformats.org/officeDocument/2006/relationships/image" Target="../media/image42.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48.wmf"/><Relationship Id="rId3" Type="http://schemas.openxmlformats.org/officeDocument/2006/relationships/notesSlide" Target="../notesSlides/notesSlide11.xml"/><Relationship Id="rId7" Type="http://schemas.openxmlformats.org/officeDocument/2006/relationships/image" Target="../media/image45.wmf"/><Relationship Id="rId12" Type="http://schemas.openxmlformats.org/officeDocument/2006/relationships/oleObject" Target="../embeddings/oleObject47.bin"/><Relationship Id="rId17" Type="http://schemas.openxmlformats.org/officeDocument/2006/relationships/image" Target="../media/image50.wmf"/><Relationship Id="rId2" Type="http://schemas.openxmlformats.org/officeDocument/2006/relationships/slideLayout" Target="../slideLayouts/slideLayout7.xml"/><Relationship Id="rId16" Type="http://schemas.openxmlformats.org/officeDocument/2006/relationships/oleObject" Target="../embeddings/oleObject49.bin"/><Relationship Id="rId1" Type="http://schemas.openxmlformats.org/officeDocument/2006/relationships/vmlDrawing" Target="../drawings/vmlDrawing10.vml"/><Relationship Id="rId6" Type="http://schemas.openxmlformats.org/officeDocument/2006/relationships/oleObject" Target="../embeddings/oleObject44.bin"/><Relationship Id="rId11" Type="http://schemas.openxmlformats.org/officeDocument/2006/relationships/image" Target="../media/image47.wmf"/><Relationship Id="rId5" Type="http://schemas.openxmlformats.org/officeDocument/2006/relationships/image" Target="../media/image44.wmf"/><Relationship Id="rId15" Type="http://schemas.openxmlformats.org/officeDocument/2006/relationships/image" Target="../media/image49.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46.wmf"/><Relationship Id="rId14" Type="http://schemas.openxmlformats.org/officeDocument/2006/relationships/oleObject" Target="../embeddings/oleObject48.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2.bin"/><Relationship Id="rId3" Type="http://schemas.openxmlformats.org/officeDocument/2006/relationships/notesSlide" Target="../notesSlides/notesSlide12.xml"/><Relationship Id="rId7" Type="http://schemas.openxmlformats.org/officeDocument/2006/relationships/image" Target="../media/image52.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51.bin"/><Relationship Id="rId11" Type="http://schemas.openxmlformats.org/officeDocument/2006/relationships/image" Target="../media/image54.wmf"/><Relationship Id="rId5" Type="http://schemas.openxmlformats.org/officeDocument/2006/relationships/image" Target="../media/image51.e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53.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56.bin"/><Relationship Id="rId13" Type="http://schemas.openxmlformats.org/officeDocument/2006/relationships/image" Target="../media/image59.wmf"/><Relationship Id="rId3" Type="http://schemas.openxmlformats.org/officeDocument/2006/relationships/notesSlide" Target="../notesSlides/notesSlide13.xml"/><Relationship Id="rId7" Type="http://schemas.openxmlformats.org/officeDocument/2006/relationships/image" Target="../media/image56.wmf"/><Relationship Id="rId12" Type="http://schemas.openxmlformats.org/officeDocument/2006/relationships/oleObject" Target="../embeddings/oleObject58.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55.bin"/><Relationship Id="rId11" Type="http://schemas.openxmlformats.org/officeDocument/2006/relationships/image" Target="../media/image58.wmf"/><Relationship Id="rId5" Type="http://schemas.openxmlformats.org/officeDocument/2006/relationships/image" Target="../media/image55.wmf"/><Relationship Id="rId10" Type="http://schemas.openxmlformats.org/officeDocument/2006/relationships/oleObject" Target="../embeddings/oleObject57.bin"/><Relationship Id="rId4" Type="http://schemas.openxmlformats.org/officeDocument/2006/relationships/oleObject" Target="../embeddings/oleObject54.bin"/><Relationship Id="rId9" Type="http://schemas.openxmlformats.org/officeDocument/2006/relationships/image" Target="../media/image57.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notesSlide" Target="../notesSlides/notesSlide14.xml"/><Relationship Id="rId7" Type="http://schemas.openxmlformats.org/officeDocument/2006/relationships/image" Target="../media/image61.e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60.bin"/><Relationship Id="rId11" Type="http://schemas.openxmlformats.org/officeDocument/2006/relationships/image" Target="../media/image63.wmf"/><Relationship Id="rId5" Type="http://schemas.openxmlformats.org/officeDocument/2006/relationships/image" Target="../media/image60.wmf"/><Relationship Id="rId10" Type="http://schemas.openxmlformats.org/officeDocument/2006/relationships/oleObject" Target="../embeddings/oleObject62.bin"/><Relationship Id="rId4" Type="http://schemas.openxmlformats.org/officeDocument/2006/relationships/oleObject" Target="../embeddings/oleObject59.bin"/><Relationship Id="rId9" Type="http://schemas.openxmlformats.org/officeDocument/2006/relationships/image" Target="../media/image62.e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65.bin"/><Relationship Id="rId13" Type="http://schemas.openxmlformats.org/officeDocument/2006/relationships/image" Target="../media/image67.emf"/><Relationship Id="rId3" Type="http://schemas.openxmlformats.org/officeDocument/2006/relationships/notesSlide" Target="../notesSlides/notesSlide15.xml"/><Relationship Id="rId7" Type="http://schemas.openxmlformats.org/officeDocument/2006/relationships/image" Target="../media/image64.wmf"/><Relationship Id="rId12" Type="http://schemas.openxmlformats.org/officeDocument/2006/relationships/oleObject" Target="../embeddings/oleObject67.bin"/><Relationship Id="rId17" Type="http://schemas.openxmlformats.org/officeDocument/2006/relationships/image" Target="../media/image69.wmf"/><Relationship Id="rId2" Type="http://schemas.openxmlformats.org/officeDocument/2006/relationships/slideLayout" Target="../slideLayouts/slideLayout7.xml"/><Relationship Id="rId16" Type="http://schemas.openxmlformats.org/officeDocument/2006/relationships/oleObject" Target="../embeddings/oleObject69.bin"/><Relationship Id="rId1" Type="http://schemas.openxmlformats.org/officeDocument/2006/relationships/vmlDrawing" Target="../drawings/vmlDrawing14.vml"/><Relationship Id="rId6" Type="http://schemas.openxmlformats.org/officeDocument/2006/relationships/oleObject" Target="../embeddings/oleObject64.bin"/><Relationship Id="rId11" Type="http://schemas.openxmlformats.org/officeDocument/2006/relationships/image" Target="../media/image66.emf"/><Relationship Id="rId5" Type="http://schemas.openxmlformats.org/officeDocument/2006/relationships/image" Target="../media/image63.wmf"/><Relationship Id="rId15" Type="http://schemas.openxmlformats.org/officeDocument/2006/relationships/image" Target="../media/image68.wmf"/><Relationship Id="rId10" Type="http://schemas.openxmlformats.org/officeDocument/2006/relationships/oleObject" Target="../embeddings/oleObject66.bin"/><Relationship Id="rId4" Type="http://schemas.openxmlformats.org/officeDocument/2006/relationships/oleObject" Target="../embeddings/oleObject63.bin"/><Relationship Id="rId9" Type="http://schemas.openxmlformats.org/officeDocument/2006/relationships/image" Target="../media/image65.wmf"/><Relationship Id="rId14" Type="http://schemas.openxmlformats.org/officeDocument/2006/relationships/oleObject" Target="../embeddings/oleObject68.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image" Target="../media/image74.wmf"/><Relationship Id="rId3" Type="http://schemas.openxmlformats.org/officeDocument/2006/relationships/notesSlide" Target="../notesSlides/notesSlide16.xml"/><Relationship Id="rId7" Type="http://schemas.openxmlformats.org/officeDocument/2006/relationships/image" Target="../media/image71.emf"/><Relationship Id="rId12" Type="http://schemas.openxmlformats.org/officeDocument/2006/relationships/oleObject" Target="../embeddings/oleObject74.bin"/><Relationship Id="rId17" Type="http://schemas.openxmlformats.org/officeDocument/2006/relationships/image" Target="../media/image76.wmf"/><Relationship Id="rId2" Type="http://schemas.openxmlformats.org/officeDocument/2006/relationships/slideLayout" Target="../slideLayouts/slideLayout7.xml"/><Relationship Id="rId16" Type="http://schemas.openxmlformats.org/officeDocument/2006/relationships/oleObject" Target="../embeddings/oleObject76.bin"/><Relationship Id="rId1" Type="http://schemas.openxmlformats.org/officeDocument/2006/relationships/vmlDrawing" Target="../drawings/vmlDrawing15.vml"/><Relationship Id="rId6" Type="http://schemas.openxmlformats.org/officeDocument/2006/relationships/oleObject" Target="../embeddings/oleObject71.bin"/><Relationship Id="rId11" Type="http://schemas.openxmlformats.org/officeDocument/2006/relationships/image" Target="../media/image73.wmf"/><Relationship Id="rId5" Type="http://schemas.openxmlformats.org/officeDocument/2006/relationships/image" Target="../media/image70.emf"/><Relationship Id="rId15" Type="http://schemas.openxmlformats.org/officeDocument/2006/relationships/image" Target="../media/image75.wmf"/><Relationship Id="rId10" Type="http://schemas.openxmlformats.org/officeDocument/2006/relationships/oleObject" Target="../embeddings/oleObject73.bin"/><Relationship Id="rId4" Type="http://schemas.openxmlformats.org/officeDocument/2006/relationships/oleObject" Target="../embeddings/oleObject70.bin"/><Relationship Id="rId9" Type="http://schemas.openxmlformats.org/officeDocument/2006/relationships/image" Target="../media/image72.emf"/><Relationship Id="rId14" Type="http://schemas.openxmlformats.org/officeDocument/2006/relationships/oleObject" Target="../embeddings/oleObject75.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79.bin"/><Relationship Id="rId13" Type="http://schemas.openxmlformats.org/officeDocument/2006/relationships/image" Target="../media/image81.wmf"/><Relationship Id="rId3" Type="http://schemas.openxmlformats.org/officeDocument/2006/relationships/notesSlide" Target="../notesSlides/notesSlide17.xml"/><Relationship Id="rId7" Type="http://schemas.openxmlformats.org/officeDocument/2006/relationships/image" Target="../media/image78.wmf"/><Relationship Id="rId12" Type="http://schemas.openxmlformats.org/officeDocument/2006/relationships/oleObject" Target="../embeddings/oleObject81.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78.bin"/><Relationship Id="rId11" Type="http://schemas.openxmlformats.org/officeDocument/2006/relationships/image" Target="../media/image80.wmf"/><Relationship Id="rId5" Type="http://schemas.openxmlformats.org/officeDocument/2006/relationships/image" Target="../media/image77.emf"/><Relationship Id="rId15" Type="http://schemas.openxmlformats.org/officeDocument/2006/relationships/image" Target="../media/image4.wmf"/><Relationship Id="rId10" Type="http://schemas.openxmlformats.org/officeDocument/2006/relationships/oleObject" Target="../embeddings/oleObject80.bin"/><Relationship Id="rId4" Type="http://schemas.openxmlformats.org/officeDocument/2006/relationships/oleObject" Target="../embeddings/oleObject77.bin"/><Relationship Id="rId9" Type="http://schemas.openxmlformats.org/officeDocument/2006/relationships/image" Target="../media/image79.wmf"/><Relationship Id="rId14" Type="http://schemas.openxmlformats.org/officeDocument/2006/relationships/oleObject" Target="../embeddings/oleObject82.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86.wmf"/><Relationship Id="rId3" Type="http://schemas.openxmlformats.org/officeDocument/2006/relationships/notesSlide" Target="../notesSlides/notesSlide19.xml"/><Relationship Id="rId7" Type="http://schemas.openxmlformats.org/officeDocument/2006/relationships/image" Target="../media/image83.wmf"/><Relationship Id="rId12"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84.bin"/><Relationship Id="rId11" Type="http://schemas.openxmlformats.org/officeDocument/2006/relationships/image" Target="../media/image85.wmf"/><Relationship Id="rId5" Type="http://schemas.openxmlformats.org/officeDocument/2006/relationships/image" Target="../media/image82.wmf"/><Relationship Id="rId10" Type="http://schemas.openxmlformats.org/officeDocument/2006/relationships/oleObject" Target="../embeddings/oleObject86.bin"/><Relationship Id="rId4" Type="http://schemas.openxmlformats.org/officeDocument/2006/relationships/oleObject" Target="../embeddings/oleObject83.bin"/><Relationship Id="rId9" Type="http://schemas.openxmlformats.org/officeDocument/2006/relationships/image" Target="../media/image84.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90.bin"/><Relationship Id="rId13" Type="http://schemas.openxmlformats.org/officeDocument/2006/relationships/image" Target="../media/image91.wmf"/><Relationship Id="rId3" Type="http://schemas.openxmlformats.org/officeDocument/2006/relationships/notesSlide" Target="../notesSlides/notesSlide20.xml"/><Relationship Id="rId7" Type="http://schemas.openxmlformats.org/officeDocument/2006/relationships/image" Target="../media/image88.wmf"/><Relationship Id="rId12" Type="http://schemas.openxmlformats.org/officeDocument/2006/relationships/oleObject" Target="../embeddings/oleObject92.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89.bin"/><Relationship Id="rId11" Type="http://schemas.openxmlformats.org/officeDocument/2006/relationships/image" Target="../media/image90.wmf"/><Relationship Id="rId5" Type="http://schemas.openxmlformats.org/officeDocument/2006/relationships/image" Target="../media/image87.wmf"/><Relationship Id="rId15" Type="http://schemas.openxmlformats.org/officeDocument/2006/relationships/image" Target="../media/image92.wmf"/><Relationship Id="rId10" Type="http://schemas.openxmlformats.org/officeDocument/2006/relationships/oleObject" Target="../embeddings/oleObject91.bin"/><Relationship Id="rId4" Type="http://schemas.openxmlformats.org/officeDocument/2006/relationships/oleObject" Target="../embeddings/oleObject88.bin"/><Relationship Id="rId9" Type="http://schemas.openxmlformats.org/officeDocument/2006/relationships/image" Target="../media/image89.wmf"/><Relationship Id="rId14" Type="http://schemas.openxmlformats.org/officeDocument/2006/relationships/oleObject" Target="../embeddings/oleObject93.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96.bin"/><Relationship Id="rId3" Type="http://schemas.openxmlformats.org/officeDocument/2006/relationships/notesSlide" Target="../notesSlides/notesSlide21.xml"/><Relationship Id="rId7" Type="http://schemas.openxmlformats.org/officeDocument/2006/relationships/image" Target="../media/image94.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95.bin"/><Relationship Id="rId11" Type="http://schemas.openxmlformats.org/officeDocument/2006/relationships/image" Target="../media/image96.wmf"/><Relationship Id="rId5" Type="http://schemas.openxmlformats.org/officeDocument/2006/relationships/image" Target="../media/image93.wmf"/><Relationship Id="rId10" Type="http://schemas.openxmlformats.org/officeDocument/2006/relationships/oleObject" Target="../embeddings/oleObject97.bin"/><Relationship Id="rId4" Type="http://schemas.openxmlformats.org/officeDocument/2006/relationships/oleObject" Target="../embeddings/oleObject94.bin"/><Relationship Id="rId9" Type="http://schemas.openxmlformats.org/officeDocument/2006/relationships/image" Target="../media/image95.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00.bin"/><Relationship Id="rId13" Type="http://schemas.openxmlformats.org/officeDocument/2006/relationships/image" Target="../media/image101.wmf"/><Relationship Id="rId18" Type="http://schemas.openxmlformats.org/officeDocument/2006/relationships/oleObject" Target="../embeddings/oleObject105.bin"/><Relationship Id="rId3" Type="http://schemas.openxmlformats.org/officeDocument/2006/relationships/notesSlide" Target="../notesSlides/notesSlide22.xml"/><Relationship Id="rId21" Type="http://schemas.openxmlformats.org/officeDocument/2006/relationships/image" Target="../media/image105.wmf"/><Relationship Id="rId7" Type="http://schemas.openxmlformats.org/officeDocument/2006/relationships/image" Target="../media/image98.wmf"/><Relationship Id="rId12" Type="http://schemas.openxmlformats.org/officeDocument/2006/relationships/oleObject" Target="../embeddings/oleObject102.bin"/><Relationship Id="rId17" Type="http://schemas.openxmlformats.org/officeDocument/2006/relationships/image" Target="../media/image103.wmf"/><Relationship Id="rId2" Type="http://schemas.openxmlformats.org/officeDocument/2006/relationships/slideLayout" Target="../slideLayouts/slideLayout7.xml"/><Relationship Id="rId16" Type="http://schemas.openxmlformats.org/officeDocument/2006/relationships/oleObject" Target="../embeddings/oleObject104.bin"/><Relationship Id="rId20" Type="http://schemas.openxmlformats.org/officeDocument/2006/relationships/oleObject" Target="../embeddings/oleObject106.bin"/><Relationship Id="rId1" Type="http://schemas.openxmlformats.org/officeDocument/2006/relationships/vmlDrawing" Target="../drawings/vmlDrawing20.vml"/><Relationship Id="rId6" Type="http://schemas.openxmlformats.org/officeDocument/2006/relationships/oleObject" Target="../embeddings/oleObject99.bin"/><Relationship Id="rId11" Type="http://schemas.openxmlformats.org/officeDocument/2006/relationships/image" Target="../media/image100.wmf"/><Relationship Id="rId5" Type="http://schemas.openxmlformats.org/officeDocument/2006/relationships/image" Target="../media/image97.wmf"/><Relationship Id="rId15" Type="http://schemas.openxmlformats.org/officeDocument/2006/relationships/image" Target="../media/image102.wmf"/><Relationship Id="rId10" Type="http://schemas.openxmlformats.org/officeDocument/2006/relationships/oleObject" Target="../embeddings/oleObject101.bin"/><Relationship Id="rId19" Type="http://schemas.openxmlformats.org/officeDocument/2006/relationships/image" Target="../media/image104.wmf"/><Relationship Id="rId4" Type="http://schemas.openxmlformats.org/officeDocument/2006/relationships/oleObject" Target="../embeddings/oleObject98.bin"/><Relationship Id="rId9" Type="http://schemas.openxmlformats.org/officeDocument/2006/relationships/image" Target="../media/image99.wmf"/><Relationship Id="rId14" Type="http://schemas.openxmlformats.org/officeDocument/2006/relationships/oleObject" Target="../embeddings/oleObject103.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09.bin"/><Relationship Id="rId13" Type="http://schemas.openxmlformats.org/officeDocument/2006/relationships/image" Target="../media/image110.emf"/><Relationship Id="rId3" Type="http://schemas.openxmlformats.org/officeDocument/2006/relationships/notesSlide" Target="../notesSlides/notesSlide23.xml"/><Relationship Id="rId7" Type="http://schemas.openxmlformats.org/officeDocument/2006/relationships/image" Target="../media/image107.emf"/><Relationship Id="rId12" Type="http://schemas.openxmlformats.org/officeDocument/2006/relationships/oleObject" Target="../embeddings/oleObject111.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08.bin"/><Relationship Id="rId11" Type="http://schemas.openxmlformats.org/officeDocument/2006/relationships/image" Target="../media/image109.emf"/><Relationship Id="rId5" Type="http://schemas.openxmlformats.org/officeDocument/2006/relationships/image" Target="../media/image106.emf"/><Relationship Id="rId15" Type="http://schemas.openxmlformats.org/officeDocument/2006/relationships/image" Target="../media/image111.emf"/><Relationship Id="rId10" Type="http://schemas.openxmlformats.org/officeDocument/2006/relationships/oleObject" Target="../embeddings/oleObject110.bin"/><Relationship Id="rId4" Type="http://schemas.openxmlformats.org/officeDocument/2006/relationships/oleObject" Target="../embeddings/oleObject107.bin"/><Relationship Id="rId9" Type="http://schemas.openxmlformats.org/officeDocument/2006/relationships/image" Target="../media/image108.emf"/><Relationship Id="rId14" Type="http://schemas.openxmlformats.org/officeDocument/2006/relationships/oleObject" Target="../embeddings/oleObject11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1"/>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7A34180-29FA-46C0-9176-F754B5EA60F9}" type="datetime1">
              <a:rPr kumimoji="1" lang="zh-CN" altLang="en-US" sz="1000" b="0" i="0" u="none" strike="noStrike" kern="1200" cap="none" spc="0" normalizeH="0" baseline="0" noProof="0">
                <a:ln>
                  <a:noFill/>
                </a:ln>
                <a:solidFill>
                  <a:srgbClr val="FF3300"/>
                </a:solidFill>
                <a:effectLst/>
                <a:uLnTx/>
                <a:uFillTx/>
                <a:latin typeface="Times New Roman"/>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16"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000" b="0" i="0" u="none" strike="noStrike" kern="1200" cap="none" spc="0" normalizeH="0" baseline="0" noProof="0" dirty="0" smtClean="0">
                <a:ln>
                  <a:noFill/>
                </a:ln>
                <a:solidFill>
                  <a:srgbClr val="FF3300"/>
                </a:solidFill>
                <a:effectLst/>
                <a:uLnTx/>
                <a:uFillTx/>
                <a:latin typeface="Times New Roman"/>
                <a:ea typeface="宋体" pitchFamily="2" charset="-122"/>
                <a:cs typeface="+mn-cs"/>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4100" name="灯片编号占位符 3"/>
          <p:cNvSpPr>
            <a:spLocks noGrp="1"/>
          </p:cNvSpPr>
          <p:nvPr>
            <p:ph type="sldNum" sz="quarter" idx="12"/>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7DD9A09-2286-40E5-996D-CFB429DC24B3}" type="slidenum">
              <a:rPr kumimoji="1" lang="en-US" altLang="zh-CN" sz="1000" b="0"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1" lang="en-US" altLang="zh-CN" sz="1000" b="0"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grpSp>
        <p:nvGrpSpPr>
          <p:cNvPr id="4101" name="Group 2"/>
          <p:cNvGrpSpPr>
            <a:grpSpLocks/>
          </p:cNvGrpSpPr>
          <p:nvPr/>
        </p:nvGrpSpPr>
        <p:grpSpPr bwMode="auto">
          <a:xfrm>
            <a:off x="0" y="0"/>
            <a:ext cx="9144000" cy="6858000"/>
            <a:chOff x="0" y="0"/>
            <a:chExt cx="5970" cy="4956"/>
          </a:xfrm>
        </p:grpSpPr>
        <p:pic>
          <p:nvPicPr>
            <p:cNvPr id="4110" name="Picture 3"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4"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5"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3" name="Picture 6"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9"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4" name="Text Box 17"/>
          <p:cNvSpPr txBox="1">
            <a:spLocks noChangeArrowheads="1"/>
          </p:cNvSpPr>
          <p:nvPr/>
        </p:nvSpPr>
        <p:spPr bwMode="auto">
          <a:xfrm>
            <a:off x="969963" y="2303463"/>
            <a:ext cx="461761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隶书" panose="02010509060101010101" pitchFamily="49" charset="-122"/>
                <a:cs typeface="+mn-cs"/>
              </a:rPr>
              <a:t>15.2 </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平均功率和有效值</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Average Power and </a:t>
            </a:r>
            <a:r>
              <a:rPr kumimoji="1"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隶书" panose="02010509060101010101" pitchFamily="49" charset="-122"/>
                <a:cs typeface="+mn-cs"/>
              </a:rPr>
              <a:t>rms</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Values</a:t>
            </a:r>
          </a:p>
        </p:txBody>
      </p:sp>
      <p:sp>
        <p:nvSpPr>
          <p:cNvPr id="4105" name="Text Box 19"/>
          <p:cNvSpPr txBox="1">
            <a:spLocks noChangeArrowheads="1"/>
          </p:cNvSpPr>
          <p:nvPr/>
        </p:nvSpPr>
        <p:spPr bwMode="auto">
          <a:xfrm>
            <a:off x="969963" y="1511300"/>
            <a:ext cx="436972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隶书" panose="02010509060101010101" pitchFamily="49" charset="-122"/>
                <a:cs typeface="+mn-cs"/>
              </a:rPr>
              <a:t>15.1 </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周期性函数的傅里叶级数</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Trigonometric Fourier Series</a:t>
            </a:r>
          </a:p>
        </p:txBody>
      </p:sp>
      <p:sp>
        <p:nvSpPr>
          <p:cNvPr id="4106" name="Text Box 21"/>
          <p:cNvSpPr txBox="1">
            <a:spLocks noChangeArrowheads="1"/>
          </p:cNvSpPr>
          <p:nvPr/>
        </p:nvSpPr>
        <p:spPr bwMode="auto">
          <a:xfrm>
            <a:off x="920750" y="3168650"/>
            <a:ext cx="80803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隶书" panose="02010509060101010101" pitchFamily="49" charset="-122"/>
                <a:cs typeface="+mn-cs"/>
              </a:rPr>
              <a:t>15.3 </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周期性非正弦电源激励下的稳态响应</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Steady-state Response under </a:t>
            </a:r>
            <a:r>
              <a:rPr kumimoji="1"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隶书" panose="02010509060101010101" pitchFamily="49" charset="-122"/>
                <a:cs typeface="+mn-cs"/>
              </a:rPr>
              <a:t>Nonsinasoidal</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Input</a:t>
            </a:r>
          </a:p>
        </p:txBody>
      </p:sp>
      <p:sp>
        <p:nvSpPr>
          <p:cNvPr id="304150" name="Text Box 22"/>
          <p:cNvSpPr txBox="1">
            <a:spLocks noChangeArrowheads="1"/>
          </p:cNvSpPr>
          <p:nvPr/>
        </p:nvSpPr>
        <p:spPr bwMode="auto">
          <a:xfrm>
            <a:off x="298450" y="0"/>
            <a:ext cx="884555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隶书" pitchFamily="49" charset="-122"/>
                <a:cs typeface="+mn-cs"/>
              </a:rPr>
              <a:t>Chapter </a:t>
            </a:r>
            <a:r>
              <a:rPr kumimoji="1" lang="en-US" altLang="zh-CN" sz="44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Times New Roman" pitchFamily="18" charset="0"/>
                <a:ea typeface="隶书" pitchFamily="49" charset="-122"/>
                <a:cs typeface="+mn-cs"/>
              </a:rPr>
              <a:t>15  </a:t>
            </a:r>
            <a:endParaRPr kumimoji="1" lang="en-US" altLang="zh-CN" sz="4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隶书"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4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周期性非正弦稳态电路</a:t>
            </a:r>
          </a:p>
        </p:txBody>
      </p:sp>
      <p:sp>
        <p:nvSpPr>
          <p:cNvPr id="4109" name="Text Box 25"/>
          <p:cNvSpPr txBox="1">
            <a:spLocks noChangeArrowheads="1"/>
          </p:cNvSpPr>
          <p:nvPr/>
        </p:nvSpPr>
        <p:spPr bwMode="auto">
          <a:xfrm>
            <a:off x="539750" y="4824413"/>
            <a:ext cx="84963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CC3300"/>
                </a:solidFill>
                <a:effectLst/>
                <a:uLnTx/>
                <a:uFillTx/>
                <a:latin typeface="Times New Roman" panose="02020603050405020304" pitchFamily="18" charset="0"/>
                <a:ea typeface="隶书" panose="02010509060101010101" pitchFamily="49" charset="-122"/>
                <a:cs typeface="+mn-cs"/>
              </a:rPr>
              <a:t>目标：</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smtClean="0">
                <a:ln>
                  <a:noFill/>
                </a:ln>
                <a:solidFill>
                  <a:srgbClr val="CC3300"/>
                </a:solidFill>
                <a:effectLst/>
                <a:uLnTx/>
                <a:uFillTx/>
                <a:latin typeface="Times New Roman" panose="02020603050405020304" pitchFamily="18" charset="0"/>
                <a:ea typeface="隶书" panose="02010509060101010101" pitchFamily="49" charset="-122"/>
                <a:cs typeface="+mn-cs"/>
              </a:rPr>
              <a:t>利用</a:t>
            </a:r>
            <a:r>
              <a:rPr kumimoji="1" lang="zh-CN" altLang="en-US" sz="2400" b="0" i="0" u="none" strike="noStrike" kern="1200" cap="none" spc="0" normalizeH="0" baseline="0" noProof="0" dirty="0">
                <a:ln>
                  <a:noFill/>
                </a:ln>
                <a:solidFill>
                  <a:srgbClr val="CC3300"/>
                </a:solidFill>
                <a:effectLst/>
                <a:uLnTx/>
                <a:uFillTx/>
                <a:latin typeface="Times New Roman" panose="02020603050405020304" pitchFamily="18" charset="0"/>
                <a:ea typeface="隶书" panose="02010509060101010101" pitchFamily="49" charset="-122"/>
                <a:cs typeface="+mn-cs"/>
              </a:rPr>
              <a:t>傅里叶级数和叠加原理计算周期电源下的</a:t>
            </a:r>
            <a:r>
              <a:rPr kumimoji="1" lang="zh-CN" altLang="en-US" sz="2400" b="0" i="0" u="none" strike="noStrike" kern="1200" cap="none" spc="0" normalizeH="0" baseline="0" noProof="0" dirty="0" smtClean="0">
                <a:ln>
                  <a:noFill/>
                </a:ln>
                <a:solidFill>
                  <a:srgbClr val="CC3300"/>
                </a:solidFill>
                <a:effectLst/>
                <a:uLnTx/>
                <a:uFillTx/>
                <a:latin typeface="Times New Roman" panose="02020603050405020304" pitchFamily="18" charset="0"/>
                <a:ea typeface="隶书" panose="02010509060101010101" pitchFamily="49" charset="-122"/>
                <a:cs typeface="+mn-cs"/>
              </a:rPr>
              <a:t>稳态响应</a:t>
            </a:r>
            <a:endParaRPr kumimoji="1" lang="zh-CN" altLang="en-US" sz="2400" b="0" i="0" u="none" strike="noStrike" kern="1200" cap="none" spc="0" normalizeH="0" baseline="0" noProof="0" dirty="0">
              <a:ln>
                <a:noFill/>
              </a:ln>
              <a:solidFill>
                <a:srgbClr val="CC3300"/>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1983662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Text Box 2">
            <a:extLst>
              <a:ext uri="{FF2B5EF4-FFF2-40B4-BE49-F238E27FC236}">
                <a16:creationId xmlns:a16="http://schemas.microsoft.com/office/drawing/2014/main" id="{F5820A0C-0909-47EB-A786-5F251AD64925}"/>
              </a:ext>
            </a:extLst>
          </p:cNvPr>
          <p:cNvSpPr txBox="1">
            <a:spLocks noChangeArrowheads="1"/>
          </p:cNvSpPr>
          <p:nvPr/>
        </p:nvSpPr>
        <p:spPr bwMode="auto">
          <a:xfrm>
            <a:off x="250825" y="1268413"/>
            <a:ext cx="8439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latin typeface="Times New Roman" panose="02020603050405020304" pitchFamily="18" charset="0"/>
              </a:rPr>
              <a:t> </a:t>
            </a:r>
            <a:r>
              <a:rPr kumimoji="1" lang="zh-CN" altLang="en-US" sz="2400" b="1">
                <a:solidFill>
                  <a:srgbClr val="0000FF"/>
                </a:solidFill>
                <a:latin typeface="Times New Roman" panose="02020603050405020304" pitchFamily="18" charset="0"/>
              </a:rPr>
              <a:t>一、周期非正弦激励</a:t>
            </a:r>
            <a:r>
              <a:rPr kumimoji="1" lang="zh-CN" altLang="en-US" sz="2400" b="1">
                <a:solidFill>
                  <a:srgbClr val="A50021"/>
                </a:solidFill>
              </a:rPr>
              <a:t>（</a:t>
            </a:r>
            <a:r>
              <a:rPr kumimoji="1" lang="en-US" altLang="zh-CN" sz="2400" b="1" i="1">
                <a:solidFill>
                  <a:srgbClr val="A50021"/>
                </a:solidFill>
                <a:latin typeface="Times New Roman" panose="02020603050405020304" pitchFamily="18" charset="0"/>
              </a:rPr>
              <a:t>nonsinusoidal periodic excitation</a:t>
            </a:r>
            <a:r>
              <a:rPr kumimoji="1" lang="en-US" altLang="zh-CN" sz="2400" b="1">
                <a:solidFill>
                  <a:srgbClr val="A50021"/>
                </a:solidFill>
              </a:rPr>
              <a:t>)</a:t>
            </a:r>
          </a:p>
        </p:txBody>
      </p:sp>
      <p:sp>
        <p:nvSpPr>
          <p:cNvPr id="624643" name="Text Box 3">
            <a:extLst>
              <a:ext uri="{FF2B5EF4-FFF2-40B4-BE49-F238E27FC236}">
                <a16:creationId xmlns:a16="http://schemas.microsoft.com/office/drawing/2014/main" id="{93E1028B-E4C1-41C5-A6D5-355737489EDA}"/>
              </a:ext>
            </a:extLst>
          </p:cNvPr>
          <p:cNvSpPr txBox="1">
            <a:spLocks noChangeArrowheads="1"/>
          </p:cNvSpPr>
          <p:nvPr/>
        </p:nvSpPr>
        <p:spPr bwMode="auto">
          <a:xfrm>
            <a:off x="539750" y="1989138"/>
            <a:ext cx="4695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1. </a:t>
            </a:r>
            <a:r>
              <a:rPr kumimoji="1" lang="zh-CN" altLang="en-US" sz="2400" b="1">
                <a:latin typeface="Times New Roman" panose="02020603050405020304" pitchFamily="18" charset="0"/>
              </a:rPr>
              <a:t>常见的周期非正弦激励信号</a:t>
            </a:r>
          </a:p>
        </p:txBody>
      </p:sp>
      <p:sp>
        <p:nvSpPr>
          <p:cNvPr id="624644" name="Text Box 4">
            <a:extLst>
              <a:ext uri="{FF2B5EF4-FFF2-40B4-BE49-F238E27FC236}">
                <a16:creationId xmlns:a16="http://schemas.microsoft.com/office/drawing/2014/main" id="{65D4BCF3-ECDA-4449-8C64-BBD3AFE40A13}"/>
              </a:ext>
            </a:extLst>
          </p:cNvPr>
          <p:cNvSpPr txBox="1">
            <a:spLocks noChangeArrowheads="1"/>
          </p:cNvSpPr>
          <p:nvPr/>
        </p:nvSpPr>
        <p:spPr bwMode="auto">
          <a:xfrm>
            <a:off x="539750" y="2636838"/>
            <a:ext cx="76692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11200" indent="-711200" algn="l">
              <a:spcBef>
                <a:spcPct val="0"/>
              </a:spcBef>
              <a:defRPr>
                <a:solidFill>
                  <a:schemeClr val="tx1"/>
                </a:solidFill>
                <a:latin typeface="Arial" panose="020B0604020202020204" pitchFamily="34" charset="0"/>
                <a:ea typeface="宋体" panose="02010600030101010101" pitchFamily="2" charset="-122"/>
              </a:defRPr>
            </a:lvl1pPr>
            <a:lvl2pPr marL="1079500" algn="l">
              <a:spcBef>
                <a:spcPct val="0"/>
              </a:spcBef>
              <a:defRPr>
                <a:solidFill>
                  <a:schemeClr val="tx1"/>
                </a:solidFill>
                <a:latin typeface="Arial" panose="020B0604020202020204" pitchFamily="34" charset="0"/>
                <a:ea typeface="宋体" panose="02010600030101010101" pitchFamily="2" charset="-122"/>
              </a:defRPr>
            </a:lvl2pPr>
            <a:lvl3pPr marL="1258888" algn="l">
              <a:spcBef>
                <a:spcPct val="0"/>
              </a:spcBef>
              <a:defRPr>
                <a:solidFill>
                  <a:schemeClr val="tx1"/>
                </a:solidFill>
                <a:latin typeface="Arial" panose="020B0604020202020204" pitchFamily="34" charset="0"/>
                <a:ea typeface="宋体" panose="02010600030101010101" pitchFamily="2" charset="-122"/>
              </a:defRPr>
            </a:lvl3pPr>
            <a:lvl4pPr marL="1438275"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1</a:t>
            </a:r>
            <a:r>
              <a:rPr kumimoji="1" lang="zh-CN" altLang="en-US" sz="2400" b="1">
                <a:latin typeface="Times New Roman" panose="02020603050405020304" pitchFamily="18" charset="0"/>
              </a:rPr>
              <a:t>）发电机</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generator</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发出的电压波形，不可能是完全正弦的。</a:t>
            </a:r>
          </a:p>
        </p:txBody>
      </p:sp>
      <p:grpSp>
        <p:nvGrpSpPr>
          <p:cNvPr id="624645" name="Group 5">
            <a:extLst>
              <a:ext uri="{FF2B5EF4-FFF2-40B4-BE49-F238E27FC236}">
                <a16:creationId xmlns:a16="http://schemas.microsoft.com/office/drawing/2014/main" id="{F92B48FC-FCDB-4A04-9519-8EEE8A59AD0D}"/>
              </a:ext>
            </a:extLst>
          </p:cNvPr>
          <p:cNvGrpSpPr>
            <a:grpSpLocks/>
          </p:cNvGrpSpPr>
          <p:nvPr/>
        </p:nvGrpSpPr>
        <p:grpSpPr bwMode="auto">
          <a:xfrm>
            <a:off x="1835150" y="3860800"/>
            <a:ext cx="5537200" cy="1930400"/>
            <a:chOff x="1046" y="2180"/>
            <a:chExt cx="3488" cy="1216"/>
          </a:xfrm>
        </p:grpSpPr>
        <p:sp>
          <p:nvSpPr>
            <p:cNvPr id="624646" name="Rectangle 6">
              <a:extLst>
                <a:ext uri="{FF2B5EF4-FFF2-40B4-BE49-F238E27FC236}">
                  <a16:creationId xmlns:a16="http://schemas.microsoft.com/office/drawing/2014/main" id="{BAE2D2E2-E51A-4E03-9FB4-E264A86610D7}"/>
                </a:ext>
              </a:extLst>
            </p:cNvPr>
            <p:cNvSpPr>
              <a:spLocks noChangeArrowheads="1"/>
            </p:cNvSpPr>
            <p:nvPr/>
          </p:nvSpPr>
          <p:spPr bwMode="auto">
            <a:xfrm>
              <a:off x="3910" y="2683"/>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sz="2400" b="1" i="1">
                  <a:latin typeface="Times New Roman" panose="02020603050405020304" pitchFamily="18" charset="0"/>
                </a:rPr>
                <a:t>t</a:t>
              </a:r>
              <a:endParaRPr kumimoji="1" lang="en-US" altLang="zh-CN" sz="2400" b="1">
                <a:latin typeface="Times New Roman" panose="02020603050405020304" pitchFamily="18" charset="0"/>
              </a:endParaRPr>
            </a:p>
          </p:txBody>
        </p:sp>
        <p:sp>
          <p:nvSpPr>
            <p:cNvPr id="624647" name="Freeform 7">
              <a:extLst>
                <a:ext uri="{FF2B5EF4-FFF2-40B4-BE49-F238E27FC236}">
                  <a16:creationId xmlns:a16="http://schemas.microsoft.com/office/drawing/2014/main" id="{729574B1-58B0-4E04-85C4-8A90D57251F7}"/>
                </a:ext>
              </a:extLst>
            </p:cNvPr>
            <p:cNvSpPr>
              <a:spLocks/>
            </p:cNvSpPr>
            <p:nvPr/>
          </p:nvSpPr>
          <p:spPr bwMode="auto">
            <a:xfrm>
              <a:off x="1464" y="2533"/>
              <a:ext cx="626" cy="447"/>
            </a:xfrm>
            <a:custGeom>
              <a:avLst/>
              <a:gdLst>
                <a:gd name="T0" fmla="*/ 0 w 626"/>
                <a:gd name="T1" fmla="*/ 428 h 447"/>
                <a:gd name="T2" fmla="*/ 144 w 626"/>
                <a:gd name="T3" fmla="*/ 83 h 447"/>
                <a:gd name="T4" fmla="*/ 312 w 626"/>
                <a:gd name="T5" fmla="*/ 3 h 447"/>
                <a:gd name="T6" fmla="*/ 496 w 626"/>
                <a:gd name="T7" fmla="*/ 99 h 447"/>
                <a:gd name="T8" fmla="*/ 626 w 626"/>
                <a:gd name="T9" fmla="*/ 447 h 447"/>
              </a:gdLst>
              <a:ahLst/>
              <a:cxnLst>
                <a:cxn ang="0">
                  <a:pos x="T0" y="T1"/>
                </a:cxn>
                <a:cxn ang="0">
                  <a:pos x="T2" y="T3"/>
                </a:cxn>
                <a:cxn ang="0">
                  <a:pos x="T4" y="T5"/>
                </a:cxn>
                <a:cxn ang="0">
                  <a:pos x="T6" y="T7"/>
                </a:cxn>
                <a:cxn ang="0">
                  <a:pos x="T8" y="T9"/>
                </a:cxn>
              </a:cxnLst>
              <a:rect l="0" t="0" r="r" b="b"/>
              <a:pathLst>
                <a:path w="626" h="447">
                  <a:moveTo>
                    <a:pt x="0" y="428"/>
                  </a:moveTo>
                  <a:cubicBezTo>
                    <a:pt x="24" y="371"/>
                    <a:pt x="92" y="154"/>
                    <a:pt x="144" y="83"/>
                  </a:cubicBezTo>
                  <a:cubicBezTo>
                    <a:pt x="196" y="12"/>
                    <a:pt x="253" y="0"/>
                    <a:pt x="312" y="3"/>
                  </a:cubicBezTo>
                  <a:cubicBezTo>
                    <a:pt x="371" y="6"/>
                    <a:pt x="444" y="25"/>
                    <a:pt x="496" y="99"/>
                  </a:cubicBezTo>
                  <a:cubicBezTo>
                    <a:pt x="548" y="173"/>
                    <a:pt x="599" y="375"/>
                    <a:pt x="626" y="447"/>
                  </a:cubicBezTo>
                </a:path>
              </a:pathLst>
            </a:custGeom>
            <a:noFill/>
            <a:ln w="444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4648" name="Text Box 8">
              <a:extLst>
                <a:ext uri="{FF2B5EF4-FFF2-40B4-BE49-F238E27FC236}">
                  <a16:creationId xmlns:a16="http://schemas.microsoft.com/office/drawing/2014/main" id="{539BA384-8F81-4157-AAD2-FE9DA084B0D9}"/>
                </a:ext>
              </a:extLst>
            </p:cNvPr>
            <p:cNvSpPr txBox="1">
              <a:spLocks noChangeArrowheads="1"/>
            </p:cNvSpPr>
            <p:nvPr/>
          </p:nvSpPr>
          <p:spPr bwMode="auto">
            <a:xfrm>
              <a:off x="1478" y="2180"/>
              <a:ext cx="6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endParaRPr kumimoji="1" lang="en-US" altLang="zh-CN" sz="2400" b="1" baseline="-25000">
                <a:latin typeface="Times New Roman" panose="02020603050405020304" pitchFamily="18" charset="0"/>
              </a:endParaRPr>
            </a:p>
          </p:txBody>
        </p:sp>
        <p:sp>
          <p:nvSpPr>
            <p:cNvPr id="624649" name="Text Box 9">
              <a:extLst>
                <a:ext uri="{FF2B5EF4-FFF2-40B4-BE49-F238E27FC236}">
                  <a16:creationId xmlns:a16="http://schemas.microsoft.com/office/drawing/2014/main" id="{13226BC7-35E7-4E20-8879-2DB5FB561941}"/>
                </a:ext>
              </a:extLst>
            </p:cNvPr>
            <p:cNvSpPr txBox="1">
              <a:spLocks noChangeArrowheads="1"/>
            </p:cNvSpPr>
            <p:nvPr/>
          </p:nvSpPr>
          <p:spPr bwMode="auto">
            <a:xfrm>
              <a:off x="1046" y="261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624650" name="Freeform 10">
              <a:extLst>
                <a:ext uri="{FF2B5EF4-FFF2-40B4-BE49-F238E27FC236}">
                  <a16:creationId xmlns:a16="http://schemas.microsoft.com/office/drawing/2014/main" id="{3E0DCF4E-F394-4373-8B61-5E0B0346A5AC}"/>
                </a:ext>
              </a:extLst>
            </p:cNvPr>
            <p:cNvSpPr>
              <a:spLocks/>
            </p:cNvSpPr>
            <p:nvPr/>
          </p:nvSpPr>
          <p:spPr bwMode="auto">
            <a:xfrm>
              <a:off x="2704" y="2517"/>
              <a:ext cx="626" cy="455"/>
            </a:xfrm>
            <a:custGeom>
              <a:avLst/>
              <a:gdLst>
                <a:gd name="T0" fmla="*/ 0 w 626"/>
                <a:gd name="T1" fmla="*/ 436 h 455"/>
                <a:gd name="T2" fmla="*/ 144 w 626"/>
                <a:gd name="T3" fmla="*/ 91 h 455"/>
                <a:gd name="T4" fmla="*/ 312 w 626"/>
                <a:gd name="T5" fmla="*/ 3 h 455"/>
                <a:gd name="T6" fmla="*/ 496 w 626"/>
                <a:gd name="T7" fmla="*/ 107 h 455"/>
                <a:gd name="T8" fmla="*/ 626 w 626"/>
                <a:gd name="T9" fmla="*/ 455 h 455"/>
              </a:gdLst>
              <a:ahLst/>
              <a:cxnLst>
                <a:cxn ang="0">
                  <a:pos x="T0" y="T1"/>
                </a:cxn>
                <a:cxn ang="0">
                  <a:pos x="T2" y="T3"/>
                </a:cxn>
                <a:cxn ang="0">
                  <a:pos x="T4" y="T5"/>
                </a:cxn>
                <a:cxn ang="0">
                  <a:pos x="T6" y="T7"/>
                </a:cxn>
                <a:cxn ang="0">
                  <a:pos x="T8" y="T9"/>
                </a:cxn>
              </a:cxnLst>
              <a:rect l="0" t="0" r="r" b="b"/>
              <a:pathLst>
                <a:path w="626" h="455">
                  <a:moveTo>
                    <a:pt x="0" y="436"/>
                  </a:moveTo>
                  <a:cubicBezTo>
                    <a:pt x="24" y="379"/>
                    <a:pt x="92" y="163"/>
                    <a:pt x="144" y="91"/>
                  </a:cubicBezTo>
                  <a:cubicBezTo>
                    <a:pt x="196" y="19"/>
                    <a:pt x="253" y="0"/>
                    <a:pt x="312" y="3"/>
                  </a:cubicBezTo>
                  <a:cubicBezTo>
                    <a:pt x="371" y="6"/>
                    <a:pt x="444" y="32"/>
                    <a:pt x="496" y="107"/>
                  </a:cubicBezTo>
                  <a:cubicBezTo>
                    <a:pt x="548" y="182"/>
                    <a:pt x="599" y="383"/>
                    <a:pt x="626" y="455"/>
                  </a:cubicBezTo>
                </a:path>
              </a:pathLst>
            </a:custGeom>
            <a:noFill/>
            <a:ln w="444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4651" name="Freeform 11">
              <a:extLst>
                <a:ext uri="{FF2B5EF4-FFF2-40B4-BE49-F238E27FC236}">
                  <a16:creationId xmlns:a16="http://schemas.microsoft.com/office/drawing/2014/main" id="{5BBD379B-F21B-48B5-8436-374DDDDAA023}"/>
                </a:ext>
              </a:extLst>
            </p:cNvPr>
            <p:cNvSpPr>
              <a:spLocks/>
            </p:cNvSpPr>
            <p:nvPr/>
          </p:nvSpPr>
          <p:spPr bwMode="auto">
            <a:xfrm flipV="1">
              <a:off x="2080" y="2941"/>
              <a:ext cx="626" cy="455"/>
            </a:xfrm>
            <a:custGeom>
              <a:avLst/>
              <a:gdLst>
                <a:gd name="T0" fmla="*/ 0 w 626"/>
                <a:gd name="T1" fmla="*/ 436 h 455"/>
                <a:gd name="T2" fmla="*/ 144 w 626"/>
                <a:gd name="T3" fmla="*/ 91 h 455"/>
                <a:gd name="T4" fmla="*/ 312 w 626"/>
                <a:gd name="T5" fmla="*/ 3 h 455"/>
                <a:gd name="T6" fmla="*/ 496 w 626"/>
                <a:gd name="T7" fmla="*/ 107 h 455"/>
                <a:gd name="T8" fmla="*/ 626 w 626"/>
                <a:gd name="T9" fmla="*/ 455 h 455"/>
              </a:gdLst>
              <a:ahLst/>
              <a:cxnLst>
                <a:cxn ang="0">
                  <a:pos x="T0" y="T1"/>
                </a:cxn>
                <a:cxn ang="0">
                  <a:pos x="T2" y="T3"/>
                </a:cxn>
                <a:cxn ang="0">
                  <a:pos x="T4" y="T5"/>
                </a:cxn>
                <a:cxn ang="0">
                  <a:pos x="T6" y="T7"/>
                </a:cxn>
                <a:cxn ang="0">
                  <a:pos x="T8" y="T9"/>
                </a:cxn>
              </a:cxnLst>
              <a:rect l="0" t="0" r="r" b="b"/>
              <a:pathLst>
                <a:path w="626" h="455">
                  <a:moveTo>
                    <a:pt x="0" y="436"/>
                  </a:moveTo>
                  <a:cubicBezTo>
                    <a:pt x="24" y="379"/>
                    <a:pt x="92" y="163"/>
                    <a:pt x="144" y="91"/>
                  </a:cubicBezTo>
                  <a:cubicBezTo>
                    <a:pt x="196" y="19"/>
                    <a:pt x="253" y="0"/>
                    <a:pt x="312" y="3"/>
                  </a:cubicBezTo>
                  <a:cubicBezTo>
                    <a:pt x="371" y="6"/>
                    <a:pt x="444" y="32"/>
                    <a:pt x="496" y="107"/>
                  </a:cubicBezTo>
                  <a:cubicBezTo>
                    <a:pt x="548" y="182"/>
                    <a:pt x="599" y="383"/>
                    <a:pt x="626" y="455"/>
                  </a:cubicBezTo>
                </a:path>
              </a:pathLst>
            </a:custGeom>
            <a:noFill/>
            <a:ln w="444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4652" name="Text Box 12">
              <a:extLst>
                <a:ext uri="{FF2B5EF4-FFF2-40B4-BE49-F238E27FC236}">
                  <a16:creationId xmlns:a16="http://schemas.microsoft.com/office/drawing/2014/main" id="{225F9009-0D2D-49B1-B1B7-DEC6AED5536A}"/>
                </a:ext>
              </a:extLst>
            </p:cNvPr>
            <p:cNvSpPr txBox="1">
              <a:spLocks noChangeArrowheads="1"/>
            </p:cNvSpPr>
            <p:nvPr/>
          </p:nvSpPr>
          <p:spPr bwMode="auto">
            <a:xfrm>
              <a:off x="3350" y="267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624653" name="Line 13">
              <a:extLst>
                <a:ext uri="{FF2B5EF4-FFF2-40B4-BE49-F238E27FC236}">
                  <a16:creationId xmlns:a16="http://schemas.microsoft.com/office/drawing/2014/main" id="{0C8E9011-A316-4DB9-B28B-ABD7505B9019}"/>
                </a:ext>
              </a:extLst>
            </p:cNvPr>
            <p:cNvSpPr>
              <a:spLocks noChangeShapeType="1"/>
            </p:cNvSpPr>
            <p:nvPr/>
          </p:nvSpPr>
          <p:spPr bwMode="auto">
            <a:xfrm>
              <a:off x="1104" y="2968"/>
              <a:ext cx="296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19" name="Rectangle 6"/>
          <p:cNvSpPr txBox="1">
            <a:spLocks noChangeArrowheads="1"/>
          </p:cNvSpPr>
          <p:nvPr/>
        </p:nvSpPr>
        <p:spPr bwMode="auto">
          <a:xfrm>
            <a:off x="71438" y="188913"/>
            <a:ext cx="896461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defRPr/>
            </a:pPr>
            <a:r>
              <a:rPr lang="en-US" altLang="zh-CN" sz="2800" smtClean="0">
                <a:solidFill>
                  <a:schemeClr val="tx1"/>
                </a:solidFill>
                <a:effectLst>
                  <a:outerShdw blurRad="38100" dist="38100" dir="2700000" algn="tl">
                    <a:srgbClr val="C0C0C0"/>
                  </a:outerShdw>
                </a:effectLst>
                <a:latin typeface="隶书" pitchFamily="49" charset="-122"/>
                <a:ea typeface="隶书" pitchFamily="49" charset="-122"/>
              </a:rPr>
              <a:t>15.1</a:t>
            </a:r>
            <a:r>
              <a:rPr lang="zh-CN" altLang="en-US" sz="2800" smtClean="0">
                <a:solidFill>
                  <a:schemeClr val="tx1"/>
                </a:solidFill>
                <a:latin typeface="隶书" pitchFamily="49" charset="-122"/>
                <a:ea typeface="隶书" pitchFamily="49" charset="-122"/>
              </a:rPr>
              <a:t>周期性函数的傅里叶级数</a:t>
            </a:r>
            <a:r>
              <a:rPr lang="en-US" altLang="zh-CN" sz="2800" smtClean="0">
                <a:solidFill>
                  <a:schemeClr val="tx1"/>
                </a:solidFill>
                <a:effectLst>
                  <a:outerShdw blurRad="38100" dist="38100" dir="2700000" algn="tl">
                    <a:srgbClr val="C0C0C0"/>
                  </a:outerShdw>
                </a:effectLst>
              </a:rPr>
              <a:t>Fourier Series</a:t>
            </a:r>
            <a:endParaRPr lang="en-US" altLang="zh-CN" sz="2800" dirty="0" smtClean="0">
              <a:solidFill>
                <a:schemeClr val="tx1"/>
              </a:solidFill>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24642"/>
                                        </p:tgtEl>
                                        <p:attrNameLst>
                                          <p:attrName>style.visibility</p:attrName>
                                        </p:attrNameLst>
                                      </p:cBhvr>
                                      <p:to>
                                        <p:strVal val="visible"/>
                                      </p:to>
                                    </p:set>
                                    <p:animEffect transition="in" filter="checkerboard(across)">
                                      <p:cBhvr>
                                        <p:cTn id="7" dur="500"/>
                                        <p:tgtEl>
                                          <p:spTgt spid="6246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24643"/>
                                        </p:tgtEl>
                                        <p:attrNameLst>
                                          <p:attrName>style.visibility</p:attrName>
                                        </p:attrNameLst>
                                      </p:cBhvr>
                                      <p:to>
                                        <p:strVal val="visible"/>
                                      </p:to>
                                    </p:set>
                                    <p:animEffect transition="in" filter="checkerboard(across)">
                                      <p:cBhvr>
                                        <p:cTn id="12" dur="500"/>
                                        <p:tgtEl>
                                          <p:spTgt spid="6246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24644"/>
                                        </p:tgtEl>
                                        <p:attrNameLst>
                                          <p:attrName>style.visibility</p:attrName>
                                        </p:attrNameLst>
                                      </p:cBhvr>
                                      <p:to>
                                        <p:strVal val="visible"/>
                                      </p:to>
                                    </p:set>
                                    <p:animEffect transition="in" filter="checkerboard(across)">
                                      <p:cBhvr>
                                        <p:cTn id="17" dur="500"/>
                                        <p:tgtEl>
                                          <p:spTgt spid="6246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24645"/>
                                        </p:tgtEl>
                                        <p:attrNameLst>
                                          <p:attrName>style.visibility</p:attrName>
                                        </p:attrNameLst>
                                      </p:cBhvr>
                                      <p:to>
                                        <p:strVal val="visible"/>
                                      </p:to>
                                    </p:set>
                                    <p:animEffect transition="in" filter="wipe(left)">
                                      <p:cBhvr>
                                        <p:cTn id="22" dur="500"/>
                                        <p:tgtEl>
                                          <p:spTgt spid="624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2" grpId="0" autoUpdateAnimBg="0"/>
      <p:bldP spid="624643" grpId="0" autoUpdateAnimBg="0"/>
      <p:bldP spid="624644"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5666" name="Text Box 2">
            <a:extLst>
              <a:ext uri="{FF2B5EF4-FFF2-40B4-BE49-F238E27FC236}">
                <a16:creationId xmlns:a16="http://schemas.microsoft.com/office/drawing/2014/main" id="{316BFE27-ABCC-4572-99F0-258B041A637C}"/>
              </a:ext>
            </a:extLst>
          </p:cNvPr>
          <p:cNvSpPr txBox="1">
            <a:spLocks noChangeArrowheads="1"/>
          </p:cNvSpPr>
          <p:nvPr/>
        </p:nvSpPr>
        <p:spPr bwMode="auto">
          <a:xfrm>
            <a:off x="179388" y="476250"/>
            <a:ext cx="849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2</a:t>
            </a:r>
            <a:r>
              <a:rPr kumimoji="1" lang="zh-CN" altLang="en-US" sz="2400" b="1">
                <a:latin typeface="Times New Roman" panose="02020603050405020304" pitchFamily="18" charset="0"/>
              </a:rPr>
              <a:t>）当电路中存在非线性元件时也会产生非正弦电压、电流。</a:t>
            </a:r>
          </a:p>
        </p:txBody>
      </p:sp>
      <p:sp>
        <p:nvSpPr>
          <p:cNvPr id="625667" name="Text Box 3">
            <a:extLst>
              <a:ext uri="{FF2B5EF4-FFF2-40B4-BE49-F238E27FC236}">
                <a16:creationId xmlns:a16="http://schemas.microsoft.com/office/drawing/2014/main" id="{4D2DD2EB-A41C-4193-8B2A-EACE74CEFEA7}"/>
              </a:ext>
            </a:extLst>
          </p:cNvPr>
          <p:cNvSpPr txBox="1">
            <a:spLocks noChangeArrowheads="1"/>
          </p:cNvSpPr>
          <p:nvPr/>
        </p:nvSpPr>
        <p:spPr bwMode="auto">
          <a:xfrm>
            <a:off x="533400" y="1050925"/>
            <a:ext cx="2525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3300"/>
                </a:solidFill>
                <a:latin typeface="Times New Roman" panose="02020603050405020304" pitchFamily="18" charset="0"/>
              </a:rPr>
              <a:t>二极管整流电路</a:t>
            </a:r>
            <a:endParaRPr kumimoji="1" lang="zh-CN" altLang="en-US" sz="2400">
              <a:solidFill>
                <a:srgbClr val="FF3300"/>
              </a:solidFill>
              <a:latin typeface="Times New Roman" panose="02020603050405020304" pitchFamily="18" charset="0"/>
            </a:endParaRPr>
          </a:p>
        </p:txBody>
      </p:sp>
      <p:sp>
        <p:nvSpPr>
          <p:cNvPr id="625668" name="Text Box 4">
            <a:extLst>
              <a:ext uri="{FF2B5EF4-FFF2-40B4-BE49-F238E27FC236}">
                <a16:creationId xmlns:a16="http://schemas.microsoft.com/office/drawing/2014/main" id="{7AFF1C6A-9461-4D2E-89AD-72B94F9E3739}"/>
              </a:ext>
            </a:extLst>
          </p:cNvPr>
          <p:cNvSpPr txBox="1">
            <a:spLocks noChangeArrowheads="1"/>
          </p:cNvSpPr>
          <p:nvPr/>
        </p:nvSpPr>
        <p:spPr bwMode="auto">
          <a:xfrm>
            <a:off x="642938" y="3830638"/>
            <a:ext cx="59150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solidFill>
                  <a:srgbClr val="FF3300"/>
                </a:solidFill>
                <a:latin typeface="Times New Roman" panose="02020603050405020304" pitchFamily="18" charset="0"/>
              </a:rPr>
              <a:t>非线性电感</a:t>
            </a:r>
            <a:r>
              <a:rPr kumimoji="1" lang="en-US" altLang="zh-CN" sz="2400" b="1">
                <a:solidFill>
                  <a:srgbClr val="FF3300"/>
                </a:solidFill>
                <a:latin typeface="Times New Roman" panose="02020603050405020304" pitchFamily="18" charset="0"/>
              </a:rPr>
              <a:t>(nonlinearity inductance)</a:t>
            </a:r>
            <a:r>
              <a:rPr kumimoji="1" lang="zh-CN" altLang="en-US" sz="2400" b="1">
                <a:solidFill>
                  <a:srgbClr val="FF3300"/>
                </a:solidFill>
                <a:latin typeface="Times New Roman" panose="02020603050405020304" pitchFamily="18" charset="0"/>
              </a:rPr>
              <a:t>电路</a:t>
            </a:r>
          </a:p>
        </p:txBody>
      </p:sp>
      <p:grpSp>
        <p:nvGrpSpPr>
          <p:cNvPr id="625758" name="Group 94">
            <a:extLst>
              <a:ext uri="{FF2B5EF4-FFF2-40B4-BE49-F238E27FC236}">
                <a16:creationId xmlns:a16="http://schemas.microsoft.com/office/drawing/2014/main" id="{D3BD344D-7C7E-4793-BE9B-08460311207A}"/>
              </a:ext>
            </a:extLst>
          </p:cNvPr>
          <p:cNvGrpSpPr>
            <a:grpSpLocks/>
          </p:cNvGrpSpPr>
          <p:nvPr/>
        </p:nvGrpSpPr>
        <p:grpSpPr bwMode="auto">
          <a:xfrm>
            <a:off x="1150938" y="4581525"/>
            <a:ext cx="2120900" cy="1371600"/>
            <a:chOff x="725" y="2886"/>
            <a:chExt cx="1336" cy="864"/>
          </a:xfrm>
        </p:grpSpPr>
        <p:sp>
          <p:nvSpPr>
            <p:cNvPr id="625670" name="Oval 6">
              <a:extLst>
                <a:ext uri="{FF2B5EF4-FFF2-40B4-BE49-F238E27FC236}">
                  <a16:creationId xmlns:a16="http://schemas.microsoft.com/office/drawing/2014/main" id="{7071C5EB-2AAC-4DCC-8750-192651C9DA7B}"/>
                </a:ext>
              </a:extLst>
            </p:cNvPr>
            <p:cNvSpPr>
              <a:spLocks noChangeArrowheads="1"/>
            </p:cNvSpPr>
            <p:nvPr/>
          </p:nvSpPr>
          <p:spPr bwMode="auto">
            <a:xfrm>
              <a:off x="725" y="3222"/>
              <a:ext cx="288" cy="288"/>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1" name="Line 7">
              <a:extLst>
                <a:ext uri="{FF2B5EF4-FFF2-40B4-BE49-F238E27FC236}">
                  <a16:creationId xmlns:a16="http://schemas.microsoft.com/office/drawing/2014/main" id="{85814E13-9601-46D5-99E0-43EA44CC5B5F}"/>
                </a:ext>
              </a:extLst>
            </p:cNvPr>
            <p:cNvSpPr>
              <a:spLocks noChangeShapeType="1"/>
            </p:cNvSpPr>
            <p:nvPr/>
          </p:nvSpPr>
          <p:spPr bwMode="auto">
            <a:xfrm>
              <a:off x="869" y="2886"/>
              <a:ext cx="0" cy="8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2" name="Line 8">
              <a:extLst>
                <a:ext uri="{FF2B5EF4-FFF2-40B4-BE49-F238E27FC236}">
                  <a16:creationId xmlns:a16="http://schemas.microsoft.com/office/drawing/2014/main" id="{11C70936-EDD8-411B-B31D-5501313C41D0}"/>
                </a:ext>
              </a:extLst>
            </p:cNvPr>
            <p:cNvSpPr>
              <a:spLocks noChangeShapeType="1"/>
            </p:cNvSpPr>
            <p:nvPr/>
          </p:nvSpPr>
          <p:spPr bwMode="auto">
            <a:xfrm>
              <a:off x="869" y="2886"/>
              <a:ext cx="105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3" name="Line 9">
              <a:extLst>
                <a:ext uri="{FF2B5EF4-FFF2-40B4-BE49-F238E27FC236}">
                  <a16:creationId xmlns:a16="http://schemas.microsoft.com/office/drawing/2014/main" id="{1F7D3CBD-7618-4108-9264-52A945CC3615}"/>
                </a:ext>
              </a:extLst>
            </p:cNvPr>
            <p:cNvSpPr>
              <a:spLocks noChangeShapeType="1"/>
            </p:cNvSpPr>
            <p:nvPr/>
          </p:nvSpPr>
          <p:spPr bwMode="auto">
            <a:xfrm>
              <a:off x="869" y="3750"/>
              <a:ext cx="105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4" name="Arc 10">
              <a:extLst>
                <a:ext uri="{FF2B5EF4-FFF2-40B4-BE49-F238E27FC236}">
                  <a16:creationId xmlns:a16="http://schemas.microsoft.com/office/drawing/2014/main" id="{FD3ECFD8-029B-48FB-8201-7032B466F33A}"/>
                </a:ext>
              </a:extLst>
            </p:cNvPr>
            <p:cNvSpPr>
              <a:spLocks/>
            </p:cNvSpPr>
            <p:nvPr/>
          </p:nvSpPr>
          <p:spPr bwMode="auto">
            <a:xfrm rot="5400000" flipH="1">
              <a:off x="1888" y="3174"/>
              <a:ext cx="99" cy="48"/>
            </a:xfrm>
            <a:custGeom>
              <a:avLst/>
              <a:gdLst>
                <a:gd name="G0" fmla="+- 20989 0 0"/>
                <a:gd name="G1" fmla="+- 21600 0 0"/>
                <a:gd name="G2" fmla="+- 21600 0 0"/>
                <a:gd name="T0" fmla="*/ 0 w 42589"/>
                <a:gd name="T1" fmla="*/ 16497 h 21600"/>
                <a:gd name="T2" fmla="*/ 42589 w 42589"/>
                <a:gd name="T3" fmla="*/ 21600 h 21600"/>
                <a:gd name="T4" fmla="*/ 20989 w 42589"/>
                <a:gd name="T5" fmla="*/ 21600 h 21600"/>
              </a:gdLst>
              <a:ahLst/>
              <a:cxnLst>
                <a:cxn ang="0">
                  <a:pos x="T0" y="T1"/>
                </a:cxn>
                <a:cxn ang="0">
                  <a:pos x="T2" y="T3"/>
                </a:cxn>
                <a:cxn ang="0">
                  <a:pos x="T4" y="T5"/>
                </a:cxn>
              </a:cxnLst>
              <a:rect l="0" t="0" r="r" b="b"/>
              <a:pathLst>
                <a:path w="42589" h="21600" fill="none" extrusionOk="0">
                  <a:moveTo>
                    <a:pt x="0" y="16497"/>
                  </a:moveTo>
                  <a:cubicBezTo>
                    <a:pt x="2354" y="6815"/>
                    <a:pt x="11025" y="0"/>
                    <a:pt x="20989" y="0"/>
                  </a:cubicBezTo>
                  <a:cubicBezTo>
                    <a:pt x="32918" y="0"/>
                    <a:pt x="42589" y="9670"/>
                    <a:pt x="42589" y="21600"/>
                  </a:cubicBezTo>
                </a:path>
                <a:path w="42589" h="21600" stroke="0" extrusionOk="0">
                  <a:moveTo>
                    <a:pt x="0" y="16497"/>
                  </a:moveTo>
                  <a:cubicBezTo>
                    <a:pt x="2354" y="6815"/>
                    <a:pt x="11025" y="0"/>
                    <a:pt x="20989" y="0"/>
                  </a:cubicBezTo>
                  <a:cubicBezTo>
                    <a:pt x="32918" y="0"/>
                    <a:pt x="42589" y="9670"/>
                    <a:pt x="42589" y="21600"/>
                  </a:cubicBezTo>
                  <a:lnTo>
                    <a:pt x="20989"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5" name="Arc 11">
              <a:extLst>
                <a:ext uri="{FF2B5EF4-FFF2-40B4-BE49-F238E27FC236}">
                  <a16:creationId xmlns:a16="http://schemas.microsoft.com/office/drawing/2014/main" id="{483A17E5-A9BE-4539-AEFA-A9C945EDFD43}"/>
                </a:ext>
              </a:extLst>
            </p:cNvPr>
            <p:cNvSpPr>
              <a:spLocks/>
            </p:cNvSpPr>
            <p:nvPr/>
          </p:nvSpPr>
          <p:spPr bwMode="auto">
            <a:xfrm rot="5400000" flipH="1">
              <a:off x="1888" y="3270"/>
              <a:ext cx="99" cy="48"/>
            </a:xfrm>
            <a:custGeom>
              <a:avLst/>
              <a:gdLst>
                <a:gd name="G0" fmla="+- 20989 0 0"/>
                <a:gd name="G1" fmla="+- 21600 0 0"/>
                <a:gd name="G2" fmla="+- 21600 0 0"/>
                <a:gd name="T0" fmla="*/ 0 w 42589"/>
                <a:gd name="T1" fmla="*/ 16497 h 21600"/>
                <a:gd name="T2" fmla="*/ 42589 w 42589"/>
                <a:gd name="T3" fmla="*/ 21600 h 21600"/>
                <a:gd name="T4" fmla="*/ 20989 w 42589"/>
                <a:gd name="T5" fmla="*/ 21600 h 21600"/>
              </a:gdLst>
              <a:ahLst/>
              <a:cxnLst>
                <a:cxn ang="0">
                  <a:pos x="T0" y="T1"/>
                </a:cxn>
                <a:cxn ang="0">
                  <a:pos x="T2" y="T3"/>
                </a:cxn>
                <a:cxn ang="0">
                  <a:pos x="T4" y="T5"/>
                </a:cxn>
              </a:cxnLst>
              <a:rect l="0" t="0" r="r" b="b"/>
              <a:pathLst>
                <a:path w="42589" h="21600" fill="none" extrusionOk="0">
                  <a:moveTo>
                    <a:pt x="0" y="16497"/>
                  </a:moveTo>
                  <a:cubicBezTo>
                    <a:pt x="2354" y="6815"/>
                    <a:pt x="11025" y="0"/>
                    <a:pt x="20989" y="0"/>
                  </a:cubicBezTo>
                  <a:cubicBezTo>
                    <a:pt x="32918" y="0"/>
                    <a:pt x="42589" y="9670"/>
                    <a:pt x="42589" y="21600"/>
                  </a:cubicBezTo>
                </a:path>
                <a:path w="42589" h="21600" stroke="0" extrusionOk="0">
                  <a:moveTo>
                    <a:pt x="0" y="16497"/>
                  </a:moveTo>
                  <a:cubicBezTo>
                    <a:pt x="2354" y="6815"/>
                    <a:pt x="11025" y="0"/>
                    <a:pt x="20989" y="0"/>
                  </a:cubicBezTo>
                  <a:cubicBezTo>
                    <a:pt x="32918" y="0"/>
                    <a:pt x="42589" y="9670"/>
                    <a:pt x="42589" y="21600"/>
                  </a:cubicBezTo>
                  <a:lnTo>
                    <a:pt x="20989"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6" name="Arc 12">
              <a:extLst>
                <a:ext uri="{FF2B5EF4-FFF2-40B4-BE49-F238E27FC236}">
                  <a16:creationId xmlns:a16="http://schemas.microsoft.com/office/drawing/2014/main" id="{877B2195-C91A-444F-966A-A85224CC55F7}"/>
                </a:ext>
              </a:extLst>
            </p:cNvPr>
            <p:cNvSpPr>
              <a:spLocks/>
            </p:cNvSpPr>
            <p:nvPr/>
          </p:nvSpPr>
          <p:spPr bwMode="auto">
            <a:xfrm rot="5400000" flipH="1">
              <a:off x="1888" y="3366"/>
              <a:ext cx="99" cy="48"/>
            </a:xfrm>
            <a:custGeom>
              <a:avLst/>
              <a:gdLst>
                <a:gd name="G0" fmla="+- 20989 0 0"/>
                <a:gd name="G1" fmla="+- 21600 0 0"/>
                <a:gd name="G2" fmla="+- 21600 0 0"/>
                <a:gd name="T0" fmla="*/ 0 w 42589"/>
                <a:gd name="T1" fmla="*/ 16497 h 21600"/>
                <a:gd name="T2" fmla="*/ 42589 w 42589"/>
                <a:gd name="T3" fmla="*/ 21600 h 21600"/>
                <a:gd name="T4" fmla="*/ 20989 w 42589"/>
                <a:gd name="T5" fmla="*/ 21600 h 21600"/>
              </a:gdLst>
              <a:ahLst/>
              <a:cxnLst>
                <a:cxn ang="0">
                  <a:pos x="T0" y="T1"/>
                </a:cxn>
                <a:cxn ang="0">
                  <a:pos x="T2" y="T3"/>
                </a:cxn>
                <a:cxn ang="0">
                  <a:pos x="T4" y="T5"/>
                </a:cxn>
              </a:cxnLst>
              <a:rect l="0" t="0" r="r" b="b"/>
              <a:pathLst>
                <a:path w="42589" h="21600" fill="none" extrusionOk="0">
                  <a:moveTo>
                    <a:pt x="0" y="16497"/>
                  </a:moveTo>
                  <a:cubicBezTo>
                    <a:pt x="2354" y="6815"/>
                    <a:pt x="11025" y="0"/>
                    <a:pt x="20989" y="0"/>
                  </a:cubicBezTo>
                  <a:cubicBezTo>
                    <a:pt x="32918" y="0"/>
                    <a:pt x="42589" y="9670"/>
                    <a:pt x="42589" y="21600"/>
                  </a:cubicBezTo>
                </a:path>
                <a:path w="42589" h="21600" stroke="0" extrusionOk="0">
                  <a:moveTo>
                    <a:pt x="0" y="16497"/>
                  </a:moveTo>
                  <a:cubicBezTo>
                    <a:pt x="2354" y="6815"/>
                    <a:pt x="11025" y="0"/>
                    <a:pt x="20989" y="0"/>
                  </a:cubicBezTo>
                  <a:cubicBezTo>
                    <a:pt x="32918" y="0"/>
                    <a:pt x="42589" y="9670"/>
                    <a:pt x="42589" y="21600"/>
                  </a:cubicBezTo>
                  <a:lnTo>
                    <a:pt x="20989"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7" name="Line 13">
              <a:extLst>
                <a:ext uri="{FF2B5EF4-FFF2-40B4-BE49-F238E27FC236}">
                  <a16:creationId xmlns:a16="http://schemas.microsoft.com/office/drawing/2014/main" id="{BC11A335-87E8-4127-97ED-197C7993CEA4}"/>
                </a:ext>
              </a:extLst>
            </p:cNvPr>
            <p:cNvSpPr>
              <a:spLocks noChangeShapeType="1"/>
            </p:cNvSpPr>
            <p:nvPr/>
          </p:nvSpPr>
          <p:spPr bwMode="auto">
            <a:xfrm>
              <a:off x="977" y="3566"/>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8" name="Line 14">
              <a:extLst>
                <a:ext uri="{FF2B5EF4-FFF2-40B4-BE49-F238E27FC236}">
                  <a16:creationId xmlns:a16="http://schemas.microsoft.com/office/drawing/2014/main" id="{7175DF28-D54D-49BE-BE0C-A9B5CB61256D}"/>
                </a:ext>
              </a:extLst>
            </p:cNvPr>
            <p:cNvSpPr>
              <a:spLocks noChangeShapeType="1"/>
            </p:cNvSpPr>
            <p:nvPr/>
          </p:nvSpPr>
          <p:spPr bwMode="auto">
            <a:xfrm>
              <a:off x="1205" y="2886"/>
              <a:ext cx="24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9" name="Text Box 15">
              <a:extLst>
                <a:ext uri="{FF2B5EF4-FFF2-40B4-BE49-F238E27FC236}">
                  <a16:creationId xmlns:a16="http://schemas.microsoft.com/office/drawing/2014/main" id="{85BF53AA-8D24-4B98-9765-88196619987F}"/>
                </a:ext>
              </a:extLst>
            </p:cNvPr>
            <p:cNvSpPr txBox="1">
              <a:spLocks noChangeArrowheads="1"/>
            </p:cNvSpPr>
            <p:nvPr/>
          </p:nvSpPr>
          <p:spPr bwMode="auto">
            <a:xfrm>
              <a:off x="1013" y="317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endParaRPr kumimoji="1" lang="zh-CN" altLang="zh-CN" sz="2400">
                <a:latin typeface="Times New Roman" panose="02020603050405020304" pitchFamily="18" charset="0"/>
              </a:endParaRPr>
            </a:p>
          </p:txBody>
        </p:sp>
        <p:graphicFrame>
          <p:nvGraphicFramePr>
            <p:cNvPr id="625680" name="Object 16">
              <a:extLst>
                <a:ext uri="{FF2B5EF4-FFF2-40B4-BE49-F238E27FC236}">
                  <a16:creationId xmlns:a16="http://schemas.microsoft.com/office/drawing/2014/main" id="{93F1A130-7C93-4105-849A-522A908C315E}"/>
                </a:ext>
              </a:extLst>
            </p:cNvPr>
            <p:cNvGraphicFramePr>
              <a:graphicFrameLocks noChangeAspect="1"/>
            </p:cNvGraphicFramePr>
            <p:nvPr/>
          </p:nvGraphicFramePr>
          <p:xfrm>
            <a:off x="1438" y="2920"/>
            <a:ext cx="118" cy="206"/>
          </p:xfrm>
          <a:graphic>
            <a:graphicData uri="http://schemas.openxmlformats.org/presentationml/2006/ole">
              <mc:AlternateContent xmlns:mc="http://schemas.openxmlformats.org/markup-compatibility/2006">
                <mc:Choice xmlns:v="urn:schemas-microsoft-com:vml" Requires="v">
                  <p:oleObj spid="_x0000_s625789" name="Equation" r:id="rId4" imgW="101520" imgH="177480" progId="Equation.3">
                    <p:embed/>
                  </p:oleObj>
                </mc:Choice>
                <mc:Fallback>
                  <p:oleObj name="Equation" r:id="rId4" imgW="101520" imgH="177480" progId="Equation.3">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8" y="2920"/>
                          <a:ext cx="118"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5681" name="Object 17">
              <a:extLst>
                <a:ext uri="{FF2B5EF4-FFF2-40B4-BE49-F238E27FC236}">
                  <a16:creationId xmlns:a16="http://schemas.microsoft.com/office/drawing/2014/main" id="{B7A35D85-45F6-4FCA-A10D-656DFB63F163}"/>
                </a:ext>
              </a:extLst>
            </p:cNvPr>
            <p:cNvGraphicFramePr>
              <a:graphicFrameLocks noChangeAspect="1"/>
            </p:cNvGraphicFramePr>
            <p:nvPr/>
          </p:nvGraphicFramePr>
          <p:xfrm>
            <a:off x="1031" y="3158"/>
            <a:ext cx="253" cy="355"/>
          </p:xfrm>
          <a:graphic>
            <a:graphicData uri="http://schemas.openxmlformats.org/presentationml/2006/ole">
              <mc:AlternateContent xmlns:mc="http://schemas.openxmlformats.org/markup-compatibility/2006">
                <mc:Choice xmlns:v="urn:schemas-microsoft-com:vml" Requires="v">
                  <p:oleObj spid="_x0000_s625790" name="Equation" r:id="rId6" imgW="164880" imgH="228600" progId="Equation.3">
                    <p:embed/>
                  </p:oleObj>
                </mc:Choice>
                <mc:Fallback>
                  <p:oleObj name="Equation" r:id="rId6" imgW="164880" imgH="228600"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1" y="3158"/>
                          <a:ext cx="253" cy="3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5682" name="Text Box 18">
              <a:extLst>
                <a:ext uri="{FF2B5EF4-FFF2-40B4-BE49-F238E27FC236}">
                  <a16:creationId xmlns:a16="http://schemas.microsoft.com/office/drawing/2014/main" id="{8FC007DC-CA59-498D-9C85-EF35E68CFDCD}"/>
                </a:ext>
              </a:extLst>
            </p:cNvPr>
            <p:cNvSpPr txBox="1">
              <a:spLocks noChangeArrowheads="1"/>
            </p:cNvSpPr>
            <p:nvPr/>
          </p:nvSpPr>
          <p:spPr bwMode="auto">
            <a:xfrm>
              <a:off x="905" y="2994"/>
              <a:ext cx="4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sp>
          <p:nvSpPr>
            <p:cNvPr id="625683" name="Line 19">
              <a:extLst>
                <a:ext uri="{FF2B5EF4-FFF2-40B4-BE49-F238E27FC236}">
                  <a16:creationId xmlns:a16="http://schemas.microsoft.com/office/drawing/2014/main" id="{B2BE16FD-57BB-471E-A9E3-55B9D04306B7}"/>
                </a:ext>
              </a:extLst>
            </p:cNvPr>
            <p:cNvSpPr>
              <a:spLocks noChangeShapeType="1"/>
            </p:cNvSpPr>
            <p:nvPr/>
          </p:nvSpPr>
          <p:spPr bwMode="auto">
            <a:xfrm>
              <a:off x="1925" y="2886"/>
              <a:ext cx="0" cy="2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5684" name="Line 20">
              <a:extLst>
                <a:ext uri="{FF2B5EF4-FFF2-40B4-BE49-F238E27FC236}">
                  <a16:creationId xmlns:a16="http://schemas.microsoft.com/office/drawing/2014/main" id="{7CD27833-E95C-43BF-AC44-2F4615AD490E}"/>
                </a:ext>
              </a:extLst>
            </p:cNvPr>
            <p:cNvSpPr>
              <a:spLocks noChangeShapeType="1"/>
            </p:cNvSpPr>
            <p:nvPr/>
          </p:nvSpPr>
          <p:spPr bwMode="auto">
            <a:xfrm flipV="1">
              <a:off x="1921" y="3439"/>
              <a:ext cx="0" cy="31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5685" name="Line 21">
              <a:extLst>
                <a:ext uri="{FF2B5EF4-FFF2-40B4-BE49-F238E27FC236}">
                  <a16:creationId xmlns:a16="http://schemas.microsoft.com/office/drawing/2014/main" id="{3097DE54-641A-4506-8D0E-B912643E588C}"/>
                </a:ext>
              </a:extLst>
            </p:cNvPr>
            <p:cNvSpPr>
              <a:spLocks noChangeShapeType="1"/>
            </p:cNvSpPr>
            <p:nvPr/>
          </p:nvSpPr>
          <p:spPr bwMode="auto">
            <a:xfrm>
              <a:off x="1734" y="3414"/>
              <a:ext cx="12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5686" name="Line 22">
              <a:extLst>
                <a:ext uri="{FF2B5EF4-FFF2-40B4-BE49-F238E27FC236}">
                  <a16:creationId xmlns:a16="http://schemas.microsoft.com/office/drawing/2014/main" id="{AB7125C6-5BDB-4F93-899E-5684BC62D279}"/>
                </a:ext>
              </a:extLst>
            </p:cNvPr>
            <p:cNvSpPr>
              <a:spLocks noChangeShapeType="1"/>
            </p:cNvSpPr>
            <p:nvPr/>
          </p:nvSpPr>
          <p:spPr bwMode="auto">
            <a:xfrm flipV="1">
              <a:off x="1830" y="3149"/>
              <a:ext cx="231" cy="265"/>
            </a:xfrm>
            <a:prstGeom prst="line">
              <a:avLst/>
            </a:prstGeom>
            <a:noFill/>
            <a:ln w="254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625687" name="Group 23">
            <a:extLst>
              <a:ext uri="{FF2B5EF4-FFF2-40B4-BE49-F238E27FC236}">
                <a16:creationId xmlns:a16="http://schemas.microsoft.com/office/drawing/2014/main" id="{BD13C32A-BEC6-4DFE-8F90-21CAC111F436}"/>
              </a:ext>
            </a:extLst>
          </p:cNvPr>
          <p:cNvGrpSpPr>
            <a:grpSpLocks/>
          </p:cNvGrpSpPr>
          <p:nvPr/>
        </p:nvGrpSpPr>
        <p:grpSpPr bwMode="auto">
          <a:xfrm>
            <a:off x="800100" y="1847850"/>
            <a:ext cx="3425825" cy="1806575"/>
            <a:chOff x="504" y="1164"/>
            <a:chExt cx="2158" cy="1138"/>
          </a:xfrm>
        </p:grpSpPr>
        <p:sp>
          <p:nvSpPr>
            <p:cNvPr id="625688" name="AutoShape 24">
              <a:extLst>
                <a:ext uri="{FF2B5EF4-FFF2-40B4-BE49-F238E27FC236}">
                  <a16:creationId xmlns:a16="http://schemas.microsoft.com/office/drawing/2014/main" id="{CDFC34B4-D46C-4580-A159-8EDB0C2D89A1}"/>
                </a:ext>
              </a:extLst>
            </p:cNvPr>
            <p:cNvSpPr>
              <a:spLocks noChangeArrowheads="1"/>
            </p:cNvSpPr>
            <p:nvPr/>
          </p:nvSpPr>
          <p:spPr bwMode="auto">
            <a:xfrm rot="5400000">
              <a:off x="1519" y="1157"/>
              <a:ext cx="226" cy="240"/>
            </a:xfrm>
            <a:prstGeom prst="triangle">
              <a:avLst>
                <a:gd name="adj" fmla="val 50000"/>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9" name="Line 25">
              <a:extLst>
                <a:ext uri="{FF2B5EF4-FFF2-40B4-BE49-F238E27FC236}">
                  <a16:creationId xmlns:a16="http://schemas.microsoft.com/office/drawing/2014/main" id="{DFFB8C21-BB59-404C-9047-9CA3FC2F2995}"/>
                </a:ext>
              </a:extLst>
            </p:cNvPr>
            <p:cNvSpPr>
              <a:spLocks noChangeShapeType="1"/>
            </p:cNvSpPr>
            <p:nvPr/>
          </p:nvSpPr>
          <p:spPr bwMode="auto">
            <a:xfrm>
              <a:off x="2376" y="1918"/>
              <a:ext cx="0"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0" name="Oval 26">
              <a:extLst>
                <a:ext uri="{FF2B5EF4-FFF2-40B4-BE49-F238E27FC236}">
                  <a16:creationId xmlns:a16="http://schemas.microsoft.com/office/drawing/2014/main" id="{27C0365A-5C76-4BD5-81FE-90C71A7FF8DE}"/>
                </a:ext>
              </a:extLst>
            </p:cNvPr>
            <p:cNvSpPr>
              <a:spLocks noChangeArrowheads="1"/>
            </p:cNvSpPr>
            <p:nvPr/>
          </p:nvSpPr>
          <p:spPr bwMode="auto">
            <a:xfrm>
              <a:off x="504" y="1619"/>
              <a:ext cx="288" cy="288"/>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1" name="Line 27">
              <a:extLst>
                <a:ext uri="{FF2B5EF4-FFF2-40B4-BE49-F238E27FC236}">
                  <a16:creationId xmlns:a16="http://schemas.microsoft.com/office/drawing/2014/main" id="{4802064C-6B3E-4954-B699-809F19B391BF}"/>
                </a:ext>
              </a:extLst>
            </p:cNvPr>
            <p:cNvSpPr>
              <a:spLocks noChangeShapeType="1"/>
            </p:cNvSpPr>
            <p:nvPr/>
          </p:nvSpPr>
          <p:spPr bwMode="auto">
            <a:xfrm>
              <a:off x="648" y="2291"/>
              <a:ext cx="172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2" name="Line 28">
              <a:extLst>
                <a:ext uri="{FF2B5EF4-FFF2-40B4-BE49-F238E27FC236}">
                  <a16:creationId xmlns:a16="http://schemas.microsoft.com/office/drawing/2014/main" id="{3ABE7385-15C8-4F34-A477-632A02C21BF9}"/>
                </a:ext>
              </a:extLst>
            </p:cNvPr>
            <p:cNvSpPr>
              <a:spLocks noChangeShapeType="1"/>
            </p:cNvSpPr>
            <p:nvPr/>
          </p:nvSpPr>
          <p:spPr bwMode="auto">
            <a:xfrm>
              <a:off x="648" y="1283"/>
              <a:ext cx="11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3" name="Line 29">
              <a:extLst>
                <a:ext uri="{FF2B5EF4-FFF2-40B4-BE49-F238E27FC236}">
                  <a16:creationId xmlns:a16="http://schemas.microsoft.com/office/drawing/2014/main" id="{48321663-CEE4-4C3B-B3E6-12710E84EA1D}"/>
                </a:ext>
              </a:extLst>
            </p:cNvPr>
            <p:cNvSpPr>
              <a:spLocks noChangeShapeType="1"/>
            </p:cNvSpPr>
            <p:nvPr/>
          </p:nvSpPr>
          <p:spPr bwMode="auto">
            <a:xfrm>
              <a:off x="1752" y="1164"/>
              <a:ext cx="0" cy="24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4" name="Line 30">
              <a:extLst>
                <a:ext uri="{FF2B5EF4-FFF2-40B4-BE49-F238E27FC236}">
                  <a16:creationId xmlns:a16="http://schemas.microsoft.com/office/drawing/2014/main" id="{D1A02A00-4CCC-4E1E-A755-DECCCD2C198D}"/>
                </a:ext>
              </a:extLst>
            </p:cNvPr>
            <p:cNvSpPr>
              <a:spLocks noChangeShapeType="1"/>
            </p:cNvSpPr>
            <p:nvPr/>
          </p:nvSpPr>
          <p:spPr bwMode="auto">
            <a:xfrm>
              <a:off x="1752" y="1283"/>
              <a:ext cx="62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5" name="Text Box 31">
              <a:extLst>
                <a:ext uri="{FF2B5EF4-FFF2-40B4-BE49-F238E27FC236}">
                  <a16:creationId xmlns:a16="http://schemas.microsoft.com/office/drawing/2014/main" id="{14D18C82-8173-451F-AE56-BA318FC2E788}"/>
                </a:ext>
              </a:extLst>
            </p:cNvPr>
            <p:cNvSpPr txBox="1">
              <a:spLocks noChangeArrowheads="1"/>
            </p:cNvSpPr>
            <p:nvPr/>
          </p:nvSpPr>
          <p:spPr bwMode="auto">
            <a:xfrm>
              <a:off x="1488" y="139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D</a:t>
              </a:r>
            </a:p>
          </p:txBody>
        </p:sp>
        <p:sp>
          <p:nvSpPr>
            <p:cNvPr id="625696" name="Text Box 32">
              <a:extLst>
                <a:ext uri="{FF2B5EF4-FFF2-40B4-BE49-F238E27FC236}">
                  <a16:creationId xmlns:a16="http://schemas.microsoft.com/office/drawing/2014/main" id="{E73ED852-6B93-4706-8A80-6D46BC473D3D}"/>
                </a:ext>
              </a:extLst>
            </p:cNvPr>
            <p:cNvSpPr txBox="1">
              <a:spLocks noChangeArrowheads="1"/>
            </p:cNvSpPr>
            <p:nvPr/>
          </p:nvSpPr>
          <p:spPr bwMode="auto">
            <a:xfrm>
              <a:off x="2016" y="1667"/>
              <a:ext cx="202" cy="2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R</a:t>
              </a:r>
            </a:p>
          </p:txBody>
        </p:sp>
        <p:graphicFrame>
          <p:nvGraphicFramePr>
            <p:cNvPr id="625697" name="Object 33">
              <a:extLst>
                <a:ext uri="{FF2B5EF4-FFF2-40B4-BE49-F238E27FC236}">
                  <a16:creationId xmlns:a16="http://schemas.microsoft.com/office/drawing/2014/main" id="{48F5D6E5-CD70-4695-B871-445216CC8055}"/>
                </a:ext>
              </a:extLst>
            </p:cNvPr>
            <p:cNvGraphicFramePr>
              <a:graphicFrameLocks noChangeAspect="1"/>
            </p:cNvGraphicFramePr>
            <p:nvPr/>
          </p:nvGraphicFramePr>
          <p:xfrm>
            <a:off x="2465" y="1667"/>
            <a:ext cx="197" cy="240"/>
          </p:xfrm>
          <a:graphic>
            <a:graphicData uri="http://schemas.openxmlformats.org/presentationml/2006/ole">
              <mc:AlternateContent xmlns:mc="http://schemas.openxmlformats.org/markup-compatibility/2006">
                <mc:Choice xmlns:v="urn:schemas-microsoft-com:vml" Requires="v">
                  <p:oleObj spid="_x0000_s625791" name="Equation" r:id="rId8" imgW="177480" imgH="215640" progId="Equation.3">
                    <p:embed/>
                  </p:oleObj>
                </mc:Choice>
                <mc:Fallback>
                  <p:oleObj name="Equation" r:id="rId8" imgW="177480" imgH="215640" progId="Equation.3">
                    <p:embed/>
                    <p:pic>
                      <p:nvPicPr>
                        <p:cNvPr id="0" name="Object 33"/>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65" y="1667"/>
                          <a:ext cx="197" cy="2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5698" name="Object 34">
              <a:extLst>
                <a:ext uri="{FF2B5EF4-FFF2-40B4-BE49-F238E27FC236}">
                  <a16:creationId xmlns:a16="http://schemas.microsoft.com/office/drawing/2014/main" id="{39583713-20E8-4667-B31C-EF0E8657E12A}"/>
                </a:ext>
              </a:extLst>
            </p:cNvPr>
            <p:cNvGraphicFramePr>
              <a:graphicFrameLocks noChangeAspect="1"/>
            </p:cNvGraphicFramePr>
            <p:nvPr/>
          </p:nvGraphicFramePr>
          <p:xfrm>
            <a:off x="826" y="1660"/>
            <a:ext cx="197" cy="254"/>
          </p:xfrm>
          <a:graphic>
            <a:graphicData uri="http://schemas.openxmlformats.org/presentationml/2006/ole">
              <mc:AlternateContent xmlns:mc="http://schemas.openxmlformats.org/markup-compatibility/2006">
                <mc:Choice xmlns:v="urn:schemas-microsoft-com:vml" Requires="v">
                  <p:oleObj spid="_x0000_s625792" name="Equation" r:id="rId10" imgW="177480" imgH="228600" progId="Equation.3">
                    <p:embed/>
                  </p:oleObj>
                </mc:Choice>
                <mc:Fallback>
                  <p:oleObj name="Equation" r:id="rId10" imgW="177480" imgH="228600" progId="Equation.3">
                    <p:embed/>
                    <p:pic>
                      <p:nvPicPr>
                        <p:cNvPr id="0" name="Object 34"/>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6" y="1660"/>
                          <a:ext cx="197"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5699" name="Text Box 35">
              <a:extLst>
                <a:ext uri="{FF2B5EF4-FFF2-40B4-BE49-F238E27FC236}">
                  <a16:creationId xmlns:a16="http://schemas.microsoft.com/office/drawing/2014/main" id="{42E789EA-2621-4CF6-8504-2119703EA59A}"/>
                </a:ext>
              </a:extLst>
            </p:cNvPr>
            <p:cNvSpPr txBox="1">
              <a:spLocks noChangeArrowheads="1"/>
            </p:cNvSpPr>
            <p:nvPr/>
          </p:nvSpPr>
          <p:spPr bwMode="auto">
            <a:xfrm>
              <a:off x="744" y="1427"/>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graphicFrame>
          <p:nvGraphicFramePr>
            <p:cNvPr id="625700" name="Object 36">
              <a:extLst>
                <a:ext uri="{FF2B5EF4-FFF2-40B4-BE49-F238E27FC236}">
                  <a16:creationId xmlns:a16="http://schemas.microsoft.com/office/drawing/2014/main" id="{51717038-5B1D-4540-9B9E-D59403461F75}"/>
                </a:ext>
              </a:extLst>
            </p:cNvPr>
            <p:cNvGraphicFramePr>
              <a:graphicFrameLocks noChangeAspect="1"/>
            </p:cNvGraphicFramePr>
            <p:nvPr/>
          </p:nvGraphicFramePr>
          <p:xfrm>
            <a:off x="2196" y="1839"/>
            <a:ext cx="71" cy="135"/>
          </p:xfrm>
          <a:graphic>
            <a:graphicData uri="http://schemas.openxmlformats.org/presentationml/2006/ole">
              <mc:AlternateContent xmlns:mc="http://schemas.openxmlformats.org/markup-compatibility/2006">
                <mc:Choice xmlns:v="urn:schemas-microsoft-com:vml" Requires="v">
                  <p:oleObj spid="_x0000_s625793" name="公式" r:id="rId12" imgW="114120" imgH="215640" progId="Equation.3">
                    <p:embed/>
                  </p:oleObj>
                </mc:Choice>
                <mc:Fallback>
                  <p:oleObj name="公式" r:id="rId12" imgW="114120" imgH="215640" progId="Equation.3">
                    <p:embed/>
                    <p:pic>
                      <p:nvPicPr>
                        <p:cNvPr id="0" name="Object 36"/>
                        <p:cNvPicPr preferRelativeResize="0">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96" y="1839"/>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5701" name="Line 37">
              <a:extLst>
                <a:ext uri="{FF2B5EF4-FFF2-40B4-BE49-F238E27FC236}">
                  <a16:creationId xmlns:a16="http://schemas.microsoft.com/office/drawing/2014/main" id="{86674859-E562-4BA9-8D50-436F61EF082B}"/>
                </a:ext>
              </a:extLst>
            </p:cNvPr>
            <p:cNvSpPr>
              <a:spLocks noChangeShapeType="1"/>
            </p:cNvSpPr>
            <p:nvPr/>
          </p:nvSpPr>
          <p:spPr bwMode="auto">
            <a:xfrm>
              <a:off x="648" y="1283"/>
              <a:ext cx="0" cy="100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702" name="Rectangle 38">
              <a:extLst>
                <a:ext uri="{FF2B5EF4-FFF2-40B4-BE49-F238E27FC236}">
                  <a16:creationId xmlns:a16="http://schemas.microsoft.com/office/drawing/2014/main" id="{00B59F92-F620-4182-81B6-B60778038D54}"/>
                </a:ext>
              </a:extLst>
            </p:cNvPr>
            <p:cNvSpPr>
              <a:spLocks noChangeArrowheads="1"/>
            </p:cNvSpPr>
            <p:nvPr/>
          </p:nvSpPr>
          <p:spPr bwMode="auto">
            <a:xfrm>
              <a:off x="2328" y="1619"/>
              <a:ext cx="96" cy="288"/>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703" name="Line 39">
              <a:extLst>
                <a:ext uri="{FF2B5EF4-FFF2-40B4-BE49-F238E27FC236}">
                  <a16:creationId xmlns:a16="http://schemas.microsoft.com/office/drawing/2014/main" id="{C27C82E5-8788-4514-80EC-95A340D1C653}"/>
                </a:ext>
              </a:extLst>
            </p:cNvPr>
            <p:cNvSpPr>
              <a:spLocks noChangeShapeType="1"/>
            </p:cNvSpPr>
            <p:nvPr/>
          </p:nvSpPr>
          <p:spPr bwMode="auto">
            <a:xfrm>
              <a:off x="2376" y="1283"/>
              <a:ext cx="0"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25704" name="Object 40">
              <a:extLst>
                <a:ext uri="{FF2B5EF4-FFF2-40B4-BE49-F238E27FC236}">
                  <a16:creationId xmlns:a16="http://schemas.microsoft.com/office/drawing/2014/main" id="{3B076133-E724-4048-8EB7-FBEF1A1F312B}"/>
                </a:ext>
              </a:extLst>
            </p:cNvPr>
            <p:cNvGraphicFramePr>
              <a:graphicFrameLocks noChangeAspect="1"/>
            </p:cNvGraphicFramePr>
            <p:nvPr/>
          </p:nvGraphicFramePr>
          <p:xfrm>
            <a:off x="2292" y="1898"/>
            <a:ext cx="71" cy="135"/>
          </p:xfrm>
          <a:graphic>
            <a:graphicData uri="http://schemas.openxmlformats.org/presentationml/2006/ole">
              <mc:AlternateContent xmlns:mc="http://schemas.openxmlformats.org/markup-compatibility/2006">
                <mc:Choice xmlns:v="urn:schemas-microsoft-com:vml" Requires="v">
                  <p:oleObj spid="_x0000_s625794" name="公式" r:id="rId14" imgW="114120" imgH="215640" progId="Equation.3">
                    <p:embed/>
                  </p:oleObj>
                </mc:Choice>
                <mc:Fallback>
                  <p:oleObj name="公式" r:id="rId14" imgW="114120" imgH="215640" progId="Equation.3">
                    <p:embed/>
                    <p:pic>
                      <p:nvPicPr>
                        <p:cNvPr id="0" name="Object 40"/>
                        <p:cNvPicPr preferRelativeResize="0">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92" y="1898"/>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5705" name="Text Box 41">
              <a:extLst>
                <a:ext uri="{FF2B5EF4-FFF2-40B4-BE49-F238E27FC236}">
                  <a16:creationId xmlns:a16="http://schemas.microsoft.com/office/drawing/2014/main" id="{5CF1074C-29FA-4D28-8623-4E37B8F69992}"/>
                </a:ext>
              </a:extLst>
            </p:cNvPr>
            <p:cNvSpPr txBox="1">
              <a:spLocks noChangeArrowheads="1"/>
            </p:cNvSpPr>
            <p:nvPr/>
          </p:nvSpPr>
          <p:spPr bwMode="auto">
            <a:xfrm>
              <a:off x="2376" y="1390"/>
              <a:ext cx="2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sp>
          <p:nvSpPr>
            <p:cNvPr id="625706" name="Text Box 42">
              <a:extLst>
                <a:ext uri="{FF2B5EF4-FFF2-40B4-BE49-F238E27FC236}">
                  <a16:creationId xmlns:a16="http://schemas.microsoft.com/office/drawing/2014/main" id="{BD0284E5-82FB-47D7-BF26-C170A09B1BD5}"/>
                </a:ext>
              </a:extLst>
            </p:cNvPr>
            <p:cNvSpPr txBox="1">
              <a:spLocks noChangeArrowheads="1"/>
            </p:cNvSpPr>
            <p:nvPr/>
          </p:nvSpPr>
          <p:spPr bwMode="auto">
            <a:xfrm>
              <a:off x="744" y="1774"/>
              <a:ext cx="2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latin typeface="黑体" panose="02010609060101010101" pitchFamily="49" charset="-122"/>
                  <a:ea typeface="黑体" panose="02010609060101010101" pitchFamily="49" charset="-122"/>
                </a:rPr>
                <a:t>_</a:t>
              </a:r>
            </a:p>
          </p:txBody>
        </p:sp>
        <p:sp>
          <p:nvSpPr>
            <p:cNvPr id="625707" name="Text Box 43">
              <a:extLst>
                <a:ext uri="{FF2B5EF4-FFF2-40B4-BE49-F238E27FC236}">
                  <a16:creationId xmlns:a16="http://schemas.microsoft.com/office/drawing/2014/main" id="{93740036-261E-4564-B70C-C6226B54EBF1}"/>
                </a:ext>
              </a:extLst>
            </p:cNvPr>
            <p:cNvSpPr txBox="1">
              <a:spLocks noChangeArrowheads="1"/>
            </p:cNvSpPr>
            <p:nvPr/>
          </p:nvSpPr>
          <p:spPr bwMode="auto">
            <a:xfrm>
              <a:off x="2376" y="1774"/>
              <a:ext cx="2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latin typeface="黑体" panose="02010609060101010101" pitchFamily="49" charset="-122"/>
                  <a:ea typeface="黑体" panose="02010609060101010101" pitchFamily="49" charset="-122"/>
                </a:rPr>
                <a:t>_</a:t>
              </a:r>
            </a:p>
          </p:txBody>
        </p:sp>
      </p:grpSp>
      <p:grpSp>
        <p:nvGrpSpPr>
          <p:cNvPr id="625708" name="Group 44">
            <a:extLst>
              <a:ext uri="{FF2B5EF4-FFF2-40B4-BE49-F238E27FC236}">
                <a16:creationId xmlns:a16="http://schemas.microsoft.com/office/drawing/2014/main" id="{8FD87BFB-570B-4709-AD54-719BB7B78809}"/>
              </a:ext>
            </a:extLst>
          </p:cNvPr>
          <p:cNvGrpSpPr>
            <a:grpSpLocks/>
          </p:cNvGrpSpPr>
          <p:nvPr/>
        </p:nvGrpSpPr>
        <p:grpSpPr bwMode="auto">
          <a:xfrm>
            <a:off x="4840288" y="1673225"/>
            <a:ext cx="3251200" cy="1860550"/>
            <a:chOff x="3049" y="1054"/>
            <a:chExt cx="2048" cy="1172"/>
          </a:xfrm>
        </p:grpSpPr>
        <p:grpSp>
          <p:nvGrpSpPr>
            <p:cNvPr id="625709" name="Group 45">
              <a:extLst>
                <a:ext uri="{FF2B5EF4-FFF2-40B4-BE49-F238E27FC236}">
                  <a16:creationId xmlns:a16="http://schemas.microsoft.com/office/drawing/2014/main" id="{85DA7167-AECF-4910-8078-9C146B1DC729}"/>
                </a:ext>
              </a:extLst>
            </p:cNvPr>
            <p:cNvGrpSpPr>
              <a:grpSpLocks/>
            </p:cNvGrpSpPr>
            <p:nvPr/>
          </p:nvGrpSpPr>
          <p:grpSpPr bwMode="auto">
            <a:xfrm>
              <a:off x="3101" y="1716"/>
              <a:ext cx="1546" cy="0"/>
              <a:chOff x="3600" y="2448"/>
              <a:chExt cx="1680" cy="0"/>
            </a:xfrm>
          </p:grpSpPr>
          <p:sp>
            <p:nvSpPr>
              <p:cNvPr id="625710" name="Line 46">
                <a:extLst>
                  <a:ext uri="{FF2B5EF4-FFF2-40B4-BE49-F238E27FC236}">
                    <a16:creationId xmlns:a16="http://schemas.microsoft.com/office/drawing/2014/main" id="{C1D8584E-ABB1-4981-8A3E-EEAE9F857312}"/>
                  </a:ext>
                </a:extLst>
              </p:cNvPr>
              <p:cNvSpPr>
                <a:spLocks noChangeShapeType="1"/>
              </p:cNvSpPr>
              <p:nvPr/>
            </p:nvSpPr>
            <p:spPr bwMode="auto">
              <a:xfrm>
                <a:off x="3936" y="2448"/>
                <a:ext cx="13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711" name="Line 47">
                <a:extLst>
                  <a:ext uri="{FF2B5EF4-FFF2-40B4-BE49-F238E27FC236}">
                    <a16:creationId xmlns:a16="http://schemas.microsoft.com/office/drawing/2014/main" id="{DF55F9CF-8879-4702-AAB9-8AC629096B84}"/>
                  </a:ext>
                </a:extLst>
              </p:cNvPr>
              <p:cNvSpPr>
                <a:spLocks noChangeShapeType="1"/>
              </p:cNvSpPr>
              <p:nvPr/>
            </p:nvSpPr>
            <p:spPr bwMode="auto">
              <a:xfrm flipH="1">
                <a:off x="3600" y="2448"/>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5712" name="Line 48">
              <a:extLst>
                <a:ext uri="{FF2B5EF4-FFF2-40B4-BE49-F238E27FC236}">
                  <a16:creationId xmlns:a16="http://schemas.microsoft.com/office/drawing/2014/main" id="{BC6BFC02-3BB2-4B2C-9B71-D69F4CCB75F4}"/>
                </a:ext>
              </a:extLst>
            </p:cNvPr>
            <p:cNvSpPr>
              <a:spLocks noChangeShapeType="1"/>
            </p:cNvSpPr>
            <p:nvPr/>
          </p:nvSpPr>
          <p:spPr bwMode="auto">
            <a:xfrm flipV="1">
              <a:off x="3234" y="1054"/>
              <a:ext cx="0" cy="11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713" name="Text Box 49">
              <a:extLst>
                <a:ext uri="{FF2B5EF4-FFF2-40B4-BE49-F238E27FC236}">
                  <a16:creationId xmlns:a16="http://schemas.microsoft.com/office/drawing/2014/main" id="{5A8A3701-3ED0-41B7-AAB4-0886DEF3A2FB}"/>
                </a:ext>
              </a:extLst>
            </p:cNvPr>
            <p:cNvSpPr txBox="1">
              <a:spLocks noChangeArrowheads="1"/>
            </p:cNvSpPr>
            <p:nvPr/>
          </p:nvSpPr>
          <p:spPr bwMode="auto">
            <a:xfrm>
              <a:off x="4611" y="1491"/>
              <a:ext cx="4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sym typeface="Symbol" panose="05050102010706020507" pitchFamily="18" charset="2"/>
                </a:rPr>
                <a:t> t</a:t>
              </a:r>
              <a:endParaRPr kumimoji="1" lang="en-US" altLang="zh-CN" sz="2400" b="1">
                <a:latin typeface="Times New Roman" panose="02020603050405020304" pitchFamily="18" charset="0"/>
              </a:endParaRPr>
            </a:p>
          </p:txBody>
        </p:sp>
        <p:sp>
          <p:nvSpPr>
            <p:cNvPr id="625714" name="Text Box 50">
              <a:extLst>
                <a:ext uri="{FF2B5EF4-FFF2-40B4-BE49-F238E27FC236}">
                  <a16:creationId xmlns:a16="http://schemas.microsoft.com/office/drawing/2014/main" id="{751D76C3-8481-4329-A744-A223E2E3DA8D}"/>
                </a:ext>
              </a:extLst>
            </p:cNvPr>
            <p:cNvSpPr txBox="1">
              <a:spLocks noChangeArrowheads="1"/>
            </p:cNvSpPr>
            <p:nvPr/>
          </p:nvSpPr>
          <p:spPr bwMode="auto">
            <a:xfrm>
              <a:off x="3049" y="1713"/>
              <a:ext cx="21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rPr>
                <a:t>0</a:t>
              </a:r>
            </a:p>
          </p:txBody>
        </p:sp>
      </p:grpSp>
      <p:grpSp>
        <p:nvGrpSpPr>
          <p:cNvPr id="625715" name="Group 51">
            <a:extLst>
              <a:ext uri="{FF2B5EF4-FFF2-40B4-BE49-F238E27FC236}">
                <a16:creationId xmlns:a16="http://schemas.microsoft.com/office/drawing/2014/main" id="{9C716A31-1E16-47FE-8F1C-D0B6DF52D6DD}"/>
              </a:ext>
            </a:extLst>
          </p:cNvPr>
          <p:cNvGrpSpPr>
            <a:grpSpLocks/>
          </p:cNvGrpSpPr>
          <p:nvPr/>
        </p:nvGrpSpPr>
        <p:grpSpPr bwMode="auto">
          <a:xfrm>
            <a:off x="5141913" y="1714500"/>
            <a:ext cx="2151062" cy="1649413"/>
            <a:chOff x="3233" y="1092"/>
            <a:chExt cx="1355" cy="1039"/>
          </a:xfrm>
        </p:grpSpPr>
        <p:graphicFrame>
          <p:nvGraphicFramePr>
            <p:cNvPr id="625716" name="Object 52">
              <a:extLst>
                <a:ext uri="{FF2B5EF4-FFF2-40B4-BE49-F238E27FC236}">
                  <a16:creationId xmlns:a16="http://schemas.microsoft.com/office/drawing/2014/main" id="{D2E9982D-286E-4DDB-B6FD-B4C2569DF5AE}"/>
                </a:ext>
              </a:extLst>
            </p:cNvPr>
            <p:cNvGraphicFramePr>
              <a:graphicFrameLocks noChangeAspect="1"/>
            </p:cNvGraphicFramePr>
            <p:nvPr/>
          </p:nvGraphicFramePr>
          <p:xfrm>
            <a:off x="3658" y="1092"/>
            <a:ext cx="218" cy="324"/>
          </p:xfrm>
          <a:graphic>
            <a:graphicData uri="http://schemas.openxmlformats.org/presentationml/2006/ole">
              <mc:AlternateContent xmlns:mc="http://schemas.openxmlformats.org/markup-compatibility/2006">
                <mc:Choice xmlns:v="urn:schemas-microsoft-com:vml" Requires="v">
                  <p:oleObj spid="_x0000_s625795" name="Equation" r:id="rId15" imgW="177480" imgH="228600" progId="Equation.3">
                    <p:embed/>
                  </p:oleObj>
                </mc:Choice>
                <mc:Fallback>
                  <p:oleObj name="Equation" r:id="rId15" imgW="177480" imgH="228600" progId="Equation.3">
                    <p:embed/>
                    <p:pic>
                      <p:nvPicPr>
                        <p:cNvPr id="0" name="Object 5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58" y="1092"/>
                          <a:ext cx="218"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25717" name="Group 53">
              <a:extLst>
                <a:ext uri="{FF2B5EF4-FFF2-40B4-BE49-F238E27FC236}">
                  <a16:creationId xmlns:a16="http://schemas.microsoft.com/office/drawing/2014/main" id="{49FAADC5-B444-4283-9F96-52DDF2D6C3F6}"/>
                </a:ext>
              </a:extLst>
            </p:cNvPr>
            <p:cNvGrpSpPr>
              <a:grpSpLocks/>
            </p:cNvGrpSpPr>
            <p:nvPr/>
          </p:nvGrpSpPr>
          <p:grpSpPr bwMode="auto">
            <a:xfrm>
              <a:off x="3233" y="1329"/>
              <a:ext cx="1005" cy="802"/>
              <a:chOff x="3320" y="1440"/>
              <a:chExt cx="1092" cy="756"/>
            </a:xfrm>
          </p:grpSpPr>
          <p:grpSp>
            <p:nvGrpSpPr>
              <p:cNvPr id="625718" name="Group 54">
                <a:extLst>
                  <a:ext uri="{FF2B5EF4-FFF2-40B4-BE49-F238E27FC236}">
                    <a16:creationId xmlns:a16="http://schemas.microsoft.com/office/drawing/2014/main" id="{6C04F9E5-28CE-4A3E-A621-4B28AAD84CB6}"/>
                  </a:ext>
                </a:extLst>
              </p:cNvPr>
              <p:cNvGrpSpPr>
                <a:grpSpLocks/>
              </p:cNvGrpSpPr>
              <p:nvPr/>
            </p:nvGrpSpPr>
            <p:grpSpPr bwMode="auto">
              <a:xfrm>
                <a:off x="3320" y="1440"/>
                <a:ext cx="364" cy="388"/>
                <a:chOff x="2872" y="1376"/>
                <a:chExt cx="364" cy="388"/>
              </a:xfrm>
            </p:grpSpPr>
            <p:sp>
              <p:nvSpPr>
                <p:cNvPr id="625719" name="Freeform 55">
                  <a:extLst>
                    <a:ext uri="{FF2B5EF4-FFF2-40B4-BE49-F238E27FC236}">
                      <a16:creationId xmlns:a16="http://schemas.microsoft.com/office/drawing/2014/main" id="{1A65CF4F-7076-4847-AB07-D9A1920E71D5}"/>
                    </a:ext>
                  </a:extLst>
                </p:cNvPr>
                <p:cNvSpPr>
                  <a:spLocks/>
                </p:cNvSpPr>
                <p:nvPr/>
              </p:nvSpPr>
              <p:spPr bwMode="auto">
                <a:xfrm>
                  <a:off x="2872" y="1376"/>
                  <a:ext cx="188" cy="372"/>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5720" name="Freeform 56">
                  <a:extLst>
                    <a:ext uri="{FF2B5EF4-FFF2-40B4-BE49-F238E27FC236}">
                      <a16:creationId xmlns:a16="http://schemas.microsoft.com/office/drawing/2014/main" id="{54CF7138-1B5E-40CE-AAB1-EDE95411007F}"/>
                    </a:ext>
                  </a:extLst>
                </p:cNvPr>
                <p:cNvSpPr>
                  <a:spLocks/>
                </p:cNvSpPr>
                <p:nvPr/>
              </p:nvSpPr>
              <p:spPr bwMode="auto">
                <a:xfrm flipH="1">
                  <a:off x="3048" y="1380"/>
                  <a:ext cx="188" cy="384"/>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25721" name="Group 57">
                <a:extLst>
                  <a:ext uri="{FF2B5EF4-FFF2-40B4-BE49-F238E27FC236}">
                    <a16:creationId xmlns:a16="http://schemas.microsoft.com/office/drawing/2014/main" id="{A3226159-B81A-46DC-BAE5-08B09EAC1839}"/>
                  </a:ext>
                </a:extLst>
              </p:cNvPr>
              <p:cNvGrpSpPr>
                <a:grpSpLocks/>
              </p:cNvGrpSpPr>
              <p:nvPr/>
            </p:nvGrpSpPr>
            <p:grpSpPr bwMode="auto">
              <a:xfrm>
                <a:off x="4048" y="1448"/>
                <a:ext cx="364" cy="388"/>
                <a:chOff x="2872" y="1376"/>
                <a:chExt cx="364" cy="388"/>
              </a:xfrm>
            </p:grpSpPr>
            <p:sp>
              <p:nvSpPr>
                <p:cNvPr id="625722" name="Freeform 58">
                  <a:extLst>
                    <a:ext uri="{FF2B5EF4-FFF2-40B4-BE49-F238E27FC236}">
                      <a16:creationId xmlns:a16="http://schemas.microsoft.com/office/drawing/2014/main" id="{F2BAC1FE-0979-4F94-95F2-0AF90DC0231F}"/>
                    </a:ext>
                  </a:extLst>
                </p:cNvPr>
                <p:cNvSpPr>
                  <a:spLocks/>
                </p:cNvSpPr>
                <p:nvPr/>
              </p:nvSpPr>
              <p:spPr bwMode="auto">
                <a:xfrm>
                  <a:off x="2872" y="1376"/>
                  <a:ext cx="188" cy="372"/>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5723" name="Freeform 59">
                  <a:extLst>
                    <a:ext uri="{FF2B5EF4-FFF2-40B4-BE49-F238E27FC236}">
                      <a16:creationId xmlns:a16="http://schemas.microsoft.com/office/drawing/2014/main" id="{DA7D817B-1AF3-4BC9-9978-864986985BB8}"/>
                    </a:ext>
                  </a:extLst>
                </p:cNvPr>
                <p:cNvSpPr>
                  <a:spLocks/>
                </p:cNvSpPr>
                <p:nvPr/>
              </p:nvSpPr>
              <p:spPr bwMode="auto">
                <a:xfrm flipH="1">
                  <a:off x="3048" y="1380"/>
                  <a:ext cx="188" cy="384"/>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25724" name="Group 60">
                <a:extLst>
                  <a:ext uri="{FF2B5EF4-FFF2-40B4-BE49-F238E27FC236}">
                    <a16:creationId xmlns:a16="http://schemas.microsoft.com/office/drawing/2014/main" id="{4461E3B5-6ACC-444D-9FC8-7D975A296F3F}"/>
                  </a:ext>
                </a:extLst>
              </p:cNvPr>
              <p:cNvGrpSpPr>
                <a:grpSpLocks/>
              </p:cNvGrpSpPr>
              <p:nvPr/>
            </p:nvGrpSpPr>
            <p:grpSpPr bwMode="auto">
              <a:xfrm flipV="1">
                <a:off x="3688" y="1808"/>
                <a:ext cx="364" cy="388"/>
                <a:chOff x="2872" y="1376"/>
                <a:chExt cx="364" cy="388"/>
              </a:xfrm>
            </p:grpSpPr>
            <p:sp>
              <p:nvSpPr>
                <p:cNvPr id="625725" name="Freeform 61">
                  <a:extLst>
                    <a:ext uri="{FF2B5EF4-FFF2-40B4-BE49-F238E27FC236}">
                      <a16:creationId xmlns:a16="http://schemas.microsoft.com/office/drawing/2014/main" id="{016C1E22-6BC7-49C9-956B-20FF29DBD41A}"/>
                    </a:ext>
                  </a:extLst>
                </p:cNvPr>
                <p:cNvSpPr>
                  <a:spLocks/>
                </p:cNvSpPr>
                <p:nvPr/>
              </p:nvSpPr>
              <p:spPr bwMode="auto">
                <a:xfrm>
                  <a:off x="2872" y="1376"/>
                  <a:ext cx="188" cy="372"/>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5726" name="Freeform 62">
                  <a:extLst>
                    <a:ext uri="{FF2B5EF4-FFF2-40B4-BE49-F238E27FC236}">
                      <a16:creationId xmlns:a16="http://schemas.microsoft.com/office/drawing/2014/main" id="{15BF1E50-9313-432C-AD07-C67E04884A9A}"/>
                    </a:ext>
                  </a:extLst>
                </p:cNvPr>
                <p:cNvSpPr>
                  <a:spLocks/>
                </p:cNvSpPr>
                <p:nvPr/>
              </p:nvSpPr>
              <p:spPr bwMode="auto">
                <a:xfrm flipH="1">
                  <a:off x="3048" y="1380"/>
                  <a:ext cx="188" cy="384"/>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sp>
          <p:nvSpPr>
            <p:cNvPr id="625727" name="Text Box 63">
              <a:extLst>
                <a:ext uri="{FF2B5EF4-FFF2-40B4-BE49-F238E27FC236}">
                  <a16:creationId xmlns:a16="http://schemas.microsoft.com/office/drawing/2014/main" id="{9879AB14-A120-4792-958D-0F69E56A2945}"/>
                </a:ext>
              </a:extLst>
            </p:cNvPr>
            <p:cNvSpPr txBox="1">
              <a:spLocks noChangeArrowheads="1"/>
            </p:cNvSpPr>
            <p:nvPr/>
          </p:nvSpPr>
          <p:spPr bwMode="auto">
            <a:xfrm>
              <a:off x="4280" y="139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grpSp>
      <p:grpSp>
        <p:nvGrpSpPr>
          <p:cNvPr id="625728" name="Group 64">
            <a:extLst>
              <a:ext uri="{FF2B5EF4-FFF2-40B4-BE49-F238E27FC236}">
                <a16:creationId xmlns:a16="http://schemas.microsoft.com/office/drawing/2014/main" id="{62A2C34A-8A11-4205-8D6F-4360E7DAB70B}"/>
              </a:ext>
            </a:extLst>
          </p:cNvPr>
          <p:cNvGrpSpPr>
            <a:grpSpLocks/>
          </p:cNvGrpSpPr>
          <p:nvPr/>
        </p:nvGrpSpPr>
        <p:grpSpPr bwMode="auto">
          <a:xfrm>
            <a:off x="5141913" y="1749425"/>
            <a:ext cx="2151062" cy="998538"/>
            <a:chOff x="3239" y="1102"/>
            <a:chExt cx="1355" cy="629"/>
          </a:xfrm>
        </p:grpSpPr>
        <p:grpSp>
          <p:nvGrpSpPr>
            <p:cNvPr id="625729" name="Group 65">
              <a:extLst>
                <a:ext uri="{FF2B5EF4-FFF2-40B4-BE49-F238E27FC236}">
                  <a16:creationId xmlns:a16="http://schemas.microsoft.com/office/drawing/2014/main" id="{3758A599-253D-4C36-9C32-70548D04D7B5}"/>
                </a:ext>
              </a:extLst>
            </p:cNvPr>
            <p:cNvGrpSpPr>
              <a:grpSpLocks/>
            </p:cNvGrpSpPr>
            <p:nvPr/>
          </p:nvGrpSpPr>
          <p:grpSpPr bwMode="auto">
            <a:xfrm>
              <a:off x="3239" y="1311"/>
              <a:ext cx="1005" cy="420"/>
              <a:chOff x="2861" y="2745"/>
              <a:chExt cx="1005" cy="420"/>
            </a:xfrm>
          </p:grpSpPr>
          <p:grpSp>
            <p:nvGrpSpPr>
              <p:cNvPr id="625730" name="Group 66">
                <a:extLst>
                  <a:ext uri="{FF2B5EF4-FFF2-40B4-BE49-F238E27FC236}">
                    <a16:creationId xmlns:a16="http://schemas.microsoft.com/office/drawing/2014/main" id="{9513F51A-6BCA-4091-87EA-AEF33B7C2101}"/>
                  </a:ext>
                </a:extLst>
              </p:cNvPr>
              <p:cNvGrpSpPr>
                <a:grpSpLocks/>
              </p:cNvGrpSpPr>
              <p:nvPr/>
            </p:nvGrpSpPr>
            <p:grpSpPr bwMode="auto">
              <a:xfrm>
                <a:off x="2861" y="2745"/>
                <a:ext cx="335" cy="412"/>
                <a:chOff x="2872" y="1376"/>
                <a:chExt cx="364" cy="388"/>
              </a:xfrm>
            </p:grpSpPr>
            <p:sp>
              <p:nvSpPr>
                <p:cNvPr id="625731" name="Freeform 67">
                  <a:extLst>
                    <a:ext uri="{FF2B5EF4-FFF2-40B4-BE49-F238E27FC236}">
                      <a16:creationId xmlns:a16="http://schemas.microsoft.com/office/drawing/2014/main" id="{E810EA6C-1EE8-48F3-9927-D472AA374EF3}"/>
                    </a:ext>
                  </a:extLst>
                </p:cNvPr>
                <p:cNvSpPr>
                  <a:spLocks/>
                </p:cNvSpPr>
                <p:nvPr/>
              </p:nvSpPr>
              <p:spPr bwMode="auto">
                <a:xfrm>
                  <a:off x="2872" y="1376"/>
                  <a:ext cx="188" cy="372"/>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5732" name="Freeform 68">
                  <a:extLst>
                    <a:ext uri="{FF2B5EF4-FFF2-40B4-BE49-F238E27FC236}">
                      <a16:creationId xmlns:a16="http://schemas.microsoft.com/office/drawing/2014/main" id="{3273445D-FF9D-4947-8E2E-3E43593C358F}"/>
                    </a:ext>
                  </a:extLst>
                </p:cNvPr>
                <p:cNvSpPr>
                  <a:spLocks/>
                </p:cNvSpPr>
                <p:nvPr/>
              </p:nvSpPr>
              <p:spPr bwMode="auto">
                <a:xfrm flipH="1">
                  <a:off x="3048" y="1380"/>
                  <a:ext cx="188" cy="384"/>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25733" name="Group 69">
                <a:extLst>
                  <a:ext uri="{FF2B5EF4-FFF2-40B4-BE49-F238E27FC236}">
                    <a16:creationId xmlns:a16="http://schemas.microsoft.com/office/drawing/2014/main" id="{F6DF46D7-4324-44C3-B469-3C0FFEAD2D13}"/>
                  </a:ext>
                </a:extLst>
              </p:cNvPr>
              <p:cNvGrpSpPr>
                <a:grpSpLocks/>
              </p:cNvGrpSpPr>
              <p:nvPr/>
            </p:nvGrpSpPr>
            <p:grpSpPr bwMode="auto">
              <a:xfrm>
                <a:off x="3531" y="2753"/>
                <a:ext cx="335" cy="412"/>
                <a:chOff x="2872" y="1376"/>
                <a:chExt cx="364" cy="388"/>
              </a:xfrm>
            </p:grpSpPr>
            <p:sp>
              <p:nvSpPr>
                <p:cNvPr id="625734" name="Freeform 70">
                  <a:extLst>
                    <a:ext uri="{FF2B5EF4-FFF2-40B4-BE49-F238E27FC236}">
                      <a16:creationId xmlns:a16="http://schemas.microsoft.com/office/drawing/2014/main" id="{2F7B1C3A-9C4E-489B-926D-583AAE1A04FE}"/>
                    </a:ext>
                  </a:extLst>
                </p:cNvPr>
                <p:cNvSpPr>
                  <a:spLocks/>
                </p:cNvSpPr>
                <p:nvPr/>
              </p:nvSpPr>
              <p:spPr bwMode="auto">
                <a:xfrm>
                  <a:off x="2872" y="1376"/>
                  <a:ext cx="188" cy="372"/>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5735" name="Freeform 71">
                  <a:extLst>
                    <a:ext uri="{FF2B5EF4-FFF2-40B4-BE49-F238E27FC236}">
                      <a16:creationId xmlns:a16="http://schemas.microsoft.com/office/drawing/2014/main" id="{5C351910-C1F3-474F-BEC6-607CEB406447}"/>
                    </a:ext>
                  </a:extLst>
                </p:cNvPr>
                <p:cNvSpPr>
                  <a:spLocks/>
                </p:cNvSpPr>
                <p:nvPr/>
              </p:nvSpPr>
              <p:spPr bwMode="auto">
                <a:xfrm flipH="1">
                  <a:off x="3048" y="1380"/>
                  <a:ext cx="188" cy="384"/>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sp>
          <p:nvSpPr>
            <p:cNvPr id="625736" name="Text Box 72">
              <a:extLst>
                <a:ext uri="{FF2B5EF4-FFF2-40B4-BE49-F238E27FC236}">
                  <a16:creationId xmlns:a16="http://schemas.microsoft.com/office/drawing/2014/main" id="{D2995E09-E8EB-4B84-AEC3-296175FE7449}"/>
                </a:ext>
              </a:extLst>
            </p:cNvPr>
            <p:cNvSpPr txBox="1">
              <a:spLocks noChangeArrowheads="1"/>
            </p:cNvSpPr>
            <p:nvPr/>
          </p:nvSpPr>
          <p:spPr bwMode="auto">
            <a:xfrm>
              <a:off x="3457" y="110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solidFill>
                    <a:srgbClr val="FF3300"/>
                  </a:solidFill>
                  <a:latin typeface="Times New Roman" panose="02020603050405020304" pitchFamily="18" charset="0"/>
                </a:rPr>
                <a:t>u</a:t>
              </a:r>
              <a:r>
                <a:rPr kumimoji="1" lang="en-US" altLang="zh-CN" sz="2400" b="1" baseline="-25000">
                  <a:solidFill>
                    <a:srgbClr val="FF3300"/>
                  </a:solidFill>
                  <a:latin typeface="Times New Roman" panose="02020603050405020304" pitchFamily="18" charset="0"/>
                </a:rPr>
                <a:t>2</a:t>
              </a:r>
            </a:p>
          </p:txBody>
        </p:sp>
        <p:sp>
          <p:nvSpPr>
            <p:cNvPr id="625737" name="Text Box 73">
              <a:extLst>
                <a:ext uri="{FF2B5EF4-FFF2-40B4-BE49-F238E27FC236}">
                  <a16:creationId xmlns:a16="http://schemas.microsoft.com/office/drawing/2014/main" id="{896DF4B4-B3E9-4CFC-91AA-5D6176457A5B}"/>
                </a:ext>
              </a:extLst>
            </p:cNvPr>
            <p:cNvSpPr txBox="1">
              <a:spLocks noChangeArrowheads="1"/>
            </p:cNvSpPr>
            <p:nvPr/>
          </p:nvSpPr>
          <p:spPr bwMode="auto">
            <a:xfrm>
              <a:off x="4286" y="142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solidFill>
                    <a:srgbClr val="FF3300"/>
                  </a:solidFill>
                  <a:latin typeface="Times New Roman" panose="02020603050405020304" pitchFamily="18" charset="0"/>
                  <a:sym typeface="Symbol" panose="05050102010706020507" pitchFamily="18" charset="2"/>
                </a:rPr>
                <a:t></a:t>
              </a:r>
              <a:endParaRPr kumimoji="1" lang="en-US" altLang="zh-CN" sz="2400">
                <a:solidFill>
                  <a:srgbClr val="FF3300"/>
                </a:solidFill>
                <a:latin typeface="Times New Roman" panose="02020603050405020304" pitchFamily="18" charset="0"/>
              </a:endParaRPr>
            </a:p>
          </p:txBody>
        </p:sp>
      </p:grpSp>
      <p:grpSp>
        <p:nvGrpSpPr>
          <p:cNvPr id="625738" name="Group 74">
            <a:extLst>
              <a:ext uri="{FF2B5EF4-FFF2-40B4-BE49-F238E27FC236}">
                <a16:creationId xmlns:a16="http://schemas.microsoft.com/office/drawing/2014/main" id="{C9F52763-E51A-47F1-B015-8062513E70AB}"/>
              </a:ext>
            </a:extLst>
          </p:cNvPr>
          <p:cNvGrpSpPr>
            <a:grpSpLocks/>
          </p:cNvGrpSpPr>
          <p:nvPr/>
        </p:nvGrpSpPr>
        <p:grpSpPr bwMode="auto">
          <a:xfrm>
            <a:off x="4570413" y="4197350"/>
            <a:ext cx="3209925" cy="2147888"/>
            <a:chOff x="3039" y="2412"/>
            <a:chExt cx="2022" cy="1353"/>
          </a:xfrm>
        </p:grpSpPr>
        <p:grpSp>
          <p:nvGrpSpPr>
            <p:cNvPr id="625739" name="Group 75">
              <a:extLst>
                <a:ext uri="{FF2B5EF4-FFF2-40B4-BE49-F238E27FC236}">
                  <a16:creationId xmlns:a16="http://schemas.microsoft.com/office/drawing/2014/main" id="{4A51895F-DF79-45C6-873B-CBE0B51D86C5}"/>
                </a:ext>
              </a:extLst>
            </p:cNvPr>
            <p:cNvGrpSpPr>
              <a:grpSpLocks/>
            </p:cNvGrpSpPr>
            <p:nvPr/>
          </p:nvGrpSpPr>
          <p:grpSpPr bwMode="auto">
            <a:xfrm>
              <a:off x="3039" y="2412"/>
              <a:ext cx="2022" cy="1353"/>
              <a:chOff x="3039" y="2412"/>
              <a:chExt cx="2022" cy="1353"/>
            </a:xfrm>
          </p:grpSpPr>
          <p:sp>
            <p:nvSpPr>
              <p:cNvPr id="625740" name="Line 76">
                <a:extLst>
                  <a:ext uri="{FF2B5EF4-FFF2-40B4-BE49-F238E27FC236}">
                    <a16:creationId xmlns:a16="http://schemas.microsoft.com/office/drawing/2014/main" id="{84D0DFE1-79C9-4F10-935F-16782D4B4A13}"/>
                  </a:ext>
                </a:extLst>
              </p:cNvPr>
              <p:cNvSpPr>
                <a:spLocks noChangeShapeType="1"/>
              </p:cNvSpPr>
              <p:nvPr/>
            </p:nvSpPr>
            <p:spPr bwMode="auto">
              <a:xfrm flipV="1">
                <a:off x="3110" y="3215"/>
                <a:ext cx="1689"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5741" name="Line 77">
                <a:extLst>
                  <a:ext uri="{FF2B5EF4-FFF2-40B4-BE49-F238E27FC236}">
                    <a16:creationId xmlns:a16="http://schemas.microsoft.com/office/drawing/2014/main" id="{186ED81A-B337-4C6F-9D17-852A175FD4D0}"/>
                  </a:ext>
                </a:extLst>
              </p:cNvPr>
              <p:cNvSpPr>
                <a:spLocks noChangeShapeType="1"/>
              </p:cNvSpPr>
              <p:nvPr/>
            </p:nvSpPr>
            <p:spPr bwMode="auto">
              <a:xfrm flipH="1" flipV="1">
                <a:off x="3226" y="2412"/>
                <a:ext cx="0" cy="135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5742" name="Text Box 78">
                <a:extLst>
                  <a:ext uri="{FF2B5EF4-FFF2-40B4-BE49-F238E27FC236}">
                    <a16:creationId xmlns:a16="http://schemas.microsoft.com/office/drawing/2014/main" id="{98D8CD84-8CFA-4EC5-AF34-B9822AE6E05E}"/>
                  </a:ext>
                </a:extLst>
              </p:cNvPr>
              <p:cNvSpPr txBox="1">
                <a:spLocks noChangeArrowheads="1"/>
              </p:cNvSpPr>
              <p:nvPr/>
            </p:nvSpPr>
            <p:spPr bwMode="auto">
              <a:xfrm>
                <a:off x="4835" y="3073"/>
                <a:ext cx="226"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spcBef>
                    <a:spcPct val="0"/>
                  </a:spcBef>
                </a:pPr>
                <a:r>
                  <a:rPr kumimoji="1" lang="en-US" altLang="zh-CN" sz="2400" b="1" i="1">
                    <a:latin typeface="Times New Roman" panose="02020603050405020304" pitchFamily="18" charset="0"/>
                  </a:rPr>
                  <a:t>t</a:t>
                </a:r>
              </a:p>
            </p:txBody>
          </p:sp>
          <p:sp>
            <p:nvSpPr>
              <p:cNvPr id="625743" name="Text Box 79">
                <a:extLst>
                  <a:ext uri="{FF2B5EF4-FFF2-40B4-BE49-F238E27FC236}">
                    <a16:creationId xmlns:a16="http://schemas.microsoft.com/office/drawing/2014/main" id="{B649AB80-779C-4DAE-AE0C-517F77FC8A66}"/>
                  </a:ext>
                </a:extLst>
              </p:cNvPr>
              <p:cNvSpPr txBox="1">
                <a:spLocks noChangeArrowheads="1"/>
              </p:cNvSpPr>
              <p:nvPr/>
            </p:nvSpPr>
            <p:spPr bwMode="auto">
              <a:xfrm>
                <a:off x="3039" y="3164"/>
                <a:ext cx="306"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spcBef>
                    <a:spcPct val="0"/>
                  </a:spcBef>
                </a:pPr>
                <a:r>
                  <a:rPr kumimoji="1" lang="en-US" altLang="zh-CN" sz="2400" b="1">
                    <a:latin typeface="Times New Roman" panose="02020603050405020304" pitchFamily="18" charset="0"/>
                  </a:rPr>
                  <a:t>0</a:t>
                </a:r>
                <a:endParaRPr kumimoji="1" lang="en-US" altLang="zh-CN" sz="2400" b="1" i="1">
                  <a:latin typeface="Times New Roman" panose="02020603050405020304" pitchFamily="18" charset="0"/>
                </a:endParaRPr>
              </a:p>
            </p:txBody>
          </p:sp>
        </p:grpSp>
        <p:sp>
          <p:nvSpPr>
            <p:cNvPr id="625744" name="Line 80">
              <a:extLst>
                <a:ext uri="{FF2B5EF4-FFF2-40B4-BE49-F238E27FC236}">
                  <a16:creationId xmlns:a16="http://schemas.microsoft.com/office/drawing/2014/main" id="{B312271B-749B-41A4-A5B9-BEBADEB8F0B5}"/>
                </a:ext>
              </a:extLst>
            </p:cNvPr>
            <p:cNvSpPr>
              <a:spLocks noChangeShapeType="1"/>
            </p:cNvSpPr>
            <p:nvPr/>
          </p:nvSpPr>
          <p:spPr bwMode="auto">
            <a:xfrm flipV="1">
              <a:off x="3840" y="3187"/>
              <a:ext cx="0" cy="5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5745" name="Line 81">
              <a:extLst>
                <a:ext uri="{FF2B5EF4-FFF2-40B4-BE49-F238E27FC236}">
                  <a16:creationId xmlns:a16="http://schemas.microsoft.com/office/drawing/2014/main" id="{363B6024-0512-4476-9AB4-7EEAC0106140}"/>
                </a:ext>
              </a:extLst>
            </p:cNvPr>
            <p:cNvSpPr>
              <a:spLocks noChangeShapeType="1"/>
            </p:cNvSpPr>
            <p:nvPr/>
          </p:nvSpPr>
          <p:spPr bwMode="auto">
            <a:xfrm flipV="1">
              <a:off x="4458" y="3178"/>
              <a:ext cx="0" cy="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25746" name="Group 82">
            <a:extLst>
              <a:ext uri="{FF2B5EF4-FFF2-40B4-BE49-F238E27FC236}">
                <a16:creationId xmlns:a16="http://schemas.microsoft.com/office/drawing/2014/main" id="{728B0DA7-914C-45F5-B98C-B9D545177606}"/>
              </a:ext>
            </a:extLst>
          </p:cNvPr>
          <p:cNvGrpSpPr>
            <a:grpSpLocks/>
          </p:cNvGrpSpPr>
          <p:nvPr/>
        </p:nvGrpSpPr>
        <p:grpSpPr bwMode="auto">
          <a:xfrm>
            <a:off x="4838700" y="4225925"/>
            <a:ext cx="2505075" cy="2011363"/>
            <a:chOff x="3232" y="2436"/>
            <a:chExt cx="1578" cy="1267"/>
          </a:xfrm>
        </p:grpSpPr>
        <p:grpSp>
          <p:nvGrpSpPr>
            <p:cNvPr id="625747" name="Group 83">
              <a:extLst>
                <a:ext uri="{FF2B5EF4-FFF2-40B4-BE49-F238E27FC236}">
                  <a16:creationId xmlns:a16="http://schemas.microsoft.com/office/drawing/2014/main" id="{69C1B870-4AAA-445D-909A-0BE78F7513B4}"/>
                </a:ext>
              </a:extLst>
            </p:cNvPr>
            <p:cNvGrpSpPr>
              <a:grpSpLocks/>
            </p:cNvGrpSpPr>
            <p:nvPr/>
          </p:nvGrpSpPr>
          <p:grpSpPr bwMode="auto">
            <a:xfrm>
              <a:off x="3232" y="2436"/>
              <a:ext cx="1238" cy="1267"/>
              <a:chOff x="3232" y="2436"/>
              <a:chExt cx="1238" cy="1267"/>
            </a:xfrm>
          </p:grpSpPr>
          <p:grpSp>
            <p:nvGrpSpPr>
              <p:cNvPr id="625748" name="Group 84">
                <a:extLst>
                  <a:ext uri="{FF2B5EF4-FFF2-40B4-BE49-F238E27FC236}">
                    <a16:creationId xmlns:a16="http://schemas.microsoft.com/office/drawing/2014/main" id="{9AD8FF7C-F700-4493-8B7B-E146B2DA1ABB}"/>
                  </a:ext>
                </a:extLst>
              </p:cNvPr>
              <p:cNvGrpSpPr>
                <a:grpSpLocks/>
              </p:cNvGrpSpPr>
              <p:nvPr/>
            </p:nvGrpSpPr>
            <p:grpSpPr bwMode="auto">
              <a:xfrm>
                <a:off x="3232" y="2732"/>
                <a:ext cx="1238" cy="971"/>
                <a:chOff x="3014" y="1080"/>
                <a:chExt cx="1590" cy="1213"/>
              </a:xfrm>
            </p:grpSpPr>
            <p:sp>
              <p:nvSpPr>
                <p:cNvPr id="625749" name="Freeform 85">
                  <a:extLst>
                    <a:ext uri="{FF2B5EF4-FFF2-40B4-BE49-F238E27FC236}">
                      <a16:creationId xmlns:a16="http://schemas.microsoft.com/office/drawing/2014/main" id="{5BC4A615-2DAD-4B50-BBF2-AF4A7C1C056E}"/>
                    </a:ext>
                  </a:extLst>
                </p:cNvPr>
                <p:cNvSpPr>
                  <a:spLocks/>
                </p:cNvSpPr>
                <p:nvPr/>
              </p:nvSpPr>
              <p:spPr bwMode="auto">
                <a:xfrm>
                  <a:off x="3014" y="1080"/>
                  <a:ext cx="804" cy="639"/>
                </a:xfrm>
                <a:custGeom>
                  <a:avLst/>
                  <a:gdLst>
                    <a:gd name="T0" fmla="*/ 0 w 1290"/>
                    <a:gd name="T1" fmla="*/ 1215 h 1263"/>
                    <a:gd name="T2" fmla="*/ 377 w 1290"/>
                    <a:gd name="T3" fmla="*/ 308 h 1263"/>
                    <a:gd name="T4" fmla="*/ 672 w 1290"/>
                    <a:gd name="T5" fmla="*/ 0 h 1263"/>
                    <a:gd name="T6" fmla="*/ 914 w 1290"/>
                    <a:gd name="T7" fmla="*/ 308 h 1263"/>
                    <a:gd name="T8" fmla="*/ 1290 w 1290"/>
                    <a:gd name="T9" fmla="*/ 1263 h 1263"/>
                  </a:gdLst>
                  <a:ahLst/>
                  <a:cxnLst>
                    <a:cxn ang="0">
                      <a:pos x="T0" y="T1"/>
                    </a:cxn>
                    <a:cxn ang="0">
                      <a:pos x="T2" y="T3"/>
                    </a:cxn>
                    <a:cxn ang="0">
                      <a:pos x="T4" y="T5"/>
                    </a:cxn>
                    <a:cxn ang="0">
                      <a:pos x="T6" y="T7"/>
                    </a:cxn>
                    <a:cxn ang="0">
                      <a:pos x="T8" y="T9"/>
                    </a:cxn>
                  </a:cxnLst>
                  <a:rect l="0" t="0" r="r" b="b"/>
                  <a:pathLst>
                    <a:path w="1290" h="1263">
                      <a:moveTo>
                        <a:pt x="0" y="1215"/>
                      </a:moveTo>
                      <a:cubicBezTo>
                        <a:pt x="63" y="1064"/>
                        <a:pt x="266" y="510"/>
                        <a:pt x="377" y="308"/>
                      </a:cubicBezTo>
                      <a:cubicBezTo>
                        <a:pt x="489" y="106"/>
                        <a:pt x="582" y="0"/>
                        <a:pt x="672" y="0"/>
                      </a:cubicBezTo>
                      <a:cubicBezTo>
                        <a:pt x="761" y="0"/>
                        <a:pt x="811" y="98"/>
                        <a:pt x="914" y="308"/>
                      </a:cubicBezTo>
                      <a:cubicBezTo>
                        <a:pt x="1017" y="518"/>
                        <a:pt x="1212" y="1064"/>
                        <a:pt x="1290" y="1263"/>
                      </a:cubicBezTo>
                    </a:path>
                  </a:pathLst>
                </a:custGeom>
                <a:noFill/>
                <a:ln w="317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5750" name="Freeform 86">
                  <a:extLst>
                    <a:ext uri="{FF2B5EF4-FFF2-40B4-BE49-F238E27FC236}">
                      <a16:creationId xmlns:a16="http://schemas.microsoft.com/office/drawing/2014/main" id="{665F4F11-43CD-4DAB-A9E9-170BD37AA039}"/>
                    </a:ext>
                  </a:extLst>
                </p:cNvPr>
                <p:cNvSpPr>
                  <a:spLocks/>
                </p:cNvSpPr>
                <p:nvPr/>
              </p:nvSpPr>
              <p:spPr bwMode="auto">
                <a:xfrm flipV="1">
                  <a:off x="3799" y="1655"/>
                  <a:ext cx="805" cy="638"/>
                </a:xfrm>
                <a:custGeom>
                  <a:avLst/>
                  <a:gdLst>
                    <a:gd name="T0" fmla="*/ 0 w 1290"/>
                    <a:gd name="T1" fmla="*/ 1215 h 1263"/>
                    <a:gd name="T2" fmla="*/ 377 w 1290"/>
                    <a:gd name="T3" fmla="*/ 308 h 1263"/>
                    <a:gd name="T4" fmla="*/ 672 w 1290"/>
                    <a:gd name="T5" fmla="*/ 0 h 1263"/>
                    <a:gd name="T6" fmla="*/ 914 w 1290"/>
                    <a:gd name="T7" fmla="*/ 308 h 1263"/>
                    <a:gd name="T8" fmla="*/ 1290 w 1290"/>
                    <a:gd name="T9" fmla="*/ 1263 h 1263"/>
                  </a:gdLst>
                  <a:ahLst/>
                  <a:cxnLst>
                    <a:cxn ang="0">
                      <a:pos x="T0" y="T1"/>
                    </a:cxn>
                    <a:cxn ang="0">
                      <a:pos x="T2" y="T3"/>
                    </a:cxn>
                    <a:cxn ang="0">
                      <a:pos x="T4" y="T5"/>
                    </a:cxn>
                    <a:cxn ang="0">
                      <a:pos x="T6" y="T7"/>
                    </a:cxn>
                    <a:cxn ang="0">
                      <a:pos x="T8" y="T9"/>
                    </a:cxn>
                  </a:cxnLst>
                  <a:rect l="0" t="0" r="r" b="b"/>
                  <a:pathLst>
                    <a:path w="1290" h="1263">
                      <a:moveTo>
                        <a:pt x="0" y="1215"/>
                      </a:moveTo>
                      <a:cubicBezTo>
                        <a:pt x="63" y="1064"/>
                        <a:pt x="266" y="510"/>
                        <a:pt x="377" y="308"/>
                      </a:cubicBezTo>
                      <a:cubicBezTo>
                        <a:pt x="489" y="106"/>
                        <a:pt x="582" y="0"/>
                        <a:pt x="672" y="0"/>
                      </a:cubicBezTo>
                      <a:cubicBezTo>
                        <a:pt x="761" y="0"/>
                        <a:pt x="811" y="98"/>
                        <a:pt x="914" y="308"/>
                      </a:cubicBezTo>
                      <a:cubicBezTo>
                        <a:pt x="1017" y="518"/>
                        <a:pt x="1212" y="1064"/>
                        <a:pt x="1290" y="1263"/>
                      </a:cubicBezTo>
                    </a:path>
                  </a:pathLst>
                </a:custGeom>
                <a:noFill/>
                <a:ln w="317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25751" name="Text Box 87">
                <a:extLst>
                  <a:ext uri="{FF2B5EF4-FFF2-40B4-BE49-F238E27FC236}">
                    <a16:creationId xmlns:a16="http://schemas.microsoft.com/office/drawing/2014/main" id="{A1029F2A-68BA-441C-9227-EB7EB96CD2E1}"/>
                  </a:ext>
                </a:extLst>
              </p:cNvPr>
              <p:cNvSpPr txBox="1">
                <a:spLocks noChangeArrowheads="1"/>
              </p:cNvSpPr>
              <p:nvPr/>
            </p:nvSpPr>
            <p:spPr bwMode="auto">
              <a:xfrm>
                <a:off x="3462" y="2436"/>
                <a:ext cx="3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S</a:t>
                </a:r>
              </a:p>
            </p:txBody>
          </p:sp>
        </p:grpSp>
        <p:sp>
          <p:nvSpPr>
            <p:cNvPr id="625752" name="Text Box 88">
              <a:extLst>
                <a:ext uri="{FF2B5EF4-FFF2-40B4-BE49-F238E27FC236}">
                  <a16:creationId xmlns:a16="http://schemas.microsoft.com/office/drawing/2014/main" id="{AE9754D6-74B5-41C6-B3AB-596FE059C959}"/>
                </a:ext>
              </a:extLst>
            </p:cNvPr>
            <p:cNvSpPr txBox="1">
              <a:spLocks noChangeArrowheads="1"/>
            </p:cNvSpPr>
            <p:nvPr/>
          </p:nvSpPr>
          <p:spPr bwMode="auto">
            <a:xfrm>
              <a:off x="4502" y="287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grpSp>
      <p:grpSp>
        <p:nvGrpSpPr>
          <p:cNvPr id="625753" name="Group 89">
            <a:extLst>
              <a:ext uri="{FF2B5EF4-FFF2-40B4-BE49-F238E27FC236}">
                <a16:creationId xmlns:a16="http://schemas.microsoft.com/office/drawing/2014/main" id="{C361DFD5-D2BA-4FB9-A97E-2359E967C068}"/>
              </a:ext>
            </a:extLst>
          </p:cNvPr>
          <p:cNvGrpSpPr>
            <a:grpSpLocks/>
          </p:cNvGrpSpPr>
          <p:nvPr/>
        </p:nvGrpSpPr>
        <p:grpSpPr bwMode="auto">
          <a:xfrm>
            <a:off x="4867275" y="4341813"/>
            <a:ext cx="2419350" cy="2239962"/>
            <a:chOff x="3066" y="2735"/>
            <a:chExt cx="1524" cy="1411"/>
          </a:xfrm>
        </p:grpSpPr>
        <p:sp>
          <p:nvSpPr>
            <p:cNvPr id="625754" name="Text Box 90">
              <a:extLst>
                <a:ext uri="{FF2B5EF4-FFF2-40B4-BE49-F238E27FC236}">
                  <a16:creationId xmlns:a16="http://schemas.microsoft.com/office/drawing/2014/main" id="{A2B6B136-99AA-459C-A150-966010231E23}"/>
                </a:ext>
              </a:extLst>
            </p:cNvPr>
            <p:cNvSpPr txBox="1">
              <a:spLocks noChangeArrowheads="1"/>
            </p:cNvSpPr>
            <p:nvPr/>
          </p:nvSpPr>
          <p:spPr bwMode="auto">
            <a:xfrm>
              <a:off x="3639" y="3035"/>
              <a:ext cx="17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spcBef>
                  <a:spcPct val="0"/>
                </a:spcBef>
              </a:pPr>
              <a:r>
                <a:rPr kumimoji="1" lang="en-US" altLang="zh-CN" sz="2400" b="1" i="1">
                  <a:solidFill>
                    <a:srgbClr val="0000FF"/>
                  </a:solidFill>
                  <a:latin typeface="Times New Roman" panose="02020603050405020304" pitchFamily="18" charset="0"/>
                </a:rPr>
                <a:t>i</a:t>
              </a:r>
            </a:p>
          </p:txBody>
        </p:sp>
        <p:sp>
          <p:nvSpPr>
            <p:cNvPr id="625755" name="Text Box 91">
              <a:extLst>
                <a:ext uri="{FF2B5EF4-FFF2-40B4-BE49-F238E27FC236}">
                  <a16:creationId xmlns:a16="http://schemas.microsoft.com/office/drawing/2014/main" id="{E14BFC04-5D91-40A9-A5FB-1F905CCFECDC}"/>
                </a:ext>
              </a:extLst>
            </p:cNvPr>
            <p:cNvSpPr txBox="1">
              <a:spLocks noChangeArrowheads="1"/>
            </p:cNvSpPr>
            <p:nvPr/>
          </p:nvSpPr>
          <p:spPr bwMode="auto">
            <a:xfrm>
              <a:off x="4282" y="35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solidFill>
                    <a:srgbClr val="0000FF"/>
                  </a:solidFill>
                  <a:latin typeface="Times New Roman" panose="02020603050405020304" pitchFamily="18" charset="0"/>
                  <a:sym typeface="Symbol" panose="05050102010706020507" pitchFamily="18" charset="2"/>
                </a:rPr>
                <a:t></a:t>
              </a:r>
              <a:endParaRPr kumimoji="1" lang="en-US" altLang="zh-CN" sz="2400">
                <a:solidFill>
                  <a:srgbClr val="0000FF"/>
                </a:solidFill>
                <a:latin typeface="Times New Roman" panose="02020603050405020304" pitchFamily="18" charset="0"/>
              </a:endParaRPr>
            </a:p>
          </p:txBody>
        </p:sp>
        <p:sp>
          <p:nvSpPr>
            <p:cNvPr id="625756" name="Freeform 92">
              <a:extLst>
                <a:ext uri="{FF2B5EF4-FFF2-40B4-BE49-F238E27FC236}">
                  <a16:creationId xmlns:a16="http://schemas.microsoft.com/office/drawing/2014/main" id="{F58EF745-48FD-420D-B5DC-D85F32F3F7DF}"/>
                </a:ext>
              </a:extLst>
            </p:cNvPr>
            <p:cNvSpPr>
              <a:spLocks/>
            </p:cNvSpPr>
            <p:nvPr/>
          </p:nvSpPr>
          <p:spPr bwMode="auto">
            <a:xfrm>
              <a:off x="3066" y="2735"/>
              <a:ext cx="624" cy="709"/>
            </a:xfrm>
            <a:custGeom>
              <a:avLst/>
              <a:gdLst>
                <a:gd name="T0" fmla="*/ 0 w 624"/>
                <a:gd name="T1" fmla="*/ 709 h 709"/>
                <a:gd name="T2" fmla="*/ 132 w 624"/>
                <a:gd name="T3" fmla="*/ 565 h 709"/>
                <a:gd name="T4" fmla="*/ 318 w 624"/>
                <a:gd name="T5" fmla="*/ 1 h 709"/>
                <a:gd name="T6" fmla="*/ 498 w 624"/>
                <a:gd name="T7" fmla="*/ 571 h 709"/>
                <a:gd name="T8" fmla="*/ 624 w 624"/>
                <a:gd name="T9" fmla="*/ 703 h 709"/>
              </a:gdLst>
              <a:ahLst/>
              <a:cxnLst>
                <a:cxn ang="0">
                  <a:pos x="T0" y="T1"/>
                </a:cxn>
                <a:cxn ang="0">
                  <a:pos x="T2" y="T3"/>
                </a:cxn>
                <a:cxn ang="0">
                  <a:pos x="T4" y="T5"/>
                </a:cxn>
                <a:cxn ang="0">
                  <a:pos x="T6" y="T7"/>
                </a:cxn>
                <a:cxn ang="0">
                  <a:pos x="T8" y="T9"/>
                </a:cxn>
              </a:cxnLst>
              <a:rect l="0" t="0" r="r" b="b"/>
              <a:pathLst>
                <a:path w="624" h="709">
                  <a:moveTo>
                    <a:pt x="0" y="709"/>
                  </a:moveTo>
                  <a:cubicBezTo>
                    <a:pt x="39" y="696"/>
                    <a:pt x="79" y="683"/>
                    <a:pt x="132" y="565"/>
                  </a:cubicBezTo>
                  <a:cubicBezTo>
                    <a:pt x="185" y="447"/>
                    <a:pt x="257" y="0"/>
                    <a:pt x="318" y="1"/>
                  </a:cubicBezTo>
                  <a:cubicBezTo>
                    <a:pt x="379" y="2"/>
                    <a:pt x="447" y="454"/>
                    <a:pt x="498" y="571"/>
                  </a:cubicBezTo>
                  <a:cubicBezTo>
                    <a:pt x="549" y="688"/>
                    <a:pt x="603" y="681"/>
                    <a:pt x="624" y="703"/>
                  </a:cubicBezTo>
                </a:path>
              </a:pathLst>
            </a:custGeom>
            <a:noFill/>
            <a:ln w="3175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5757" name="Freeform 93">
              <a:extLst>
                <a:ext uri="{FF2B5EF4-FFF2-40B4-BE49-F238E27FC236}">
                  <a16:creationId xmlns:a16="http://schemas.microsoft.com/office/drawing/2014/main" id="{094DE7FF-D59A-4B07-B97F-0AF03A2791E5}"/>
                </a:ext>
              </a:extLst>
            </p:cNvPr>
            <p:cNvSpPr>
              <a:spLocks/>
            </p:cNvSpPr>
            <p:nvPr/>
          </p:nvSpPr>
          <p:spPr bwMode="auto">
            <a:xfrm flipV="1">
              <a:off x="3678" y="3437"/>
              <a:ext cx="624" cy="709"/>
            </a:xfrm>
            <a:custGeom>
              <a:avLst/>
              <a:gdLst>
                <a:gd name="T0" fmla="*/ 0 w 624"/>
                <a:gd name="T1" fmla="*/ 709 h 709"/>
                <a:gd name="T2" fmla="*/ 132 w 624"/>
                <a:gd name="T3" fmla="*/ 565 h 709"/>
                <a:gd name="T4" fmla="*/ 318 w 624"/>
                <a:gd name="T5" fmla="*/ 1 h 709"/>
                <a:gd name="T6" fmla="*/ 498 w 624"/>
                <a:gd name="T7" fmla="*/ 571 h 709"/>
                <a:gd name="T8" fmla="*/ 624 w 624"/>
                <a:gd name="T9" fmla="*/ 703 h 709"/>
              </a:gdLst>
              <a:ahLst/>
              <a:cxnLst>
                <a:cxn ang="0">
                  <a:pos x="T0" y="T1"/>
                </a:cxn>
                <a:cxn ang="0">
                  <a:pos x="T2" y="T3"/>
                </a:cxn>
                <a:cxn ang="0">
                  <a:pos x="T4" y="T5"/>
                </a:cxn>
                <a:cxn ang="0">
                  <a:pos x="T6" y="T7"/>
                </a:cxn>
                <a:cxn ang="0">
                  <a:pos x="T8" y="T9"/>
                </a:cxn>
              </a:cxnLst>
              <a:rect l="0" t="0" r="r" b="b"/>
              <a:pathLst>
                <a:path w="624" h="709">
                  <a:moveTo>
                    <a:pt x="0" y="709"/>
                  </a:moveTo>
                  <a:cubicBezTo>
                    <a:pt x="39" y="696"/>
                    <a:pt x="79" y="683"/>
                    <a:pt x="132" y="565"/>
                  </a:cubicBezTo>
                  <a:cubicBezTo>
                    <a:pt x="185" y="447"/>
                    <a:pt x="257" y="0"/>
                    <a:pt x="318" y="1"/>
                  </a:cubicBezTo>
                  <a:cubicBezTo>
                    <a:pt x="379" y="2"/>
                    <a:pt x="447" y="454"/>
                    <a:pt x="498" y="571"/>
                  </a:cubicBezTo>
                  <a:cubicBezTo>
                    <a:pt x="549" y="688"/>
                    <a:pt x="603" y="681"/>
                    <a:pt x="624" y="703"/>
                  </a:cubicBezTo>
                </a:path>
              </a:pathLst>
            </a:custGeom>
            <a:noFill/>
            <a:ln w="3175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5667"/>
                                        </p:tgtEl>
                                        <p:attrNameLst>
                                          <p:attrName>style.visibility</p:attrName>
                                        </p:attrNameLst>
                                      </p:cBhvr>
                                      <p:to>
                                        <p:strVal val="visible"/>
                                      </p:to>
                                    </p:set>
                                    <p:animEffect transition="in" filter="blinds(horizontal)">
                                      <p:cBhvr>
                                        <p:cTn id="7" dur="500"/>
                                        <p:tgtEl>
                                          <p:spTgt spid="6256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25687"/>
                                        </p:tgtEl>
                                        <p:attrNameLst>
                                          <p:attrName>style.visibility</p:attrName>
                                        </p:attrNameLst>
                                      </p:cBhvr>
                                      <p:to>
                                        <p:strVal val="visible"/>
                                      </p:to>
                                    </p:set>
                                    <p:animEffect transition="in" filter="wipe(left)">
                                      <p:cBhvr>
                                        <p:cTn id="12" dur="500"/>
                                        <p:tgtEl>
                                          <p:spTgt spid="6256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25708"/>
                                        </p:tgtEl>
                                        <p:attrNameLst>
                                          <p:attrName>style.visibility</p:attrName>
                                        </p:attrNameLst>
                                      </p:cBhvr>
                                      <p:to>
                                        <p:strVal val="visible"/>
                                      </p:to>
                                    </p:set>
                                    <p:animEffect transition="in" filter="wipe(left)">
                                      <p:cBhvr>
                                        <p:cTn id="17" dur="500"/>
                                        <p:tgtEl>
                                          <p:spTgt spid="6257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25715"/>
                                        </p:tgtEl>
                                        <p:attrNameLst>
                                          <p:attrName>style.visibility</p:attrName>
                                        </p:attrNameLst>
                                      </p:cBhvr>
                                      <p:to>
                                        <p:strVal val="visible"/>
                                      </p:to>
                                    </p:set>
                                    <p:animEffect transition="in" filter="wipe(left)">
                                      <p:cBhvr>
                                        <p:cTn id="22" dur="500"/>
                                        <p:tgtEl>
                                          <p:spTgt spid="625715"/>
                                        </p:tgtEl>
                                      </p:cBhvr>
                                    </p:animEffect>
                                  </p:childTnLst>
                                  <p:subTnLst>
                                    <p:set>
                                      <p:cBhvr override="childStyle">
                                        <p:cTn dur="1" fill="hold" display="0" masterRel="nextClick" afterEffect="1"/>
                                        <p:tgtEl>
                                          <p:spTgt spid="625715"/>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25728"/>
                                        </p:tgtEl>
                                        <p:attrNameLst>
                                          <p:attrName>style.visibility</p:attrName>
                                        </p:attrNameLst>
                                      </p:cBhvr>
                                      <p:to>
                                        <p:strVal val="visible"/>
                                      </p:to>
                                    </p:set>
                                    <p:animEffect transition="in" filter="wipe(left)">
                                      <p:cBhvr>
                                        <p:cTn id="27" dur="500"/>
                                        <p:tgtEl>
                                          <p:spTgt spid="6257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25668"/>
                                        </p:tgtEl>
                                        <p:attrNameLst>
                                          <p:attrName>style.visibility</p:attrName>
                                        </p:attrNameLst>
                                      </p:cBhvr>
                                      <p:to>
                                        <p:strVal val="visible"/>
                                      </p:to>
                                    </p:set>
                                    <p:animEffect transition="in" filter="blinds(horizontal)">
                                      <p:cBhvr>
                                        <p:cTn id="32" dur="500"/>
                                        <p:tgtEl>
                                          <p:spTgt spid="6256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625758"/>
                                        </p:tgtEl>
                                        <p:attrNameLst>
                                          <p:attrName>style.visibility</p:attrName>
                                        </p:attrNameLst>
                                      </p:cBhvr>
                                      <p:to>
                                        <p:strVal val="visible"/>
                                      </p:to>
                                    </p:set>
                                    <p:anim calcmode="lin" valueType="num">
                                      <p:cBhvr>
                                        <p:cTn id="37" dur="500" fill="hold"/>
                                        <p:tgtEl>
                                          <p:spTgt spid="625758"/>
                                        </p:tgtEl>
                                        <p:attrNameLst>
                                          <p:attrName>ppt_w</p:attrName>
                                        </p:attrNameLst>
                                      </p:cBhvr>
                                      <p:tavLst>
                                        <p:tav tm="0">
                                          <p:val>
                                            <p:fltVal val="0"/>
                                          </p:val>
                                        </p:tav>
                                        <p:tav tm="100000">
                                          <p:val>
                                            <p:strVal val="#ppt_w"/>
                                          </p:val>
                                        </p:tav>
                                      </p:tavLst>
                                    </p:anim>
                                    <p:anim calcmode="lin" valueType="num">
                                      <p:cBhvr>
                                        <p:cTn id="38" dur="500" fill="hold"/>
                                        <p:tgtEl>
                                          <p:spTgt spid="625758"/>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625738"/>
                                        </p:tgtEl>
                                        <p:attrNameLst>
                                          <p:attrName>style.visibility</p:attrName>
                                        </p:attrNameLst>
                                      </p:cBhvr>
                                      <p:to>
                                        <p:strVal val="visible"/>
                                      </p:to>
                                    </p:set>
                                    <p:animEffect transition="in" filter="wipe(left)">
                                      <p:cBhvr>
                                        <p:cTn id="43" dur="500"/>
                                        <p:tgtEl>
                                          <p:spTgt spid="62573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625746"/>
                                        </p:tgtEl>
                                        <p:attrNameLst>
                                          <p:attrName>style.visibility</p:attrName>
                                        </p:attrNameLst>
                                      </p:cBhvr>
                                      <p:to>
                                        <p:strVal val="visible"/>
                                      </p:to>
                                    </p:set>
                                    <p:animEffect transition="in" filter="wipe(left)">
                                      <p:cBhvr>
                                        <p:cTn id="48" dur="500"/>
                                        <p:tgtEl>
                                          <p:spTgt spid="625746"/>
                                        </p:tgtEl>
                                      </p:cBhvr>
                                    </p:animEffect>
                                  </p:childTnLst>
                                  <p:subTnLst>
                                    <p:set>
                                      <p:cBhvr override="childStyle">
                                        <p:cTn dur="1" fill="hold" display="0" masterRel="nextClick" afterEffect="1"/>
                                        <p:tgtEl>
                                          <p:spTgt spid="625746"/>
                                        </p:tgtEl>
                                        <p:attrNameLst>
                                          <p:attrName>style.visibility</p:attrName>
                                        </p:attrNameLst>
                                      </p:cBhvr>
                                      <p:to>
                                        <p:strVal val="hidden"/>
                                      </p:to>
                                    </p:set>
                                  </p:sub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625753"/>
                                        </p:tgtEl>
                                        <p:attrNameLst>
                                          <p:attrName>style.visibility</p:attrName>
                                        </p:attrNameLst>
                                      </p:cBhvr>
                                      <p:to>
                                        <p:strVal val="visible"/>
                                      </p:to>
                                    </p:set>
                                    <p:animEffect transition="in" filter="wipe(left)">
                                      <p:cBhvr>
                                        <p:cTn id="53" dur="500"/>
                                        <p:tgtEl>
                                          <p:spTgt spid="625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67" grpId="0" autoUpdateAnimBg="0"/>
      <p:bldP spid="62566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Text Box 2">
            <a:extLst>
              <a:ext uri="{FF2B5EF4-FFF2-40B4-BE49-F238E27FC236}">
                <a16:creationId xmlns:a16="http://schemas.microsoft.com/office/drawing/2014/main" id="{18106FE9-50AC-4105-B30D-286F5AE4C796}"/>
              </a:ext>
            </a:extLst>
          </p:cNvPr>
          <p:cNvSpPr txBox="1">
            <a:spLocks noChangeArrowheads="1"/>
          </p:cNvSpPr>
          <p:nvPr/>
        </p:nvSpPr>
        <p:spPr bwMode="auto">
          <a:xfrm>
            <a:off x="468313" y="260350"/>
            <a:ext cx="7354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3</a:t>
            </a:r>
            <a:r>
              <a:rPr kumimoji="1" lang="zh-CN" altLang="en-US" sz="2400" b="1">
                <a:latin typeface="Times New Roman" panose="02020603050405020304" pitchFamily="18" charset="0"/>
              </a:rPr>
              <a:t>） 大量脉冲信号均为周期性非正弦信号。</a:t>
            </a:r>
          </a:p>
        </p:txBody>
      </p:sp>
      <p:grpSp>
        <p:nvGrpSpPr>
          <p:cNvPr id="626691" name="Group 3">
            <a:extLst>
              <a:ext uri="{FF2B5EF4-FFF2-40B4-BE49-F238E27FC236}">
                <a16:creationId xmlns:a16="http://schemas.microsoft.com/office/drawing/2014/main" id="{0F21CDAB-5BF5-4E8C-B518-18297AE1E6D1}"/>
              </a:ext>
            </a:extLst>
          </p:cNvPr>
          <p:cNvGrpSpPr>
            <a:grpSpLocks/>
          </p:cNvGrpSpPr>
          <p:nvPr/>
        </p:nvGrpSpPr>
        <p:grpSpPr bwMode="auto">
          <a:xfrm>
            <a:off x="695325" y="771525"/>
            <a:ext cx="2276475" cy="2035175"/>
            <a:chOff x="438" y="486"/>
            <a:chExt cx="1434" cy="1282"/>
          </a:xfrm>
        </p:grpSpPr>
        <p:sp>
          <p:nvSpPr>
            <p:cNvPr id="626692" name="Line 4">
              <a:extLst>
                <a:ext uri="{FF2B5EF4-FFF2-40B4-BE49-F238E27FC236}">
                  <a16:creationId xmlns:a16="http://schemas.microsoft.com/office/drawing/2014/main" id="{8E675357-BF53-4492-80A5-A396BEA1DD46}"/>
                </a:ext>
              </a:extLst>
            </p:cNvPr>
            <p:cNvSpPr>
              <a:spLocks noChangeShapeType="1"/>
            </p:cNvSpPr>
            <p:nvPr/>
          </p:nvSpPr>
          <p:spPr bwMode="auto">
            <a:xfrm>
              <a:off x="448" y="1104"/>
              <a:ext cx="142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693" name="Line 5">
              <a:extLst>
                <a:ext uri="{FF2B5EF4-FFF2-40B4-BE49-F238E27FC236}">
                  <a16:creationId xmlns:a16="http://schemas.microsoft.com/office/drawing/2014/main" id="{CA957316-AD88-4667-8CA4-3A4FEC3DFFCE}"/>
                </a:ext>
              </a:extLst>
            </p:cNvPr>
            <p:cNvSpPr>
              <a:spLocks noChangeShapeType="1"/>
            </p:cNvSpPr>
            <p:nvPr/>
          </p:nvSpPr>
          <p:spPr bwMode="auto">
            <a:xfrm flipV="1">
              <a:off x="624" y="624"/>
              <a:ext cx="0"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26694" name="Group 6">
              <a:extLst>
                <a:ext uri="{FF2B5EF4-FFF2-40B4-BE49-F238E27FC236}">
                  <a16:creationId xmlns:a16="http://schemas.microsoft.com/office/drawing/2014/main" id="{23AB3106-E187-44C1-AAA2-9B2AF39D9DE0}"/>
                </a:ext>
              </a:extLst>
            </p:cNvPr>
            <p:cNvGrpSpPr>
              <a:grpSpLocks/>
            </p:cNvGrpSpPr>
            <p:nvPr/>
          </p:nvGrpSpPr>
          <p:grpSpPr bwMode="auto">
            <a:xfrm>
              <a:off x="876" y="1108"/>
              <a:ext cx="144" cy="292"/>
              <a:chOff x="1012" y="1108"/>
              <a:chExt cx="144" cy="292"/>
            </a:xfrm>
          </p:grpSpPr>
          <p:sp>
            <p:nvSpPr>
              <p:cNvPr id="626695" name="Line 7">
                <a:extLst>
                  <a:ext uri="{FF2B5EF4-FFF2-40B4-BE49-F238E27FC236}">
                    <a16:creationId xmlns:a16="http://schemas.microsoft.com/office/drawing/2014/main" id="{3578C204-9847-4BF5-9C05-670A5FA44B64}"/>
                  </a:ext>
                </a:extLst>
              </p:cNvPr>
              <p:cNvSpPr>
                <a:spLocks noChangeShapeType="1"/>
              </p:cNvSpPr>
              <p:nvPr/>
            </p:nvSpPr>
            <p:spPr bwMode="auto">
              <a:xfrm>
                <a:off x="1012" y="1108"/>
                <a:ext cx="0" cy="240"/>
              </a:xfrm>
              <a:prstGeom prst="line">
                <a:avLst/>
              </a:prstGeom>
              <a:noFill/>
              <a:ln w="317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696" name="Arc 8">
                <a:extLst>
                  <a:ext uri="{FF2B5EF4-FFF2-40B4-BE49-F238E27FC236}">
                    <a16:creationId xmlns:a16="http://schemas.microsoft.com/office/drawing/2014/main" id="{396686D4-5EC6-443A-9A93-0366EA6A1F55}"/>
                  </a:ext>
                </a:extLst>
              </p:cNvPr>
              <p:cNvSpPr>
                <a:spLocks/>
              </p:cNvSpPr>
              <p:nvPr/>
            </p:nvSpPr>
            <p:spPr bwMode="auto">
              <a:xfrm rot="10800000" flipV="1">
                <a:off x="1012" y="1112"/>
                <a:ext cx="144" cy="288"/>
              </a:xfrm>
              <a:custGeom>
                <a:avLst/>
                <a:gdLst>
                  <a:gd name="G0" fmla="+- 0 0 0"/>
                  <a:gd name="G1" fmla="+- 21600 0 0"/>
                  <a:gd name="G2" fmla="+- 21600 0 0"/>
                  <a:gd name="T0" fmla="*/ 0 w 21600"/>
                  <a:gd name="T1" fmla="*/ 0 h 23640"/>
                  <a:gd name="T2" fmla="*/ 21503 w 21600"/>
                  <a:gd name="T3" fmla="*/ 23640 h 23640"/>
                  <a:gd name="T4" fmla="*/ 0 w 21600"/>
                  <a:gd name="T5" fmla="*/ 21600 h 23640"/>
                </a:gdLst>
                <a:ahLst/>
                <a:cxnLst>
                  <a:cxn ang="0">
                    <a:pos x="T0" y="T1"/>
                  </a:cxn>
                  <a:cxn ang="0">
                    <a:pos x="T2" y="T3"/>
                  </a:cxn>
                  <a:cxn ang="0">
                    <a:pos x="T4" y="T5"/>
                  </a:cxn>
                </a:cxnLst>
                <a:rect l="0" t="0" r="r" b="b"/>
                <a:pathLst>
                  <a:path w="21600" h="23640" fill="none" extrusionOk="0">
                    <a:moveTo>
                      <a:pt x="-1" y="0"/>
                    </a:moveTo>
                    <a:cubicBezTo>
                      <a:pt x="11929" y="0"/>
                      <a:pt x="21600" y="9670"/>
                      <a:pt x="21600" y="21600"/>
                    </a:cubicBezTo>
                    <a:cubicBezTo>
                      <a:pt x="21600" y="22281"/>
                      <a:pt x="21567" y="22961"/>
                      <a:pt x="21503" y="23640"/>
                    </a:cubicBezTo>
                  </a:path>
                  <a:path w="21600" h="23640" stroke="0" extrusionOk="0">
                    <a:moveTo>
                      <a:pt x="-1" y="0"/>
                    </a:moveTo>
                    <a:cubicBezTo>
                      <a:pt x="11929" y="0"/>
                      <a:pt x="21600" y="9670"/>
                      <a:pt x="21600" y="21600"/>
                    </a:cubicBezTo>
                    <a:cubicBezTo>
                      <a:pt x="21600" y="22281"/>
                      <a:pt x="21567" y="22961"/>
                      <a:pt x="21503" y="23640"/>
                    </a:cubicBezTo>
                    <a:lnTo>
                      <a:pt x="0" y="21600"/>
                    </a:lnTo>
                    <a:close/>
                  </a:path>
                </a:pathLst>
              </a:custGeom>
              <a:noFill/>
              <a:ln w="3175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626697" name="Object 9">
              <a:extLst>
                <a:ext uri="{FF2B5EF4-FFF2-40B4-BE49-F238E27FC236}">
                  <a16:creationId xmlns:a16="http://schemas.microsoft.com/office/drawing/2014/main" id="{24E04DA5-0DA2-4B7D-8884-3611E154947F}"/>
                </a:ext>
              </a:extLst>
            </p:cNvPr>
            <p:cNvGraphicFramePr>
              <a:graphicFrameLocks noChangeAspect="1"/>
            </p:cNvGraphicFramePr>
            <p:nvPr/>
          </p:nvGraphicFramePr>
          <p:xfrm>
            <a:off x="1720" y="1144"/>
            <a:ext cx="127" cy="208"/>
          </p:xfrm>
          <a:graphic>
            <a:graphicData uri="http://schemas.openxmlformats.org/presentationml/2006/ole">
              <mc:AlternateContent xmlns:mc="http://schemas.openxmlformats.org/markup-compatibility/2006">
                <mc:Choice xmlns:v="urn:schemas-microsoft-com:vml" Requires="v">
                  <p:oleObj spid="_x0000_s626769" name="Equation" r:id="rId4" imgW="101520" imgH="164880" progId="Equation.DSMT4">
                    <p:embed/>
                  </p:oleObj>
                </mc:Choice>
                <mc:Fallback>
                  <p:oleObj name="Equation" r:id="rId4" imgW="101520" imgH="16488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0" y="1144"/>
                          <a:ext cx="12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6698" name="Text Box 10">
              <a:extLst>
                <a:ext uri="{FF2B5EF4-FFF2-40B4-BE49-F238E27FC236}">
                  <a16:creationId xmlns:a16="http://schemas.microsoft.com/office/drawing/2014/main" id="{26A5FCB9-2FEA-4C64-BA3E-58A05B3E2A7C}"/>
                </a:ext>
              </a:extLst>
            </p:cNvPr>
            <p:cNvSpPr txBox="1">
              <a:spLocks noChangeArrowheads="1"/>
            </p:cNvSpPr>
            <p:nvPr/>
          </p:nvSpPr>
          <p:spPr bwMode="auto">
            <a:xfrm>
              <a:off x="792" y="1480"/>
              <a:ext cx="9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latin typeface="Times New Roman" panose="02020603050405020304" pitchFamily="18" charset="0"/>
                </a:rPr>
                <a:t>尖脉冲</a:t>
              </a:r>
              <a:endParaRPr kumimoji="1" lang="zh-CN" altLang="en-US" sz="2400">
                <a:latin typeface="Times New Roman" panose="02020603050405020304" pitchFamily="18" charset="0"/>
              </a:endParaRPr>
            </a:p>
          </p:txBody>
        </p:sp>
        <p:grpSp>
          <p:nvGrpSpPr>
            <p:cNvPr id="626699" name="Group 11">
              <a:extLst>
                <a:ext uri="{FF2B5EF4-FFF2-40B4-BE49-F238E27FC236}">
                  <a16:creationId xmlns:a16="http://schemas.microsoft.com/office/drawing/2014/main" id="{9C43A857-1268-40B9-8DE9-2961D8E6D698}"/>
                </a:ext>
              </a:extLst>
            </p:cNvPr>
            <p:cNvGrpSpPr>
              <a:grpSpLocks/>
            </p:cNvGrpSpPr>
            <p:nvPr/>
          </p:nvGrpSpPr>
          <p:grpSpPr bwMode="auto">
            <a:xfrm flipV="1">
              <a:off x="624" y="820"/>
              <a:ext cx="144" cy="292"/>
              <a:chOff x="1012" y="1108"/>
              <a:chExt cx="144" cy="292"/>
            </a:xfrm>
          </p:grpSpPr>
          <p:sp>
            <p:nvSpPr>
              <p:cNvPr id="626700" name="Line 12">
                <a:extLst>
                  <a:ext uri="{FF2B5EF4-FFF2-40B4-BE49-F238E27FC236}">
                    <a16:creationId xmlns:a16="http://schemas.microsoft.com/office/drawing/2014/main" id="{AE5E9176-EC65-4107-ACC8-ABA6CD3F0521}"/>
                  </a:ext>
                </a:extLst>
              </p:cNvPr>
              <p:cNvSpPr>
                <a:spLocks noChangeShapeType="1"/>
              </p:cNvSpPr>
              <p:nvPr/>
            </p:nvSpPr>
            <p:spPr bwMode="auto">
              <a:xfrm>
                <a:off x="1012" y="1108"/>
                <a:ext cx="0" cy="240"/>
              </a:xfrm>
              <a:prstGeom prst="line">
                <a:avLst/>
              </a:prstGeom>
              <a:noFill/>
              <a:ln w="317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01" name="Arc 13">
                <a:extLst>
                  <a:ext uri="{FF2B5EF4-FFF2-40B4-BE49-F238E27FC236}">
                    <a16:creationId xmlns:a16="http://schemas.microsoft.com/office/drawing/2014/main" id="{5E372D59-884D-4EF5-91EA-6E37E884A085}"/>
                  </a:ext>
                </a:extLst>
              </p:cNvPr>
              <p:cNvSpPr>
                <a:spLocks/>
              </p:cNvSpPr>
              <p:nvPr/>
            </p:nvSpPr>
            <p:spPr bwMode="auto">
              <a:xfrm rot="10800000" flipV="1">
                <a:off x="1012" y="1112"/>
                <a:ext cx="144" cy="288"/>
              </a:xfrm>
              <a:custGeom>
                <a:avLst/>
                <a:gdLst>
                  <a:gd name="G0" fmla="+- 0 0 0"/>
                  <a:gd name="G1" fmla="+- 21600 0 0"/>
                  <a:gd name="G2" fmla="+- 21600 0 0"/>
                  <a:gd name="T0" fmla="*/ 0 w 21600"/>
                  <a:gd name="T1" fmla="*/ 0 h 23640"/>
                  <a:gd name="T2" fmla="*/ 21503 w 21600"/>
                  <a:gd name="T3" fmla="*/ 23640 h 23640"/>
                  <a:gd name="T4" fmla="*/ 0 w 21600"/>
                  <a:gd name="T5" fmla="*/ 21600 h 23640"/>
                </a:gdLst>
                <a:ahLst/>
                <a:cxnLst>
                  <a:cxn ang="0">
                    <a:pos x="T0" y="T1"/>
                  </a:cxn>
                  <a:cxn ang="0">
                    <a:pos x="T2" y="T3"/>
                  </a:cxn>
                  <a:cxn ang="0">
                    <a:pos x="T4" y="T5"/>
                  </a:cxn>
                </a:cxnLst>
                <a:rect l="0" t="0" r="r" b="b"/>
                <a:pathLst>
                  <a:path w="21600" h="23640" fill="none" extrusionOk="0">
                    <a:moveTo>
                      <a:pt x="-1" y="0"/>
                    </a:moveTo>
                    <a:cubicBezTo>
                      <a:pt x="11929" y="0"/>
                      <a:pt x="21600" y="9670"/>
                      <a:pt x="21600" y="21600"/>
                    </a:cubicBezTo>
                    <a:cubicBezTo>
                      <a:pt x="21600" y="22281"/>
                      <a:pt x="21567" y="22961"/>
                      <a:pt x="21503" y="23640"/>
                    </a:cubicBezTo>
                  </a:path>
                  <a:path w="21600" h="23640" stroke="0" extrusionOk="0">
                    <a:moveTo>
                      <a:pt x="-1" y="0"/>
                    </a:moveTo>
                    <a:cubicBezTo>
                      <a:pt x="11929" y="0"/>
                      <a:pt x="21600" y="9670"/>
                      <a:pt x="21600" y="21600"/>
                    </a:cubicBezTo>
                    <a:cubicBezTo>
                      <a:pt x="21600" y="22281"/>
                      <a:pt x="21567" y="22961"/>
                      <a:pt x="21503" y="23640"/>
                    </a:cubicBezTo>
                    <a:lnTo>
                      <a:pt x="0" y="21600"/>
                    </a:lnTo>
                    <a:close/>
                  </a:path>
                </a:pathLst>
              </a:custGeom>
              <a:noFill/>
              <a:ln w="3175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6702" name="Group 14">
              <a:extLst>
                <a:ext uri="{FF2B5EF4-FFF2-40B4-BE49-F238E27FC236}">
                  <a16:creationId xmlns:a16="http://schemas.microsoft.com/office/drawing/2014/main" id="{4BC14483-52EB-47A6-AF53-895334FF9A3B}"/>
                </a:ext>
              </a:extLst>
            </p:cNvPr>
            <p:cNvGrpSpPr>
              <a:grpSpLocks/>
            </p:cNvGrpSpPr>
            <p:nvPr/>
          </p:nvGrpSpPr>
          <p:grpSpPr bwMode="auto">
            <a:xfrm flipV="1">
              <a:off x="1124" y="812"/>
              <a:ext cx="144" cy="292"/>
              <a:chOff x="1012" y="1108"/>
              <a:chExt cx="144" cy="292"/>
            </a:xfrm>
          </p:grpSpPr>
          <p:sp>
            <p:nvSpPr>
              <p:cNvPr id="626703" name="Line 15">
                <a:extLst>
                  <a:ext uri="{FF2B5EF4-FFF2-40B4-BE49-F238E27FC236}">
                    <a16:creationId xmlns:a16="http://schemas.microsoft.com/office/drawing/2014/main" id="{8B8C92F2-2C75-407F-BAA0-12F4F09E2B18}"/>
                  </a:ext>
                </a:extLst>
              </p:cNvPr>
              <p:cNvSpPr>
                <a:spLocks noChangeShapeType="1"/>
              </p:cNvSpPr>
              <p:nvPr/>
            </p:nvSpPr>
            <p:spPr bwMode="auto">
              <a:xfrm>
                <a:off x="1012" y="1108"/>
                <a:ext cx="0" cy="240"/>
              </a:xfrm>
              <a:prstGeom prst="line">
                <a:avLst/>
              </a:prstGeom>
              <a:noFill/>
              <a:ln w="317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04" name="Arc 16">
                <a:extLst>
                  <a:ext uri="{FF2B5EF4-FFF2-40B4-BE49-F238E27FC236}">
                    <a16:creationId xmlns:a16="http://schemas.microsoft.com/office/drawing/2014/main" id="{4BBC2ECA-EA6B-4475-9DB9-2405D83D8815}"/>
                  </a:ext>
                </a:extLst>
              </p:cNvPr>
              <p:cNvSpPr>
                <a:spLocks/>
              </p:cNvSpPr>
              <p:nvPr/>
            </p:nvSpPr>
            <p:spPr bwMode="auto">
              <a:xfrm rot="10800000" flipV="1">
                <a:off x="1012" y="1112"/>
                <a:ext cx="144" cy="288"/>
              </a:xfrm>
              <a:custGeom>
                <a:avLst/>
                <a:gdLst>
                  <a:gd name="G0" fmla="+- 0 0 0"/>
                  <a:gd name="G1" fmla="+- 21600 0 0"/>
                  <a:gd name="G2" fmla="+- 21600 0 0"/>
                  <a:gd name="T0" fmla="*/ 0 w 21600"/>
                  <a:gd name="T1" fmla="*/ 0 h 23640"/>
                  <a:gd name="T2" fmla="*/ 21503 w 21600"/>
                  <a:gd name="T3" fmla="*/ 23640 h 23640"/>
                  <a:gd name="T4" fmla="*/ 0 w 21600"/>
                  <a:gd name="T5" fmla="*/ 21600 h 23640"/>
                </a:gdLst>
                <a:ahLst/>
                <a:cxnLst>
                  <a:cxn ang="0">
                    <a:pos x="T0" y="T1"/>
                  </a:cxn>
                  <a:cxn ang="0">
                    <a:pos x="T2" y="T3"/>
                  </a:cxn>
                  <a:cxn ang="0">
                    <a:pos x="T4" y="T5"/>
                  </a:cxn>
                </a:cxnLst>
                <a:rect l="0" t="0" r="r" b="b"/>
                <a:pathLst>
                  <a:path w="21600" h="23640" fill="none" extrusionOk="0">
                    <a:moveTo>
                      <a:pt x="-1" y="0"/>
                    </a:moveTo>
                    <a:cubicBezTo>
                      <a:pt x="11929" y="0"/>
                      <a:pt x="21600" y="9670"/>
                      <a:pt x="21600" y="21600"/>
                    </a:cubicBezTo>
                    <a:cubicBezTo>
                      <a:pt x="21600" y="22281"/>
                      <a:pt x="21567" y="22961"/>
                      <a:pt x="21503" y="23640"/>
                    </a:cubicBezTo>
                  </a:path>
                  <a:path w="21600" h="23640" stroke="0" extrusionOk="0">
                    <a:moveTo>
                      <a:pt x="-1" y="0"/>
                    </a:moveTo>
                    <a:cubicBezTo>
                      <a:pt x="11929" y="0"/>
                      <a:pt x="21600" y="9670"/>
                      <a:pt x="21600" y="21600"/>
                    </a:cubicBezTo>
                    <a:cubicBezTo>
                      <a:pt x="21600" y="22281"/>
                      <a:pt x="21567" y="22961"/>
                      <a:pt x="21503" y="23640"/>
                    </a:cubicBezTo>
                    <a:lnTo>
                      <a:pt x="0" y="21600"/>
                    </a:lnTo>
                    <a:close/>
                  </a:path>
                </a:pathLst>
              </a:custGeom>
              <a:noFill/>
              <a:ln w="3175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6705" name="Text Box 17">
              <a:extLst>
                <a:ext uri="{FF2B5EF4-FFF2-40B4-BE49-F238E27FC236}">
                  <a16:creationId xmlns:a16="http://schemas.microsoft.com/office/drawing/2014/main" id="{26140E7A-E711-4ADE-ABE3-2A3BD4B663CF}"/>
                </a:ext>
              </a:extLst>
            </p:cNvPr>
            <p:cNvSpPr txBox="1">
              <a:spLocks noChangeArrowheads="1"/>
            </p:cNvSpPr>
            <p:nvPr/>
          </p:nvSpPr>
          <p:spPr bwMode="auto">
            <a:xfrm>
              <a:off x="1330" y="77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800">
                  <a:solidFill>
                    <a:schemeClr val="accent2"/>
                  </a:solidFill>
                  <a:latin typeface="Times New Roman" panose="02020603050405020304" pitchFamily="18" charset="0"/>
                  <a:ea typeface="仿宋_GB2312" pitchFamily="49" charset="-122"/>
                </a:rPr>
                <a:t>…</a:t>
              </a:r>
              <a:endParaRPr kumimoji="1" lang="en-US" altLang="zh-CN" sz="2800">
                <a:solidFill>
                  <a:schemeClr val="accent2"/>
                </a:solidFill>
                <a:latin typeface="Times New Roman" panose="02020603050405020304" pitchFamily="18" charset="0"/>
              </a:endParaRPr>
            </a:p>
          </p:txBody>
        </p:sp>
        <p:sp>
          <p:nvSpPr>
            <p:cNvPr id="626706" name="Text Box 18">
              <a:extLst>
                <a:ext uri="{FF2B5EF4-FFF2-40B4-BE49-F238E27FC236}">
                  <a16:creationId xmlns:a16="http://schemas.microsoft.com/office/drawing/2014/main" id="{1B74C50A-EDC1-4CEB-9DE5-2153E289BEE3}"/>
                </a:ext>
              </a:extLst>
            </p:cNvPr>
            <p:cNvSpPr txBox="1">
              <a:spLocks noChangeArrowheads="1"/>
            </p:cNvSpPr>
            <p:nvPr/>
          </p:nvSpPr>
          <p:spPr bwMode="auto">
            <a:xfrm>
              <a:off x="668" y="48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f</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626707" name="Text Box 19">
              <a:extLst>
                <a:ext uri="{FF2B5EF4-FFF2-40B4-BE49-F238E27FC236}">
                  <a16:creationId xmlns:a16="http://schemas.microsoft.com/office/drawing/2014/main" id="{BA2E861E-B513-4ECA-B03C-D542C7B8740A}"/>
                </a:ext>
              </a:extLst>
            </p:cNvPr>
            <p:cNvSpPr txBox="1">
              <a:spLocks noChangeArrowheads="1"/>
            </p:cNvSpPr>
            <p:nvPr/>
          </p:nvSpPr>
          <p:spPr bwMode="auto">
            <a:xfrm>
              <a:off x="438" y="10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rPr>
                <a:t>0</a:t>
              </a:r>
            </a:p>
          </p:txBody>
        </p:sp>
      </p:grpSp>
      <p:grpSp>
        <p:nvGrpSpPr>
          <p:cNvPr id="626708" name="Group 20">
            <a:extLst>
              <a:ext uri="{FF2B5EF4-FFF2-40B4-BE49-F238E27FC236}">
                <a16:creationId xmlns:a16="http://schemas.microsoft.com/office/drawing/2014/main" id="{E0F719DD-529E-4AAF-B905-4ECB7B69C977}"/>
              </a:ext>
            </a:extLst>
          </p:cNvPr>
          <p:cNvGrpSpPr>
            <a:grpSpLocks/>
          </p:cNvGrpSpPr>
          <p:nvPr/>
        </p:nvGrpSpPr>
        <p:grpSpPr bwMode="auto">
          <a:xfrm>
            <a:off x="6207125" y="647700"/>
            <a:ext cx="2357438" cy="2127250"/>
            <a:chOff x="3910" y="408"/>
            <a:chExt cx="1485" cy="1340"/>
          </a:xfrm>
        </p:grpSpPr>
        <p:sp>
          <p:nvSpPr>
            <p:cNvPr id="626709" name="Line 21">
              <a:extLst>
                <a:ext uri="{FF2B5EF4-FFF2-40B4-BE49-F238E27FC236}">
                  <a16:creationId xmlns:a16="http://schemas.microsoft.com/office/drawing/2014/main" id="{7D344DDA-EA79-48B8-AF5F-596FB969CCCA}"/>
                </a:ext>
              </a:extLst>
            </p:cNvPr>
            <p:cNvSpPr>
              <a:spLocks noChangeShapeType="1"/>
            </p:cNvSpPr>
            <p:nvPr/>
          </p:nvSpPr>
          <p:spPr bwMode="auto">
            <a:xfrm>
              <a:off x="4032" y="1104"/>
              <a:ext cx="12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10" name="Line 22">
              <a:extLst>
                <a:ext uri="{FF2B5EF4-FFF2-40B4-BE49-F238E27FC236}">
                  <a16:creationId xmlns:a16="http://schemas.microsoft.com/office/drawing/2014/main" id="{7128012F-CFD7-4E48-A84D-BE91A8F1EB88}"/>
                </a:ext>
              </a:extLst>
            </p:cNvPr>
            <p:cNvSpPr>
              <a:spLocks noChangeShapeType="1"/>
            </p:cNvSpPr>
            <p:nvPr/>
          </p:nvSpPr>
          <p:spPr bwMode="auto">
            <a:xfrm flipV="1">
              <a:off x="4128" y="528"/>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26711" name="Group 23">
              <a:extLst>
                <a:ext uri="{FF2B5EF4-FFF2-40B4-BE49-F238E27FC236}">
                  <a16:creationId xmlns:a16="http://schemas.microsoft.com/office/drawing/2014/main" id="{740186ED-A236-4FDF-87DF-4D1BAAD43B43}"/>
                </a:ext>
              </a:extLst>
            </p:cNvPr>
            <p:cNvGrpSpPr>
              <a:grpSpLocks/>
            </p:cNvGrpSpPr>
            <p:nvPr/>
          </p:nvGrpSpPr>
          <p:grpSpPr bwMode="auto">
            <a:xfrm>
              <a:off x="4128" y="804"/>
              <a:ext cx="196" cy="300"/>
              <a:chOff x="4128" y="804"/>
              <a:chExt cx="196" cy="300"/>
            </a:xfrm>
          </p:grpSpPr>
          <p:sp>
            <p:nvSpPr>
              <p:cNvPr id="626712" name="Line 24">
                <a:extLst>
                  <a:ext uri="{FF2B5EF4-FFF2-40B4-BE49-F238E27FC236}">
                    <a16:creationId xmlns:a16="http://schemas.microsoft.com/office/drawing/2014/main" id="{BF14E29F-2D28-48D2-8DDD-36DCE31787D5}"/>
                  </a:ext>
                </a:extLst>
              </p:cNvPr>
              <p:cNvSpPr>
                <a:spLocks noChangeShapeType="1"/>
              </p:cNvSpPr>
              <p:nvPr/>
            </p:nvSpPr>
            <p:spPr bwMode="auto">
              <a:xfrm flipV="1">
                <a:off x="4128" y="804"/>
                <a:ext cx="196" cy="300"/>
              </a:xfrm>
              <a:prstGeom prst="line">
                <a:avLst/>
              </a:prstGeom>
              <a:noFill/>
              <a:ln w="317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13" name="Line 25">
                <a:extLst>
                  <a:ext uri="{FF2B5EF4-FFF2-40B4-BE49-F238E27FC236}">
                    <a16:creationId xmlns:a16="http://schemas.microsoft.com/office/drawing/2014/main" id="{D087C8C3-5812-4E74-BCF7-4E8957C94E2B}"/>
                  </a:ext>
                </a:extLst>
              </p:cNvPr>
              <p:cNvSpPr>
                <a:spLocks noChangeShapeType="1"/>
              </p:cNvSpPr>
              <p:nvPr/>
            </p:nvSpPr>
            <p:spPr bwMode="auto">
              <a:xfrm flipH="1">
                <a:off x="4320" y="804"/>
                <a:ext cx="0" cy="300"/>
              </a:xfrm>
              <a:prstGeom prst="line">
                <a:avLst/>
              </a:prstGeom>
              <a:noFill/>
              <a:ln w="317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626714" name="Object 26">
              <a:extLst>
                <a:ext uri="{FF2B5EF4-FFF2-40B4-BE49-F238E27FC236}">
                  <a16:creationId xmlns:a16="http://schemas.microsoft.com/office/drawing/2014/main" id="{EA0360FD-0A16-4A0E-AB0F-982A8A132F87}"/>
                </a:ext>
              </a:extLst>
            </p:cNvPr>
            <p:cNvGraphicFramePr>
              <a:graphicFrameLocks noChangeAspect="1"/>
            </p:cNvGraphicFramePr>
            <p:nvPr/>
          </p:nvGraphicFramePr>
          <p:xfrm>
            <a:off x="5268" y="1120"/>
            <a:ext cx="127" cy="208"/>
          </p:xfrm>
          <a:graphic>
            <a:graphicData uri="http://schemas.openxmlformats.org/presentationml/2006/ole">
              <mc:AlternateContent xmlns:mc="http://schemas.openxmlformats.org/markup-compatibility/2006">
                <mc:Choice xmlns:v="urn:schemas-microsoft-com:vml" Requires="v">
                  <p:oleObj spid="_x0000_s626770" name="Equation" r:id="rId6" imgW="101520" imgH="164880" progId="Equation.DSMT4">
                    <p:embed/>
                  </p:oleObj>
                </mc:Choice>
                <mc:Fallback>
                  <p:oleObj name="Equation" r:id="rId6" imgW="101520" imgH="164880" progId="Equation.DSMT4">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68" y="1120"/>
                          <a:ext cx="12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6715" name="Text Box 27">
              <a:extLst>
                <a:ext uri="{FF2B5EF4-FFF2-40B4-BE49-F238E27FC236}">
                  <a16:creationId xmlns:a16="http://schemas.microsoft.com/office/drawing/2014/main" id="{0CF22110-634A-4A7C-8B98-4DED9943CC78}"/>
                </a:ext>
              </a:extLst>
            </p:cNvPr>
            <p:cNvSpPr txBox="1">
              <a:spLocks noChangeArrowheads="1"/>
            </p:cNvSpPr>
            <p:nvPr/>
          </p:nvSpPr>
          <p:spPr bwMode="auto">
            <a:xfrm>
              <a:off x="4304" y="1460"/>
              <a:ext cx="7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latin typeface="Times New Roman" panose="02020603050405020304" pitchFamily="18" charset="0"/>
                </a:rPr>
                <a:t>锯齿波</a:t>
              </a:r>
              <a:endParaRPr kumimoji="1" lang="zh-CN" altLang="en-US" sz="2400">
                <a:latin typeface="Times New Roman" panose="02020603050405020304" pitchFamily="18" charset="0"/>
              </a:endParaRPr>
            </a:p>
          </p:txBody>
        </p:sp>
        <p:sp>
          <p:nvSpPr>
            <p:cNvPr id="626716" name="Rectangle 28">
              <a:extLst>
                <a:ext uri="{FF2B5EF4-FFF2-40B4-BE49-F238E27FC236}">
                  <a16:creationId xmlns:a16="http://schemas.microsoft.com/office/drawing/2014/main" id="{4AEBE73A-DB54-475C-A38F-21E982D8C152}"/>
                </a:ext>
              </a:extLst>
            </p:cNvPr>
            <p:cNvSpPr>
              <a:spLocks noChangeArrowheads="1"/>
            </p:cNvSpPr>
            <p:nvPr/>
          </p:nvSpPr>
          <p:spPr bwMode="auto">
            <a:xfrm>
              <a:off x="4184" y="408"/>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f</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626717" name="Text Box 29">
              <a:extLst>
                <a:ext uri="{FF2B5EF4-FFF2-40B4-BE49-F238E27FC236}">
                  <a16:creationId xmlns:a16="http://schemas.microsoft.com/office/drawing/2014/main" id="{F3525B47-8DEF-4B72-AFAB-4FA8D982D550}"/>
                </a:ext>
              </a:extLst>
            </p:cNvPr>
            <p:cNvSpPr txBox="1">
              <a:spLocks noChangeArrowheads="1"/>
            </p:cNvSpPr>
            <p:nvPr/>
          </p:nvSpPr>
          <p:spPr bwMode="auto">
            <a:xfrm>
              <a:off x="3910" y="10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rPr>
                <a:t>0</a:t>
              </a:r>
            </a:p>
          </p:txBody>
        </p:sp>
        <p:grpSp>
          <p:nvGrpSpPr>
            <p:cNvPr id="626718" name="Group 30">
              <a:extLst>
                <a:ext uri="{FF2B5EF4-FFF2-40B4-BE49-F238E27FC236}">
                  <a16:creationId xmlns:a16="http://schemas.microsoft.com/office/drawing/2014/main" id="{1415C19E-0BA1-4838-980C-1C751A2964F4}"/>
                </a:ext>
              </a:extLst>
            </p:cNvPr>
            <p:cNvGrpSpPr>
              <a:grpSpLocks/>
            </p:cNvGrpSpPr>
            <p:nvPr/>
          </p:nvGrpSpPr>
          <p:grpSpPr bwMode="auto">
            <a:xfrm>
              <a:off x="4324" y="804"/>
              <a:ext cx="196" cy="300"/>
              <a:chOff x="4128" y="804"/>
              <a:chExt cx="196" cy="300"/>
            </a:xfrm>
          </p:grpSpPr>
          <p:sp>
            <p:nvSpPr>
              <p:cNvPr id="626719" name="Line 31">
                <a:extLst>
                  <a:ext uri="{FF2B5EF4-FFF2-40B4-BE49-F238E27FC236}">
                    <a16:creationId xmlns:a16="http://schemas.microsoft.com/office/drawing/2014/main" id="{C377F0DF-F58F-4C98-8179-FB7106ACAE1C}"/>
                  </a:ext>
                </a:extLst>
              </p:cNvPr>
              <p:cNvSpPr>
                <a:spLocks noChangeShapeType="1"/>
              </p:cNvSpPr>
              <p:nvPr/>
            </p:nvSpPr>
            <p:spPr bwMode="auto">
              <a:xfrm flipV="1">
                <a:off x="4128" y="804"/>
                <a:ext cx="196" cy="300"/>
              </a:xfrm>
              <a:prstGeom prst="line">
                <a:avLst/>
              </a:prstGeom>
              <a:noFill/>
              <a:ln w="317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20" name="Line 32">
                <a:extLst>
                  <a:ext uri="{FF2B5EF4-FFF2-40B4-BE49-F238E27FC236}">
                    <a16:creationId xmlns:a16="http://schemas.microsoft.com/office/drawing/2014/main" id="{D2D78525-5C18-4B02-8EED-F99D3613A2ED}"/>
                  </a:ext>
                </a:extLst>
              </p:cNvPr>
              <p:cNvSpPr>
                <a:spLocks noChangeShapeType="1"/>
              </p:cNvSpPr>
              <p:nvPr/>
            </p:nvSpPr>
            <p:spPr bwMode="auto">
              <a:xfrm flipH="1">
                <a:off x="4320" y="804"/>
                <a:ext cx="0" cy="300"/>
              </a:xfrm>
              <a:prstGeom prst="line">
                <a:avLst/>
              </a:prstGeom>
              <a:noFill/>
              <a:ln w="317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6721" name="Group 33">
              <a:extLst>
                <a:ext uri="{FF2B5EF4-FFF2-40B4-BE49-F238E27FC236}">
                  <a16:creationId xmlns:a16="http://schemas.microsoft.com/office/drawing/2014/main" id="{F25A4BCF-B1F0-4A48-BAF5-B6A269812433}"/>
                </a:ext>
              </a:extLst>
            </p:cNvPr>
            <p:cNvGrpSpPr>
              <a:grpSpLocks/>
            </p:cNvGrpSpPr>
            <p:nvPr/>
          </p:nvGrpSpPr>
          <p:grpSpPr bwMode="auto">
            <a:xfrm>
              <a:off x="4524" y="800"/>
              <a:ext cx="196" cy="300"/>
              <a:chOff x="4128" y="804"/>
              <a:chExt cx="196" cy="300"/>
            </a:xfrm>
          </p:grpSpPr>
          <p:sp>
            <p:nvSpPr>
              <p:cNvPr id="626722" name="Line 34">
                <a:extLst>
                  <a:ext uri="{FF2B5EF4-FFF2-40B4-BE49-F238E27FC236}">
                    <a16:creationId xmlns:a16="http://schemas.microsoft.com/office/drawing/2014/main" id="{F48178B1-84B8-49A3-8A46-EBD0D562723D}"/>
                  </a:ext>
                </a:extLst>
              </p:cNvPr>
              <p:cNvSpPr>
                <a:spLocks noChangeShapeType="1"/>
              </p:cNvSpPr>
              <p:nvPr/>
            </p:nvSpPr>
            <p:spPr bwMode="auto">
              <a:xfrm flipV="1">
                <a:off x="4128" y="804"/>
                <a:ext cx="196" cy="300"/>
              </a:xfrm>
              <a:prstGeom prst="line">
                <a:avLst/>
              </a:prstGeom>
              <a:noFill/>
              <a:ln w="317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23" name="Line 35">
                <a:extLst>
                  <a:ext uri="{FF2B5EF4-FFF2-40B4-BE49-F238E27FC236}">
                    <a16:creationId xmlns:a16="http://schemas.microsoft.com/office/drawing/2014/main" id="{5F59D2CB-1005-4CE7-8DB2-D39557CC04D0}"/>
                  </a:ext>
                </a:extLst>
              </p:cNvPr>
              <p:cNvSpPr>
                <a:spLocks noChangeShapeType="1"/>
              </p:cNvSpPr>
              <p:nvPr/>
            </p:nvSpPr>
            <p:spPr bwMode="auto">
              <a:xfrm flipH="1">
                <a:off x="4320" y="804"/>
                <a:ext cx="0" cy="300"/>
              </a:xfrm>
              <a:prstGeom prst="line">
                <a:avLst/>
              </a:prstGeom>
              <a:noFill/>
              <a:ln w="317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6724" name="Text Box 36">
              <a:extLst>
                <a:ext uri="{FF2B5EF4-FFF2-40B4-BE49-F238E27FC236}">
                  <a16:creationId xmlns:a16="http://schemas.microsoft.com/office/drawing/2014/main" id="{3DF1D212-4EF5-4ECC-9996-F8A8E5979776}"/>
                </a:ext>
              </a:extLst>
            </p:cNvPr>
            <p:cNvSpPr txBox="1">
              <a:spLocks noChangeArrowheads="1"/>
            </p:cNvSpPr>
            <p:nvPr/>
          </p:nvSpPr>
          <p:spPr bwMode="auto">
            <a:xfrm>
              <a:off x="4758" y="750"/>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800">
                  <a:solidFill>
                    <a:schemeClr val="accent2"/>
                  </a:solidFill>
                  <a:latin typeface="Times New Roman" panose="02020603050405020304" pitchFamily="18" charset="0"/>
                  <a:sym typeface="Symbol" panose="05050102010706020507" pitchFamily="18" charset="2"/>
                </a:rPr>
                <a:t></a:t>
              </a:r>
              <a:endParaRPr kumimoji="1" lang="en-US" altLang="zh-CN" sz="2800">
                <a:solidFill>
                  <a:schemeClr val="accent2"/>
                </a:solidFill>
                <a:latin typeface="Times New Roman" panose="02020603050405020304" pitchFamily="18" charset="0"/>
              </a:endParaRPr>
            </a:p>
          </p:txBody>
        </p:sp>
      </p:grpSp>
      <p:grpSp>
        <p:nvGrpSpPr>
          <p:cNvPr id="626725" name="Group 37">
            <a:extLst>
              <a:ext uri="{FF2B5EF4-FFF2-40B4-BE49-F238E27FC236}">
                <a16:creationId xmlns:a16="http://schemas.microsoft.com/office/drawing/2014/main" id="{2923D562-F481-464B-BEC3-A7645A0C112A}"/>
              </a:ext>
            </a:extLst>
          </p:cNvPr>
          <p:cNvGrpSpPr>
            <a:grpSpLocks/>
          </p:cNvGrpSpPr>
          <p:nvPr/>
        </p:nvGrpSpPr>
        <p:grpSpPr bwMode="auto">
          <a:xfrm>
            <a:off x="3419475" y="869950"/>
            <a:ext cx="2232025" cy="1924050"/>
            <a:chOff x="2154" y="548"/>
            <a:chExt cx="1406" cy="1212"/>
          </a:xfrm>
        </p:grpSpPr>
        <p:sp>
          <p:nvSpPr>
            <p:cNvPr id="626726" name="Line 38">
              <a:extLst>
                <a:ext uri="{FF2B5EF4-FFF2-40B4-BE49-F238E27FC236}">
                  <a16:creationId xmlns:a16="http://schemas.microsoft.com/office/drawing/2014/main" id="{49E5A366-B0A4-484E-80B6-3574CD92B859}"/>
                </a:ext>
              </a:extLst>
            </p:cNvPr>
            <p:cNvSpPr>
              <a:spLocks noChangeShapeType="1"/>
            </p:cNvSpPr>
            <p:nvPr/>
          </p:nvSpPr>
          <p:spPr bwMode="auto">
            <a:xfrm>
              <a:off x="2336" y="912"/>
              <a:ext cx="192" cy="1"/>
            </a:xfrm>
            <a:prstGeom prst="line">
              <a:avLst/>
            </a:prstGeom>
            <a:noFill/>
            <a:ln w="317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27" name="Line 39">
              <a:extLst>
                <a:ext uri="{FF2B5EF4-FFF2-40B4-BE49-F238E27FC236}">
                  <a16:creationId xmlns:a16="http://schemas.microsoft.com/office/drawing/2014/main" id="{196D3941-966A-4E06-9067-E8F417BD730D}"/>
                </a:ext>
              </a:extLst>
            </p:cNvPr>
            <p:cNvSpPr>
              <a:spLocks noChangeShapeType="1"/>
            </p:cNvSpPr>
            <p:nvPr/>
          </p:nvSpPr>
          <p:spPr bwMode="auto">
            <a:xfrm>
              <a:off x="2528" y="912"/>
              <a:ext cx="1" cy="336"/>
            </a:xfrm>
            <a:prstGeom prst="line">
              <a:avLst/>
            </a:prstGeom>
            <a:noFill/>
            <a:ln w="317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28" name="Line 40">
              <a:extLst>
                <a:ext uri="{FF2B5EF4-FFF2-40B4-BE49-F238E27FC236}">
                  <a16:creationId xmlns:a16="http://schemas.microsoft.com/office/drawing/2014/main" id="{29B38233-7F92-4251-9E4B-ECF4A1CBA613}"/>
                </a:ext>
              </a:extLst>
            </p:cNvPr>
            <p:cNvSpPr>
              <a:spLocks noChangeShapeType="1"/>
            </p:cNvSpPr>
            <p:nvPr/>
          </p:nvSpPr>
          <p:spPr bwMode="auto">
            <a:xfrm>
              <a:off x="2528" y="1248"/>
              <a:ext cx="192" cy="1"/>
            </a:xfrm>
            <a:prstGeom prst="line">
              <a:avLst/>
            </a:prstGeom>
            <a:noFill/>
            <a:ln w="317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29" name="Line 41">
              <a:extLst>
                <a:ext uri="{FF2B5EF4-FFF2-40B4-BE49-F238E27FC236}">
                  <a16:creationId xmlns:a16="http://schemas.microsoft.com/office/drawing/2014/main" id="{A627E191-5D6E-48E8-932B-E583A4FE071B}"/>
                </a:ext>
              </a:extLst>
            </p:cNvPr>
            <p:cNvSpPr>
              <a:spLocks noChangeShapeType="1"/>
            </p:cNvSpPr>
            <p:nvPr/>
          </p:nvSpPr>
          <p:spPr bwMode="auto">
            <a:xfrm flipV="1">
              <a:off x="2720" y="912"/>
              <a:ext cx="1" cy="336"/>
            </a:xfrm>
            <a:prstGeom prst="line">
              <a:avLst/>
            </a:prstGeom>
            <a:noFill/>
            <a:ln w="317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30" name="Line 42">
              <a:extLst>
                <a:ext uri="{FF2B5EF4-FFF2-40B4-BE49-F238E27FC236}">
                  <a16:creationId xmlns:a16="http://schemas.microsoft.com/office/drawing/2014/main" id="{81B6E014-6764-431B-B397-8EE1614DCF09}"/>
                </a:ext>
              </a:extLst>
            </p:cNvPr>
            <p:cNvSpPr>
              <a:spLocks noChangeShapeType="1"/>
            </p:cNvSpPr>
            <p:nvPr/>
          </p:nvSpPr>
          <p:spPr bwMode="auto">
            <a:xfrm>
              <a:off x="2720" y="912"/>
              <a:ext cx="192" cy="1"/>
            </a:xfrm>
            <a:prstGeom prst="line">
              <a:avLst/>
            </a:prstGeom>
            <a:noFill/>
            <a:ln w="317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31" name="Line 43">
              <a:extLst>
                <a:ext uri="{FF2B5EF4-FFF2-40B4-BE49-F238E27FC236}">
                  <a16:creationId xmlns:a16="http://schemas.microsoft.com/office/drawing/2014/main" id="{85B5C33F-F335-46B9-906A-EA0BA73097F1}"/>
                </a:ext>
              </a:extLst>
            </p:cNvPr>
            <p:cNvSpPr>
              <a:spLocks noChangeShapeType="1"/>
            </p:cNvSpPr>
            <p:nvPr/>
          </p:nvSpPr>
          <p:spPr bwMode="auto">
            <a:xfrm>
              <a:off x="2912" y="912"/>
              <a:ext cx="1" cy="336"/>
            </a:xfrm>
            <a:prstGeom prst="line">
              <a:avLst/>
            </a:prstGeom>
            <a:noFill/>
            <a:ln w="317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32" name="Line 44">
              <a:extLst>
                <a:ext uri="{FF2B5EF4-FFF2-40B4-BE49-F238E27FC236}">
                  <a16:creationId xmlns:a16="http://schemas.microsoft.com/office/drawing/2014/main" id="{34A74BBD-50C3-4EB8-A615-E0A9ACE0211E}"/>
                </a:ext>
              </a:extLst>
            </p:cNvPr>
            <p:cNvSpPr>
              <a:spLocks noChangeShapeType="1"/>
            </p:cNvSpPr>
            <p:nvPr/>
          </p:nvSpPr>
          <p:spPr bwMode="auto">
            <a:xfrm flipV="1">
              <a:off x="3104" y="1028"/>
              <a:ext cx="2" cy="220"/>
            </a:xfrm>
            <a:prstGeom prst="line">
              <a:avLst/>
            </a:prstGeom>
            <a:noFill/>
            <a:ln w="317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26733" name="Group 45">
              <a:extLst>
                <a:ext uri="{FF2B5EF4-FFF2-40B4-BE49-F238E27FC236}">
                  <a16:creationId xmlns:a16="http://schemas.microsoft.com/office/drawing/2014/main" id="{AF89C12C-CF8C-4104-AB21-C40568029BB5}"/>
                </a:ext>
              </a:extLst>
            </p:cNvPr>
            <p:cNvGrpSpPr>
              <a:grpSpLocks/>
            </p:cNvGrpSpPr>
            <p:nvPr/>
          </p:nvGrpSpPr>
          <p:grpSpPr bwMode="auto">
            <a:xfrm>
              <a:off x="2241" y="720"/>
              <a:ext cx="1319" cy="720"/>
              <a:chOff x="2208" y="2976"/>
              <a:chExt cx="1319" cy="720"/>
            </a:xfrm>
          </p:grpSpPr>
          <p:sp>
            <p:nvSpPr>
              <p:cNvPr id="626734" name="Line 46">
                <a:extLst>
                  <a:ext uri="{FF2B5EF4-FFF2-40B4-BE49-F238E27FC236}">
                    <a16:creationId xmlns:a16="http://schemas.microsoft.com/office/drawing/2014/main" id="{D51A20F6-E5D6-4AFC-B545-4246AF5B2BE0}"/>
                  </a:ext>
                </a:extLst>
              </p:cNvPr>
              <p:cNvSpPr>
                <a:spLocks noChangeShapeType="1"/>
              </p:cNvSpPr>
              <p:nvPr/>
            </p:nvSpPr>
            <p:spPr bwMode="auto">
              <a:xfrm>
                <a:off x="2208" y="3360"/>
                <a:ext cx="124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35" name="Line 47">
                <a:extLst>
                  <a:ext uri="{FF2B5EF4-FFF2-40B4-BE49-F238E27FC236}">
                    <a16:creationId xmlns:a16="http://schemas.microsoft.com/office/drawing/2014/main" id="{89AC318E-E0A5-4FA4-945E-13EE470CAE5D}"/>
                  </a:ext>
                </a:extLst>
              </p:cNvPr>
              <p:cNvSpPr>
                <a:spLocks noChangeShapeType="1"/>
              </p:cNvSpPr>
              <p:nvPr/>
            </p:nvSpPr>
            <p:spPr bwMode="auto">
              <a:xfrm flipV="1">
                <a:off x="2304" y="2976"/>
                <a:ext cx="0"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26736" name="Object 48">
                <a:extLst>
                  <a:ext uri="{FF2B5EF4-FFF2-40B4-BE49-F238E27FC236}">
                    <a16:creationId xmlns:a16="http://schemas.microsoft.com/office/drawing/2014/main" id="{69C4DFF7-6783-4B34-99E1-CE676CBD46A1}"/>
                  </a:ext>
                </a:extLst>
              </p:cNvPr>
              <p:cNvGraphicFramePr>
                <a:graphicFrameLocks noChangeAspect="1"/>
              </p:cNvGraphicFramePr>
              <p:nvPr/>
            </p:nvGraphicFramePr>
            <p:xfrm>
              <a:off x="3401" y="3400"/>
              <a:ext cx="126" cy="208"/>
            </p:xfrm>
            <a:graphic>
              <a:graphicData uri="http://schemas.openxmlformats.org/presentationml/2006/ole">
                <mc:AlternateContent xmlns:mc="http://schemas.openxmlformats.org/markup-compatibility/2006">
                  <mc:Choice xmlns:v="urn:schemas-microsoft-com:vml" Requires="v">
                    <p:oleObj spid="_x0000_s626771" name="Equation" r:id="rId8" imgW="101520" imgH="164880" progId="Equation.DSMT4">
                      <p:embed/>
                    </p:oleObj>
                  </mc:Choice>
                  <mc:Fallback>
                    <p:oleObj name="Equation" r:id="rId8" imgW="101520" imgH="164880" progId="Equation.DSMT4">
                      <p:embed/>
                      <p:pic>
                        <p:nvPicPr>
                          <p:cNvPr id="0" name="Object 4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01" y="3400"/>
                            <a:ext cx="126"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26737" name="Text Box 49">
              <a:extLst>
                <a:ext uri="{FF2B5EF4-FFF2-40B4-BE49-F238E27FC236}">
                  <a16:creationId xmlns:a16="http://schemas.microsoft.com/office/drawing/2014/main" id="{55FDDB0F-9EB6-41B5-8748-B3CD06B0A06B}"/>
                </a:ext>
              </a:extLst>
            </p:cNvPr>
            <p:cNvSpPr txBox="1">
              <a:spLocks noChangeArrowheads="1"/>
            </p:cNvSpPr>
            <p:nvPr/>
          </p:nvSpPr>
          <p:spPr bwMode="auto">
            <a:xfrm>
              <a:off x="2600" y="1472"/>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latin typeface="Times New Roman" panose="02020603050405020304" pitchFamily="18" charset="0"/>
                </a:rPr>
                <a:t>方波</a:t>
              </a:r>
              <a:endParaRPr kumimoji="1" lang="zh-CN" altLang="en-US" sz="2400">
                <a:latin typeface="Times New Roman" panose="02020603050405020304" pitchFamily="18" charset="0"/>
              </a:endParaRPr>
            </a:p>
          </p:txBody>
        </p:sp>
        <p:sp>
          <p:nvSpPr>
            <p:cNvPr id="626738" name="Line 50">
              <a:extLst>
                <a:ext uri="{FF2B5EF4-FFF2-40B4-BE49-F238E27FC236}">
                  <a16:creationId xmlns:a16="http://schemas.microsoft.com/office/drawing/2014/main" id="{17664F01-4B54-45CF-973B-B3B69621CDE2}"/>
                </a:ext>
              </a:extLst>
            </p:cNvPr>
            <p:cNvSpPr>
              <a:spLocks noChangeShapeType="1"/>
            </p:cNvSpPr>
            <p:nvPr/>
          </p:nvSpPr>
          <p:spPr bwMode="auto">
            <a:xfrm>
              <a:off x="2916" y="1244"/>
              <a:ext cx="192" cy="1"/>
            </a:xfrm>
            <a:prstGeom prst="line">
              <a:avLst/>
            </a:prstGeom>
            <a:noFill/>
            <a:ln w="317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39" name="Text Box 51">
              <a:extLst>
                <a:ext uri="{FF2B5EF4-FFF2-40B4-BE49-F238E27FC236}">
                  <a16:creationId xmlns:a16="http://schemas.microsoft.com/office/drawing/2014/main" id="{38210610-548F-4F39-AC0D-CA0314B5AEEA}"/>
                </a:ext>
              </a:extLst>
            </p:cNvPr>
            <p:cNvSpPr txBox="1">
              <a:spLocks noChangeArrowheads="1"/>
            </p:cNvSpPr>
            <p:nvPr/>
          </p:nvSpPr>
          <p:spPr bwMode="auto">
            <a:xfrm>
              <a:off x="2154" y="107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rPr>
                <a:t>0</a:t>
              </a:r>
            </a:p>
          </p:txBody>
        </p:sp>
        <p:sp>
          <p:nvSpPr>
            <p:cNvPr id="626740" name="Rectangle 52">
              <a:extLst>
                <a:ext uri="{FF2B5EF4-FFF2-40B4-BE49-F238E27FC236}">
                  <a16:creationId xmlns:a16="http://schemas.microsoft.com/office/drawing/2014/main" id="{309FDB51-8A44-44F6-9943-3F2B0E9BEB8F}"/>
                </a:ext>
              </a:extLst>
            </p:cNvPr>
            <p:cNvSpPr>
              <a:spLocks noChangeArrowheads="1"/>
            </p:cNvSpPr>
            <p:nvPr/>
          </p:nvSpPr>
          <p:spPr bwMode="auto">
            <a:xfrm>
              <a:off x="2380" y="548"/>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f</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626741" name="Text Box 53">
              <a:extLst>
                <a:ext uri="{FF2B5EF4-FFF2-40B4-BE49-F238E27FC236}">
                  <a16:creationId xmlns:a16="http://schemas.microsoft.com/office/drawing/2014/main" id="{AFA2FAA7-45D6-4C45-92EF-A87210F150F3}"/>
                </a:ext>
              </a:extLst>
            </p:cNvPr>
            <p:cNvSpPr txBox="1">
              <a:spLocks noChangeArrowheads="1"/>
            </p:cNvSpPr>
            <p:nvPr/>
          </p:nvSpPr>
          <p:spPr bwMode="auto">
            <a:xfrm>
              <a:off x="3090" y="770"/>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800">
                  <a:solidFill>
                    <a:schemeClr val="accent2"/>
                  </a:solidFill>
                  <a:latin typeface="Times New Roman" panose="02020603050405020304" pitchFamily="18" charset="0"/>
                  <a:sym typeface="Symbol" panose="05050102010706020507" pitchFamily="18" charset="2"/>
                </a:rPr>
                <a:t></a:t>
              </a:r>
              <a:endParaRPr kumimoji="1" lang="en-US" altLang="zh-CN" sz="2800">
                <a:solidFill>
                  <a:schemeClr val="accent2"/>
                </a:solidFill>
                <a:latin typeface="Times New Roman" panose="02020603050405020304" pitchFamily="18" charset="0"/>
              </a:endParaRPr>
            </a:p>
          </p:txBody>
        </p:sp>
      </p:grpSp>
      <p:sp>
        <p:nvSpPr>
          <p:cNvPr id="626742" name="Text Box 54">
            <a:extLst>
              <a:ext uri="{FF2B5EF4-FFF2-40B4-BE49-F238E27FC236}">
                <a16:creationId xmlns:a16="http://schemas.microsoft.com/office/drawing/2014/main" id="{115BCA05-4937-443A-99D3-B9E9628FF85A}"/>
              </a:ext>
            </a:extLst>
          </p:cNvPr>
          <p:cNvSpPr txBox="1">
            <a:spLocks noChangeArrowheads="1"/>
          </p:cNvSpPr>
          <p:nvPr/>
        </p:nvSpPr>
        <p:spPr bwMode="auto">
          <a:xfrm>
            <a:off x="250825" y="3141663"/>
            <a:ext cx="7010400" cy="457200"/>
          </a:xfrm>
          <a:prstGeom prst="rect">
            <a:avLst/>
          </a:prstGeom>
          <a:noFill/>
          <a:ln>
            <a:noFill/>
          </a:ln>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en-US" altLang="zh-CN" sz="2400" b="1">
                <a:solidFill>
                  <a:srgbClr val="0000FF"/>
                </a:solidFill>
                <a:latin typeface="Times New Roman" panose="02020603050405020304" pitchFamily="18" charset="0"/>
              </a:rPr>
              <a:t>2.  </a:t>
            </a:r>
            <a:r>
              <a:rPr kumimoji="1" lang="zh-CN" altLang="en-US" sz="2400" b="1">
                <a:solidFill>
                  <a:srgbClr val="0000FF"/>
                </a:solidFill>
                <a:latin typeface="Times New Roman" panose="02020603050405020304" pitchFamily="18" charset="0"/>
              </a:rPr>
              <a:t>周期函数的谐波分析 </a:t>
            </a:r>
            <a:r>
              <a:rPr kumimoji="1" lang="en-US" altLang="zh-CN" sz="2400" b="1">
                <a:solidFill>
                  <a:srgbClr val="0000FF"/>
                </a:solidFill>
                <a:latin typeface="Times New Roman" panose="02020603050405020304" pitchFamily="18" charset="0"/>
                <a:cs typeface="Times New Roman" panose="02020603050405020304" pitchFamily="18" charset="0"/>
              </a:rPr>
              <a:t>——</a:t>
            </a:r>
            <a:r>
              <a:rPr kumimoji="1" lang="zh-CN" altLang="en-US" sz="2400" b="1">
                <a:solidFill>
                  <a:srgbClr val="0000FF"/>
                </a:solidFill>
                <a:latin typeface="Times New Roman" panose="02020603050405020304" pitchFamily="18" charset="0"/>
              </a:rPr>
              <a:t>傅里叶级数</a:t>
            </a:r>
          </a:p>
        </p:txBody>
      </p:sp>
      <p:sp>
        <p:nvSpPr>
          <p:cNvPr id="626743" name="Text Box 55">
            <a:extLst>
              <a:ext uri="{FF2B5EF4-FFF2-40B4-BE49-F238E27FC236}">
                <a16:creationId xmlns:a16="http://schemas.microsoft.com/office/drawing/2014/main" id="{17376EEA-BB94-48B6-B9AF-F1AD285FE343}"/>
              </a:ext>
            </a:extLst>
          </p:cNvPr>
          <p:cNvSpPr txBox="1">
            <a:spLocks noChangeArrowheads="1"/>
          </p:cNvSpPr>
          <p:nvPr/>
        </p:nvSpPr>
        <p:spPr bwMode="auto">
          <a:xfrm>
            <a:off x="827088" y="5084763"/>
            <a:ext cx="72009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式中</a:t>
            </a:r>
            <a:r>
              <a:rPr kumimoji="1" lang="en-US" altLang="zh-CN" sz="2400" b="1" i="1">
                <a:latin typeface="Times New Roman" panose="02020603050405020304" pitchFamily="18" charset="0"/>
              </a:rPr>
              <a:t>T</a:t>
            </a:r>
            <a:r>
              <a:rPr kumimoji="1" lang="zh-CN" altLang="en-US" sz="2400" b="1">
                <a:latin typeface="Times New Roman" panose="02020603050405020304" pitchFamily="18" charset="0"/>
              </a:rPr>
              <a:t>为周期，</a:t>
            </a:r>
            <a:r>
              <a:rPr kumimoji="1" lang="en-US" altLang="zh-CN" sz="2400" b="1" i="1">
                <a:latin typeface="Times New Roman" panose="02020603050405020304" pitchFamily="18" charset="0"/>
              </a:rPr>
              <a:t>k </a:t>
            </a:r>
            <a:r>
              <a:rPr kumimoji="1" lang="en-US" altLang="zh-CN" sz="2400" b="1">
                <a:latin typeface="Times New Roman" panose="02020603050405020304" pitchFamily="18" charset="0"/>
              </a:rPr>
              <a:t>= 0, 1, 2, 3</a:t>
            </a:r>
            <a:r>
              <a:rPr kumimoji="1" lang="zh-CN" altLang="en-US" sz="2400" b="1">
                <a:latin typeface="Times New Roman" panose="02020603050405020304" pitchFamily="18" charset="0"/>
              </a:rPr>
              <a:t>，</a:t>
            </a:r>
            <a:r>
              <a:rPr kumimoji="1" lang="en-US" altLang="zh-CN" sz="2400" b="1">
                <a:latin typeface="宋体" panose="02010600030101010101" pitchFamily="2" charset="-122"/>
                <a:sym typeface="MT Extra" panose="05050102010205020202" pitchFamily="18" charset="2"/>
              </a:rPr>
              <a:t>…</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k</a:t>
            </a:r>
            <a:r>
              <a:rPr kumimoji="1" lang="zh-CN" altLang="en-US" sz="2400" b="1">
                <a:latin typeface="Times New Roman" panose="02020603050405020304" pitchFamily="18" charset="0"/>
              </a:rPr>
              <a:t>为正整数）</a:t>
            </a:r>
          </a:p>
        </p:txBody>
      </p:sp>
      <p:graphicFrame>
        <p:nvGraphicFramePr>
          <p:cNvPr id="626744" name="Object 56">
            <a:extLst>
              <a:ext uri="{FF2B5EF4-FFF2-40B4-BE49-F238E27FC236}">
                <a16:creationId xmlns:a16="http://schemas.microsoft.com/office/drawing/2014/main" id="{D790C2F9-5C60-41AF-9BAA-5F059A8926B5}"/>
              </a:ext>
            </a:extLst>
          </p:cNvPr>
          <p:cNvGraphicFramePr>
            <a:graphicFrameLocks noChangeAspect="1"/>
          </p:cNvGraphicFramePr>
          <p:nvPr/>
        </p:nvGraphicFramePr>
        <p:xfrm>
          <a:off x="1528763" y="4449763"/>
          <a:ext cx="1943100" cy="436562"/>
        </p:xfrm>
        <a:graphic>
          <a:graphicData uri="http://schemas.openxmlformats.org/presentationml/2006/ole">
            <mc:AlternateContent xmlns:mc="http://schemas.openxmlformats.org/markup-compatibility/2006">
              <mc:Choice xmlns:v="urn:schemas-microsoft-com:vml" Requires="v">
                <p:oleObj spid="_x0000_s626772" name="Equation" r:id="rId10" imgW="1079280" imgH="203040" progId="Equation.3">
                  <p:embed/>
                </p:oleObj>
              </mc:Choice>
              <mc:Fallback>
                <p:oleObj name="Equation" r:id="rId10" imgW="1079280" imgH="203040" progId="Equation.3">
                  <p:embed/>
                  <p:pic>
                    <p:nvPicPr>
                      <p:cNvPr id="0" name="Object 5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8763" y="4449763"/>
                        <a:ext cx="1943100" cy="436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6745" name="Object 57">
            <a:extLst>
              <a:ext uri="{FF2B5EF4-FFF2-40B4-BE49-F238E27FC236}">
                <a16:creationId xmlns:a16="http://schemas.microsoft.com/office/drawing/2014/main" id="{C5069AC2-C3DD-4E96-9B25-4E9362C187BB}"/>
              </a:ext>
            </a:extLst>
          </p:cNvPr>
          <p:cNvGraphicFramePr>
            <a:graphicFrameLocks noChangeAspect="1"/>
          </p:cNvGraphicFramePr>
          <p:nvPr/>
        </p:nvGraphicFramePr>
        <p:xfrm>
          <a:off x="7213600" y="4781550"/>
          <a:ext cx="1033463" cy="984250"/>
        </p:xfrm>
        <a:graphic>
          <a:graphicData uri="http://schemas.openxmlformats.org/presentationml/2006/ole">
            <mc:AlternateContent xmlns:mc="http://schemas.openxmlformats.org/markup-compatibility/2006">
              <mc:Choice xmlns:v="urn:schemas-microsoft-com:vml" Requires="v">
                <p:oleObj spid="_x0000_s626773" name="Equation" r:id="rId12" imgW="507960" imgH="406080" progId="Equation.DSMT4">
                  <p:embed/>
                </p:oleObj>
              </mc:Choice>
              <mc:Fallback>
                <p:oleObj name="Equation" r:id="rId12" imgW="507960" imgH="406080" progId="Equation.DSMT4">
                  <p:embed/>
                  <p:pic>
                    <p:nvPicPr>
                      <p:cNvPr id="0" name="Object 5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13600" y="4781550"/>
                        <a:ext cx="1033463"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6746" name="Text Box 58">
            <a:extLst>
              <a:ext uri="{FF2B5EF4-FFF2-40B4-BE49-F238E27FC236}">
                <a16:creationId xmlns:a16="http://schemas.microsoft.com/office/drawing/2014/main" id="{6C697C2F-28A9-483A-B8C9-0138DE6CCE7F}"/>
              </a:ext>
            </a:extLst>
          </p:cNvPr>
          <p:cNvSpPr txBox="1">
            <a:spLocks noChangeArrowheads="1"/>
          </p:cNvSpPr>
          <p:nvPr/>
        </p:nvSpPr>
        <p:spPr bwMode="auto">
          <a:xfrm>
            <a:off x="647700" y="3752850"/>
            <a:ext cx="8193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zh-CN" altLang="en-US" sz="2400" b="1">
                <a:latin typeface="Times New Roman" panose="02020603050405020304" pitchFamily="18" charset="0"/>
              </a:rPr>
              <a:t>任何满足狄里赫利条件的周期函数</a:t>
            </a:r>
            <a:r>
              <a:rPr kumimoji="1" lang="en-US" altLang="zh-CN" sz="2400" b="1" i="1">
                <a:latin typeface="Times New Roman" panose="02020603050405020304" pitchFamily="18" charset="0"/>
              </a:rPr>
              <a:t>f</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可展开成傅里叶级数。</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26691"/>
                                        </p:tgtEl>
                                        <p:attrNameLst>
                                          <p:attrName>style.visibility</p:attrName>
                                        </p:attrNameLst>
                                      </p:cBhvr>
                                      <p:to>
                                        <p:strVal val="visible"/>
                                      </p:to>
                                    </p:set>
                                    <p:animEffect transition="in" filter="checkerboard(across)">
                                      <p:cBhvr>
                                        <p:cTn id="7" dur="500"/>
                                        <p:tgtEl>
                                          <p:spTgt spid="6266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26725"/>
                                        </p:tgtEl>
                                        <p:attrNameLst>
                                          <p:attrName>style.visibility</p:attrName>
                                        </p:attrNameLst>
                                      </p:cBhvr>
                                      <p:to>
                                        <p:strVal val="visible"/>
                                      </p:to>
                                    </p:set>
                                    <p:animEffect transition="in" filter="wipe(left)">
                                      <p:cBhvr>
                                        <p:cTn id="12" dur="500"/>
                                        <p:tgtEl>
                                          <p:spTgt spid="6267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26708"/>
                                        </p:tgtEl>
                                        <p:attrNameLst>
                                          <p:attrName>style.visibility</p:attrName>
                                        </p:attrNameLst>
                                      </p:cBhvr>
                                      <p:to>
                                        <p:strVal val="visible"/>
                                      </p:to>
                                    </p:set>
                                    <p:animEffect transition="in" filter="wipe(left)">
                                      <p:cBhvr>
                                        <p:cTn id="17" dur="500"/>
                                        <p:tgtEl>
                                          <p:spTgt spid="6267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6742"/>
                                        </p:tgtEl>
                                        <p:attrNameLst>
                                          <p:attrName>style.visibility</p:attrName>
                                        </p:attrNameLst>
                                      </p:cBhvr>
                                      <p:to>
                                        <p:strVal val="visible"/>
                                      </p:to>
                                    </p:set>
                                    <p:animEffect transition="in" filter="wipe(left)">
                                      <p:cBhvr>
                                        <p:cTn id="22" dur="500"/>
                                        <p:tgtEl>
                                          <p:spTgt spid="6267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626746"/>
                                        </p:tgtEl>
                                        <p:attrNameLst>
                                          <p:attrName>style.visibility</p:attrName>
                                        </p:attrNameLst>
                                      </p:cBhvr>
                                      <p:to>
                                        <p:strVal val="visible"/>
                                      </p:to>
                                    </p:set>
                                    <p:animEffect transition="in" filter="slide(fromLeft)">
                                      <p:cBhvr>
                                        <p:cTn id="27" dur="500"/>
                                        <p:tgtEl>
                                          <p:spTgt spid="6267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626744"/>
                                        </p:tgtEl>
                                        <p:attrNameLst>
                                          <p:attrName>style.visibility</p:attrName>
                                        </p:attrNameLst>
                                      </p:cBhvr>
                                      <p:to>
                                        <p:strVal val="visible"/>
                                      </p:to>
                                    </p:set>
                                    <p:animEffect transition="in" filter="checkerboard(across)">
                                      <p:cBhvr>
                                        <p:cTn id="32" dur="500"/>
                                        <p:tgtEl>
                                          <p:spTgt spid="626744"/>
                                        </p:tgtEl>
                                      </p:cBhvr>
                                    </p:animEffect>
                                  </p:childTnLst>
                                </p:cTn>
                              </p:par>
                            </p:childTnLst>
                          </p:cTn>
                        </p:par>
                        <p:par>
                          <p:cTn id="33" fill="hold" nodeType="afterGroup">
                            <p:stCondLst>
                              <p:cond delay="500"/>
                            </p:stCondLst>
                            <p:childTnLst>
                              <p:par>
                                <p:cTn id="34" presetID="3" presetClass="entr" presetSubtype="5" fill="hold" grpId="0" nodeType="afterEffect">
                                  <p:stCondLst>
                                    <p:cond delay="500"/>
                                  </p:stCondLst>
                                  <p:childTnLst>
                                    <p:set>
                                      <p:cBhvr>
                                        <p:cTn id="35" dur="1" fill="hold">
                                          <p:stCondLst>
                                            <p:cond delay="0"/>
                                          </p:stCondLst>
                                        </p:cTn>
                                        <p:tgtEl>
                                          <p:spTgt spid="626743"/>
                                        </p:tgtEl>
                                        <p:attrNameLst>
                                          <p:attrName>style.visibility</p:attrName>
                                        </p:attrNameLst>
                                      </p:cBhvr>
                                      <p:to>
                                        <p:strVal val="visible"/>
                                      </p:to>
                                    </p:set>
                                    <p:animEffect transition="in" filter="blinds(vertical)">
                                      <p:cBhvr>
                                        <p:cTn id="36" dur="500"/>
                                        <p:tgtEl>
                                          <p:spTgt spid="62674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nodeType="clickEffect">
                                  <p:stCondLst>
                                    <p:cond delay="0"/>
                                  </p:stCondLst>
                                  <p:childTnLst>
                                    <p:set>
                                      <p:cBhvr>
                                        <p:cTn id="40" dur="1" fill="hold">
                                          <p:stCondLst>
                                            <p:cond delay="0"/>
                                          </p:stCondLst>
                                        </p:cTn>
                                        <p:tgtEl>
                                          <p:spTgt spid="626745"/>
                                        </p:tgtEl>
                                        <p:attrNameLst>
                                          <p:attrName>style.visibility</p:attrName>
                                        </p:attrNameLst>
                                      </p:cBhvr>
                                      <p:to>
                                        <p:strVal val="visible"/>
                                      </p:to>
                                    </p:set>
                                    <p:animEffect transition="in" filter="checkerboard(across)">
                                      <p:cBhvr>
                                        <p:cTn id="41" dur="500"/>
                                        <p:tgtEl>
                                          <p:spTgt spid="626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742" grpId="0"/>
      <p:bldP spid="626743" grpId="0" autoUpdateAnimBg="0"/>
      <p:bldP spid="62674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7714" name="Object 2">
            <a:extLst>
              <a:ext uri="{FF2B5EF4-FFF2-40B4-BE49-F238E27FC236}">
                <a16:creationId xmlns:a16="http://schemas.microsoft.com/office/drawing/2014/main" id="{F839EEAA-0EB5-4F5F-957B-9594BE2C8E09}"/>
              </a:ext>
            </a:extLst>
          </p:cNvPr>
          <p:cNvGraphicFramePr>
            <a:graphicFrameLocks noChangeAspect="1"/>
          </p:cNvGraphicFramePr>
          <p:nvPr/>
        </p:nvGraphicFramePr>
        <p:xfrm>
          <a:off x="1116013" y="3644900"/>
          <a:ext cx="6586537" cy="2241550"/>
        </p:xfrm>
        <a:graphic>
          <a:graphicData uri="http://schemas.openxmlformats.org/presentationml/2006/ole">
            <mc:AlternateContent xmlns:mc="http://schemas.openxmlformats.org/markup-compatibility/2006">
              <mc:Choice xmlns:v="urn:schemas-microsoft-com:vml" Requires="v">
                <p:oleObj spid="_x0000_s627733" name="Equation" r:id="rId4" imgW="2755800" imgH="914400" progId="Equation.DSMT4">
                  <p:embed/>
                </p:oleObj>
              </mc:Choice>
              <mc:Fallback>
                <p:oleObj name="Equation" r:id="rId4" imgW="2755800" imgH="9144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3644900"/>
                        <a:ext cx="6586537" cy="22415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7715" name="Object 3">
            <a:extLst>
              <a:ext uri="{FF2B5EF4-FFF2-40B4-BE49-F238E27FC236}">
                <a16:creationId xmlns:a16="http://schemas.microsoft.com/office/drawing/2014/main" id="{2581E9A2-EA15-4E23-9C98-0B057957CB0A}"/>
              </a:ext>
            </a:extLst>
          </p:cNvPr>
          <p:cNvGraphicFramePr>
            <a:graphicFrameLocks noChangeAspect="1"/>
          </p:cNvGraphicFramePr>
          <p:nvPr/>
        </p:nvGraphicFramePr>
        <p:xfrm>
          <a:off x="574675" y="1042988"/>
          <a:ext cx="7970838" cy="1522412"/>
        </p:xfrm>
        <a:graphic>
          <a:graphicData uri="http://schemas.openxmlformats.org/presentationml/2006/ole">
            <mc:AlternateContent xmlns:mc="http://schemas.openxmlformats.org/markup-compatibility/2006">
              <mc:Choice xmlns:v="urn:schemas-microsoft-com:vml" Requires="v">
                <p:oleObj spid="_x0000_s627734" name="Equation" r:id="rId6" imgW="4012920" imgH="672840" progId="Equation.3">
                  <p:embed/>
                </p:oleObj>
              </mc:Choice>
              <mc:Fallback>
                <p:oleObj name="Equation" r:id="rId6" imgW="4012920" imgH="67284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4675" y="1042988"/>
                        <a:ext cx="7970838" cy="152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7716" name="Text Box 4">
            <a:extLst>
              <a:ext uri="{FF2B5EF4-FFF2-40B4-BE49-F238E27FC236}">
                <a16:creationId xmlns:a16="http://schemas.microsoft.com/office/drawing/2014/main" id="{D99B2CCA-EDD1-4C44-9BEE-506F98E9885A}"/>
              </a:ext>
            </a:extLst>
          </p:cNvPr>
          <p:cNvSpPr txBox="1">
            <a:spLocks noChangeArrowheads="1"/>
          </p:cNvSpPr>
          <p:nvPr/>
        </p:nvSpPr>
        <p:spPr bwMode="auto">
          <a:xfrm>
            <a:off x="395288" y="296863"/>
            <a:ext cx="4622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周期函数傅里叶级数展开式为</a:t>
            </a:r>
          </a:p>
        </p:txBody>
      </p:sp>
      <p:sp>
        <p:nvSpPr>
          <p:cNvPr id="627719" name="Text Box 7">
            <a:extLst>
              <a:ext uri="{FF2B5EF4-FFF2-40B4-BE49-F238E27FC236}">
                <a16:creationId xmlns:a16="http://schemas.microsoft.com/office/drawing/2014/main" id="{BDF46A4D-2A82-431E-B7F1-EECD837F3FA5}"/>
              </a:ext>
            </a:extLst>
          </p:cNvPr>
          <p:cNvSpPr txBox="1">
            <a:spLocks noChangeArrowheads="1"/>
          </p:cNvSpPr>
          <p:nvPr/>
        </p:nvSpPr>
        <p:spPr bwMode="auto">
          <a:xfrm>
            <a:off x="576263" y="2889250"/>
            <a:ext cx="74517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6600FF"/>
                </a:solidFill>
                <a:latin typeface="Times New Roman" panose="02020603050405020304" pitchFamily="18" charset="0"/>
              </a:rPr>
              <a:t>将同频率余弦项与正弦项合并， </a:t>
            </a:r>
            <a:r>
              <a:rPr kumimoji="1" lang="en-US" altLang="zh-CN" sz="2400" b="1" i="1">
                <a:solidFill>
                  <a:srgbClr val="6600FF"/>
                </a:solidFill>
                <a:latin typeface="Times New Roman" panose="02020603050405020304" pitchFamily="18" charset="0"/>
              </a:rPr>
              <a:t>f</a:t>
            </a:r>
            <a:r>
              <a:rPr kumimoji="1" lang="en-US" altLang="zh-CN" sz="2400" b="1">
                <a:solidFill>
                  <a:srgbClr val="6600FF"/>
                </a:solidFill>
                <a:latin typeface="Times New Roman" panose="02020603050405020304" pitchFamily="18" charset="0"/>
              </a:rPr>
              <a:t>(</a:t>
            </a:r>
            <a:r>
              <a:rPr kumimoji="1" lang="en-US" altLang="zh-CN" sz="2400" b="1" i="1">
                <a:solidFill>
                  <a:srgbClr val="6600FF"/>
                </a:solidFill>
                <a:latin typeface="Times New Roman" panose="02020603050405020304" pitchFamily="18" charset="0"/>
              </a:rPr>
              <a:t>t</a:t>
            </a:r>
            <a:r>
              <a:rPr kumimoji="1" lang="en-US" altLang="zh-CN" sz="2400" b="1">
                <a:solidFill>
                  <a:srgbClr val="6600FF"/>
                </a:solidFill>
                <a:latin typeface="Times New Roman" panose="02020603050405020304" pitchFamily="18" charset="0"/>
              </a:rPr>
              <a:t>)</a:t>
            </a:r>
            <a:r>
              <a:rPr kumimoji="1" lang="zh-CN" altLang="en-US" sz="2400" b="1">
                <a:solidFill>
                  <a:srgbClr val="6600FF"/>
                </a:solidFill>
                <a:latin typeface="Times New Roman" panose="02020603050405020304" pitchFamily="18" charset="0"/>
              </a:rPr>
              <a:t>还可表示成下式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27715"/>
                                        </p:tgtEl>
                                        <p:attrNameLst>
                                          <p:attrName>style.visibility</p:attrName>
                                        </p:attrNameLst>
                                      </p:cBhvr>
                                      <p:to>
                                        <p:strVal val="visible"/>
                                      </p:to>
                                    </p:set>
                                    <p:animEffect transition="in" filter="wipe(up)">
                                      <p:cBhvr>
                                        <p:cTn id="7" dur="500"/>
                                        <p:tgtEl>
                                          <p:spTgt spid="6277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627719"/>
                                        </p:tgtEl>
                                        <p:attrNameLst>
                                          <p:attrName>style.visibility</p:attrName>
                                        </p:attrNameLst>
                                      </p:cBhvr>
                                      <p:to>
                                        <p:strVal val="visible"/>
                                      </p:to>
                                    </p:set>
                                    <p:animEffect transition="in" filter="slide(fromTop)">
                                      <p:cBhvr>
                                        <p:cTn id="12" dur="500"/>
                                        <p:tgtEl>
                                          <p:spTgt spid="6277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27714"/>
                                        </p:tgtEl>
                                        <p:attrNameLst>
                                          <p:attrName>style.visibility</p:attrName>
                                        </p:attrNameLst>
                                      </p:cBhvr>
                                      <p:to>
                                        <p:strVal val="visible"/>
                                      </p:to>
                                    </p:set>
                                    <p:animEffect transition="in" filter="dissolve">
                                      <p:cBhvr>
                                        <p:cTn id="17" dur="500"/>
                                        <p:tgtEl>
                                          <p:spTgt spid="627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7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8738" name="Object 2">
            <a:extLst>
              <a:ext uri="{FF2B5EF4-FFF2-40B4-BE49-F238E27FC236}">
                <a16:creationId xmlns:a16="http://schemas.microsoft.com/office/drawing/2014/main" id="{CD33D2E7-1F41-46C8-A3D2-7D8FFF5D7B12}"/>
              </a:ext>
            </a:extLst>
          </p:cNvPr>
          <p:cNvGraphicFramePr>
            <a:graphicFrameLocks noChangeAspect="1"/>
          </p:cNvGraphicFramePr>
          <p:nvPr/>
        </p:nvGraphicFramePr>
        <p:xfrm>
          <a:off x="4103688" y="1160463"/>
          <a:ext cx="1968500" cy="1090612"/>
        </p:xfrm>
        <a:graphic>
          <a:graphicData uri="http://schemas.openxmlformats.org/presentationml/2006/ole">
            <mc:AlternateContent xmlns:mc="http://schemas.openxmlformats.org/markup-compatibility/2006">
              <mc:Choice xmlns:v="urn:schemas-microsoft-com:vml" Requires="v">
                <p:oleObj spid="_x0000_s628802" name="Equation" r:id="rId4" imgW="876240" imgH="457200" progId="Equation.3">
                  <p:embed/>
                </p:oleObj>
              </mc:Choice>
              <mc:Fallback>
                <p:oleObj name="Equation" r:id="rId4" imgW="876240" imgH="4572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3688" y="1160463"/>
                        <a:ext cx="1968500" cy="109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8739" name="Text Box 3">
            <a:extLst>
              <a:ext uri="{FF2B5EF4-FFF2-40B4-BE49-F238E27FC236}">
                <a16:creationId xmlns:a16="http://schemas.microsoft.com/office/drawing/2014/main" id="{6B1F33C7-7179-4619-A113-1440F68BB0A3}"/>
              </a:ext>
            </a:extLst>
          </p:cNvPr>
          <p:cNvSpPr txBox="1">
            <a:spLocks noChangeArrowheads="1"/>
          </p:cNvSpPr>
          <p:nvPr/>
        </p:nvSpPr>
        <p:spPr bwMode="auto">
          <a:xfrm>
            <a:off x="3373438" y="1465263"/>
            <a:ext cx="838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或</a:t>
            </a:r>
            <a:endParaRPr kumimoji="1" lang="zh-CN" altLang="en-US" sz="2400">
              <a:latin typeface="Times New Roman" panose="02020603050405020304" pitchFamily="18" charset="0"/>
            </a:endParaRPr>
          </a:p>
        </p:txBody>
      </p:sp>
      <p:sp>
        <p:nvSpPr>
          <p:cNvPr id="628740" name="Text Box 4">
            <a:extLst>
              <a:ext uri="{FF2B5EF4-FFF2-40B4-BE49-F238E27FC236}">
                <a16:creationId xmlns:a16="http://schemas.microsoft.com/office/drawing/2014/main" id="{3E108B70-00BE-4D25-9DB0-995FD252F4CB}"/>
              </a:ext>
            </a:extLst>
          </p:cNvPr>
          <p:cNvSpPr txBox="1">
            <a:spLocks noChangeArrowheads="1"/>
          </p:cNvSpPr>
          <p:nvPr/>
        </p:nvSpPr>
        <p:spPr bwMode="auto">
          <a:xfrm>
            <a:off x="5270500" y="3860800"/>
            <a:ext cx="3619500" cy="457200"/>
          </a:xfrm>
          <a:prstGeom prst="rect">
            <a:avLst/>
          </a:prstGeom>
          <a:noFill/>
          <a:ln>
            <a:noFill/>
          </a:ln>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即</a:t>
            </a:r>
            <a:r>
              <a:rPr kumimoji="1" lang="en-US" altLang="zh-CN" sz="2400" b="1" i="1">
                <a:latin typeface="Times New Roman" panose="02020603050405020304" pitchFamily="18" charset="0"/>
              </a:rPr>
              <a:t>f</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在一周期内平均值</a:t>
            </a:r>
            <a:endParaRPr kumimoji="1" lang="zh-CN" altLang="en-US" sz="2400">
              <a:latin typeface="Times New Roman" panose="02020603050405020304" pitchFamily="18" charset="0"/>
            </a:endParaRPr>
          </a:p>
        </p:txBody>
      </p:sp>
      <p:sp>
        <p:nvSpPr>
          <p:cNvPr id="628741" name="Text Box 5">
            <a:extLst>
              <a:ext uri="{FF2B5EF4-FFF2-40B4-BE49-F238E27FC236}">
                <a16:creationId xmlns:a16="http://schemas.microsoft.com/office/drawing/2014/main" id="{67694559-3A83-4542-9F95-BEDD33EE49FB}"/>
              </a:ext>
            </a:extLst>
          </p:cNvPr>
          <p:cNvSpPr txBox="1">
            <a:spLocks noChangeArrowheads="1"/>
          </p:cNvSpPr>
          <p:nvPr/>
        </p:nvSpPr>
        <p:spPr bwMode="auto">
          <a:xfrm>
            <a:off x="266700" y="3111500"/>
            <a:ext cx="59055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求傅里叶系数</a:t>
            </a:r>
            <a:r>
              <a:rPr kumimoji="1" lang="en-US" altLang="zh-CN" sz="2400" b="1">
                <a:solidFill>
                  <a:srgbClr val="FF3300"/>
                </a:solidFill>
                <a:latin typeface="Times New Roman" panose="02020603050405020304" pitchFamily="18" charset="0"/>
              </a:rPr>
              <a:t>(Fourier coefficient)</a:t>
            </a:r>
            <a:r>
              <a:rPr kumimoji="1" lang="zh-CN" altLang="en-US" sz="2400" b="1">
                <a:solidFill>
                  <a:srgbClr val="FF3300"/>
                </a:solidFill>
                <a:latin typeface="Times New Roman" panose="02020603050405020304" pitchFamily="18" charset="0"/>
              </a:rPr>
              <a:t>的公式：</a:t>
            </a:r>
          </a:p>
        </p:txBody>
      </p:sp>
      <p:graphicFrame>
        <p:nvGraphicFramePr>
          <p:cNvPr id="628742" name="Object 6">
            <a:extLst>
              <a:ext uri="{FF2B5EF4-FFF2-40B4-BE49-F238E27FC236}">
                <a16:creationId xmlns:a16="http://schemas.microsoft.com/office/drawing/2014/main" id="{A41FBEFB-A379-4EE7-94E8-0236256EF3E1}"/>
              </a:ext>
            </a:extLst>
          </p:cNvPr>
          <p:cNvGraphicFramePr>
            <a:graphicFrameLocks noChangeAspect="1"/>
          </p:cNvGraphicFramePr>
          <p:nvPr/>
        </p:nvGraphicFramePr>
        <p:xfrm>
          <a:off x="795338" y="1273175"/>
          <a:ext cx="1985962" cy="1693863"/>
        </p:xfrm>
        <a:graphic>
          <a:graphicData uri="http://schemas.openxmlformats.org/presentationml/2006/ole">
            <mc:AlternateContent xmlns:mc="http://schemas.openxmlformats.org/markup-compatibility/2006">
              <mc:Choice xmlns:v="urn:schemas-microsoft-com:vml" Requires="v">
                <p:oleObj spid="_x0000_s628803" name="Equation" r:id="rId6" imgW="888840" imgH="736560" progId="Equation.3">
                  <p:embed/>
                </p:oleObj>
              </mc:Choice>
              <mc:Fallback>
                <p:oleObj name="Equation" r:id="rId6" imgW="888840" imgH="73656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5338" y="1273175"/>
                        <a:ext cx="1985962" cy="1693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8743" name="Text Box 7">
            <a:extLst>
              <a:ext uri="{FF2B5EF4-FFF2-40B4-BE49-F238E27FC236}">
                <a16:creationId xmlns:a16="http://schemas.microsoft.com/office/drawing/2014/main" id="{B236D477-3534-457C-98E5-87B5DCD0E396}"/>
              </a:ext>
            </a:extLst>
          </p:cNvPr>
          <p:cNvSpPr txBox="1">
            <a:spLocks noChangeArrowheads="1"/>
          </p:cNvSpPr>
          <p:nvPr/>
        </p:nvSpPr>
        <p:spPr bwMode="auto">
          <a:xfrm>
            <a:off x="422275" y="225425"/>
            <a:ext cx="4167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zh-CN" altLang="en-US" sz="2400" b="1">
                <a:latin typeface="Times New Roman" panose="02020603050405020304" pitchFamily="18" charset="0"/>
              </a:rPr>
              <a:t>两种表示式中系数间的关系：</a:t>
            </a:r>
          </a:p>
        </p:txBody>
      </p:sp>
      <p:graphicFrame>
        <p:nvGraphicFramePr>
          <p:cNvPr id="628753" name="Object 17">
            <a:extLst>
              <a:ext uri="{FF2B5EF4-FFF2-40B4-BE49-F238E27FC236}">
                <a16:creationId xmlns:a16="http://schemas.microsoft.com/office/drawing/2014/main" id="{D1988AE1-89E0-4951-8411-A93FDAF0BDE9}"/>
              </a:ext>
            </a:extLst>
          </p:cNvPr>
          <p:cNvGraphicFramePr>
            <a:graphicFrameLocks noChangeAspect="1"/>
          </p:cNvGraphicFramePr>
          <p:nvPr/>
        </p:nvGraphicFramePr>
        <p:xfrm>
          <a:off x="773113" y="3602038"/>
          <a:ext cx="4129087" cy="898525"/>
        </p:xfrm>
        <a:graphic>
          <a:graphicData uri="http://schemas.openxmlformats.org/presentationml/2006/ole">
            <mc:AlternateContent xmlns:mc="http://schemas.openxmlformats.org/markup-compatibility/2006">
              <mc:Choice xmlns:v="urn:schemas-microsoft-com:vml" Requires="v">
                <p:oleObj spid="_x0000_s628804" name="Equation" r:id="rId8" imgW="1981080" imgH="469800" progId="Equation.3">
                  <p:embed/>
                </p:oleObj>
              </mc:Choice>
              <mc:Fallback>
                <p:oleObj name="Equation" r:id="rId8" imgW="1981080" imgH="469800" progId="Equation.3">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3113" y="3602038"/>
                        <a:ext cx="4129087" cy="898525"/>
                      </a:xfrm>
                      <a:prstGeom prst="rect">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54" name="Object 18">
            <a:extLst>
              <a:ext uri="{FF2B5EF4-FFF2-40B4-BE49-F238E27FC236}">
                <a16:creationId xmlns:a16="http://schemas.microsoft.com/office/drawing/2014/main" id="{6BFB956C-E86A-43A7-851A-609D749A2390}"/>
              </a:ext>
            </a:extLst>
          </p:cNvPr>
          <p:cNvGraphicFramePr>
            <a:graphicFrameLocks noChangeAspect="1"/>
          </p:cNvGraphicFramePr>
          <p:nvPr/>
        </p:nvGraphicFramePr>
        <p:xfrm>
          <a:off x="763588" y="4532313"/>
          <a:ext cx="6386512" cy="869950"/>
        </p:xfrm>
        <a:graphic>
          <a:graphicData uri="http://schemas.openxmlformats.org/presentationml/2006/ole">
            <mc:AlternateContent xmlns:mc="http://schemas.openxmlformats.org/markup-compatibility/2006">
              <mc:Choice xmlns:v="urn:schemas-microsoft-com:vml" Requires="v">
                <p:oleObj spid="_x0000_s628805" name="Equation" r:id="rId10" imgW="3162240" imgH="406080" progId="Equation.3">
                  <p:embed/>
                </p:oleObj>
              </mc:Choice>
              <mc:Fallback>
                <p:oleObj name="Equation" r:id="rId10" imgW="3162240" imgH="406080" progId="Equation.3">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3588" y="4532313"/>
                        <a:ext cx="6386512" cy="8699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55" name="Object 19">
            <a:extLst>
              <a:ext uri="{FF2B5EF4-FFF2-40B4-BE49-F238E27FC236}">
                <a16:creationId xmlns:a16="http://schemas.microsoft.com/office/drawing/2014/main" id="{B30EBFB3-BC6F-400E-95CA-BAAABC6EE8DD}"/>
              </a:ext>
            </a:extLst>
          </p:cNvPr>
          <p:cNvGraphicFramePr>
            <a:graphicFrameLocks noChangeAspect="1"/>
          </p:cNvGraphicFramePr>
          <p:nvPr/>
        </p:nvGraphicFramePr>
        <p:xfrm>
          <a:off x="776288" y="5421313"/>
          <a:ext cx="6296025" cy="817562"/>
        </p:xfrm>
        <a:graphic>
          <a:graphicData uri="http://schemas.openxmlformats.org/presentationml/2006/ole">
            <mc:AlternateContent xmlns:mc="http://schemas.openxmlformats.org/markup-compatibility/2006">
              <mc:Choice xmlns:v="urn:schemas-microsoft-com:vml" Requires="v">
                <p:oleObj spid="_x0000_s628806" name="Equation" r:id="rId12" imgW="3124080" imgH="406080" progId="Equation.3">
                  <p:embed/>
                </p:oleObj>
              </mc:Choice>
              <mc:Fallback>
                <p:oleObj name="Equation" r:id="rId12" imgW="3124080" imgH="406080" progId="Equation.3">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6288" y="5421313"/>
                        <a:ext cx="6296025" cy="817562"/>
                      </a:xfrm>
                      <a:prstGeom prst="rect">
                        <a:avLst/>
                      </a:prstGeom>
                      <a:noFill/>
                      <a:ln>
                        <a:noFill/>
                      </a:ln>
                      <a:effectLst/>
                      <a:extLst>
                        <a:ext uri="{909E8E84-426E-40DD-AFC4-6F175D3DCCD1}">
                          <a14:hiddenFill xmlns:a14="http://schemas.microsoft.com/office/drawing/2010/main">
                            <a:solidFill>
                              <a:srgbClr val="CCFF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56" name="Object 20">
            <a:extLst>
              <a:ext uri="{FF2B5EF4-FFF2-40B4-BE49-F238E27FC236}">
                <a16:creationId xmlns:a16="http://schemas.microsoft.com/office/drawing/2014/main" id="{8B6CB0DA-3D0F-44E4-AD16-0391C2C55B3C}"/>
              </a:ext>
            </a:extLst>
          </p:cNvPr>
          <p:cNvGraphicFramePr>
            <a:graphicFrameLocks noChangeAspect="1"/>
          </p:cNvGraphicFramePr>
          <p:nvPr/>
        </p:nvGraphicFramePr>
        <p:xfrm>
          <a:off x="771525" y="690563"/>
          <a:ext cx="1066800" cy="534987"/>
        </p:xfrm>
        <a:graphic>
          <a:graphicData uri="http://schemas.openxmlformats.org/presentationml/2006/ole">
            <mc:AlternateContent xmlns:mc="http://schemas.openxmlformats.org/markup-compatibility/2006">
              <mc:Choice xmlns:v="urn:schemas-microsoft-com:vml" Requires="v">
                <p:oleObj spid="_x0000_s628807" name="Equation" r:id="rId14" imgW="457200" imgH="228600" progId="Equation.3">
                  <p:embed/>
                </p:oleObj>
              </mc:Choice>
              <mc:Fallback>
                <p:oleObj name="Equation" r:id="rId14" imgW="457200" imgH="228600" progId="Equation.3">
                  <p:embed/>
                  <p:pic>
                    <p:nvPicPr>
                      <p:cNvPr id="0"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1525" y="690563"/>
                        <a:ext cx="1066800"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28759" name="Group 23">
            <a:extLst>
              <a:ext uri="{FF2B5EF4-FFF2-40B4-BE49-F238E27FC236}">
                <a16:creationId xmlns:a16="http://schemas.microsoft.com/office/drawing/2014/main" id="{97608D72-85A0-44CC-AB22-2F3D5623A828}"/>
              </a:ext>
            </a:extLst>
          </p:cNvPr>
          <p:cNvGrpSpPr>
            <a:grpSpLocks/>
          </p:cNvGrpSpPr>
          <p:nvPr/>
        </p:nvGrpSpPr>
        <p:grpSpPr bwMode="auto">
          <a:xfrm>
            <a:off x="6869113" y="952500"/>
            <a:ext cx="1895475" cy="1493838"/>
            <a:chOff x="4327" y="600"/>
            <a:chExt cx="1194" cy="941"/>
          </a:xfrm>
        </p:grpSpPr>
        <p:sp>
          <p:nvSpPr>
            <p:cNvPr id="628745" name="Line 9">
              <a:extLst>
                <a:ext uri="{FF2B5EF4-FFF2-40B4-BE49-F238E27FC236}">
                  <a16:creationId xmlns:a16="http://schemas.microsoft.com/office/drawing/2014/main" id="{B7FB5D41-67F9-4204-9B57-A5C1FB608066}"/>
                </a:ext>
              </a:extLst>
            </p:cNvPr>
            <p:cNvSpPr>
              <a:spLocks noChangeShapeType="1"/>
            </p:cNvSpPr>
            <p:nvPr/>
          </p:nvSpPr>
          <p:spPr bwMode="auto">
            <a:xfrm>
              <a:off x="5287" y="600"/>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8746" name="Line 10">
              <a:extLst>
                <a:ext uri="{FF2B5EF4-FFF2-40B4-BE49-F238E27FC236}">
                  <a16:creationId xmlns:a16="http://schemas.microsoft.com/office/drawing/2014/main" id="{577279F8-BE59-44EB-94D4-79248DA994CB}"/>
                </a:ext>
              </a:extLst>
            </p:cNvPr>
            <p:cNvSpPr>
              <a:spLocks noChangeShapeType="1"/>
            </p:cNvSpPr>
            <p:nvPr/>
          </p:nvSpPr>
          <p:spPr bwMode="auto">
            <a:xfrm flipH="1">
              <a:off x="4327" y="1262"/>
              <a:ext cx="9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28747" name="Object 11">
              <a:extLst>
                <a:ext uri="{FF2B5EF4-FFF2-40B4-BE49-F238E27FC236}">
                  <a16:creationId xmlns:a16="http://schemas.microsoft.com/office/drawing/2014/main" id="{248C8523-FEED-40F7-A5B1-FDFF360AFA0C}"/>
                </a:ext>
              </a:extLst>
            </p:cNvPr>
            <p:cNvGraphicFramePr>
              <a:graphicFrameLocks noChangeAspect="1"/>
            </p:cNvGraphicFramePr>
            <p:nvPr/>
          </p:nvGraphicFramePr>
          <p:xfrm>
            <a:off x="5299" y="783"/>
            <a:ext cx="222" cy="288"/>
          </p:xfrm>
          <a:graphic>
            <a:graphicData uri="http://schemas.openxmlformats.org/presentationml/2006/ole">
              <mc:AlternateContent xmlns:mc="http://schemas.openxmlformats.org/markup-compatibility/2006">
                <mc:Choice xmlns:v="urn:schemas-microsoft-com:vml" Requires="v">
                  <p:oleObj spid="_x0000_s628808" name="Equation" r:id="rId16" imgW="177480" imgH="228600" progId="Equation.3">
                    <p:embed/>
                  </p:oleObj>
                </mc:Choice>
                <mc:Fallback>
                  <p:oleObj name="Equation" r:id="rId16" imgW="177480" imgH="228600" progId="Equation.3">
                    <p:embed/>
                    <p:pic>
                      <p:nvPicPr>
                        <p:cNvPr id="0"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99" y="783"/>
                          <a:ext cx="22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48" name="Object 12">
              <a:extLst>
                <a:ext uri="{FF2B5EF4-FFF2-40B4-BE49-F238E27FC236}">
                  <a16:creationId xmlns:a16="http://schemas.microsoft.com/office/drawing/2014/main" id="{63072959-3B57-4AB5-A902-8920FB4EFF2C}"/>
                </a:ext>
              </a:extLst>
            </p:cNvPr>
            <p:cNvGraphicFramePr>
              <a:graphicFrameLocks noChangeAspect="1"/>
            </p:cNvGraphicFramePr>
            <p:nvPr/>
          </p:nvGraphicFramePr>
          <p:xfrm>
            <a:off x="4762" y="1253"/>
            <a:ext cx="222" cy="288"/>
          </p:xfrm>
          <a:graphic>
            <a:graphicData uri="http://schemas.openxmlformats.org/presentationml/2006/ole">
              <mc:AlternateContent xmlns:mc="http://schemas.openxmlformats.org/markup-compatibility/2006">
                <mc:Choice xmlns:v="urn:schemas-microsoft-com:vml" Requires="v">
                  <p:oleObj spid="_x0000_s628809" name="Equation" r:id="rId18" imgW="177480" imgH="228600" progId="Equation.3">
                    <p:embed/>
                  </p:oleObj>
                </mc:Choice>
                <mc:Fallback>
                  <p:oleObj name="Equation" r:id="rId18" imgW="177480" imgH="228600" progId="Equation.3">
                    <p:embed/>
                    <p:pic>
                      <p:nvPicPr>
                        <p:cNvPr id="0" name="Object 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62" y="1253"/>
                          <a:ext cx="22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49" name="Object 13">
              <a:extLst>
                <a:ext uri="{FF2B5EF4-FFF2-40B4-BE49-F238E27FC236}">
                  <a16:creationId xmlns:a16="http://schemas.microsoft.com/office/drawing/2014/main" id="{3A8851BC-3BED-454C-B1DD-A02796DE7772}"/>
                </a:ext>
              </a:extLst>
            </p:cNvPr>
            <p:cNvGraphicFramePr>
              <a:graphicFrameLocks noChangeAspect="1"/>
            </p:cNvGraphicFramePr>
            <p:nvPr/>
          </p:nvGraphicFramePr>
          <p:xfrm>
            <a:off x="4670" y="999"/>
            <a:ext cx="210" cy="273"/>
          </p:xfrm>
          <a:graphic>
            <a:graphicData uri="http://schemas.openxmlformats.org/presentationml/2006/ole">
              <mc:AlternateContent xmlns:mc="http://schemas.openxmlformats.org/markup-compatibility/2006">
                <mc:Choice xmlns:v="urn:schemas-microsoft-com:vml" Requires="v">
                  <p:oleObj spid="_x0000_s628810" name="Equation" r:id="rId20" imgW="177480" imgH="228600" progId="Equation.3">
                    <p:embed/>
                  </p:oleObj>
                </mc:Choice>
                <mc:Fallback>
                  <p:oleObj name="Equation" r:id="rId20" imgW="177480" imgH="228600" progId="Equation.3">
                    <p:embed/>
                    <p:pic>
                      <p:nvPicPr>
                        <p:cNvPr id="0" name="Object 1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70" y="999"/>
                          <a:ext cx="210"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50" name="Object 14">
              <a:extLst>
                <a:ext uri="{FF2B5EF4-FFF2-40B4-BE49-F238E27FC236}">
                  <a16:creationId xmlns:a16="http://schemas.microsoft.com/office/drawing/2014/main" id="{138A0F28-29B0-434D-9416-35018374C761}"/>
                </a:ext>
              </a:extLst>
            </p:cNvPr>
            <p:cNvGraphicFramePr>
              <a:graphicFrameLocks noChangeAspect="1"/>
            </p:cNvGraphicFramePr>
            <p:nvPr/>
          </p:nvGraphicFramePr>
          <p:xfrm>
            <a:off x="4604" y="663"/>
            <a:ext cx="198" cy="273"/>
          </p:xfrm>
          <a:graphic>
            <a:graphicData uri="http://schemas.openxmlformats.org/presentationml/2006/ole">
              <mc:AlternateContent xmlns:mc="http://schemas.openxmlformats.org/markup-compatibility/2006">
                <mc:Choice xmlns:v="urn:schemas-microsoft-com:vml" Requires="v">
                  <p:oleObj spid="_x0000_s628811" name="Equation" r:id="rId22" imgW="164880" imgH="228600" progId="Equation.3">
                    <p:embed/>
                  </p:oleObj>
                </mc:Choice>
                <mc:Fallback>
                  <p:oleObj name="Equation" r:id="rId22" imgW="164880" imgH="228600" progId="Equation.3">
                    <p:embed/>
                    <p:pic>
                      <p:nvPicPr>
                        <p:cNvPr id="0" name="Object 1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604" y="663"/>
                          <a:ext cx="198"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8751" name="Line 15">
              <a:extLst>
                <a:ext uri="{FF2B5EF4-FFF2-40B4-BE49-F238E27FC236}">
                  <a16:creationId xmlns:a16="http://schemas.microsoft.com/office/drawing/2014/main" id="{5980BA03-FA0F-4662-9E97-BEC30F9D163F}"/>
                </a:ext>
              </a:extLst>
            </p:cNvPr>
            <p:cNvSpPr>
              <a:spLocks noChangeShapeType="1"/>
            </p:cNvSpPr>
            <p:nvPr/>
          </p:nvSpPr>
          <p:spPr bwMode="auto">
            <a:xfrm flipV="1">
              <a:off x="4327" y="600"/>
              <a:ext cx="960" cy="6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8752" name="Arc 16">
              <a:extLst>
                <a:ext uri="{FF2B5EF4-FFF2-40B4-BE49-F238E27FC236}">
                  <a16:creationId xmlns:a16="http://schemas.microsoft.com/office/drawing/2014/main" id="{A9D4D7AF-5132-4A23-A77B-00D3AB8199A8}"/>
                </a:ext>
              </a:extLst>
            </p:cNvPr>
            <p:cNvSpPr>
              <a:spLocks/>
            </p:cNvSpPr>
            <p:nvPr/>
          </p:nvSpPr>
          <p:spPr bwMode="auto">
            <a:xfrm>
              <a:off x="4567" y="1119"/>
              <a:ext cx="81" cy="14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28758" name="Freeform 22">
              <a:extLst>
                <a:ext uri="{FF2B5EF4-FFF2-40B4-BE49-F238E27FC236}">
                  <a16:creationId xmlns:a16="http://schemas.microsoft.com/office/drawing/2014/main" id="{8C1F7B68-040B-4BFF-810F-336C4C2CF58D}"/>
                </a:ext>
              </a:extLst>
            </p:cNvPr>
            <p:cNvSpPr>
              <a:spLocks/>
            </p:cNvSpPr>
            <p:nvPr/>
          </p:nvSpPr>
          <p:spPr bwMode="auto">
            <a:xfrm>
              <a:off x="5193" y="1153"/>
              <a:ext cx="91" cy="113"/>
            </a:xfrm>
            <a:custGeom>
              <a:avLst/>
              <a:gdLst>
                <a:gd name="T0" fmla="*/ 91 w 91"/>
                <a:gd name="T1" fmla="*/ 0 h 113"/>
                <a:gd name="T2" fmla="*/ 0 w 91"/>
                <a:gd name="T3" fmla="*/ 0 h 113"/>
                <a:gd name="T4" fmla="*/ 0 w 91"/>
                <a:gd name="T5" fmla="*/ 113 h 113"/>
              </a:gdLst>
              <a:ahLst/>
              <a:cxnLst>
                <a:cxn ang="0">
                  <a:pos x="T0" y="T1"/>
                </a:cxn>
                <a:cxn ang="0">
                  <a:pos x="T2" y="T3"/>
                </a:cxn>
                <a:cxn ang="0">
                  <a:pos x="T4" y="T5"/>
                </a:cxn>
              </a:cxnLst>
              <a:rect l="0" t="0" r="r" b="b"/>
              <a:pathLst>
                <a:path w="91" h="113">
                  <a:moveTo>
                    <a:pt x="91" y="0"/>
                  </a:moveTo>
                  <a:lnTo>
                    <a:pt x="0" y="0"/>
                  </a:lnTo>
                  <a:lnTo>
                    <a:pt x="0" y="113"/>
                  </a:ln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28743"/>
                                        </p:tgtEl>
                                        <p:attrNameLst>
                                          <p:attrName>style.visibility</p:attrName>
                                        </p:attrNameLst>
                                      </p:cBhvr>
                                      <p:to>
                                        <p:strVal val="visible"/>
                                      </p:to>
                                    </p:set>
                                    <p:animEffect transition="in" filter="dissolve">
                                      <p:cBhvr>
                                        <p:cTn id="7" dur="500"/>
                                        <p:tgtEl>
                                          <p:spTgt spid="628743"/>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628756"/>
                                        </p:tgtEl>
                                        <p:attrNameLst>
                                          <p:attrName>style.visibility</p:attrName>
                                        </p:attrNameLst>
                                      </p:cBhvr>
                                      <p:to>
                                        <p:strVal val="visible"/>
                                      </p:to>
                                    </p:set>
                                    <p:animEffect transition="in" filter="dissolve">
                                      <p:cBhvr>
                                        <p:cTn id="11" dur="500"/>
                                        <p:tgtEl>
                                          <p:spTgt spid="62875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628742"/>
                                        </p:tgtEl>
                                        <p:attrNameLst>
                                          <p:attrName>style.visibility</p:attrName>
                                        </p:attrNameLst>
                                      </p:cBhvr>
                                      <p:to>
                                        <p:strVal val="visible"/>
                                      </p:to>
                                    </p:set>
                                    <p:animEffect transition="in" filter="dissolve">
                                      <p:cBhvr>
                                        <p:cTn id="16" dur="500"/>
                                        <p:tgtEl>
                                          <p:spTgt spid="6287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28739"/>
                                        </p:tgtEl>
                                        <p:attrNameLst>
                                          <p:attrName>style.visibility</p:attrName>
                                        </p:attrNameLst>
                                      </p:cBhvr>
                                      <p:to>
                                        <p:strVal val="visible"/>
                                      </p:to>
                                    </p:set>
                                    <p:animEffect transition="in" filter="dissolve">
                                      <p:cBhvr>
                                        <p:cTn id="21" dur="500"/>
                                        <p:tgtEl>
                                          <p:spTgt spid="62873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628759"/>
                                        </p:tgtEl>
                                        <p:attrNameLst>
                                          <p:attrName>style.visibility</p:attrName>
                                        </p:attrNameLst>
                                      </p:cBhvr>
                                      <p:to>
                                        <p:strVal val="visible"/>
                                      </p:to>
                                    </p:set>
                                    <p:animEffect transition="in" filter="wipe(left)">
                                      <p:cBhvr>
                                        <p:cTn id="26" dur="500"/>
                                        <p:tgtEl>
                                          <p:spTgt spid="628759"/>
                                        </p:tgtEl>
                                      </p:cBhvr>
                                    </p:animEffect>
                                  </p:childTnLst>
                                </p:cTn>
                              </p:par>
                            </p:childTnLst>
                          </p:cTn>
                        </p:par>
                        <p:par>
                          <p:cTn id="27" fill="hold" nodeType="afterGroup">
                            <p:stCondLst>
                              <p:cond delay="500"/>
                            </p:stCondLst>
                            <p:childTnLst>
                              <p:par>
                                <p:cTn id="28" presetID="9" presetClass="entr" presetSubtype="0" fill="hold" nodeType="afterEffect">
                                  <p:stCondLst>
                                    <p:cond delay="0"/>
                                  </p:stCondLst>
                                  <p:childTnLst>
                                    <p:set>
                                      <p:cBhvr>
                                        <p:cTn id="29" dur="1" fill="hold">
                                          <p:stCondLst>
                                            <p:cond delay="0"/>
                                          </p:stCondLst>
                                        </p:cTn>
                                        <p:tgtEl>
                                          <p:spTgt spid="628738"/>
                                        </p:tgtEl>
                                        <p:attrNameLst>
                                          <p:attrName>style.visibility</p:attrName>
                                        </p:attrNameLst>
                                      </p:cBhvr>
                                      <p:to>
                                        <p:strVal val="visible"/>
                                      </p:to>
                                    </p:set>
                                    <p:animEffect transition="in" filter="dissolve">
                                      <p:cBhvr>
                                        <p:cTn id="30" dur="500"/>
                                        <p:tgtEl>
                                          <p:spTgt spid="62873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iterate type="wd">
                                    <p:tmPct val="100000"/>
                                  </p:iterate>
                                  <p:childTnLst>
                                    <p:set>
                                      <p:cBhvr>
                                        <p:cTn id="34" dur="1" fill="hold">
                                          <p:stCondLst>
                                            <p:cond delay="0"/>
                                          </p:stCondLst>
                                        </p:cTn>
                                        <p:tgtEl>
                                          <p:spTgt spid="628741"/>
                                        </p:tgtEl>
                                        <p:attrNameLst>
                                          <p:attrName>style.visibility</p:attrName>
                                        </p:attrNameLst>
                                      </p:cBhvr>
                                      <p:to>
                                        <p:strVal val="visible"/>
                                      </p:to>
                                    </p:set>
                                    <p:animEffect transition="in" filter="dissolve">
                                      <p:cBhvr>
                                        <p:cTn id="35" dur="300"/>
                                        <p:tgtEl>
                                          <p:spTgt spid="62874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628753"/>
                                        </p:tgtEl>
                                        <p:attrNameLst>
                                          <p:attrName>style.visibility</p:attrName>
                                        </p:attrNameLst>
                                      </p:cBhvr>
                                      <p:to>
                                        <p:strVal val="visible"/>
                                      </p:to>
                                    </p:set>
                                    <p:animEffect transition="in" filter="dissolve">
                                      <p:cBhvr>
                                        <p:cTn id="40" dur="500"/>
                                        <p:tgtEl>
                                          <p:spTgt spid="628753"/>
                                        </p:tgtEl>
                                      </p:cBhvr>
                                    </p:animEffect>
                                  </p:childTnLst>
                                </p:cTn>
                              </p:par>
                            </p:childTnLst>
                          </p:cTn>
                        </p:par>
                        <p:par>
                          <p:cTn id="41" fill="hold" nodeType="afterGroup">
                            <p:stCondLst>
                              <p:cond delay="500"/>
                            </p:stCondLst>
                            <p:childTnLst>
                              <p:par>
                                <p:cTn id="42" presetID="2" presetClass="entr" presetSubtype="2" fill="hold" grpId="0" nodeType="afterEffect">
                                  <p:stCondLst>
                                    <p:cond delay="100"/>
                                  </p:stCondLst>
                                  <p:childTnLst>
                                    <p:set>
                                      <p:cBhvr>
                                        <p:cTn id="43" dur="1" fill="hold">
                                          <p:stCondLst>
                                            <p:cond delay="0"/>
                                          </p:stCondLst>
                                        </p:cTn>
                                        <p:tgtEl>
                                          <p:spTgt spid="628740"/>
                                        </p:tgtEl>
                                        <p:attrNameLst>
                                          <p:attrName>style.visibility</p:attrName>
                                        </p:attrNameLst>
                                      </p:cBhvr>
                                      <p:to>
                                        <p:strVal val="visible"/>
                                      </p:to>
                                    </p:set>
                                    <p:anim calcmode="lin" valueType="num">
                                      <p:cBhvr additive="base">
                                        <p:cTn id="44" dur="500" fill="hold"/>
                                        <p:tgtEl>
                                          <p:spTgt spid="628740"/>
                                        </p:tgtEl>
                                        <p:attrNameLst>
                                          <p:attrName>ppt_x</p:attrName>
                                        </p:attrNameLst>
                                      </p:cBhvr>
                                      <p:tavLst>
                                        <p:tav tm="0">
                                          <p:val>
                                            <p:strVal val="1+#ppt_w/2"/>
                                          </p:val>
                                        </p:tav>
                                        <p:tav tm="100000">
                                          <p:val>
                                            <p:strVal val="#ppt_x"/>
                                          </p:val>
                                        </p:tav>
                                      </p:tavLst>
                                    </p:anim>
                                    <p:anim calcmode="lin" valueType="num">
                                      <p:cBhvr additive="base">
                                        <p:cTn id="45" dur="500" fill="hold"/>
                                        <p:tgtEl>
                                          <p:spTgt spid="628740"/>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628754"/>
                                        </p:tgtEl>
                                        <p:attrNameLst>
                                          <p:attrName>style.visibility</p:attrName>
                                        </p:attrNameLst>
                                      </p:cBhvr>
                                      <p:to>
                                        <p:strVal val="visible"/>
                                      </p:to>
                                    </p:set>
                                    <p:animEffect transition="in" filter="dissolve">
                                      <p:cBhvr>
                                        <p:cTn id="50" dur="500"/>
                                        <p:tgtEl>
                                          <p:spTgt spid="62875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628755"/>
                                        </p:tgtEl>
                                        <p:attrNameLst>
                                          <p:attrName>style.visibility</p:attrName>
                                        </p:attrNameLst>
                                      </p:cBhvr>
                                      <p:to>
                                        <p:strVal val="visible"/>
                                      </p:to>
                                    </p:set>
                                    <p:animEffect transition="in" filter="dissolve">
                                      <p:cBhvr>
                                        <p:cTn id="55" dur="500"/>
                                        <p:tgtEl>
                                          <p:spTgt spid="628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39" grpId="0" autoUpdateAnimBg="0"/>
      <p:bldP spid="628740" grpId="0" autoUpdateAnimBg="0"/>
      <p:bldP spid="628741" grpId="0" autoUpdateAnimBg="0"/>
      <p:bldP spid="628743"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9762" name="Object 2">
            <a:extLst>
              <a:ext uri="{FF2B5EF4-FFF2-40B4-BE49-F238E27FC236}">
                <a16:creationId xmlns:a16="http://schemas.microsoft.com/office/drawing/2014/main" id="{F204F994-5871-48CF-923F-C38D11CDF380}"/>
              </a:ext>
            </a:extLst>
          </p:cNvPr>
          <p:cNvGraphicFramePr>
            <a:graphicFrameLocks noChangeAspect="1"/>
          </p:cNvGraphicFramePr>
          <p:nvPr/>
        </p:nvGraphicFramePr>
        <p:xfrm>
          <a:off x="852488" y="593725"/>
          <a:ext cx="6735762" cy="2241550"/>
        </p:xfrm>
        <a:graphic>
          <a:graphicData uri="http://schemas.openxmlformats.org/presentationml/2006/ole">
            <mc:AlternateContent xmlns:mc="http://schemas.openxmlformats.org/markup-compatibility/2006">
              <mc:Choice xmlns:v="urn:schemas-microsoft-com:vml" Requires="v">
                <p:oleObj spid="_x0000_s629787" name="Equation" r:id="rId4" imgW="2819160" imgH="914400" progId="Equation.DSMT4">
                  <p:embed/>
                </p:oleObj>
              </mc:Choice>
              <mc:Fallback>
                <p:oleObj name="Equation" r:id="rId4" imgW="2819160" imgH="9144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2488" y="593725"/>
                        <a:ext cx="6735762" cy="22415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29763" name="Group 3">
            <a:extLst>
              <a:ext uri="{FF2B5EF4-FFF2-40B4-BE49-F238E27FC236}">
                <a16:creationId xmlns:a16="http://schemas.microsoft.com/office/drawing/2014/main" id="{AF8C8B40-3A58-4C5D-AB59-57749237118E}"/>
              </a:ext>
            </a:extLst>
          </p:cNvPr>
          <p:cNvGrpSpPr>
            <a:grpSpLocks/>
          </p:cNvGrpSpPr>
          <p:nvPr/>
        </p:nvGrpSpPr>
        <p:grpSpPr bwMode="auto">
          <a:xfrm>
            <a:off x="1555750" y="2463800"/>
            <a:ext cx="1539875" cy="1143000"/>
            <a:chOff x="828" y="1536"/>
            <a:chExt cx="888" cy="720"/>
          </a:xfrm>
        </p:grpSpPr>
        <p:sp>
          <p:nvSpPr>
            <p:cNvPr id="629764" name="Text Box 4">
              <a:extLst>
                <a:ext uri="{FF2B5EF4-FFF2-40B4-BE49-F238E27FC236}">
                  <a16:creationId xmlns:a16="http://schemas.microsoft.com/office/drawing/2014/main" id="{58FFABA9-EFB6-4394-88E5-0FA9E943F7A3}"/>
                </a:ext>
              </a:extLst>
            </p:cNvPr>
            <p:cNvSpPr txBox="1">
              <a:spLocks noChangeArrowheads="1"/>
            </p:cNvSpPr>
            <p:nvPr/>
          </p:nvSpPr>
          <p:spPr bwMode="auto">
            <a:xfrm>
              <a:off x="828" y="1968"/>
              <a:ext cx="888" cy="288"/>
            </a:xfrm>
            <a:prstGeom prst="rect">
              <a:avLst/>
            </a:prstGeom>
            <a:solidFill>
              <a:srgbClr val="00FFFF"/>
            </a:solidFill>
            <a:ln>
              <a:noFill/>
            </a:ln>
            <a:effectLst>
              <a:outerShdw dist="107763" dir="2700000" algn="ctr" rotWithShape="0">
                <a:schemeClr val="bg2"/>
              </a:outerShdw>
            </a:effectLst>
            <a:extLst>
              <a:ext uri="{91240B29-F687-4F45-9708-019B960494DF}">
                <a14:hiddenLine xmlns:a14="http://schemas.microsoft.com/office/drawing/2010/main" w="19050">
                  <a:solidFill>
                    <a:schemeClr val="tx1"/>
                  </a:solidFill>
                  <a:miter lim="800000"/>
                  <a:headEnd/>
                  <a:tailEnd/>
                </a14:hiddenLine>
              </a:ext>
            </a:extLst>
          </p:spPr>
          <p:txBody>
            <a:bodyPr>
              <a:spAutoFit/>
            </a:bodyPr>
            <a:lstStyle/>
            <a:p>
              <a:pPr algn="l">
                <a:spcBef>
                  <a:spcPct val="0"/>
                </a:spcBef>
              </a:pPr>
              <a:r>
                <a:rPr kumimoji="1" lang="zh-CN" altLang="en-US" sz="2400" b="1">
                  <a:solidFill>
                    <a:srgbClr val="660066"/>
                  </a:solidFill>
                  <a:latin typeface="Times New Roman" panose="02020603050405020304" pitchFamily="18" charset="0"/>
                </a:rPr>
                <a:t>直流分量</a:t>
              </a:r>
            </a:p>
          </p:txBody>
        </p:sp>
        <p:sp>
          <p:nvSpPr>
            <p:cNvPr id="629765" name="Line 5">
              <a:extLst>
                <a:ext uri="{FF2B5EF4-FFF2-40B4-BE49-F238E27FC236}">
                  <a16:creationId xmlns:a16="http://schemas.microsoft.com/office/drawing/2014/main" id="{8BFE4CDC-4344-4A90-B154-CBF6EF638E7C}"/>
                </a:ext>
              </a:extLst>
            </p:cNvPr>
            <p:cNvSpPr>
              <a:spLocks noChangeShapeType="1"/>
            </p:cNvSpPr>
            <p:nvPr/>
          </p:nvSpPr>
          <p:spPr bwMode="auto">
            <a:xfrm flipV="1">
              <a:off x="1152" y="1536"/>
              <a:ext cx="0" cy="432"/>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29766" name="Group 6">
            <a:extLst>
              <a:ext uri="{FF2B5EF4-FFF2-40B4-BE49-F238E27FC236}">
                <a16:creationId xmlns:a16="http://schemas.microsoft.com/office/drawing/2014/main" id="{EE20E504-6953-4172-859B-95B05556666D}"/>
              </a:ext>
            </a:extLst>
          </p:cNvPr>
          <p:cNvGrpSpPr>
            <a:grpSpLocks/>
          </p:cNvGrpSpPr>
          <p:nvPr/>
        </p:nvGrpSpPr>
        <p:grpSpPr bwMode="auto">
          <a:xfrm>
            <a:off x="3657600" y="2438400"/>
            <a:ext cx="1409700" cy="1143000"/>
            <a:chOff x="2304" y="1536"/>
            <a:chExt cx="801" cy="720"/>
          </a:xfrm>
        </p:grpSpPr>
        <p:sp>
          <p:nvSpPr>
            <p:cNvPr id="629767" name="Text Box 7">
              <a:extLst>
                <a:ext uri="{FF2B5EF4-FFF2-40B4-BE49-F238E27FC236}">
                  <a16:creationId xmlns:a16="http://schemas.microsoft.com/office/drawing/2014/main" id="{1D0A826B-6585-4345-B66D-71C47D579FAE}"/>
                </a:ext>
              </a:extLst>
            </p:cNvPr>
            <p:cNvSpPr txBox="1">
              <a:spLocks noChangeArrowheads="1"/>
            </p:cNvSpPr>
            <p:nvPr/>
          </p:nvSpPr>
          <p:spPr bwMode="auto">
            <a:xfrm>
              <a:off x="2304" y="1968"/>
              <a:ext cx="801" cy="288"/>
            </a:xfrm>
            <a:prstGeom prst="rect">
              <a:avLst/>
            </a:prstGeom>
            <a:solidFill>
              <a:srgbClr val="00FFFF"/>
            </a:solidFill>
            <a:ln>
              <a:noFill/>
            </a:ln>
            <a:effectLst>
              <a:outerShdw dist="107763" dir="2700000" algn="ctr" rotWithShape="0">
                <a:schemeClr val="bg2"/>
              </a:outerShdw>
            </a:effectLst>
            <a:extLs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lgn="l">
                <a:spcBef>
                  <a:spcPct val="0"/>
                </a:spcBef>
              </a:pPr>
              <a:r>
                <a:rPr kumimoji="1" lang="zh-CN" altLang="en-US" sz="2400" b="1">
                  <a:solidFill>
                    <a:srgbClr val="660066"/>
                  </a:solidFill>
                  <a:latin typeface="Times New Roman" panose="02020603050405020304" pitchFamily="18" charset="0"/>
                </a:rPr>
                <a:t>谐波分量</a:t>
              </a:r>
            </a:p>
          </p:txBody>
        </p:sp>
        <p:sp>
          <p:nvSpPr>
            <p:cNvPr id="629768" name="Line 8">
              <a:extLst>
                <a:ext uri="{FF2B5EF4-FFF2-40B4-BE49-F238E27FC236}">
                  <a16:creationId xmlns:a16="http://schemas.microsoft.com/office/drawing/2014/main" id="{6963BADF-4BDB-48A1-B512-A54E8DA35EA5}"/>
                </a:ext>
              </a:extLst>
            </p:cNvPr>
            <p:cNvSpPr>
              <a:spLocks noChangeShapeType="1"/>
            </p:cNvSpPr>
            <p:nvPr/>
          </p:nvSpPr>
          <p:spPr bwMode="auto">
            <a:xfrm flipV="1">
              <a:off x="2736" y="1536"/>
              <a:ext cx="0" cy="432"/>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29769" name="Group 9">
            <a:extLst>
              <a:ext uri="{FF2B5EF4-FFF2-40B4-BE49-F238E27FC236}">
                <a16:creationId xmlns:a16="http://schemas.microsoft.com/office/drawing/2014/main" id="{4A1A871D-59F8-4803-8C89-AB77429698AD}"/>
              </a:ext>
            </a:extLst>
          </p:cNvPr>
          <p:cNvGrpSpPr>
            <a:grpSpLocks/>
          </p:cNvGrpSpPr>
          <p:nvPr/>
        </p:nvGrpSpPr>
        <p:grpSpPr bwMode="auto">
          <a:xfrm>
            <a:off x="4191000" y="1066800"/>
            <a:ext cx="2995613" cy="1773238"/>
            <a:chOff x="2736" y="720"/>
            <a:chExt cx="1826" cy="1117"/>
          </a:xfrm>
        </p:grpSpPr>
        <p:sp>
          <p:nvSpPr>
            <p:cNvPr id="629770" name="Text Box 10">
              <a:extLst>
                <a:ext uri="{FF2B5EF4-FFF2-40B4-BE49-F238E27FC236}">
                  <a16:creationId xmlns:a16="http://schemas.microsoft.com/office/drawing/2014/main" id="{4B9F7337-B721-4D22-828D-9975F3717276}"/>
                </a:ext>
              </a:extLst>
            </p:cNvPr>
            <p:cNvSpPr txBox="1">
              <a:spLocks noChangeArrowheads="1"/>
            </p:cNvSpPr>
            <p:nvPr/>
          </p:nvSpPr>
          <p:spPr bwMode="auto">
            <a:xfrm>
              <a:off x="4076" y="1549"/>
              <a:ext cx="486" cy="288"/>
            </a:xfrm>
            <a:prstGeom prst="rect">
              <a:avLst/>
            </a:prstGeom>
            <a:solidFill>
              <a:srgbClr val="00FFFF"/>
            </a:solidFill>
            <a:ln>
              <a:noFill/>
            </a:ln>
            <a:effectLst>
              <a:outerShdw dist="107763" dir="2700000" algn="ctr" rotWithShape="0">
                <a:schemeClr val="bg2"/>
              </a:outerShdw>
            </a:effectLst>
            <a:extLs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spcBef>
                  <a:spcPct val="0"/>
                </a:spcBef>
              </a:pPr>
              <a:r>
                <a:rPr kumimoji="1" lang="zh-CN" altLang="en-US" sz="2400" b="1">
                  <a:latin typeface="Times New Roman" panose="02020603050405020304" pitchFamily="18" charset="0"/>
                </a:rPr>
                <a:t>基波</a:t>
              </a:r>
            </a:p>
          </p:txBody>
        </p:sp>
        <p:sp>
          <p:nvSpPr>
            <p:cNvPr id="629771" name="Line 11">
              <a:extLst>
                <a:ext uri="{FF2B5EF4-FFF2-40B4-BE49-F238E27FC236}">
                  <a16:creationId xmlns:a16="http://schemas.microsoft.com/office/drawing/2014/main" id="{E0305C36-4725-49FC-80E7-4E2539130003}"/>
                </a:ext>
              </a:extLst>
            </p:cNvPr>
            <p:cNvSpPr>
              <a:spLocks noChangeShapeType="1"/>
            </p:cNvSpPr>
            <p:nvPr/>
          </p:nvSpPr>
          <p:spPr bwMode="auto">
            <a:xfrm flipH="1" flipV="1">
              <a:off x="2736" y="720"/>
              <a:ext cx="1584" cy="829"/>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29772" name="Group 12">
            <a:extLst>
              <a:ext uri="{FF2B5EF4-FFF2-40B4-BE49-F238E27FC236}">
                <a16:creationId xmlns:a16="http://schemas.microsoft.com/office/drawing/2014/main" id="{5D2FAF9A-8581-4F8E-A0B7-2399FA6B2C3D}"/>
              </a:ext>
            </a:extLst>
          </p:cNvPr>
          <p:cNvGrpSpPr>
            <a:grpSpLocks/>
          </p:cNvGrpSpPr>
          <p:nvPr/>
        </p:nvGrpSpPr>
        <p:grpSpPr bwMode="auto">
          <a:xfrm>
            <a:off x="6307138" y="1066800"/>
            <a:ext cx="1955800" cy="914400"/>
            <a:chOff x="3973" y="672"/>
            <a:chExt cx="1158" cy="576"/>
          </a:xfrm>
        </p:grpSpPr>
        <p:sp>
          <p:nvSpPr>
            <p:cNvPr id="629773" name="Text Box 13">
              <a:extLst>
                <a:ext uri="{FF2B5EF4-FFF2-40B4-BE49-F238E27FC236}">
                  <a16:creationId xmlns:a16="http://schemas.microsoft.com/office/drawing/2014/main" id="{FF44670F-66E8-4D01-8A86-5FCCD303B65C}"/>
                </a:ext>
              </a:extLst>
            </p:cNvPr>
            <p:cNvSpPr txBox="1">
              <a:spLocks noChangeArrowheads="1"/>
            </p:cNvSpPr>
            <p:nvPr/>
          </p:nvSpPr>
          <p:spPr bwMode="auto">
            <a:xfrm>
              <a:off x="4296" y="960"/>
              <a:ext cx="835" cy="288"/>
            </a:xfrm>
            <a:prstGeom prst="rect">
              <a:avLst/>
            </a:prstGeom>
            <a:solidFill>
              <a:srgbClr val="00FFFF"/>
            </a:solidFill>
            <a:ln>
              <a:noFill/>
            </a:ln>
            <a:effectLst>
              <a:outerShdw dist="107763" dir="2700000" algn="ctr" rotWithShape="0">
                <a:schemeClr val="bg2"/>
              </a:outerShdw>
            </a:effectLst>
            <a:extLs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lgn="l">
                <a:spcBef>
                  <a:spcPct val="0"/>
                </a:spcBef>
              </a:pPr>
              <a:r>
                <a:rPr kumimoji="1" lang="zh-CN" altLang="en-US" sz="2400" b="1">
                  <a:solidFill>
                    <a:srgbClr val="660066"/>
                  </a:solidFill>
                  <a:latin typeface="Times New Roman" panose="02020603050405020304" pitchFamily="18" charset="0"/>
                </a:rPr>
                <a:t>二次谐波</a:t>
              </a:r>
            </a:p>
          </p:txBody>
        </p:sp>
        <p:sp>
          <p:nvSpPr>
            <p:cNvPr id="629774" name="Line 14">
              <a:extLst>
                <a:ext uri="{FF2B5EF4-FFF2-40B4-BE49-F238E27FC236}">
                  <a16:creationId xmlns:a16="http://schemas.microsoft.com/office/drawing/2014/main" id="{B12040BC-EBE2-4891-8675-5A84F6537D4A}"/>
                </a:ext>
              </a:extLst>
            </p:cNvPr>
            <p:cNvSpPr>
              <a:spLocks noChangeShapeType="1"/>
            </p:cNvSpPr>
            <p:nvPr/>
          </p:nvSpPr>
          <p:spPr bwMode="auto">
            <a:xfrm flipH="1" flipV="1">
              <a:off x="3973" y="672"/>
              <a:ext cx="502" cy="28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29775" name="Text Box 15">
            <a:extLst>
              <a:ext uri="{FF2B5EF4-FFF2-40B4-BE49-F238E27FC236}">
                <a16:creationId xmlns:a16="http://schemas.microsoft.com/office/drawing/2014/main" id="{321B5499-A176-463F-9BF1-055C2106D620}"/>
              </a:ext>
            </a:extLst>
          </p:cNvPr>
          <p:cNvSpPr txBox="1">
            <a:spLocks noChangeArrowheads="1"/>
          </p:cNvSpPr>
          <p:nvPr/>
        </p:nvSpPr>
        <p:spPr bwMode="auto">
          <a:xfrm>
            <a:off x="1524000" y="4378325"/>
            <a:ext cx="6743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高次谐波</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higher harmonic</a:t>
            </a:r>
            <a:r>
              <a:rPr kumimoji="1" lang="en-US" altLang="zh-CN" sz="2400" b="1">
                <a:latin typeface="Times New Roman" panose="02020603050405020304" pitchFamily="18" charset="0"/>
              </a:rPr>
              <a:t>)</a:t>
            </a:r>
            <a:r>
              <a:rPr kumimoji="1" lang="en-US" altLang="zh-CN" sz="2400" b="1">
                <a:latin typeface="Times New Roman" panose="02020603050405020304" pitchFamily="18" charset="0"/>
                <a:cs typeface="Times New Roman" panose="02020603050405020304" pitchFamily="18" charset="0"/>
              </a:rPr>
              <a:t>— </a:t>
            </a:r>
            <a:r>
              <a:rPr kumimoji="1" lang="en-US" altLang="zh-CN" sz="2400" b="1" i="1">
                <a:latin typeface="Times New Roman" panose="02020603050405020304" pitchFamily="18" charset="0"/>
              </a:rPr>
              <a:t>k </a:t>
            </a:r>
            <a:r>
              <a:rPr kumimoji="1" lang="en-US" altLang="zh-CN" sz="2400" b="1">
                <a:latin typeface="Times New Roman" panose="02020603050405020304" pitchFamily="18" charset="0"/>
                <a:sym typeface="Symbol" panose="05050102010706020507" pitchFamily="18" charset="2"/>
              </a:rPr>
              <a:t> 2</a:t>
            </a:r>
            <a:r>
              <a:rPr kumimoji="1" lang="zh-CN" altLang="en-US" sz="2400" b="1">
                <a:latin typeface="Times New Roman" panose="02020603050405020304" pitchFamily="18" charset="0"/>
                <a:sym typeface="Symbol" panose="05050102010706020507" pitchFamily="18" charset="2"/>
              </a:rPr>
              <a:t>次的</a:t>
            </a:r>
            <a:r>
              <a:rPr kumimoji="1" lang="zh-CN" altLang="en-US" sz="2400" b="1">
                <a:latin typeface="Times New Roman" panose="02020603050405020304" pitchFamily="18" charset="0"/>
              </a:rPr>
              <a:t>谐波</a:t>
            </a:r>
          </a:p>
        </p:txBody>
      </p:sp>
      <p:sp>
        <p:nvSpPr>
          <p:cNvPr id="629776" name="Text Box 16">
            <a:extLst>
              <a:ext uri="{FF2B5EF4-FFF2-40B4-BE49-F238E27FC236}">
                <a16:creationId xmlns:a16="http://schemas.microsoft.com/office/drawing/2014/main" id="{72E03D59-2EAA-44E7-8C73-200DCEACDF26}"/>
              </a:ext>
            </a:extLst>
          </p:cNvPr>
          <p:cNvSpPr txBox="1">
            <a:spLocks noChangeArrowheads="1"/>
          </p:cNvSpPr>
          <p:nvPr/>
        </p:nvSpPr>
        <p:spPr bwMode="auto">
          <a:xfrm>
            <a:off x="1524000" y="5029200"/>
            <a:ext cx="624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奇次谐波</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odd harmonic</a:t>
            </a:r>
            <a:r>
              <a:rPr kumimoji="1" lang="en-US" altLang="zh-CN" sz="2400" b="1">
                <a:latin typeface="Times New Roman" panose="02020603050405020304" pitchFamily="18" charset="0"/>
              </a:rPr>
              <a:t>)</a:t>
            </a:r>
            <a:r>
              <a:rPr kumimoji="1" lang="en-US" altLang="zh-CN" sz="2400" b="1">
                <a:latin typeface="Times New Roman" panose="02020603050405020304" pitchFamily="18" charset="0"/>
                <a:cs typeface="Times New Roman" panose="02020603050405020304" pitchFamily="18" charset="0"/>
              </a:rPr>
              <a:t>—</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k</a:t>
            </a:r>
            <a:r>
              <a:rPr kumimoji="1" lang="zh-CN" altLang="en-US" sz="2400" b="1">
                <a:latin typeface="Times New Roman" panose="02020603050405020304" pitchFamily="18" charset="0"/>
              </a:rPr>
              <a:t>为奇</a:t>
            </a:r>
            <a:r>
              <a:rPr kumimoji="1" lang="zh-CN" altLang="en-US" sz="2400" b="1">
                <a:latin typeface="Times New Roman" panose="02020603050405020304" pitchFamily="18" charset="0"/>
                <a:sym typeface="Symbol" panose="05050102010706020507" pitchFamily="18" charset="2"/>
              </a:rPr>
              <a:t>次的</a:t>
            </a:r>
            <a:r>
              <a:rPr kumimoji="1" lang="zh-CN" altLang="en-US" sz="2400" b="1">
                <a:latin typeface="Times New Roman" panose="02020603050405020304" pitchFamily="18" charset="0"/>
              </a:rPr>
              <a:t>谐波</a:t>
            </a:r>
          </a:p>
        </p:txBody>
      </p:sp>
      <p:sp>
        <p:nvSpPr>
          <p:cNvPr id="629777" name="Text Box 17">
            <a:extLst>
              <a:ext uri="{FF2B5EF4-FFF2-40B4-BE49-F238E27FC236}">
                <a16:creationId xmlns:a16="http://schemas.microsoft.com/office/drawing/2014/main" id="{D70DBC4D-7DC2-4BE4-AE39-E53DB9DFBC65}"/>
              </a:ext>
            </a:extLst>
          </p:cNvPr>
          <p:cNvSpPr txBox="1">
            <a:spLocks noChangeArrowheads="1"/>
          </p:cNvSpPr>
          <p:nvPr/>
        </p:nvSpPr>
        <p:spPr bwMode="auto">
          <a:xfrm>
            <a:off x="1524000" y="5638800"/>
            <a:ext cx="6362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偶次谐波</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even harmonic</a:t>
            </a:r>
            <a:r>
              <a:rPr kumimoji="1" lang="en-US" altLang="zh-CN" sz="2400" b="1">
                <a:latin typeface="Times New Roman" panose="02020603050405020304" pitchFamily="18" charset="0"/>
              </a:rPr>
              <a:t>)</a:t>
            </a:r>
            <a:r>
              <a:rPr kumimoji="1" lang="en-US" altLang="zh-CN" sz="2400" b="1">
                <a:latin typeface="Times New Roman" panose="02020603050405020304" pitchFamily="18" charset="0"/>
                <a:cs typeface="Times New Roman" panose="02020603050405020304" pitchFamily="18" charset="0"/>
              </a:rPr>
              <a:t>—</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k</a:t>
            </a:r>
            <a:r>
              <a:rPr kumimoji="1" lang="zh-CN" altLang="en-US" sz="2400" b="1">
                <a:latin typeface="Times New Roman" panose="02020603050405020304" pitchFamily="18" charset="0"/>
              </a:rPr>
              <a:t>为偶</a:t>
            </a:r>
            <a:r>
              <a:rPr kumimoji="1" lang="zh-CN" altLang="en-US" sz="2400" b="1">
                <a:latin typeface="Times New Roman" panose="02020603050405020304" pitchFamily="18" charset="0"/>
                <a:sym typeface="Symbol" panose="05050102010706020507" pitchFamily="18" charset="2"/>
              </a:rPr>
              <a:t>次的</a:t>
            </a:r>
            <a:r>
              <a:rPr kumimoji="1" lang="zh-CN" altLang="en-US" sz="2400" b="1">
                <a:latin typeface="Times New Roman" panose="02020603050405020304" pitchFamily="18" charset="0"/>
              </a:rPr>
              <a:t>谐波</a:t>
            </a:r>
          </a:p>
        </p:txBody>
      </p:sp>
      <p:grpSp>
        <p:nvGrpSpPr>
          <p:cNvPr id="629778" name="Group 18">
            <a:extLst>
              <a:ext uri="{FF2B5EF4-FFF2-40B4-BE49-F238E27FC236}">
                <a16:creationId xmlns:a16="http://schemas.microsoft.com/office/drawing/2014/main" id="{22C823C1-BDB7-42B2-BF9D-4D7B08EB26EA}"/>
              </a:ext>
            </a:extLst>
          </p:cNvPr>
          <p:cNvGrpSpPr>
            <a:grpSpLocks/>
          </p:cNvGrpSpPr>
          <p:nvPr/>
        </p:nvGrpSpPr>
        <p:grpSpPr bwMode="auto">
          <a:xfrm>
            <a:off x="3276600" y="1524000"/>
            <a:ext cx="4464050" cy="2251075"/>
            <a:chOff x="2064" y="960"/>
            <a:chExt cx="2740" cy="1418"/>
          </a:xfrm>
        </p:grpSpPr>
        <p:sp>
          <p:nvSpPr>
            <p:cNvPr id="629779" name="Text Box 19">
              <a:extLst>
                <a:ext uri="{FF2B5EF4-FFF2-40B4-BE49-F238E27FC236}">
                  <a16:creationId xmlns:a16="http://schemas.microsoft.com/office/drawing/2014/main" id="{65173778-6CC0-484B-B1C7-BA753ABEBD10}"/>
                </a:ext>
              </a:extLst>
            </p:cNvPr>
            <p:cNvSpPr txBox="1">
              <a:spLocks noChangeArrowheads="1"/>
            </p:cNvSpPr>
            <p:nvPr/>
          </p:nvSpPr>
          <p:spPr bwMode="auto">
            <a:xfrm>
              <a:off x="4013" y="2090"/>
              <a:ext cx="791" cy="288"/>
            </a:xfrm>
            <a:prstGeom prst="rect">
              <a:avLst/>
            </a:prstGeom>
            <a:solidFill>
              <a:srgbClr val="00FFFF"/>
            </a:solidFill>
            <a:ln>
              <a:noFill/>
            </a:ln>
            <a:effectLst>
              <a:outerShdw dist="107763" dir="2700000" algn="ctr" rotWithShape="0">
                <a:schemeClr val="bg2"/>
              </a:outerShdw>
            </a:effectLst>
            <a:extLst>
              <a:ext uri="{91240B29-F687-4F45-9708-019B960494DF}">
                <a14:hiddenLine xmlns:a14="http://schemas.microsoft.com/office/drawing/2010/main" w="19050">
                  <a:solidFill>
                    <a:schemeClr val="tx1"/>
                  </a:solidFill>
                  <a:miter lim="800000"/>
                  <a:headEnd/>
                  <a:tailEnd/>
                </a14:hiddenLine>
              </a:ext>
            </a:extLst>
          </p:spPr>
          <p:txBody>
            <a:bodyPr>
              <a:spAutoFit/>
            </a:bodyPr>
            <a:lstStyle/>
            <a:p>
              <a:pPr algn="l">
                <a:spcBef>
                  <a:spcPct val="0"/>
                </a:spcBef>
              </a:pPr>
              <a:r>
                <a:rPr kumimoji="1" lang="en-US" altLang="zh-CN" sz="2400" b="1" i="1">
                  <a:solidFill>
                    <a:srgbClr val="660066"/>
                  </a:solidFill>
                  <a:latin typeface="Times New Roman" panose="02020603050405020304" pitchFamily="18" charset="0"/>
                </a:rPr>
                <a:t>k</a:t>
              </a:r>
              <a:r>
                <a:rPr kumimoji="1" lang="zh-CN" altLang="en-US" sz="2400" b="1">
                  <a:solidFill>
                    <a:srgbClr val="660066"/>
                  </a:solidFill>
                  <a:latin typeface="Times New Roman" panose="02020603050405020304" pitchFamily="18" charset="0"/>
                </a:rPr>
                <a:t>次谐波</a:t>
              </a:r>
            </a:p>
          </p:txBody>
        </p:sp>
        <p:sp>
          <p:nvSpPr>
            <p:cNvPr id="629780" name="Line 20">
              <a:extLst>
                <a:ext uri="{FF2B5EF4-FFF2-40B4-BE49-F238E27FC236}">
                  <a16:creationId xmlns:a16="http://schemas.microsoft.com/office/drawing/2014/main" id="{4911A2EC-786B-4232-B4D3-53449325C4E0}"/>
                </a:ext>
              </a:extLst>
            </p:cNvPr>
            <p:cNvSpPr>
              <a:spLocks noChangeShapeType="1"/>
            </p:cNvSpPr>
            <p:nvPr/>
          </p:nvSpPr>
          <p:spPr bwMode="auto">
            <a:xfrm flipH="1" flipV="1">
              <a:off x="2064" y="960"/>
              <a:ext cx="2128" cy="1117"/>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29763"/>
                                        </p:tgtEl>
                                        <p:attrNameLst>
                                          <p:attrName>style.visibility</p:attrName>
                                        </p:attrNameLst>
                                      </p:cBhvr>
                                      <p:to>
                                        <p:strVal val="visible"/>
                                      </p:to>
                                    </p:set>
                                    <p:animEffect transition="in" filter="box(in)">
                                      <p:cBhvr>
                                        <p:cTn id="7" dur="500"/>
                                        <p:tgtEl>
                                          <p:spTgt spid="6297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29766"/>
                                        </p:tgtEl>
                                        <p:attrNameLst>
                                          <p:attrName>style.visibility</p:attrName>
                                        </p:attrNameLst>
                                      </p:cBhvr>
                                      <p:to>
                                        <p:strVal val="visible"/>
                                      </p:to>
                                    </p:set>
                                    <p:animEffect transition="in" filter="box(in)">
                                      <p:cBhvr>
                                        <p:cTn id="12" dur="500"/>
                                        <p:tgtEl>
                                          <p:spTgt spid="6297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29769"/>
                                        </p:tgtEl>
                                        <p:attrNameLst>
                                          <p:attrName>style.visibility</p:attrName>
                                        </p:attrNameLst>
                                      </p:cBhvr>
                                      <p:to>
                                        <p:strVal val="visible"/>
                                      </p:to>
                                    </p:set>
                                    <p:animEffect transition="in" filter="box(in)">
                                      <p:cBhvr>
                                        <p:cTn id="17" dur="500"/>
                                        <p:tgtEl>
                                          <p:spTgt spid="6297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29772"/>
                                        </p:tgtEl>
                                        <p:attrNameLst>
                                          <p:attrName>style.visibility</p:attrName>
                                        </p:attrNameLst>
                                      </p:cBhvr>
                                      <p:to>
                                        <p:strVal val="visible"/>
                                      </p:to>
                                    </p:set>
                                    <p:animEffect transition="in" filter="box(in)">
                                      <p:cBhvr>
                                        <p:cTn id="22" dur="500"/>
                                        <p:tgtEl>
                                          <p:spTgt spid="6297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29778"/>
                                        </p:tgtEl>
                                        <p:attrNameLst>
                                          <p:attrName>style.visibility</p:attrName>
                                        </p:attrNameLst>
                                      </p:cBhvr>
                                      <p:to>
                                        <p:strVal val="visible"/>
                                      </p:to>
                                    </p:set>
                                    <p:animEffect transition="in" filter="box(in)">
                                      <p:cBhvr>
                                        <p:cTn id="27" dur="500"/>
                                        <p:tgtEl>
                                          <p:spTgt spid="6297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29775"/>
                                        </p:tgtEl>
                                        <p:attrNameLst>
                                          <p:attrName>style.visibility</p:attrName>
                                        </p:attrNameLst>
                                      </p:cBhvr>
                                      <p:to>
                                        <p:strVal val="visible"/>
                                      </p:to>
                                    </p:set>
                                    <p:animEffect transition="in" filter="box(in)">
                                      <p:cBhvr>
                                        <p:cTn id="32" dur="500"/>
                                        <p:tgtEl>
                                          <p:spTgt spid="6297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29776"/>
                                        </p:tgtEl>
                                        <p:attrNameLst>
                                          <p:attrName>style.visibility</p:attrName>
                                        </p:attrNameLst>
                                      </p:cBhvr>
                                      <p:to>
                                        <p:strVal val="visible"/>
                                      </p:to>
                                    </p:set>
                                    <p:animEffect transition="in" filter="box(in)">
                                      <p:cBhvr>
                                        <p:cTn id="37" dur="500"/>
                                        <p:tgtEl>
                                          <p:spTgt spid="62977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629777"/>
                                        </p:tgtEl>
                                        <p:attrNameLst>
                                          <p:attrName>style.visibility</p:attrName>
                                        </p:attrNameLst>
                                      </p:cBhvr>
                                      <p:to>
                                        <p:strVal val="visible"/>
                                      </p:to>
                                    </p:set>
                                    <p:animEffect transition="in" filter="box(in)">
                                      <p:cBhvr>
                                        <p:cTn id="42" dur="500"/>
                                        <p:tgtEl>
                                          <p:spTgt spid="629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75" grpId="0" autoUpdateAnimBg="0"/>
      <p:bldP spid="629776" grpId="0" autoUpdateAnimBg="0"/>
      <p:bldP spid="62977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0786" name="Object 2">
            <a:extLst>
              <a:ext uri="{FF2B5EF4-FFF2-40B4-BE49-F238E27FC236}">
                <a16:creationId xmlns:a16="http://schemas.microsoft.com/office/drawing/2014/main" id="{32287745-F2B4-45BC-B2AD-4E36DB599063}"/>
              </a:ext>
            </a:extLst>
          </p:cNvPr>
          <p:cNvGraphicFramePr>
            <a:graphicFrameLocks noChangeAspect="1"/>
          </p:cNvGraphicFramePr>
          <p:nvPr/>
        </p:nvGraphicFramePr>
        <p:xfrm>
          <a:off x="1263650" y="3981450"/>
          <a:ext cx="6402388" cy="1965325"/>
        </p:xfrm>
        <a:graphic>
          <a:graphicData uri="http://schemas.openxmlformats.org/presentationml/2006/ole">
            <mc:AlternateContent xmlns:mc="http://schemas.openxmlformats.org/markup-compatibility/2006">
              <mc:Choice xmlns:v="urn:schemas-microsoft-com:vml" Requires="v">
                <p:oleObj spid="_x0000_s630845" name="Equation" r:id="rId4" imgW="2590560" imgH="939600" progId="Equation.DSMT4">
                  <p:embed/>
                </p:oleObj>
              </mc:Choice>
              <mc:Fallback>
                <p:oleObj name="Equation" r:id="rId4" imgW="2590560" imgH="9396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3650" y="3981450"/>
                        <a:ext cx="6402388" cy="1965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0787" name="Text Box 3">
            <a:extLst>
              <a:ext uri="{FF2B5EF4-FFF2-40B4-BE49-F238E27FC236}">
                <a16:creationId xmlns:a16="http://schemas.microsoft.com/office/drawing/2014/main" id="{ED8C4C78-9F31-4805-AF86-2808E77E91AC}"/>
              </a:ext>
            </a:extLst>
          </p:cNvPr>
          <p:cNvSpPr txBox="1">
            <a:spLocks noChangeArrowheads="1"/>
          </p:cNvSpPr>
          <p:nvPr/>
        </p:nvSpPr>
        <p:spPr bwMode="auto">
          <a:xfrm>
            <a:off x="4967288" y="2924175"/>
            <a:ext cx="35687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0000FF"/>
                </a:solidFill>
                <a:latin typeface="Times New Roman" panose="02020603050405020304" pitchFamily="18" charset="0"/>
              </a:rPr>
              <a:t>一个周期内的表达式</a:t>
            </a:r>
            <a:endParaRPr kumimoji="1" lang="zh-CN" altLang="en-US" sz="2400">
              <a:solidFill>
                <a:srgbClr val="0000FF"/>
              </a:solidFill>
              <a:latin typeface="Times New Roman" panose="02020603050405020304" pitchFamily="18" charset="0"/>
            </a:endParaRPr>
          </a:p>
        </p:txBody>
      </p:sp>
      <p:graphicFrame>
        <p:nvGraphicFramePr>
          <p:cNvPr id="630788" name="Object 4">
            <a:extLst>
              <a:ext uri="{FF2B5EF4-FFF2-40B4-BE49-F238E27FC236}">
                <a16:creationId xmlns:a16="http://schemas.microsoft.com/office/drawing/2014/main" id="{CBA08385-EB2A-46F8-884E-8B8B0A115CEB}"/>
              </a:ext>
            </a:extLst>
          </p:cNvPr>
          <p:cNvGraphicFramePr>
            <a:graphicFrameLocks noChangeAspect="1"/>
          </p:cNvGraphicFramePr>
          <p:nvPr/>
        </p:nvGraphicFramePr>
        <p:xfrm>
          <a:off x="1277938" y="2333625"/>
          <a:ext cx="3008312" cy="1549400"/>
        </p:xfrm>
        <a:graphic>
          <a:graphicData uri="http://schemas.openxmlformats.org/presentationml/2006/ole">
            <mc:AlternateContent xmlns:mc="http://schemas.openxmlformats.org/markup-compatibility/2006">
              <mc:Choice xmlns:v="urn:schemas-microsoft-com:vml" Requires="v">
                <p:oleObj spid="_x0000_s630846" name="Equation" r:id="rId6" imgW="1625400" imgH="838080" progId="Equation.DSMT4">
                  <p:embed/>
                </p:oleObj>
              </mc:Choice>
              <mc:Fallback>
                <p:oleObj name="Equation" r:id="rId6" imgW="1625400" imgH="83808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7938" y="2333625"/>
                        <a:ext cx="3008312" cy="154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0789" name="Text Box 5">
            <a:extLst>
              <a:ext uri="{FF2B5EF4-FFF2-40B4-BE49-F238E27FC236}">
                <a16:creationId xmlns:a16="http://schemas.microsoft.com/office/drawing/2014/main" id="{1B3DF9D6-5C9F-468C-9592-D7CBB7E48EEC}"/>
              </a:ext>
            </a:extLst>
          </p:cNvPr>
          <p:cNvSpPr txBox="1">
            <a:spLocks noChangeArrowheads="1"/>
          </p:cNvSpPr>
          <p:nvPr/>
        </p:nvSpPr>
        <p:spPr bwMode="auto">
          <a:xfrm>
            <a:off x="1042988" y="260350"/>
            <a:ext cx="5168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a:latin typeface="Times New Roman" panose="02020603050405020304" pitchFamily="18" charset="0"/>
              </a:rPr>
              <a:t>求周期函数</a:t>
            </a:r>
            <a:r>
              <a:rPr kumimoji="1" lang="en-US" altLang="zh-CN" sz="2400" b="1" i="1">
                <a:latin typeface="Times New Roman" panose="02020603050405020304" pitchFamily="18" charset="0"/>
              </a:rPr>
              <a:t>f</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的傅里叶级数展开式。</a:t>
            </a:r>
          </a:p>
        </p:txBody>
      </p:sp>
      <p:sp>
        <p:nvSpPr>
          <p:cNvPr id="630790" name="Text Box 6">
            <a:extLst>
              <a:ext uri="{FF2B5EF4-FFF2-40B4-BE49-F238E27FC236}">
                <a16:creationId xmlns:a16="http://schemas.microsoft.com/office/drawing/2014/main" id="{AF8BC435-965F-45AA-B3ED-A99925E9A6A2}"/>
              </a:ext>
            </a:extLst>
          </p:cNvPr>
          <p:cNvSpPr txBox="1">
            <a:spLocks noChangeArrowheads="1"/>
          </p:cNvSpPr>
          <p:nvPr/>
        </p:nvSpPr>
        <p:spPr bwMode="auto">
          <a:xfrm>
            <a:off x="317500" y="266700"/>
            <a:ext cx="869950" cy="457200"/>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例</a:t>
            </a:r>
            <a:r>
              <a:rPr kumimoji="1" lang="en-US" altLang="zh-CN" sz="2400" b="1">
                <a:solidFill>
                  <a:srgbClr val="FF3300"/>
                </a:solidFill>
                <a:latin typeface="Times New Roman" panose="02020603050405020304" pitchFamily="18" charset="0"/>
              </a:rPr>
              <a:t>1</a:t>
            </a:r>
          </a:p>
        </p:txBody>
      </p:sp>
      <p:grpSp>
        <p:nvGrpSpPr>
          <p:cNvPr id="630812" name="Group 28">
            <a:extLst>
              <a:ext uri="{FF2B5EF4-FFF2-40B4-BE49-F238E27FC236}">
                <a16:creationId xmlns:a16="http://schemas.microsoft.com/office/drawing/2014/main" id="{D5E2EDD5-9ACD-48E4-AC96-9F3579FF52B4}"/>
              </a:ext>
            </a:extLst>
          </p:cNvPr>
          <p:cNvGrpSpPr>
            <a:grpSpLocks/>
          </p:cNvGrpSpPr>
          <p:nvPr/>
        </p:nvGrpSpPr>
        <p:grpSpPr bwMode="auto">
          <a:xfrm>
            <a:off x="2627313" y="800100"/>
            <a:ext cx="2814637" cy="1511300"/>
            <a:chOff x="1655" y="504"/>
            <a:chExt cx="1773" cy="952"/>
          </a:xfrm>
        </p:grpSpPr>
        <p:sp>
          <p:nvSpPr>
            <p:cNvPr id="630792" name="Line 8">
              <a:extLst>
                <a:ext uri="{FF2B5EF4-FFF2-40B4-BE49-F238E27FC236}">
                  <a16:creationId xmlns:a16="http://schemas.microsoft.com/office/drawing/2014/main" id="{EC07288A-2C66-4F3C-B76F-8325C625A3FA}"/>
                </a:ext>
              </a:extLst>
            </p:cNvPr>
            <p:cNvSpPr>
              <a:spLocks noChangeShapeType="1"/>
            </p:cNvSpPr>
            <p:nvPr/>
          </p:nvSpPr>
          <p:spPr bwMode="auto">
            <a:xfrm>
              <a:off x="1919" y="1105"/>
              <a:ext cx="145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3" name="Line 9">
              <a:extLst>
                <a:ext uri="{FF2B5EF4-FFF2-40B4-BE49-F238E27FC236}">
                  <a16:creationId xmlns:a16="http://schemas.microsoft.com/office/drawing/2014/main" id="{FE69694E-254B-4C22-B03C-CD459A46EBC7}"/>
                </a:ext>
              </a:extLst>
            </p:cNvPr>
            <p:cNvSpPr>
              <a:spLocks noChangeShapeType="1"/>
            </p:cNvSpPr>
            <p:nvPr/>
          </p:nvSpPr>
          <p:spPr bwMode="auto">
            <a:xfrm flipV="1">
              <a:off x="2019" y="550"/>
              <a:ext cx="0" cy="90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4" name="Line 10">
              <a:extLst>
                <a:ext uri="{FF2B5EF4-FFF2-40B4-BE49-F238E27FC236}">
                  <a16:creationId xmlns:a16="http://schemas.microsoft.com/office/drawing/2014/main" id="{08955C4C-4BAD-48F6-9BC2-A4B890491CE5}"/>
                </a:ext>
              </a:extLst>
            </p:cNvPr>
            <p:cNvSpPr>
              <a:spLocks noChangeShapeType="1"/>
            </p:cNvSpPr>
            <p:nvPr/>
          </p:nvSpPr>
          <p:spPr bwMode="auto">
            <a:xfrm>
              <a:off x="2019" y="855"/>
              <a:ext cx="25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5" name="Line 11">
              <a:extLst>
                <a:ext uri="{FF2B5EF4-FFF2-40B4-BE49-F238E27FC236}">
                  <a16:creationId xmlns:a16="http://schemas.microsoft.com/office/drawing/2014/main" id="{533D7214-B058-4937-9D85-9A478AA7DB6A}"/>
                </a:ext>
              </a:extLst>
            </p:cNvPr>
            <p:cNvSpPr>
              <a:spLocks noChangeShapeType="1"/>
            </p:cNvSpPr>
            <p:nvPr/>
          </p:nvSpPr>
          <p:spPr bwMode="auto">
            <a:xfrm>
              <a:off x="2271" y="855"/>
              <a:ext cx="0" cy="50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6" name="Line 12">
              <a:extLst>
                <a:ext uri="{FF2B5EF4-FFF2-40B4-BE49-F238E27FC236}">
                  <a16:creationId xmlns:a16="http://schemas.microsoft.com/office/drawing/2014/main" id="{93DFA65D-30BD-4721-803C-0A72CCF5DE49}"/>
                </a:ext>
              </a:extLst>
            </p:cNvPr>
            <p:cNvSpPr>
              <a:spLocks noChangeShapeType="1"/>
            </p:cNvSpPr>
            <p:nvPr/>
          </p:nvSpPr>
          <p:spPr bwMode="auto">
            <a:xfrm>
              <a:off x="2271" y="1356"/>
              <a:ext cx="25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7" name="Line 13">
              <a:extLst>
                <a:ext uri="{FF2B5EF4-FFF2-40B4-BE49-F238E27FC236}">
                  <a16:creationId xmlns:a16="http://schemas.microsoft.com/office/drawing/2014/main" id="{ADEBC10B-C514-4ECB-8BE2-E95CECEC1E77}"/>
                </a:ext>
              </a:extLst>
            </p:cNvPr>
            <p:cNvSpPr>
              <a:spLocks noChangeShapeType="1"/>
            </p:cNvSpPr>
            <p:nvPr/>
          </p:nvSpPr>
          <p:spPr bwMode="auto">
            <a:xfrm flipV="1">
              <a:off x="2522" y="855"/>
              <a:ext cx="0" cy="50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8" name="Line 14">
              <a:extLst>
                <a:ext uri="{FF2B5EF4-FFF2-40B4-BE49-F238E27FC236}">
                  <a16:creationId xmlns:a16="http://schemas.microsoft.com/office/drawing/2014/main" id="{B590070E-DC31-4A21-9112-936A724F506F}"/>
                </a:ext>
              </a:extLst>
            </p:cNvPr>
            <p:cNvSpPr>
              <a:spLocks noChangeShapeType="1"/>
            </p:cNvSpPr>
            <p:nvPr/>
          </p:nvSpPr>
          <p:spPr bwMode="auto">
            <a:xfrm>
              <a:off x="2522" y="855"/>
              <a:ext cx="25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9" name="Line 15">
              <a:extLst>
                <a:ext uri="{FF2B5EF4-FFF2-40B4-BE49-F238E27FC236}">
                  <a16:creationId xmlns:a16="http://schemas.microsoft.com/office/drawing/2014/main" id="{835F9188-FBB3-41FD-B50B-E8F720CDA3A2}"/>
                </a:ext>
              </a:extLst>
            </p:cNvPr>
            <p:cNvSpPr>
              <a:spLocks noChangeShapeType="1"/>
            </p:cNvSpPr>
            <p:nvPr/>
          </p:nvSpPr>
          <p:spPr bwMode="auto">
            <a:xfrm>
              <a:off x="2773" y="855"/>
              <a:ext cx="0" cy="50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800" name="Line 16">
              <a:extLst>
                <a:ext uri="{FF2B5EF4-FFF2-40B4-BE49-F238E27FC236}">
                  <a16:creationId xmlns:a16="http://schemas.microsoft.com/office/drawing/2014/main" id="{B2FD2CD3-9DC1-49F7-BB37-32D15A3CEA57}"/>
                </a:ext>
              </a:extLst>
            </p:cNvPr>
            <p:cNvSpPr>
              <a:spLocks noChangeShapeType="1"/>
            </p:cNvSpPr>
            <p:nvPr/>
          </p:nvSpPr>
          <p:spPr bwMode="auto">
            <a:xfrm>
              <a:off x="2773" y="1356"/>
              <a:ext cx="25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801" name="Line 17">
              <a:extLst>
                <a:ext uri="{FF2B5EF4-FFF2-40B4-BE49-F238E27FC236}">
                  <a16:creationId xmlns:a16="http://schemas.microsoft.com/office/drawing/2014/main" id="{E2D08036-9DE2-4362-AE0F-F09275E6F72F}"/>
                </a:ext>
              </a:extLst>
            </p:cNvPr>
            <p:cNvSpPr>
              <a:spLocks noChangeShapeType="1"/>
            </p:cNvSpPr>
            <p:nvPr/>
          </p:nvSpPr>
          <p:spPr bwMode="auto">
            <a:xfrm flipV="1">
              <a:off x="3025" y="1047"/>
              <a:ext cx="0" cy="30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30802" name="Object 18">
              <a:extLst>
                <a:ext uri="{FF2B5EF4-FFF2-40B4-BE49-F238E27FC236}">
                  <a16:creationId xmlns:a16="http://schemas.microsoft.com/office/drawing/2014/main" id="{5A577EA0-CBD5-4B7C-8DB8-864571E8260F}"/>
                </a:ext>
              </a:extLst>
            </p:cNvPr>
            <p:cNvGraphicFramePr>
              <a:graphicFrameLocks noChangeAspect="1"/>
            </p:cNvGraphicFramePr>
            <p:nvPr/>
          </p:nvGraphicFramePr>
          <p:xfrm>
            <a:off x="1655" y="504"/>
            <a:ext cx="326" cy="199"/>
          </p:xfrm>
          <a:graphic>
            <a:graphicData uri="http://schemas.openxmlformats.org/presentationml/2006/ole">
              <mc:AlternateContent xmlns:mc="http://schemas.openxmlformats.org/markup-compatibility/2006">
                <mc:Choice xmlns:v="urn:schemas-microsoft-com:vml" Requires="v">
                  <p:oleObj spid="_x0000_s630847" name="Equation" r:id="rId8" imgW="330120" imgH="203040" progId="Equation.3">
                    <p:embed/>
                  </p:oleObj>
                </mc:Choice>
                <mc:Fallback>
                  <p:oleObj name="Equation" r:id="rId8" imgW="330120" imgH="203040" progId="Equation.3">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55" y="504"/>
                          <a:ext cx="326"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0803" name="Object 19">
              <a:extLst>
                <a:ext uri="{FF2B5EF4-FFF2-40B4-BE49-F238E27FC236}">
                  <a16:creationId xmlns:a16="http://schemas.microsoft.com/office/drawing/2014/main" id="{11F9D6AC-3426-4F2B-99C9-29958F0DD96C}"/>
                </a:ext>
              </a:extLst>
            </p:cNvPr>
            <p:cNvGraphicFramePr>
              <a:graphicFrameLocks noChangeAspect="1"/>
            </p:cNvGraphicFramePr>
            <p:nvPr/>
          </p:nvGraphicFramePr>
          <p:xfrm>
            <a:off x="3175" y="1123"/>
            <a:ext cx="253" cy="204"/>
          </p:xfrm>
          <a:graphic>
            <a:graphicData uri="http://schemas.openxmlformats.org/presentationml/2006/ole">
              <mc:AlternateContent xmlns:mc="http://schemas.openxmlformats.org/markup-compatibility/2006">
                <mc:Choice xmlns:v="urn:schemas-microsoft-com:vml" Requires="v">
                  <p:oleObj spid="_x0000_s630848" name="Equation" r:id="rId10" imgW="203040" imgH="164880" progId="Equation.3">
                    <p:embed/>
                  </p:oleObj>
                </mc:Choice>
                <mc:Fallback>
                  <p:oleObj name="Equation" r:id="rId10" imgW="203040" imgH="164880" progId="Equation.3">
                    <p:embed/>
                    <p:pic>
                      <p:nvPicPr>
                        <p:cNvPr id="0"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75" y="1123"/>
                          <a:ext cx="253"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0804" name="Object 20">
              <a:extLst>
                <a:ext uri="{FF2B5EF4-FFF2-40B4-BE49-F238E27FC236}">
                  <a16:creationId xmlns:a16="http://schemas.microsoft.com/office/drawing/2014/main" id="{342D0798-98EA-4456-8A3A-84380EEBCE3D}"/>
                </a:ext>
              </a:extLst>
            </p:cNvPr>
            <p:cNvGraphicFramePr>
              <a:graphicFrameLocks noChangeAspect="1"/>
            </p:cNvGraphicFramePr>
            <p:nvPr/>
          </p:nvGraphicFramePr>
          <p:xfrm>
            <a:off x="2523" y="1155"/>
            <a:ext cx="200" cy="165"/>
          </p:xfrm>
          <a:graphic>
            <a:graphicData uri="http://schemas.openxmlformats.org/presentationml/2006/ole">
              <mc:AlternateContent xmlns:mc="http://schemas.openxmlformats.org/markup-compatibility/2006">
                <mc:Choice xmlns:v="urn:schemas-microsoft-com:vml" Requires="v">
                  <p:oleObj spid="_x0000_s630849" name="Equation" r:id="rId12" imgW="215640" imgH="177480" progId="Equation.DSMT4">
                    <p:embed/>
                  </p:oleObj>
                </mc:Choice>
                <mc:Fallback>
                  <p:oleObj name="Equation" r:id="rId12" imgW="215640" imgH="177480" progId="Equation.DSMT4">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23" y="1155"/>
                          <a:ext cx="200"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0805" name="Object 21">
              <a:extLst>
                <a:ext uri="{FF2B5EF4-FFF2-40B4-BE49-F238E27FC236}">
                  <a16:creationId xmlns:a16="http://schemas.microsoft.com/office/drawing/2014/main" id="{7C495A57-45FD-44DD-A373-DB6F8D2F58C5}"/>
                </a:ext>
              </a:extLst>
            </p:cNvPr>
            <p:cNvGraphicFramePr>
              <a:graphicFrameLocks noChangeAspect="1"/>
            </p:cNvGraphicFramePr>
            <p:nvPr/>
          </p:nvGraphicFramePr>
          <p:xfrm>
            <a:off x="2567" y="955"/>
            <a:ext cx="140" cy="150"/>
          </p:xfrm>
          <a:graphic>
            <a:graphicData uri="http://schemas.openxmlformats.org/presentationml/2006/ole">
              <mc:AlternateContent xmlns:mc="http://schemas.openxmlformats.org/markup-compatibility/2006">
                <mc:Choice xmlns:v="urn:schemas-microsoft-com:vml" Requires="v">
                  <p:oleObj spid="_x0000_s630850" name="Equation" r:id="rId14" imgW="152280" imgH="164880" progId="Equation.3">
                    <p:embed/>
                  </p:oleObj>
                </mc:Choice>
                <mc:Fallback>
                  <p:oleObj name="Equation" r:id="rId14" imgW="152280" imgH="164880" progId="Equation.3">
                    <p:embed/>
                    <p:pic>
                      <p:nvPicPr>
                        <p:cNvPr id="0"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67" y="955"/>
                          <a:ext cx="140"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0806" name="Object 22">
              <a:extLst>
                <a:ext uri="{FF2B5EF4-FFF2-40B4-BE49-F238E27FC236}">
                  <a16:creationId xmlns:a16="http://schemas.microsoft.com/office/drawing/2014/main" id="{D855B8D3-5358-4F68-95A6-FCF9A079030E}"/>
                </a:ext>
              </a:extLst>
            </p:cNvPr>
            <p:cNvGraphicFramePr>
              <a:graphicFrameLocks noChangeAspect="1"/>
            </p:cNvGraphicFramePr>
            <p:nvPr/>
          </p:nvGraphicFramePr>
          <p:xfrm>
            <a:off x="1783" y="739"/>
            <a:ext cx="180" cy="180"/>
          </p:xfrm>
          <a:graphic>
            <a:graphicData uri="http://schemas.openxmlformats.org/presentationml/2006/ole">
              <mc:AlternateContent xmlns:mc="http://schemas.openxmlformats.org/markup-compatibility/2006">
                <mc:Choice xmlns:v="urn:schemas-microsoft-com:vml" Requires="v">
                  <p:oleObj spid="_x0000_s630851" name="Equation" r:id="rId16" imgW="164880" imgH="164880" progId="Equation.3">
                    <p:embed/>
                  </p:oleObj>
                </mc:Choice>
                <mc:Fallback>
                  <p:oleObj name="Equation" r:id="rId16" imgW="164880" imgH="164880" progId="Equation.3">
                    <p:embed/>
                    <p:pic>
                      <p:nvPicPr>
                        <p:cNvPr id="0" name="Object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83" y="739"/>
                          <a:ext cx="180"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0807" name="Object 23">
              <a:extLst>
                <a:ext uri="{FF2B5EF4-FFF2-40B4-BE49-F238E27FC236}">
                  <a16:creationId xmlns:a16="http://schemas.microsoft.com/office/drawing/2014/main" id="{714D9133-6914-4B4F-AF33-99F7C41AD308}"/>
                </a:ext>
              </a:extLst>
            </p:cNvPr>
            <p:cNvGraphicFramePr>
              <a:graphicFrameLocks noChangeAspect="1"/>
            </p:cNvGraphicFramePr>
            <p:nvPr/>
          </p:nvGraphicFramePr>
          <p:xfrm>
            <a:off x="1680" y="1287"/>
            <a:ext cx="277" cy="163"/>
          </p:xfrm>
          <a:graphic>
            <a:graphicData uri="http://schemas.openxmlformats.org/presentationml/2006/ole">
              <mc:AlternateContent xmlns:mc="http://schemas.openxmlformats.org/markup-compatibility/2006">
                <mc:Choice xmlns:v="urn:schemas-microsoft-com:vml" Requires="v">
                  <p:oleObj spid="_x0000_s630852" name="Equation" r:id="rId18" imgW="279360" imgH="164880" progId="Equation.3">
                    <p:embed/>
                  </p:oleObj>
                </mc:Choice>
                <mc:Fallback>
                  <p:oleObj name="Equation" r:id="rId18" imgW="279360" imgH="164880" progId="Equation.3">
                    <p:embed/>
                    <p:pic>
                      <p:nvPicPr>
                        <p:cNvPr id="0" name="Object 2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80" y="1287"/>
                          <a:ext cx="277" cy="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0808" name="Text Box 24">
              <a:extLst>
                <a:ext uri="{FF2B5EF4-FFF2-40B4-BE49-F238E27FC236}">
                  <a16:creationId xmlns:a16="http://schemas.microsoft.com/office/drawing/2014/main" id="{6B4B47C4-4B66-43A0-9488-EF35E7B4DCFC}"/>
                </a:ext>
              </a:extLst>
            </p:cNvPr>
            <p:cNvSpPr txBox="1">
              <a:spLocks noChangeArrowheads="1"/>
            </p:cNvSpPr>
            <p:nvPr/>
          </p:nvSpPr>
          <p:spPr bwMode="auto">
            <a:xfrm>
              <a:off x="3041" y="692"/>
              <a:ext cx="3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3200">
                  <a:latin typeface="Times New Roman" panose="02020603050405020304" pitchFamily="18" charset="0"/>
                  <a:cs typeface="Times New Roman" panose="02020603050405020304" pitchFamily="18" charset="0"/>
                </a:rPr>
                <a:t>…</a:t>
              </a:r>
              <a:endParaRPr kumimoji="1" lang="en-US" altLang="zh-CN" sz="3200">
                <a:latin typeface="Times New Roman" panose="02020603050405020304" pitchFamily="18" charset="0"/>
              </a:endParaRPr>
            </a:p>
          </p:txBody>
        </p:sp>
        <p:sp>
          <p:nvSpPr>
            <p:cNvPr id="630811" name="Line 27">
              <a:extLst>
                <a:ext uri="{FF2B5EF4-FFF2-40B4-BE49-F238E27FC236}">
                  <a16:creationId xmlns:a16="http://schemas.microsoft.com/office/drawing/2014/main" id="{78C98320-0F27-4891-9A69-6C8C2D9CAF31}"/>
                </a:ext>
              </a:extLst>
            </p:cNvPr>
            <p:cNvSpPr>
              <a:spLocks noChangeShapeType="1"/>
            </p:cNvSpPr>
            <p:nvPr/>
          </p:nvSpPr>
          <p:spPr bwMode="auto">
            <a:xfrm>
              <a:off x="2018" y="1357"/>
              <a:ext cx="22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30788"/>
                                        </p:tgtEl>
                                        <p:attrNameLst>
                                          <p:attrName>style.visibility</p:attrName>
                                        </p:attrNameLst>
                                      </p:cBhvr>
                                      <p:to>
                                        <p:strVal val="visible"/>
                                      </p:to>
                                    </p:set>
                                    <p:animEffect transition="in" filter="dissolve">
                                      <p:cBhvr>
                                        <p:cTn id="7" dur="500"/>
                                        <p:tgtEl>
                                          <p:spTgt spid="63078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30787"/>
                                        </p:tgtEl>
                                        <p:attrNameLst>
                                          <p:attrName>style.visibility</p:attrName>
                                        </p:attrNameLst>
                                      </p:cBhvr>
                                      <p:to>
                                        <p:strVal val="visible"/>
                                      </p:to>
                                    </p:set>
                                    <p:animEffect transition="in" filter="wipe(left)">
                                      <p:cBhvr>
                                        <p:cTn id="11" dur="500"/>
                                        <p:tgtEl>
                                          <p:spTgt spid="63078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630786"/>
                                        </p:tgtEl>
                                        <p:attrNameLst>
                                          <p:attrName>style.visibility</p:attrName>
                                        </p:attrNameLst>
                                      </p:cBhvr>
                                      <p:to>
                                        <p:strVal val="visible"/>
                                      </p:to>
                                    </p:set>
                                    <p:animEffect transition="in" filter="dissolve">
                                      <p:cBhvr>
                                        <p:cTn id="16" dur="500"/>
                                        <p:tgtEl>
                                          <p:spTgt spid="630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7" grpId="0" autoUpdateAnimBg="0"/>
      <p:bldP spid="630790"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2834" name="Object 2">
            <a:extLst>
              <a:ext uri="{FF2B5EF4-FFF2-40B4-BE49-F238E27FC236}">
                <a16:creationId xmlns:a16="http://schemas.microsoft.com/office/drawing/2014/main" id="{FE54299C-5983-4ADB-AED7-CCE3DB7FC2E5}"/>
              </a:ext>
            </a:extLst>
          </p:cNvPr>
          <p:cNvGraphicFramePr>
            <a:graphicFrameLocks noChangeAspect="1"/>
          </p:cNvGraphicFramePr>
          <p:nvPr/>
        </p:nvGraphicFramePr>
        <p:xfrm>
          <a:off x="795338" y="762000"/>
          <a:ext cx="6678612" cy="1624013"/>
        </p:xfrm>
        <a:graphic>
          <a:graphicData uri="http://schemas.openxmlformats.org/presentationml/2006/ole">
            <mc:AlternateContent xmlns:mc="http://schemas.openxmlformats.org/markup-compatibility/2006">
              <mc:Choice xmlns:v="urn:schemas-microsoft-com:vml" Requires="v">
                <p:oleObj spid="_x0000_s632846" name="Equation" r:id="rId4" imgW="3340080" imgH="812520" progId="Equation.DSMT4">
                  <p:embed/>
                </p:oleObj>
              </mc:Choice>
              <mc:Fallback>
                <p:oleObj name="Equation" r:id="rId4" imgW="3340080" imgH="81252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5338" y="762000"/>
                        <a:ext cx="6678612" cy="162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2835" name="Object 3">
            <a:extLst>
              <a:ext uri="{FF2B5EF4-FFF2-40B4-BE49-F238E27FC236}">
                <a16:creationId xmlns:a16="http://schemas.microsoft.com/office/drawing/2014/main" id="{05EC9A01-560B-4E14-ACA9-CD8807DAE166}"/>
              </a:ext>
            </a:extLst>
          </p:cNvPr>
          <p:cNvGraphicFramePr>
            <a:graphicFrameLocks noChangeAspect="1"/>
          </p:cNvGraphicFramePr>
          <p:nvPr/>
        </p:nvGraphicFramePr>
        <p:xfrm>
          <a:off x="1258888" y="2708275"/>
          <a:ext cx="4926012" cy="2106613"/>
        </p:xfrm>
        <a:graphic>
          <a:graphicData uri="http://schemas.openxmlformats.org/presentationml/2006/ole">
            <mc:AlternateContent xmlns:mc="http://schemas.openxmlformats.org/markup-compatibility/2006">
              <mc:Choice xmlns:v="urn:schemas-microsoft-com:vml" Requires="v">
                <p:oleObj spid="_x0000_s632847" name="Equation" r:id="rId6" imgW="2463480" imgH="1054080" progId="Equation.DSMT4">
                  <p:embed/>
                </p:oleObj>
              </mc:Choice>
              <mc:Fallback>
                <p:oleObj name="Equation" r:id="rId6" imgW="2463480" imgH="105408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2708275"/>
                        <a:ext cx="4926012" cy="210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500"/>
                                  </p:stCondLst>
                                  <p:childTnLst>
                                    <p:set>
                                      <p:cBhvr>
                                        <p:cTn id="6" dur="1" fill="hold">
                                          <p:stCondLst>
                                            <p:cond delay="0"/>
                                          </p:stCondLst>
                                        </p:cTn>
                                        <p:tgtEl>
                                          <p:spTgt spid="632834"/>
                                        </p:tgtEl>
                                        <p:attrNameLst>
                                          <p:attrName>style.visibility</p:attrName>
                                        </p:attrNameLst>
                                      </p:cBhvr>
                                      <p:to>
                                        <p:strVal val="visible"/>
                                      </p:to>
                                    </p:set>
                                    <p:animEffect transition="in" filter="dissolve">
                                      <p:cBhvr>
                                        <p:cTn id="7" dur="500"/>
                                        <p:tgtEl>
                                          <p:spTgt spid="6328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32835"/>
                                        </p:tgtEl>
                                        <p:attrNameLst>
                                          <p:attrName>style.visibility</p:attrName>
                                        </p:attrNameLst>
                                      </p:cBhvr>
                                      <p:to>
                                        <p:strVal val="visible"/>
                                      </p:to>
                                    </p:set>
                                    <p:animEffect transition="in" filter="dissolve">
                                      <p:cBhvr>
                                        <p:cTn id="12" dur="500"/>
                                        <p:tgtEl>
                                          <p:spTgt spid="632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33858" name="Object 2">
            <a:extLst>
              <a:ext uri="{FF2B5EF4-FFF2-40B4-BE49-F238E27FC236}">
                <a16:creationId xmlns:a16="http://schemas.microsoft.com/office/drawing/2014/main" id="{C8C8AAE3-8F71-44FC-918A-9C736CA9F01F}"/>
              </a:ext>
            </a:extLst>
          </p:cNvPr>
          <p:cNvGraphicFramePr>
            <a:graphicFrameLocks noChangeAspect="1"/>
          </p:cNvGraphicFramePr>
          <p:nvPr/>
        </p:nvGraphicFramePr>
        <p:xfrm>
          <a:off x="455613" y="247650"/>
          <a:ext cx="3859212" cy="812800"/>
        </p:xfrm>
        <a:graphic>
          <a:graphicData uri="http://schemas.openxmlformats.org/presentationml/2006/ole">
            <mc:AlternateContent xmlns:mc="http://schemas.openxmlformats.org/markup-compatibility/2006">
              <mc:Choice xmlns:v="urn:schemas-microsoft-com:vml" Requires="v">
                <p:oleObj spid="_x0000_s633876" name="Equation" r:id="rId4" imgW="1930320" imgH="406080" progId="Equation.DSMT4">
                  <p:embed/>
                </p:oleObj>
              </mc:Choice>
              <mc:Fallback>
                <p:oleObj name="Equation" r:id="rId4" imgW="1930320" imgH="40608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5613" y="247650"/>
                        <a:ext cx="3859212"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3859" name="Object 3">
            <a:extLst>
              <a:ext uri="{FF2B5EF4-FFF2-40B4-BE49-F238E27FC236}">
                <a16:creationId xmlns:a16="http://schemas.microsoft.com/office/drawing/2014/main" id="{B90C46E4-91A0-4CDF-9C77-7DC069E07E1D}"/>
              </a:ext>
            </a:extLst>
          </p:cNvPr>
          <p:cNvGraphicFramePr>
            <a:graphicFrameLocks noChangeAspect="1"/>
          </p:cNvGraphicFramePr>
          <p:nvPr/>
        </p:nvGraphicFramePr>
        <p:xfrm>
          <a:off x="827088" y="1016000"/>
          <a:ext cx="6297612" cy="3783013"/>
        </p:xfrm>
        <a:graphic>
          <a:graphicData uri="http://schemas.openxmlformats.org/presentationml/2006/ole">
            <mc:AlternateContent xmlns:mc="http://schemas.openxmlformats.org/markup-compatibility/2006">
              <mc:Choice xmlns:v="urn:schemas-microsoft-com:vml" Requires="v">
                <p:oleObj spid="_x0000_s633877" name="Equation" r:id="rId6" imgW="3149280" imgH="1892160" progId="Equation.DSMT4">
                  <p:embed/>
                </p:oleObj>
              </mc:Choice>
              <mc:Fallback>
                <p:oleObj name="Equation" r:id="rId6" imgW="3149280" imgH="189216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088" y="1016000"/>
                        <a:ext cx="6297612" cy="3783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3860" name="Object 4">
            <a:extLst>
              <a:ext uri="{FF2B5EF4-FFF2-40B4-BE49-F238E27FC236}">
                <a16:creationId xmlns:a16="http://schemas.microsoft.com/office/drawing/2014/main" id="{AC46D217-9BC6-45BD-90CF-806609356B0D}"/>
              </a:ext>
            </a:extLst>
          </p:cNvPr>
          <p:cNvGraphicFramePr>
            <a:graphicFrameLocks noChangeAspect="1"/>
          </p:cNvGraphicFramePr>
          <p:nvPr/>
        </p:nvGraphicFramePr>
        <p:xfrm>
          <a:off x="900113" y="4941888"/>
          <a:ext cx="7075487" cy="1622425"/>
        </p:xfrm>
        <a:graphic>
          <a:graphicData uri="http://schemas.openxmlformats.org/presentationml/2006/ole">
            <mc:AlternateContent xmlns:mc="http://schemas.openxmlformats.org/markup-compatibility/2006">
              <mc:Choice xmlns:v="urn:schemas-microsoft-com:vml" Requires="v">
                <p:oleObj spid="_x0000_s633878" name="Equation" r:id="rId8" imgW="3073320" imgH="812520" progId="Equation.DSMT4">
                  <p:embed/>
                </p:oleObj>
              </mc:Choice>
              <mc:Fallback>
                <p:oleObj name="Equation" r:id="rId8" imgW="3073320" imgH="81252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4941888"/>
                        <a:ext cx="7075487" cy="16224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3861" name="Text Box 5">
            <a:extLst>
              <a:ext uri="{FF2B5EF4-FFF2-40B4-BE49-F238E27FC236}">
                <a16:creationId xmlns:a16="http://schemas.microsoft.com/office/drawing/2014/main" id="{AD6E64A0-A72E-481C-8C62-D8BA5FEA1C2C}"/>
              </a:ext>
            </a:extLst>
          </p:cNvPr>
          <p:cNvSpPr txBox="1">
            <a:spLocks noChangeArrowheads="1"/>
          </p:cNvSpPr>
          <p:nvPr/>
        </p:nvSpPr>
        <p:spPr bwMode="auto">
          <a:xfrm>
            <a:off x="179388" y="5013325"/>
            <a:ext cx="608012" cy="457200"/>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0000"/>
                </a:solidFill>
                <a:latin typeface="Times New Roman" panose="02020603050405020304" pitchFamily="18" charset="0"/>
              </a:rPr>
              <a:t>则</a:t>
            </a:r>
            <a:endParaRPr kumimoji="1" lang="zh-CN" altLang="en-US" sz="2400">
              <a:solidFill>
                <a:srgbClr val="FF00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500"/>
                                  </p:stCondLst>
                                  <p:childTnLst>
                                    <p:set>
                                      <p:cBhvr>
                                        <p:cTn id="6" dur="1" fill="hold">
                                          <p:stCondLst>
                                            <p:cond delay="0"/>
                                          </p:stCondLst>
                                        </p:cTn>
                                        <p:tgtEl>
                                          <p:spTgt spid="633858"/>
                                        </p:tgtEl>
                                        <p:attrNameLst>
                                          <p:attrName>style.visibility</p:attrName>
                                        </p:attrNameLst>
                                      </p:cBhvr>
                                      <p:to>
                                        <p:strVal val="visible"/>
                                      </p:to>
                                    </p:set>
                                    <p:animEffect transition="in" filter="strips(upRight)">
                                      <p:cBhvr>
                                        <p:cTn id="7" dur="500"/>
                                        <p:tgtEl>
                                          <p:spTgt spid="633858"/>
                                        </p:tgtEl>
                                      </p:cBhvr>
                                    </p:animEffect>
                                  </p:childTnLst>
                                </p:cTn>
                              </p:par>
                            </p:childTnLst>
                          </p:cTn>
                        </p:par>
                        <p:par>
                          <p:cTn id="8" fill="hold" nodeType="afterGroup">
                            <p:stCondLst>
                              <p:cond delay="1000"/>
                            </p:stCondLst>
                            <p:childTnLst>
                              <p:par>
                                <p:cTn id="9" presetID="18" presetClass="entr" presetSubtype="12" fill="hold" nodeType="afterEffect">
                                  <p:stCondLst>
                                    <p:cond delay="500"/>
                                  </p:stCondLst>
                                  <p:childTnLst>
                                    <p:set>
                                      <p:cBhvr>
                                        <p:cTn id="10" dur="1" fill="hold">
                                          <p:stCondLst>
                                            <p:cond delay="0"/>
                                          </p:stCondLst>
                                        </p:cTn>
                                        <p:tgtEl>
                                          <p:spTgt spid="633859"/>
                                        </p:tgtEl>
                                        <p:attrNameLst>
                                          <p:attrName>style.visibility</p:attrName>
                                        </p:attrNameLst>
                                      </p:cBhvr>
                                      <p:to>
                                        <p:strVal val="visible"/>
                                      </p:to>
                                    </p:set>
                                    <p:animEffect transition="in" filter="strips(downLeft)">
                                      <p:cBhvr>
                                        <p:cTn id="11" dur="500"/>
                                        <p:tgtEl>
                                          <p:spTgt spid="63385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633861"/>
                                        </p:tgtEl>
                                        <p:attrNameLst>
                                          <p:attrName>style.visibility</p:attrName>
                                        </p:attrNameLst>
                                      </p:cBhvr>
                                      <p:to>
                                        <p:strVal val="visible"/>
                                      </p:to>
                                    </p:set>
                                    <p:anim calcmode="lin" valueType="num">
                                      <p:cBhvr additive="base">
                                        <p:cTn id="16" dur="500" fill="hold"/>
                                        <p:tgtEl>
                                          <p:spTgt spid="633861"/>
                                        </p:tgtEl>
                                        <p:attrNameLst>
                                          <p:attrName>ppt_x</p:attrName>
                                        </p:attrNameLst>
                                      </p:cBhvr>
                                      <p:tavLst>
                                        <p:tav tm="0">
                                          <p:val>
                                            <p:strVal val="0-#ppt_w/2"/>
                                          </p:val>
                                        </p:tav>
                                        <p:tav tm="100000">
                                          <p:val>
                                            <p:strVal val="#ppt_x"/>
                                          </p:val>
                                        </p:tav>
                                      </p:tavLst>
                                    </p:anim>
                                    <p:anim calcmode="lin" valueType="num">
                                      <p:cBhvr additive="base">
                                        <p:cTn id="17" dur="500" fill="hold"/>
                                        <p:tgtEl>
                                          <p:spTgt spid="633861"/>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1" fill="hold" nodeType="clickEffect">
                                  <p:stCondLst>
                                    <p:cond delay="0"/>
                                  </p:stCondLst>
                                  <p:childTnLst>
                                    <p:set>
                                      <p:cBhvr>
                                        <p:cTn id="21" dur="1" fill="hold">
                                          <p:stCondLst>
                                            <p:cond delay="0"/>
                                          </p:stCondLst>
                                        </p:cTn>
                                        <p:tgtEl>
                                          <p:spTgt spid="633860"/>
                                        </p:tgtEl>
                                        <p:attrNameLst>
                                          <p:attrName>style.visibility</p:attrName>
                                        </p:attrNameLst>
                                      </p:cBhvr>
                                      <p:to>
                                        <p:strVal val="visible"/>
                                      </p:to>
                                    </p:set>
                                    <p:anim calcmode="lin" valueType="num">
                                      <p:cBhvr additive="base">
                                        <p:cTn id="22" dur="500" fill="hold"/>
                                        <p:tgtEl>
                                          <p:spTgt spid="633860"/>
                                        </p:tgtEl>
                                        <p:attrNameLst>
                                          <p:attrName>ppt_x</p:attrName>
                                        </p:attrNameLst>
                                      </p:cBhvr>
                                      <p:tavLst>
                                        <p:tav tm="0">
                                          <p:val>
                                            <p:strVal val="#ppt_x"/>
                                          </p:val>
                                        </p:tav>
                                        <p:tav tm="100000">
                                          <p:val>
                                            <p:strVal val="#ppt_x"/>
                                          </p:val>
                                        </p:tav>
                                      </p:tavLst>
                                    </p:anim>
                                    <p:anim calcmode="lin" valueType="num">
                                      <p:cBhvr additive="base">
                                        <p:cTn id="23" dur="500" fill="hold"/>
                                        <p:tgtEl>
                                          <p:spTgt spid="63386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61"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4" name="Text Box 2">
            <a:extLst>
              <a:ext uri="{FF2B5EF4-FFF2-40B4-BE49-F238E27FC236}">
                <a16:creationId xmlns:a16="http://schemas.microsoft.com/office/drawing/2014/main" id="{67204A59-29FF-4F70-9AC7-EE17344F57CD}"/>
              </a:ext>
            </a:extLst>
          </p:cNvPr>
          <p:cNvSpPr txBox="1">
            <a:spLocks noChangeArrowheads="1"/>
          </p:cNvSpPr>
          <p:nvPr/>
        </p:nvSpPr>
        <p:spPr bwMode="auto">
          <a:xfrm>
            <a:off x="254000" y="317500"/>
            <a:ext cx="7177088" cy="457200"/>
          </a:xfrm>
          <a:prstGeom prst="rect">
            <a:avLst/>
          </a:prstGeom>
          <a:noFill/>
          <a:ln>
            <a:noFill/>
          </a:ln>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0000FF"/>
                </a:solidFill>
                <a:latin typeface="Times New Roman" panose="02020603050405020304" pitchFamily="18" charset="0"/>
              </a:rPr>
              <a:t>二、周期电流的有效值、电路的平均功率</a:t>
            </a:r>
          </a:p>
        </p:txBody>
      </p:sp>
      <p:sp>
        <p:nvSpPr>
          <p:cNvPr id="637955" name="Text Box 3">
            <a:extLst>
              <a:ext uri="{FF2B5EF4-FFF2-40B4-BE49-F238E27FC236}">
                <a16:creationId xmlns:a16="http://schemas.microsoft.com/office/drawing/2014/main" id="{7D4D70FF-F1F9-4BF4-AC0D-FA1E16D00173}"/>
              </a:ext>
            </a:extLst>
          </p:cNvPr>
          <p:cNvSpPr txBox="1">
            <a:spLocks noChangeArrowheads="1"/>
          </p:cNvSpPr>
          <p:nvPr/>
        </p:nvSpPr>
        <p:spPr bwMode="auto">
          <a:xfrm>
            <a:off x="444500" y="1016000"/>
            <a:ext cx="5410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en-US" altLang="zh-CN" sz="2400" b="1">
                <a:solidFill>
                  <a:srgbClr val="A50021"/>
                </a:solidFill>
                <a:latin typeface="Times New Roman" panose="02020603050405020304" pitchFamily="18" charset="0"/>
              </a:rPr>
              <a:t>1. </a:t>
            </a:r>
            <a:r>
              <a:rPr kumimoji="1" lang="zh-CN" altLang="en-US" sz="2400" b="1">
                <a:solidFill>
                  <a:srgbClr val="A50021"/>
                </a:solidFill>
                <a:latin typeface="Times New Roman" panose="02020603050405020304" pitchFamily="18" charset="0"/>
              </a:rPr>
              <a:t>非正弦周期电压，电流的有效值</a:t>
            </a:r>
            <a:endParaRPr kumimoji="1" lang="zh-CN" altLang="en-US" sz="2400">
              <a:solidFill>
                <a:srgbClr val="A50021"/>
              </a:solidFill>
              <a:latin typeface="Times New Roman" panose="02020603050405020304" pitchFamily="18" charset="0"/>
            </a:endParaRPr>
          </a:p>
        </p:txBody>
      </p:sp>
      <p:sp>
        <p:nvSpPr>
          <p:cNvPr id="637956" name="Text Box 4">
            <a:extLst>
              <a:ext uri="{FF2B5EF4-FFF2-40B4-BE49-F238E27FC236}">
                <a16:creationId xmlns:a16="http://schemas.microsoft.com/office/drawing/2014/main" id="{EBBDF566-5FA9-45A8-94EA-4594BDF78AE0}"/>
              </a:ext>
            </a:extLst>
          </p:cNvPr>
          <p:cNvSpPr txBox="1">
            <a:spLocks noChangeArrowheads="1"/>
          </p:cNvSpPr>
          <p:nvPr/>
        </p:nvSpPr>
        <p:spPr bwMode="auto">
          <a:xfrm>
            <a:off x="749300" y="1651000"/>
            <a:ext cx="584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设</a:t>
            </a:r>
            <a:endParaRPr kumimoji="1" lang="zh-CN" altLang="en-US" sz="2400">
              <a:latin typeface="Times New Roman" panose="02020603050405020304" pitchFamily="18" charset="0"/>
            </a:endParaRPr>
          </a:p>
        </p:txBody>
      </p:sp>
      <p:graphicFrame>
        <p:nvGraphicFramePr>
          <p:cNvPr id="637957" name="Object 5">
            <a:extLst>
              <a:ext uri="{FF2B5EF4-FFF2-40B4-BE49-F238E27FC236}">
                <a16:creationId xmlns:a16="http://schemas.microsoft.com/office/drawing/2014/main" id="{80E45EAD-A49A-4FC2-8B96-74C2AB7FAB5A}"/>
              </a:ext>
            </a:extLst>
          </p:cNvPr>
          <p:cNvGraphicFramePr>
            <a:graphicFrameLocks noChangeAspect="1"/>
          </p:cNvGraphicFramePr>
          <p:nvPr/>
        </p:nvGraphicFramePr>
        <p:xfrm>
          <a:off x="1620838" y="1506538"/>
          <a:ext cx="3836987" cy="898525"/>
        </p:xfrm>
        <a:graphic>
          <a:graphicData uri="http://schemas.openxmlformats.org/presentationml/2006/ole">
            <mc:AlternateContent xmlns:mc="http://schemas.openxmlformats.org/markup-compatibility/2006">
              <mc:Choice xmlns:v="urn:schemas-microsoft-com:vml" Requires="v">
                <p:oleObj spid="_x0000_s637984" name="Equation" r:id="rId4" imgW="1803240" imgH="431640" progId="Equation.3">
                  <p:embed/>
                </p:oleObj>
              </mc:Choice>
              <mc:Fallback>
                <p:oleObj name="Equation" r:id="rId4" imgW="1803240" imgH="43164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20838" y="1506538"/>
                        <a:ext cx="3836987"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7958" name="Text Box 6">
            <a:extLst>
              <a:ext uri="{FF2B5EF4-FFF2-40B4-BE49-F238E27FC236}">
                <a16:creationId xmlns:a16="http://schemas.microsoft.com/office/drawing/2014/main" id="{14979A4F-7586-4BF7-B0AE-5B3E2EF61D7A}"/>
              </a:ext>
            </a:extLst>
          </p:cNvPr>
          <p:cNvSpPr txBox="1">
            <a:spLocks noChangeArrowheads="1"/>
          </p:cNvSpPr>
          <p:nvPr/>
        </p:nvSpPr>
        <p:spPr bwMode="auto">
          <a:xfrm>
            <a:off x="495300" y="2463800"/>
            <a:ext cx="3657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根据周期函数有效值定义</a:t>
            </a:r>
            <a:endParaRPr kumimoji="1" lang="zh-CN" altLang="en-US" sz="2400">
              <a:latin typeface="Times New Roman" panose="02020603050405020304" pitchFamily="18" charset="0"/>
            </a:endParaRPr>
          </a:p>
        </p:txBody>
      </p:sp>
      <p:graphicFrame>
        <p:nvGraphicFramePr>
          <p:cNvPr id="637959" name="Object 7">
            <a:extLst>
              <a:ext uri="{FF2B5EF4-FFF2-40B4-BE49-F238E27FC236}">
                <a16:creationId xmlns:a16="http://schemas.microsoft.com/office/drawing/2014/main" id="{79DAAC3F-EC59-473B-A0BB-03CB173D45FA}"/>
              </a:ext>
            </a:extLst>
          </p:cNvPr>
          <p:cNvGraphicFramePr>
            <a:graphicFrameLocks noChangeAspect="1"/>
          </p:cNvGraphicFramePr>
          <p:nvPr/>
        </p:nvGraphicFramePr>
        <p:xfrm>
          <a:off x="4132263" y="2336800"/>
          <a:ext cx="2136775" cy="792163"/>
        </p:xfrm>
        <a:graphic>
          <a:graphicData uri="http://schemas.openxmlformats.org/presentationml/2006/ole">
            <mc:AlternateContent xmlns:mc="http://schemas.openxmlformats.org/markup-compatibility/2006">
              <mc:Choice xmlns:v="urn:schemas-microsoft-com:vml" Requires="v">
                <p:oleObj spid="_x0000_s637985" name="Equation" r:id="rId6" imgW="965160" imgH="444240" progId="Equation.DSMT4">
                  <p:embed/>
                </p:oleObj>
              </mc:Choice>
              <mc:Fallback>
                <p:oleObj name="Equation" r:id="rId6" imgW="965160" imgH="44424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32263" y="2336800"/>
                        <a:ext cx="2136775" cy="792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7960" name="Text Box 8">
            <a:extLst>
              <a:ext uri="{FF2B5EF4-FFF2-40B4-BE49-F238E27FC236}">
                <a16:creationId xmlns:a16="http://schemas.microsoft.com/office/drawing/2014/main" id="{78508499-6B3E-467C-A6E0-0499C8ABF3EC}"/>
              </a:ext>
            </a:extLst>
          </p:cNvPr>
          <p:cNvSpPr txBox="1">
            <a:spLocks noChangeArrowheads="1"/>
          </p:cNvSpPr>
          <p:nvPr/>
        </p:nvSpPr>
        <p:spPr bwMode="auto">
          <a:xfrm>
            <a:off x="622300" y="3073400"/>
            <a:ext cx="2133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将</a:t>
            </a:r>
            <a:r>
              <a:rPr kumimoji="1" lang="zh-CN" altLang="en-US" sz="2800" b="1">
                <a:latin typeface="Times New Roman" panose="02020603050405020304" pitchFamily="18" charset="0"/>
              </a:rPr>
              <a:t> </a:t>
            </a:r>
            <a:r>
              <a:rPr kumimoji="1" lang="en-US" altLang="zh-CN" sz="2800" b="1" i="1">
                <a:latin typeface="Times New Roman" panose="02020603050405020304" pitchFamily="18" charset="0"/>
              </a:rPr>
              <a:t>i</a:t>
            </a:r>
            <a:r>
              <a:rPr kumimoji="1" lang="en-US" altLang="zh-CN" sz="2400" b="1" i="1">
                <a:latin typeface="Times New Roman" panose="02020603050405020304" pitchFamily="18" charset="0"/>
              </a:rPr>
              <a:t> </a:t>
            </a:r>
            <a:r>
              <a:rPr kumimoji="1" lang="zh-CN" altLang="en-US" sz="2400" b="1">
                <a:latin typeface="Times New Roman" panose="02020603050405020304" pitchFamily="18" charset="0"/>
              </a:rPr>
              <a:t>代入，得</a:t>
            </a:r>
            <a:endParaRPr kumimoji="1" lang="zh-CN" altLang="en-US" sz="2400">
              <a:latin typeface="Times New Roman" panose="02020603050405020304" pitchFamily="18" charset="0"/>
            </a:endParaRPr>
          </a:p>
        </p:txBody>
      </p:sp>
      <p:graphicFrame>
        <p:nvGraphicFramePr>
          <p:cNvPr id="637961" name="Object 9">
            <a:extLst>
              <a:ext uri="{FF2B5EF4-FFF2-40B4-BE49-F238E27FC236}">
                <a16:creationId xmlns:a16="http://schemas.microsoft.com/office/drawing/2014/main" id="{6A9D35FF-7894-4E92-81B3-5A12394E211F}"/>
              </a:ext>
            </a:extLst>
          </p:cNvPr>
          <p:cNvGraphicFramePr>
            <a:graphicFrameLocks noChangeAspect="1"/>
          </p:cNvGraphicFramePr>
          <p:nvPr/>
        </p:nvGraphicFramePr>
        <p:xfrm>
          <a:off x="1354138" y="3730625"/>
          <a:ext cx="5314950" cy="1141413"/>
        </p:xfrm>
        <a:graphic>
          <a:graphicData uri="http://schemas.openxmlformats.org/presentationml/2006/ole">
            <mc:AlternateContent xmlns:mc="http://schemas.openxmlformats.org/markup-compatibility/2006">
              <mc:Choice xmlns:v="urn:schemas-microsoft-com:vml" Requires="v">
                <p:oleObj spid="_x0000_s637986" name="Equation" r:id="rId8" imgW="2590560" imgH="533160" progId="Equation.3">
                  <p:embed/>
                </p:oleObj>
              </mc:Choice>
              <mc:Fallback>
                <p:oleObj name="Equation" r:id="rId8" imgW="2590560" imgH="53316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54138" y="3730625"/>
                        <a:ext cx="5314950" cy="1141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7962" name="Text Box 10">
            <a:extLst>
              <a:ext uri="{FF2B5EF4-FFF2-40B4-BE49-F238E27FC236}">
                <a16:creationId xmlns:a16="http://schemas.microsoft.com/office/drawing/2014/main" id="{1E316975-ED47-49FB-A824-3EF3F3D26B4E}"/>
              </a:ext>
            </a:extLst>
          </p:cNvPr>
          <p:cNvSpPr txBox="1">
            <a:spLocks noChangeArrowheads="1"/>
          </p:cNvSpPr>
          <p:nvPr/>
        </p:nvSpPr>
        <p:spPr bwMode="auto">
          <a:xfrm>
            <a:off x="368300" y="5511800"/>
            <a:ext cx="1727200" cy="457200"/>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1</a:t>
            </a:r>
            <a:r>
              <a:rPr kumimoji="1" lang="zh-CN" altLang="en-US" sz="2400" b="1">
                <a:latin typeface="Times New Roman" panose="02020603050405020304" pitchFamily="18" charset="0"/>
              </a:rPr>
              <a:t>）  </a:t>
            </a: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0</a:t>
            </a:r>
            <a:r>
              <a:rPr kumimoji="1" lang="en-US" altLang="zh-CN" sz="2400" b="1" baseline="30000">
                <a:latin typeface="Times New Roman" panose="02020603050405020304" pitchFamily="18" charset="0"/>
              </a:rPr>
              <a:t>2</a:t>
            </a:r>
            <a:endParaRPr kumimoji="1" lang="en-US" altLang="zh-CN" sz="2400" b="1">
              <a:latin typeface="Times New Roman" panose="02020603050405020304" pitchFamily="18" charset="0"/>
            </a:endParaRPr>
          </a:p>
        </p:txBody>
      </p:sp>
      <p:sp>
        <p:nvSpPr>
          <p:cNvPr id="637963" name="Text Box 11">
            <a:extLst>
              <a:ext uri="{FF2B5EF4-FFF2-40B4-BE49-F238E27FC236}">
                <a16:creationId xmlns:a16="http://schemas.microsoft.com/office/drawing/2014/main" id="{6448E58B-9D49-463F-A392-E48C6DE81481}"/>
              </a:ext>
            </a:extLst>
          </p:cNvPr>
          <p:cNvSpPr txBox="1">
            <a:spLocks noChangeArrowheads="1"/>
          </p:cNvSpPr>
          <p:nvPr/>
        </p:nvSpPr>
        <p:spPr bwMode="auto">
          <a:xfrm>
            <a:off x="2411413" y="5516563"/>
            <a:ext cx="262731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chemeClr val="accent2"/>
                </a:solidFill>
                <a:latin typeface="Times New Roman" panose="02020603050405020304" pitchFamily="18" charset="0"/>
              </a:rPr>
              <a:t>直流分量平方</a:t>
            </a:r>
          </a:p>
        </p:txBody>
      </p:sp>
      <p:graphicFrame>
        <p:nvGraphicFramePr>
          <p:cNvPr id="637964" name="Object 12">
            <a:extLst>
              <a:ext uri="{FF2B5EF4-FFF2-40B4-BE49-F238E27FC236}">
                <a16:creationId xmlns:a16="http://schemas.microsoft.com/office/drawing/2014/main" id="{CBA8B312-86E4-4E84-94B0-18BA4BB524DA}"/>
              </a:ext>
            </a:extLst>
          </p:cNvPr>
          <p:cNvGraphicFramePr>
            <a:graphicFrameLocks noChangeAspect="1"/>
          </p:cNvGraphicFramePr>
          <p:nvPr/>
        </p:nvGraphicFramePr>
        <p:xfrm>
          <a:off x="5256213" y="5408613"/>
          <a:ext cx="1681162" cy="809625"/>
        </p:xfrm>
        <a:graphic>
          <a:graphicData uri="http://schemas.openxmlformats.org/presentationml/2006/ole">
            <mc:AlternateContent xmlns:mc="http://schemas.openxmlformats.org/markup-compatibility/2006">
              <mc:Choice xmlns:v="urn:schemas-microsoft-com:vml" Requires="v">
                <p:oleObj spid="_x0000_s637987" name="Equation" r:id="rId10" imgW="952200" imgH="406080" progId="Equation.3">
                  <p:embed/>
                </p:oleObj>
              </mc:Choice>
              <mc:Fallback>
                <p:oleObj name="Equation" r:id="rId10" imgW="952200" imgH="406080"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56213" y="5408613"/>
                        <a:ext cx="1681162"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7965" name="Text Box 13">
            <a:extLst>
              <a:ext uri="{FF2B5EF4-FFF2-40B4-BE49-F238E27FC236}">
                <a16:creationId xmlns:a16="http://schemas.microsoft.com/office/drawing/2014/main" id="{D545E1EA-1A46-4FA4-9736-CD6B52DF332B}"/>
              </a:ext>
            </a:extLst>
          </p:cNvPr>
          <p:cNvSpPr txBox="1">
            <a:spLocks noChangeArrowheads="1"/>
          </p:cNvSpPr>
          <p:nvPr/>
        </p:nvSpPr>
        <p:spPr bwMode="auto">
          <a:xfrm>
            <a:off x="228600" y="4876800"/>
            <a:ext cx="55435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660066"/>
                </a:solidFill>
                <a:latin typeface="Times New Roman" panose="02020603050405020304" pitchFamily="18" charset="0"/>
              </a:rPr>
              <a:t>上式积分号中 </a:t>
            </a:r>
            <a:r>
              <a:rPr kumimoji="1" lang="en-US" altLang="zh-CN" sz="2400" b="1" i="1">
                <a:solidFill>
                  <a:srgbClr val="660066"/>
                </a:solidFill>
                <a:latin typeface="Times New Roman" panose="02020603050405020304" pitchFamily="18" charset="0"/>
              </a:rPr>
              <a:t>i</a:t>
            </a:r>
            <a:r>
              <a:rPr kumimoji="1" lang="en-US" altLang="zh-CN" sz="2400" b="1" baseline="30000">
                <a:solidFill>
                  <a:srgbClr val="660066"/>
                </a:solidFill>
                <a:latin typeface="Times New Roman" panose="02020603050405020304" pitchFamily="18" charset="0"/>
              </a:rPr>
              <a:t>2</a:t>
            </a:r>
            <a:r>
              <a:rPr kumimoji="1" lang="zh-CN" altLang="en-US" sz="2400" b="1">
                <a:solidFill>
                  <a:srgbClr val="660066"/>
                </a:solidFill>
                <a:latin typeface="Times New Roman" panose="02020603050405020304" pitchFamily="18" charset="0"/>
              </a:rPr>
              <a:t>项展开后有四种类型：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37955"/>
                                        </p:tgtEl>
                                        <p:attrNameLst>
                                          <p:attrName>style.visibility</p:attrName>
                                        </p:attrNameLst>
                                      </p:cBhvr>
                                      <p:to>
                                        <p:strVal val="visible"/>
                                      </p:to>
                                    </p:set>
                                    <p:animEffect transition="in" filter="dissolve">
                                      <p:cBhvr>
                                        <p:cTn id="7" dur="500"/>
                                        <p:tgtEl>
                                          <p:spTgt spid="6379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37956"/>
                                        </p:tgtEl>
                                        <p:attrNameLst>
                                          <p:attrName>style.visibility</p:attrName>
                                        </p:attrNameLst>
                                      </p:cBhvr>
                                      <p:to>
                                        <p:strVal val="visible"/>
                                      </p:to>
                                    </p:set>
                                    <p:animEffect transition="in" filter="dissolve">
                                      <p:cBhvr>
                                        <p:cTn id="12" dur="500"/>
                                        <p:tgtEl>
                                          <p:spTgt spid="637956"/>
                                        </p:tgtEl>
                                      </p:cBhvr>
                                    </p:animEffect>
                                  </p:childTnLst>
                                </p:cTn>
                              </p:par>
                            </p:childTnLst>
                          </p:cTn>
                        </p:par>
                        <p:par>
                          <p:cTn id="13" fill="hold" nodeType="afterGroup">
                            <p:stCondLst>
                              <p:cond delay="500"/>
                            </p:stCondLst>
                            <p:childTnLst>
                              <p:par>
                                <p:cTn id="14" presetID="9" presetClass="entr" presetSubtype="0" fill="hold" nodeType="afterEffect">
                                  <p:stCondLst>
                                    <p:cond delay="100"/>
                                  </p:stCondLst>
                                  <p:childTnLst>
                                    <p:set>
                                      <p:cBhvr>
                                        <p:cTn id="15" dur="1" fill="hold">
                                          <p:stCondLst>
                                            <p:cond delay="0"/>
                                          </p:stCondLst>
                                        </p:cTn>
                                        <p:tgtEl>
                                          <p:spTgt spid="637957"/>
                                        </p:tgtEl>
                                        <p:attrNameLst>
                                          <p:attrName>style.visibility</p:attrName>
                                        </p:attrNameLst>
                                      </p:cBhvr>
                                      <p:to>
                                        <p:strVal val="visible"/>
                                      </p:to>
                                    </p:set>
                                    <p:animEffect transition="in" filter="dissolve">
                                      <p:cBhvr>
                                        <p:cTn id="16" dur="500"/>
                                        <p:tgtEl>
                                          <p:spTgt spid="63795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37958"/>
                                        </p:tgtEl>
                                        <p:attrNameLst>
                                          <p:attrName>style.visibility</p:attrName>
                                        </p:attrNameLst>
                                      </p:cBhvr>
                                      <p:to>
                                        <p:strVal val="visible"/>
                                      </p:to>
                                    </p:set>
                                    <p:animEffect transition="in" filter="dissolve">
                                      <p:cBhvr>
                                        <p:cTn id="21" dur="500"/>
                                        <p:tgtEl>
                                          <p:spTgt spid="63795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637959"/>
                                        </p:tgtEl>
                                        <p:attrNameLst>
                                          <p:attrName>style.visibility</p:attrName>
                                        </p:attrNameLst>
                                      </p:cBhvr>
                                      <p:to>
                                        <p:strVal val="visible"/>
                                      </p:to>
                                    </p:set>
                                    <p:animEffect transition="in" filter="dissolve">
                                      <p:cBhvr>
                                        <p:cTn id="26" dur="500"/>
                                        <p:tgtEl>
                                          <p:spTgt spid="63795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637960"/>
                                        </p:tgtEl>
                                        <p:attrNameLst>
                                          <p:attrName>style.visibility</p:attrName>
                                        </p:attrNameLst>
                                      </p:cBhvr>
                                      <p:to>
                                        <p:strVal val="visible"/>
                                      </p:to>
                                    </p:set>
                                    <p:animEffect transition="in" filter="dissolve">
                                      <p:cBhvr>
                                        <p:cTn id="31" dur="500"/>
                                        <p:tgtEl>
                                          <p:spTgt spid="63796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nodeType="clickEffect">
                                  <p:stCondLst>
                                    <p:cond delay="0"/>
                                  </p:stCondLst>
                                  <p:childTnLst>
                                    <p:set>
                                      <p:cBhvr>
                                        <p:cTn id="35" dur="1" fill="hold">
                                          <p:stCondLst>
                                            <p:cond delay="0"/>
                                          </p:stCondLst>
                                        </p:cTn>
                                        <p:tgtEl>
                                          <p:spTgt spid="637961"/>
                                        </p:tgtEl>
                                        <p:attrNameLst>
                                          <p:attrName>style.visibility</p:attrName>
                                        </p:attrNameLst>
                                      </p:cBhvr>
                                      <p:to>
                                        <p:strVal val="visible"/>
                                      </p:to>
                                    </p:set>
                                    <p:animEffect transition="in" filter="dissolve">
                                      <p:cBhvr>
                                        <p:cTn id="36" dur="500"/>
                                        <p:tgtEl>
                                          <p:spTgt spid="63796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37965">
                                            <p:txEl>
                                              <p:pRg st="0" end="0"/>
                                            </p:txEl>
                                          </p:spTgt>
                                        </p:tgtEl>
                                        <p:attrNameLst>
                                          <p:attrName>style.visibility</p:attrName>
                                        </p:attrNameLst>
                                      </p:cBhvr>
                                      <p:to>
                                        <p:strVal val="visible"/>
                                      </p:to>
                                    </p:set>
                                    <p:animEffect transition="in" filter="wipe(left)">
                                      <p:cBhvr>
                                        <p:cTn id="41" dur="500"/>
                                        <p:tgtEl>
                                          <p:spTgt spid="637965">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6" presetClass="entr" presetSubtype="37" fill="hold" grpId="0" nodeType="clickEffect">
                                  <p:stCondLst>
                                    <p:cond delay="0"/>
                                  </p:stCondLst>
                                  <p:childTnLst>
                                    <p:set>
                                      <p:cBhvr>
                                        <p:cTn id="45" dur="1" fill="hold">
                                          <p:stCondLst>
                                            <p:cond delay="0"/>
                                          </p:stCondLst>
                                        </p:cTn>
                                        <p:tgtEl>
                                          <p:spTgt spid="637962"/>
                                        </p:tgtEl>
                                        <p:attrNameLst>
                                          <p:attrName>style.visibility</p:attrName>
                                        </p:attrNameLst>
                                      </p:cBhvr>
                                      <p:to>
                                        <p:strVal val="visible"/>
                                      </p:to>
                                    </p:set>
                                    <p:animEffect transition="in" filter="barn(outVertical)">
                                      <p:cBhvr>
                                        <p:cTn id="46" dur="500"/>
                                        <p:tgtEl>
                                          <p:spTgt spid="637962"/>
                                        </p:tgtEl>
                                      </p:cBhvr>
                                    </p:animEffect>
                                  </p:childTnLst>
                                </p:cTn>
                              </p:par>
                            </p:childTnLst>
                          </p:cTn>
                        </p:par>
                        <p:par>
                          <p:cTn id="47" fill="hold" nodeType="afterGroup">
                            <p:stCondLst>
                              <p:cond delay="500"/>
                            </p:stCondLst>
                            <p:childTnLst>
                              <p:par>
                                <p:cTn id="48" presetID="16" presetClass="entr" presetSubtype="37" fill="hold" grpId="0" nodeType="afterEffect">
                                  <p:stCondLst>
                                    <p:cond delay="0"/>
                                  </p:stCondLst>
                                  <p:childTnLst>
                                    <p:set>
                                      <p:cBhvr>
                                        <p:cTn id="49" dur="1" fill="hold">
                                          <p:stCondLst>
                                            <p:cond delay="0"/>
                                          </p:stCondLst>
                                        </p:cTn>
                                        <p:tgtEl>
                                          <p:spTgt spid="637963"/>
                                        </p:tgtEl>
                                        <p:attrNameLst>
                                          <p:attrName>style.visibility</p:attrName>
                                        </p:attrNameLst>
                                      </p:cBhvr>
                                      <p:to>
                                        <p:strVal val="visible"/>
                                      </p:to>
                                    </p:set>
                                    <p:animEffect transition="in" filter="barn(outVertical)">
                                      <p:cBhvr>
                                        <p:cTn id="50" dur="500"/>
                                        <p:tgtEl>
                                          <p:spTgt spid="637963"/>
                                        </p:tgtEl>
                                      </p:cBhvr>
                                    </p:animEffect>
                                  </p:childTnLst>
                                </p:cTn>
                              </p:par>
                            </p:childTnLst>
                          </p:cTn>
                        </p:par>
                        <p:par>
                          <p:cTn id="51" fill="hold" nodeType="afterGroup">
                            <p:stCondLst>
                              <p:cond delay="1000"/>
                            </p:stCondLst>
                            <p:childTnLst>
                              <p:par>
                                <p:cTn id="52" presetID="16" presetClass="entr" presetSubtype="37" fill="hold" nodeType="afterEffect">
                                  <p:stCondLst>
                                    <p:cond delay="0"/>
                                  </p:stCondLst>
                                  <p:childTnLst>
                                    <p:set>
                                      <p:cBhvr>
                                        <p:cTn id="53" dur="1" fill="hold">
                                          <p:stCondLst>
                                            <p:cond delay="0"/>
                                          </p:stCondLst>
                                        </p:cTn>
                                        <p:tgtEl>
                                          <p:spTgt spid="637964"/>
                                        </p:tgtEl>
                                        <p:attrNameLst>
                                          <p:attrName>style.visibility</p:attrName>
                                        </p:attrNameLst>
                                      </p:cBhvr>
                                      <p:to>
                                        <p:strVal val="visible"/>
                                      </p:to>
                                    </p:set>
                                    <p:animEffect transition="in" filter="barn(outVertical)">
                                      <p:cBhvr>
                                        <p:cTn id="54" dur="500"/>
                                        <p:tgtEl>
                                          <p:spTgt spid="637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55" grpId="0" autoUpdateAnimBg="0"/>
      <p:bldP spid="637956" grpId="0" autoUpdateAnimBg="0"/>
      <p:bldP spid="637958" grpId="0" autoUpdateAnimBg="0"/>
      <p:bldP spid="637960" grpId="0" autoUpdateAnimBg="0"/>
      <p:bldP spid="637962" grpId="0" autoUpdateAnimBg="0"/>
      <p:bldP spid="637963" grpId="0" autoUpdateAnimBg="0"/>
      <p:bldP spid="637965"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8" name="Text Box 2">
            <a:extLst>
              <a:ext uri="{FF2B5EF4-FFF2-40B4-BE49-F238E27FC236}">
                <a16:creationId xmlns:a16="http://schemas.microsoft.com/office/drawing/2014/main" id="{68CF2719-644D-4CA1-AA14-E587D2EB4B4D}"/>
              </a:ext>
            </a:extLst>
          </p:cNvPr>
          <p:cNvSpPr txBox="1">
            <a:spLocks noChangeArrowheads="1"/>
          </p:cNvSpPr>
          <p:nvPr/>
        </p:nvSpPr>
        <p:spPr bwMode="auto">
          <a:xfrm>
            <a:off x="6629400" y="2227263"/>
            <a:ext cx="213360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solidFill>
                  <a:schemeClr val="accent2"/>
                </a:solidFill>
                <a:latin typeface="Times New Roman" panose="02020603050405020304" pitchFamily="18" charset="0"/>
              </a:rPr>
              <a:t>直流分量与各</a:t>
            </a:r>
          </a:p>
          <a:p>
            <a:pPr algn="l">
              <a:spcBef>
                <a:spcPct val="0"/>
              </a:spcBef>
            </a:pPr>
            <a:r>
              <a:rPr kumimoji="1" lang="zh-CN" altLang="en-US" sz="2400" b="1">
                <a:solidFill>
                  <a:schemeClr val="accent2"/>
                </a:solidFill>
                <a:latin typeface="Times New Roman" panose="02020603050405020304" pitchFamily="18" charset="0"/>
              </a:rPr>
              <a:t>次谐波乘积</a:t>
            </a:r>
            <a:endParaRPr kumimoji="1" lang="zh-CN" altLang="en-US" sz="2400">
              <a:solidFill>
                <a:schemeClr val="accent2"/>
              </a:solidFill>
              <a:latin typeface="Times New Roman" panose="02020603050405020304" pitchFamily="18" charset="0"/>
            </a:endParaRPr>
          </a:p>
        </p:txBody>
      </p:sp>
      <p:graphicFrame>
        <p:nvGraphicFramePr>
          <p:cNvPr id="638979" name="Object 3">
            <a:extLst>
              <a:ext uri="{FF2B5EF4-FFF2-40B4-BE49-F238E27FC236}">
                <a16:creationId xmlns:a16="http://schemas.microsoft.com/office/drawing/2014/main" id="{D7433AC2-DBD6-4A7C-B76E-31A4B5616480}"/>
              </a:ext>
            </a:extLst>
          </p:cNvPr>
          <p:cNvGraphicFramePr>
            <a:graphicFrameLocks noChangeAspect="1"/>
          </p:cNvGraphicFramePr>
          <p:nvPr/>
        </p:nvGraphicFramePr>
        <p:xfrm>
          <a:off x="1093788" y="965200"/>
          <a:ext cx="4672012" cy="838200"/>
        </p:xfrm>
        <a:graphic>
          <a:graphicData uri="http://schemas.openxmlformats.org/presentationml/2006/ole">
            <mc:AlternateContent xmlns:mc="http://schemas.openxmlformats.org/markup-compatibility/2006">
              <mc:Choice xmlns:v="urn:schemas-microsoft-com:vml" Requires="v">
                <p:oleObj spid="_x0000_s639025" name="Equation" r:id="rId4" imgW="2336760" imgH="419040" progId="Equation.3">
                  <p:embed/>
                </p:oleObj>
              </mc:Choice>
              <mc:Fallback>
                <p:oleObj name="Equation" r:id="rId4" imgW="2336760" imgH="41904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3788" y="965200"/>
                        <a:ext cx="4672012"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8980" name="Object 4">
            <a:extLst>
              <a:ext uri="{FF2B5EF4-FFF2-40B4-BE49-F238E27FC236}">
                <a16:creationId xmlns:a16="http://schemas.microsoft.com/office/drawing/2014/main" id="{7E521180-3CE7-4F5E-BE34-2D904904674F}"/>
              </a:ext>
            </a:extLst>
          </p:cNvPr>
          <p:cNvGraphicFramePr>
            <a:graphicFrameLocks noChangeAspect="1"/>
          </p:cNvGraphicFramePr>
          <p:nvPr/>
        </p:nvGraphicFramePr>
        <p:xfrm>
          <a:off x="1173163" y="3009900"/>
          <a:ext cx="4468812" cy="863600"/>
        </p:xfrm>
        <a:graphic>
          <a:graphicData uri="http://schemas.openxmlformats.org/presentationml/2006/ole">
            <mc:AlternateContent xmlns:mc="http://schemas.openxmlformats.org/markup-compatibility/2006">
              <mc:Choice xmlns:v="urn:schemas-microsoft-com:vml" Requires="v">
                <p:oleObj spid="_x0000_s639026" name="Equation" r:id="rId6" imgW="2234880" imgH="431640" progId="Equation.DSMT4">
                  <p:embed/>
                </p:oleObj>
              </mc:Choice>
              <mc:Fallback>
                <p:oleObj name="Equation" r:id="rId6" imgW="2234880" imgH="43164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73163" y="3009900"/>
                        <a:ext cx="4468812"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8981" name="Object 5">
            <a:extLst>
              <a:ext uri="{FF2B5EF4-FFF2-40B4-BE49-F238E27FC236}">
                <a16:creationId xmlns:a16="http://schemas.microsoft.com/office/drawing/2014/main" id="{9A25F349-C5CE-4FF5-AF9B-E897EB36A7F1}"/>
              </a:ext>
            </a:extLst>
          </p:cNvPr>
          <p:cNvGraphicFramePr>
            <a:graphicFrameLocks noChangeAspect="1"/>
          </p:cNvGraphicFramePr>
          <p:nvPr/>
        </p:nvGraphicFramePr>
        <p:xfrm>
          <a:off x="1068388" y="5175250"/>
          <a:ext cx="5916612" cy="812800"/>
        </p:xfrm>
        <a:graphic>
          <a:graphicData uri="http://schemas.openxmlformats.org/presentationml/2006/ole">
            <mc:AlternateContent xmlns:mc="http://schemas.openxmlformats.org/markup-compatibility/2006">
              <mc:Choice xmlns:v="urn:schemas-microsoft-com:vml" Requires="v">
                <p:oleObj spid="_x0000_s639027" name="Equation" r:id="rId8" imgW="2958840" imgH="406080" progId="Equation.DSMT4">
                  <p:embed/>
                </p:oleObj>
              </mc:Choice>
              <mc:Fallback>
                <p:oleObj name="Equation" r:id="rId8" imgW="2958840" imgH="40608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8388" y="5175250"/>
                        <a:ext cx="5916612"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8982" name="Text Box 6">
            <a:extLst>
              <a:ext uri="{FF2B5EF4-FFF2-40B4-BE49-F238E27FC236}">
                <a16:creationId xmlns:a16="http://schemas.microsoft.com/office/drawing/2014/main" id="{D1DC8DA7-F1A8-42C0-9E2E-B579CC060B3F}"/>
              </a:ext>
            </a:extLst>
          </p:cNvPr>
          <p:cNvSpPr txBox="1">
            <a:spLocks noChangeArrowheads="1"/>
          </p:cNvSpPr>
          <p:nvPr/>
        </p:nvSpPr>
        <p:spPr bwMode="auto">
          <a:xfrm>
            <a:off x="6737350" y="4089400"/>
            <a:ext cx="240665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solidFill>
                  <a:schemeClr val="accent2"/>
                </a:solidFill>
                <a:latin typeface="Times New Roman" panose="02020603050405020304" pitchFamily="18" charset="0"/>
              </a:rPr>
              <a:t>（不同频率各次</a:t>
            </a:r>
          </a:p>
          <a:p>
            <a:pPr algn="l">
              <a:spcBef>
                <a:spcPct val="0"/>
              </a:spcBef>
            </a:pPr>
            <a:r>
              <a:rPr kumimoji="1" lang="zh-CN" altLang="en-US" sz="2400" b="1">
                <a:solidFill>
                  <a:schemeClr val="accent2"/>
                </a:solidFill>
                <a:latin typeface="Times New Roman" panose="02020603050405020304" pitchFamily="18" charset="0"/>
              </a:rPr>
              <a:t>谐波两两相乘）</a:t>
            </a:r>
            <a:endParaRPr kumimoji="1" lang="zh-CN" altLang="en-US" sz="2400">
              <a:solidFill>
                <a:schemeClr val="accent2"/>
              </a:solidFill>
              <a:latin typeface="Times New Roman" panose="02020603050405020304" pitchFamily="18" charset="0"/>
            </a:endParaRPr>
          </a:p>
        </p:txBody>
      </p:sp>
      <p:grpSp>
        <p:nvGrpSpPr>
          <p:cNvPr id="638983" name="Group 7">
            <a:extLst>
              <a:ext uri="{FF2B5EF4-FFF2-40B4-BE49-F238E27FC236}">
                <a16:creationId xmlns:a16="http://schemas.microsoft.com/office/drawing/2014/main" id="{B447BCD8-DB7F-4F70-9CFE-88C50DF35169}"/>
              </a:ext>
            </a:extLst>
          </p:cNvPr>
          <p:cNvGrpSpPr>
            <a:grpSpLocks/>
          </p:cNvGrpSpPr>
          <p:nvPr/>
        </p:nvGrpSpPr>
        <p:grpSpPr bwMode="auto">
          <a:xfrm>
            <a:off x="228600" y="304800"/>
            <a:ext cx="5614988" cy="554038"/>
            <a:chOff x="144" y="192"/>
            <a:chExt cx="3537" cy="349"/>
          </a:xfrm>
        </p:grpSpPr>
        <p:sp>
          <p:nvSpPr>
            <p:cNvPr id="638984" name="Text Box 8">
              <a:extLst>
                <a:ext uri="{FF2B5EF4-FFF2-40B4-BE49-F238E27FC236}">
                  <a16:creationId xmlns:a16="http://schemas.microsoft.com/office/drawing/2014/main" id="{2645661C-896A-4B27-B7E9-A1DC311D651C}"/>
                </a:ext>
              </a:extLst>
            </p:cNvPr>
            <p:cNvSpPr txBox="1">
              <a:spLocks noChangeArrowheads="1"/>
            </p:cNvSpPr>
            <p:nvPr/>
          </p:nvSpPr>
          <p:spPr bwMode="auto">
            <a:xfrm>
              <a:off x="144" y="240"/>
              <a:ext cx="480" cy="288"/>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2</a:t>
              </a:r>
              <a:r>
                <a:rPr kumimoji="1" lang="zh-CN" altLang="en-US" sz="2400" b="1">
                  <a:latin typeface="Times New Roman" panose="02020603050405020304" pitchFamily="18" charset="0"/>
                </a:rPr>
                <a:t>）</a:t>
              </a:r>
            </a:p>
          </p:txBody>
        </p:sp>
        <p:graphicFrame>
          <p:nvGraphicFramePr>
            <p:cNvPr id="638985" name="Object 9">
              <a:extLst>
                <a:ext uri="{FF2B5EF4-FFF2-40B4-BE49-F238E27FC236}">
                  <a16:creationId xmlns:a16="http://schemas.microsoft.com/office/drawing/2014/main" id="{18D31499-2D84-4110-A323-2CECE9A7454D}"/>
                </a:ext>
              </a:extLst>
            </p:cNvPr>
            <p:cNvGraphicFramePr>
              <a:graphicFrameLocks noChangeAspect="1"/>
            </p:cNvGraphicFramePr>
            <p:nvPr/>
          </p:nvGraphicFramePr>
          <p:xfrm>
            <a:off x="714" y="192"/>
            <a:ext cx="2967" cy="349"/>
          </p:xfrm>
          <a:graphic>
            <a:graphicData uri="http://schemas.openxmlformats.org/presentationml/2006/ole">
              <mc:AlternateContent xmlns:mc="http://schemas.openxmlformats.org/markup-compatibility/2006">
                <mc:Choice xmlns:v="urn:schemas-microsoft-com:vml" Requires="v">
                  <p:oleObj spid="_x0000_s639028" name="Equation" r:id="rId10" imgW="2057400" imgH="241200" progId="Equation.3">
                    <p:embed/>
                  </p:oleObj>
                </mc:Choice>
                <mc:Fallback>
                  <p:oleObj name="Equation" r:id="rId10" imgW="2057400" imgH="2412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4" y="192"/>
                          <a:ext cx="2967"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8986" name="Rectangle 10">
            <a:extLst>
              <a:ext uri="{FF2B5EF4-FFF2-40B4-BE49-F238E27FC236}">
                <a16:creationId xmlns:a16="http://schemas.microsoft.com/office/drawing/2014/main" id="{90431844-90E2-43CB-A98E-4BB9640D801F}"/>
              </a:ext>
            </a:extLst>
          </p:cNvPr>
          <p:cNvSpPr>
            <a:spLocks noChangeArrowheads="1"/>
          </p:cNvSpPr>
          <p:nvPr/>
        </p:nvSpPr>
        <p:spPr bwMode="auto">
          <a:xfrm>
            <a:off x="6073775" y="355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zh-CN" altLang="en-US" sz="2400" b="1">
                <a:solidFill>
                  <a:schemeClr val="accent2"/>
                </a:solidFill>
                <a:latin typeface="Times New Roman" panose="02020603050405020304" pitchFamily="18" charset="0"/>
              </a:rPr>
              <a:t>各次谐波分量平方</a:t>
            </a:r>
          </a:p>
        </p:txBody>
      </p:sp>
      <p:grpSp>
        <p:nvGrpSpPr>
          <p:cNvPr id="638987" name="Group 11">
            <a:extLst>
              <a:ext uri="{FF2B5EF4-FFF2-40B4-BE49-F238E27FC236}">
                <a16:creationId xmlns:a16="http://schemas.microsoft.com/office/drawing/2014/main" id="{7F572B96-4AAD-4908-8E8A-296E228853E1}"/>
              </a:ext>
            </a:extLst>
          </p:cNvPr>
          <p:cNvGrpSpPr>
            <a:grpSpLocks/>
          </p:cNvGrpSpPr>
          <p:nvPr/>
        </p:nvGrpSpPr>
        <p:grpSpPr bwMode="auto">
          <a:xfrm>
            <a:off x="266700" y="2303463"/>
            <a:ext cx="6211888" cy="554037"/>
            <a:chOff x="168" y="1451"/>
            <a:chExt cx="3913" cy="349"/>
          </a:xfrm>
        </p:grpSpPr>
        <p:sp>
          <p:nvSpPr>
            <p:cNvPr id="638988" name="Text Box 12">
              <a:extLst>
                <a:ext uri="{FF2B5EF4-FFF2-40B4-BE49-F238E27FC236}">
                  <a16:creationId xmlns:a16="http://schemas.microsoft.com/office/drawing/2014/main" id="{6771601F-2215-4E51-BF8D-B38E04094386}"/>
                </a:ext>
              </a:extLst>
            </p:cNvPr>
            <p:cNvSpPr txBox="1">
              <a:spLocks noChangeArrowheads="1"/>
            </p:cNvSpPr>
            <p:nvPr/>
          </p:nvSpPr>
          <p:spPr bwMode="auto">
            <a:xfrm>
              <a:off x="168" y="1464"/>
              <a:ext cx="484" cy="288"/>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3</a:t>
              </a:r>
              <a:r>
                <a:rPr kumimoji="1" lang="zh-CN" altLang="en-US" sz="2400" b="1">
                  <a:latin typeface="Times New Roman" panose="02020603050405020304" pitchFamily="18" charset="0"/>
                </a:rPr>
                <a:t>）</a:t>
              </a:r>
            </a:p>
          </p:txBody>
        </p:sp>
        <p:graphicFrame>
          <p:nvGraphicFramePr>
            <p:cNvPr id="638989" name="Object 13">
              <a:extLst>
                <a:ext uri="{FF2B5EF4-FFF2-40B4-BE49-F238E27FC236}">
                  <a16:creationId xmlns:a16="http://schemas.microsoft.com/office/drawing/2014/main" id="{FB090A83-4143-48C7-9C99-5D9B39D2CCAE}"/>
                </a:ext>
              </a:extLst>
            </p:cNvPr>
            <p:cNvGraphicFramePr>
              <a:graphicFrameLocks noChangeAspect="1"/>
            </p:cNvGraphicFramePr>
            <p:nvPr/>
          </p:nvGraphicFramePr>
          <p:xfrm>
            <a:off x="755" y="1451"/>
            <a:ext cx="3326" cy="349"/>
          </p:xfrm>
          <a:graphic>
            <a:graphicData uri="http://schemas.openxmlformats.org/presentationml/2006/ole">
              <mc:AlternateContent xmlns:mc="http://schemas.openxmlformats.org/markup-compatibility/2006">
                <mc:Choice xmlns:v="urn:schemas-microsoft-com:vml" Requires="v">
                  <p:oleObj spid="_x0000_s639029" name="Equation" r:id="rId12" imgW="2171520" imgH="228600" progId="Equation.3">
                    <p:embed/>
                  </p:oleObj>
                </mc:Choice>
                <mc:Fallback>
                  <p:oleObj name="Equation" r:id="rId12" imgW="2171520" imgH="228600"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5" y="1451"/>
                          <a:ext cx="3326"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38990" name="Group 14">
            <a:extLst>
              <a:ext uri="{FF2B5EF4-FFF2-40B4-BE49-F238E27FC236}">
                <a16:creationId xmlns:a16="http://schemas.microsoft.com/office/drawing/2014/main" id="{C31A64EC-9F2F-43AA-B303-EF0962758EED}"/>
              </a:ext>
            </a:extLst>
          </p:cNvPr>
          <p:cNvGrpSpPr>
            <a:grpSpLocks/>
          </p:cNvGrpSpPr>
          <p:nvPr/>
        </p:nvGrpSpPr>
        <p:grpSpPr bwMode="auto">
          <a:xfrm>
            <a:off x="292100" y="4057650"/>
            <a:ext cx="6346825" cy="1012825"/>
            <a:chOff x="184" y="2556"/>
            <a:chExt cx="3998" cy="638"/>
          </a:xfrm>
        </p:grpSpPr>
        <p:graphicFrame>
          <p:nvGraphicFramePr>
            <p:cNvPr id="638991" name="Object 15">
              <a:extLst>
                <a:ext uri="{FF2B5EF4-FFF2-40B4-BE49-F238E27FC236}">
                  <a16:creationId xmlns:a16="http://schemas.microsoft.com/office/drawing/2014/main" id="{586124E6-4C51-43BD-BD85-7ABFDE7C51D2}"/>
                </a:ext>
              </a:extLst>
            </p:cNvPr>
            <p:cNvGraphicFramePr>
              <a:graphicFrameLocks noChangeAspect="1"/>
            </p:cNvGraphicFramePr>
            <p:nvPr/>
          </p:nvGraphicFramePr>
          <p:xfrm>
            <a:off x="778" y="2912"/>
            <a:ext cx="2998" cy="282"/>
          </p:xfrm>
          <a:graphic>
            <a:graphicData uri="http://schemas.openxmlformats.org/presentationml/2006/ole">
              <mc:AlternateContent xmlns:mc="http://schemas.openxmlformats.org/markup-compatibility/2006">
                <mc:Choice xmlns:v="urn:schemas-microsoft-com:vml" Requires="v">
                  <p:oleObj spid="_x0000_s639030" name="Equation" r:id="rId14" imgW="2197080" imgH="203040" progId="Equation.3">
                    <p:embed/>
                  </p:oleObj>
                </mc:Choice>
                <mc:Fallback>
                  <p:oleObj name="Equation" r:id="rId14" imgW="2197080" imgH="203040" progId="Equation.3">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8" y="2912"/>
                          <a:ext cx="2998"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8992" name="Group 16">
              <a:extLst>
                <a:ext uri="{FF2B5EF4-FFF2-40B4-BE49-F238E27FC236}">
                  <a16:creationId xmlns:a16="http://schemas.microsoft.com/office/drawing/2014/main" id="{2F06DB12-B40B-40A0-868B-A85E084008BF}"/>
                </a:ext>
              </a:extLst>
            </p:cNvPr>
            <p:cNvGrpSpPr>
              <a:grpSpLocks/>
            </p:cNvGrpSpPr>
            <p:nvPr/>
          </p:nvGrpSpPr>
          <p:grpSpPr bwMode="auto">
            <a:xfrm>
              <a:off x="184" y="2556"/>
              <a:ext cx="3998" cy="374"/>
              <a:chOff x="184" y="2556"/>
              <a:chExt cx="3998" cy="374"/>
            </a:xfrm>
          </p:grpSpPr>
          <p:sp>
            <p:nvSpPr>
              <p:cNvPr id="638993" name="Text Box 17">
                <a:extLst>
                  <a:ext uri="{FF2B5EF4-FFF2-40B4-BE49-F238E27FC236}">
                    <a16:creationId xmlns:a16="http://schemas.microsoft.com/office/drawing/2014/main" id="{179B7000-7568-4A40-830F-AED8FE9FED72}"/>
                  </a:ext>
                </a:extLst>
              </p:cNvPr>
              <p:cNvSpPr txBox="1">
                <a:spLocks noChangeArrowheads="1"/>
              </p:cNvSpPr>
              <p:nvPr/>
            </p:nvSpPr>
            <p:spPr bwMode="auto">
              <a:xfrm>
                <a:off x="184" y="2592"/>
                <a:ext cx="620" cy="288"/>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4</a:t>
                </a:r>
                <a:r>
                  <a:rPr kumimoji="1" lang="zh-CN" altLang="en-US" sz="2400" b="1">
                    <a:latin typeface="Times New Roman" panose="02020603050405020304" pitchFamily="18" charset="0"/>
                  </a:rPr>
                  <a:t>）</a:t>
                </a:r>
              </a:p>
            </p:txBody>
          </p:sp>
          <p:graphicFrame>
            <p:nvGraphicFramePr>
              <p:cNvPr id="638994" name="Object 18">
                <a:extLst>
                  <a:ext uri="{FF2B5EF4-FFF2-40B4-BE49-F238E27FC236}">
                    <a16:creationId xmlns:a16="http://schemas.microsoft.com/office/drawing/2014/main" id="{83C3FC83-F0FF-4A8D-9F24-EA9E3F5A88B0}"/>
                  </a:ext>
                </a:extLst>
              </p:cNvPr>
              <p:cNvGraphicFramePr>
                <a:graphicFrameLocks noChangeAspect="1"/>
              </p:cNvGraphicFramePr>
              <p:nvPr/>
            </p:nvGraphicFramePr>
            <p:xfrm>
              <a:off x="746" y="2556"/>
              <a:ext cx="3436" cy="374"/>
            </p:xfrm>
            <a:graphic>
              <a:graphicData uri="http://schemas.openxmlformats.org/presentationml/2006/ole">
                <mc:AlternateContent xmlns:mc="http://schemas.openxmlformats.org/markup-compatibility/2006">
                  <mc:Choice xmlns:v="urn:schemas-microsoft-com:vml" Requires="v">
                    <p:oleObj spid="_x0000_s639031" name="Equation" r:id="rId16" imgW="2209680" imgH="241200" progId="Equation.3">
                      <p:embed/>
                    </p:oleObj>
                  </mc:Choice>
                  <mc:Fallback>
                    <p:oleObj name="Equation" r:id="rId16" imgW="2209680" imgH="241200" progId="Equation.3">
                      <p:embed/>
                      <p:pic>
                        <p:nvPicPr>
                          <p:cNvPr id="0"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46" y="2556"/>
                            <a:ext cx="3436" cy="3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8986">
                                            <p:txEl>
                                              <p:pRg st="0" end="0"/>
                                            </p:txEl>
                                          </p:spTgt>
                                        </p:tgtEl>
                                        <p:attrNameLst>
                                          <p:attrName>style.visibility</p:attrName>
                                        </p:attrNameLst>
                                      </p:cBhvr>
                                      <p:to>
                                        <p:strVal val="visible"/>
                                      </p:to>
                                    </p:set>
                                    <p:animEffect transition="in" filter="wipe(left)">
                                      <p:cBhvr>
                                        <p:cTn id="7" dur="500"/>
                                        <p:tgtEl>
                                          <p:spTgt spid="638986">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638979"/>
                                        </p:tgtEl>
                                        <p:attrNameLst>
                                          <p:attrName>style.visibility</p:attrName>
                                        </p:attrNameLst>
                                      </p:cBhvr>
                                      <p:to>
                                        <p:strVal val="visible"/>
                                      </p:to>
                                    </p:set>
                                    <p:animEffect transition="in" filter="wipe(left)">
                                      <p:cBhvr>
                                        <p:cTn id="11" dur="500"/>
                                        <p:tgtEl>
                                          <p:spTgt spid="63897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638987"/>
                                        </p:tgtEl>
                                        <p:attrNameLst>
                                          <p:attrName>style.visibility</p:attrName>
                                        </p:attrNameLst>
                                      </p:cBhvr>
                                      <p:to>
                                        <p:strVal val="visible"/>
                                      </p:to>
                                    </p:set>
                                    <p:animEffect transition="in" filter="wipe(left)">
                                      <p:cBhvr>
                                        <p:cTn id="16" dur="500"/>
                                        <p:tgtEl>
                                          <p:spTgt spid="638987"/>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638978">
                                            <p:txEl>
                                              <p:pRg st="0" end="0"/>
                                            </p:txEl>
                                          </p:spTgt>
                                        </p:tgtEl>
                                        <p:attrNameLst>
                                          <p:attrName>style.visibility</p:attrName>
                                        </p:attrNameLst>
                                      </p:cBhvr>
                                      <p:to>
                                        <p:strVal val="visible"/>
                                      </p:to>
                                    </p:set>
                                    <p:animEffect transition="in" filter="wipe(left)">
                                      <p:cBhvr>
                                        <p:cTn id="20" dur="500"/>
                                        <p:tgtEl>
                                          <p:spTgt spid="638978">
                                            <p:txEl>
                                              <p:pRg st="0" end="0"/>
                                            </p:txEl>
                                          </p:spTgt>
                                        </p:tgtEl>
                                      </p:cBhvr>
                                    </p:animEffect>
                                  </p:childTnLst>
                                </p:cTn>
                              </p:par>
                            </p:childTnLst>
                          </p:cTn>
                        </p:par>
                        <p:par>
                          <p:cTn id="21" fill="hold" nodeType="afterGroup">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638978">
                                            <p:txEl>
                                              <p:pRg st="1" end="1"/>
                                            </p:txEl>
                                          </p:spTgt>
                                        </p:tgtEl>
                                        <p:attrNameLst>
                                          <p:attrName>style.visibility</p:attrName>
                                        </p:attrNameLst>
                                      </p:cBhvr>
                                      <p:to>
                                        <p:strVal val="visible"/>
                                      </p:to>
                                    </p:set>
                                    <p:animEffect transition="in" filter="wipe(left)">
                                      <p:cBhvr>
                                        <p:cTn id="24" dur="500"/>
                                        <p:tgtEl>
                                          <p:spTgt spid="638978">
                                            <p:txEl>
                                              <p:pRg st="1" end="1"/>
                                            </p:txEl>
                                          </p:spTgt>
                                        </p:tgtEl>
                                      </p:cBhvr>
                                    </p:animEffect>
                                  </p:childTnLst>
                                </p:cTn>
                              </p:par>
                            </p:childTnLst>
                          </p:cTn>
                        </p:par>
                        <p:par>
                          <p:cTn id="25" fill="hold" nodeType="afterGroup">
                            <p:stCondLst>
                              <p:cond delay="1500"/>
                            </p:stCondLst>
                            <p:childTnLst>
                              <p:par>
                                <p:cTn id="26" presetID="22" presetClass="entr" presetSubtype="8" fill="hold" nodeType="afterEffect">
                                  <p:stCondLst>
                                    <p:cond delay="0"/>
                                  </p:stCondLst>
                                  <p:childTnLst>
                                    <p:set>
                                      <p:cBhvr>
                                        <p:cTn id="27" dur="1" fill="hold">
                                          <p:stCondLst>
                                            <p:cond delay="0"/>
                                          </p:stCondLst>
                                        </p:cTn>
                                        <p:tgtEl>
                                          <p:spTgt spid="638980"/>
                                        </p:tgtEl>
                                        <p:attrNameLst>
                                          <p:attrName>style.visibility</p:attrName>
                                        </p:attrNameLst>
                                      </p:cBhvr>
                                      <p:to>
                                        <p:strVal val="visible"/>
                                      </p:to>
                                    </p:set>
                                    <p:animEffect transition="in" filter="wipe(left)">
                                      <p:cBhvr>
                                        <p:cTn id="28" dur="500"/>
                                        <p:tgtEl>
                                          <p:spTgt spid="63898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638990"/>
                                        </p:tgtEl>
                                        <p:attrNameLst>
                                          <p:attrName>style.visibility</p:attrName>
                                        </p:attrNameLst>
                                      </p:cBhvr>
                                      <p:to>
                                        <p:strVal val="visible"/>
                                      </p:to>
                                    </p:set>
                                    <p:animEffect transition="in" filter="wipe(left)">
                                      <p:cBhvr>
                                        <p:cTn id="33" dur="500"/>
                                        <p:tgtEl>
                                          <p:spTgt spid="638990"/>
                                        </p:tgtEl>
                                      </p:cBhvr>
                                    </p:animEffect>
                                  </p:childTnLst>
                                </p:cTn>
                              </p:par>
                            </p:childTnLst>
                          </p:cTn>
                        </p:par>
                        <p:par>
                          <p:cTn id="34" fill="hold" nodeType="afterGroup">
                            <p:stCondLst>
                              <p:cond delay="500"/>
                            </p:stCondLst>
                            <p:childTnLst>
                              <p:par>
                                <p:cTn id="35" presetID="2" presetClass="entr" presetSubtype="2" fill="hold" grpId="0" nodeType="afterEffect">
                                  <p:stCondLst>
                                    <p:cond delay="0"/>
                                  </p:stCondLst>
                                  <p:childTnLst>
                                    <p:set>
                                      <p:cBhvr>
                                        <p:cTn id="36" dur="1" fill="hold">
                                          <p:stCondLst>
                                            <p:cond delay="0"/>
                                          </p:stCondLst>
                                        </p:cTn>
                                        <p:tgtEl>
                                          <p:spTgt spid="638982"/>
                                        </p:tgtEl>
                                        <p:attrNameLst>
                                          <p:attrName>style.visibility</p:attrName>
                                        </p:attrNameLst>
                                      </p:cBhvr>
                                      <p:to>
                                        <p:strVal val="visible"/>
                                      </p:to>
                                    </p:set>
                                    <p:anim calcmode="lin" valueType="num">
                                      <p:cBhvr additive="base">
                                        <p:cTn id="37" dur="500" fill="hold"/>
                                        <p:tgtEl>
                                          <p:spTgt spid="638982"/>
                                        </p:tgtEl>
                                        <p:attrNameLst>
                                          <p:attrName>ppt_x</p:attrName>
                                        </p:attrNameLst>
                                      </p:cBhvr>
                                      <p:tavLst>
                                        <p:tav tm="0">
                                          <p:val>
                                            <p:strVal val="1+#ppt_w/2"/>
                                          </p:val>
                                        </p:tav>
                                        <p:tav tm="100000">
                                          <p:val>
                                            <p:strVal val="#ppt_x"/>
                                          </p:val>
                                        </p:tav>
                                      </p:tavLst>
                                    </p:anim>
                                    <p:anim calcmode="lin" valueType="num">
                                      <p:cBhvr additive="base">
                                        <p:cTn id="38" dur="500" fill="hold"/>
                                        <p:tgtEl>
                                          <p:spTgt spid="638982"/>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1000"/>
                            </p:stCondLst>
                            <p:childTnLst>
                              <p:par>
                                <p:cTn id="40" presetID="2" presetClass="entr" presetSubtype="4" fill="hold" nodeType="afterEffect">
                                  <p:stCondLst>
                                    <p:cond delay="0"/>
                                  </p:stCondLst>
                                  <p:childTnLst>
                                    <p:set>
                                      <p:cBhvr>
                                        <p:cTn id="41" dur="1" fill="hold">
                                          <p:stCondLst>
                                            <p:cond delay="0"/>
                                          </p:stCondLst>
                                        </p:cTn>
                                        <p:tgtEl>
                                          <p:spTgt spid="638981"/>
                                        </p:tgtEl>
                                        <p:attrNameLst>
                                          <p:attrName>style.visibility</p:attrName>
                                        </p:attrNameLst>
                                      </p:cBhvr>
                                      <p:to>
                                        <p:strVal val="visible"/>
                                      </p:to>
                                    </p:set>
                                    <p:anim calcmode="lin" valueType="num">
                                      <p:cBhvr additive="base">
                                        <p:cTn id="42" dur="500" fill="hold"/>
                                        <p:tgtEl>
                                          <p:spTgt spid="638981"/>
                                        </p:tgtEl>
                                        <p:attrNameLst>
                                          <p:attrName>ppt_x</p:attrName>
                                        </p:attrNameLst>
                                      </p:cBhvr>
                                      <p:tavLst>
                                        <p:tav tm="0">
                                          <p:val>
                                            <p:strVal val="#ppt_x"/>
                                          </p:val>
                                        </p:tav>
                                        <p:tav tm="100000">
                                          <p:val>
                                            <p:strVal val="#ppt_x"/>
                                          </p:val>
                                        </p:tav>
                                      </p:tavLst>
                                    </p:anim>
                                    <p:anim calcmode="lin" valueType="num">
                                      <p:cBhvr additive="base">
                                        <p:cTn id="43" dur="500" fill="hold"/>
                                        <p:tgtEl>
                                          <p:spTgt spid="6389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8978" grpId="0" build="p" autoUpdateAnimBg="0" advAuto="0"/>
      <p:bldP spid="638982" grpId="0" autoUpdateAnimBg="0"/>
      <p:bldP spid="638986"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Text Box 2">
            <a:extLst>
              <a:ext uri="{FF2B5EF4-FFF2-40B4-BE49-F238E27FC236}">
                <a16:creationId xmlns:a16="http://schemas.microsoft.com/office/drawing/2014/main" id="{DFEE7825-2071-4E29-ABF1-322A540C6A15}"/>
              </a:ext>
            </a:extLst>
          </p:cNvPr>
          <p:cNvSpPr txBox="1">
            <a:spLocks noChangeArrowheads="1"/>
          </p:cNvSpPr>
          <p:nvPr/>
        </p:nvSpPr>
        <p:spPr bwMode="auto">
          <a:xfrm>
            <a:off x="381000" y="609600"/>
            <a:ext cx="1828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由此可得</a:t>
            </a:r>
            <a:endParaRPr kumimoji="1" lang="zh-CN" altLang="en-US" sz="2400">
              <a:latin typeface="Times New Roman" panose="02020603050405020304" pitchFamily="18" charset="0"/>
            </a:endParaRPr>
          </a:p>
        </p:txBody>
      </p:sp>
      <p:graphicFrame>
        <p:nvGraphicFramePr>
          <p:cNvPr id="640003" name="Object 3">
            <a:extLst>
              <a:ext uri="{FF2B5EF4-FFF2-40B4-BE49-F238E27FC236}">
                <a16:creationId xmlns:a16="http://schemas.microsoft.com/office/drawing/2014/main" id="{B98902C6-7132-4569-B5EB-F87A66280FBB}"/>
              </a:ext>
            </a:extLst>
          </p:cNvPr>
          <p:cNvGraphicFramePr>
            <a:graphicFrameLocks noChangeAspect="1"/>
          </p:cNvGraphicFramePr>
          <p:nvPr/>
        </p:nvGraphicFramePr>
        <p:xfrm>
          <a:off x="2259013" y="330200"/>
          <a:ext cx="4119562" cy="1063625"/>
        </p:xfrm>
        <a:graphic>
          <a:graphicData uri="http://schemas.openxmlformats.org/presentationml/2006/ole">
            <mc:AlternateContent xmlns:mc="http://schemas.openxmlformats.org/markup-compatibility/2006">
              <mc:Choice xmlns:v="urn:schemas-microsoft-com:vml" Requires="v">
                <p:oleObj spid="_x0000_s640028" name="Equation" r:id="rId4" imgW="2311200" imgH="482400" progId="Equation.3">
                  <p:embed/>
                </p:oleObj>
              </mc:Choice>
              <mc:Fallback>
                <p:oleObj name="Equation" r:id="rId4" imgW="2311200" imgH="4824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9013" y="330200"/>
                        <a:ext cx="4119562" cy="1063625"/>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0004" name="Text Box 4">
            <a:extLst>
              <a:ext uri="{FF2B5EF4-FFF2-40B4-BE49-F238E27FC236}">
                <a16:creationId xmlns:a16="http://schemas.microsoft.com/office/drawing/2014/main" id="{228F9920-E0A1-4D7F-8922-3E6AD8A493E5}"/>
              </a:ext>
            </a:extLst>
          </p:cNvPr>
          <p:cNvSpPr txBox="1">
            <a:spLocks noChangeArrowheads="1"/>
          </p:cNvSpPr>
          <p:nvPr/>
        </p:nvSpPr>
        <p:spPr bwMode="auto">
          <a:xfrm>
            <a:off x="381000" y="1600200"/>
            <a:ext cx="8305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其中，</a:t>
            </a: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1</a:t>
            </a:r>
            <a:r>
              <a:rPr kumimoji="1" lang="zh-CN" altLang="en-US" sz="2400" b="1" i="1">
                <a:latin typeface="Times New Roman" panose="02020603050405020304" pitchFamily="18" charset="0"/>
              </a:rPr>
              <a:t>、</a:t>
            </a: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2  </a:t>
            </a:r>
            <a:r>
              <a:rPr kumimoji="1" lang="en-US" altLang="zh-CN" sz="2400" b="1">
                <a:latin typeface="Times New Roman" panose="02020603050405020304" pitchFamily="18" charset="0"/>
                <a:sym typeface="MT Extra" panose="05050102010205020202" pitchFamily="18" charset="2"/>
              </a:rPr>
              <a:t>  </a:t>
            </a:r>
            <a:r>
              <a:rPr kumimoji="1" lang="zh-CN" altLang="en-US" sz="2400" b="1">
                <a:latin typeface="Times New Roman" panose="02020603050405020304" pitchFamily="18" charset="0"/>
              </a:rPr>
              <a:t>分别为各次谐波电流（正弦电流）的有效值</a:t>
            </a:r>
          </a:p>
        </p:txBody>
      </p:sp>
      <p:sp>
        <p:nvSpPr>
          <p:cNvPr id="640005" name="Text Box 5">
            <a:extLst>
              <a:ext uri="{FF2B5EF4-FFF2-40B4-BE49-F238E27FC236}">
                <a16:creationId xmlns:a16="http://schemas.microsoft.com/office/drawing/2014/main" id="{DE7D316C-6B91-458F-ACF1-5D2FD6B32E6C}"/>
              </a:ext>
            </a:extLst>
          </p:cNvPr>
          <p:cNvSpPr txBox="1">
            <a:spLocks noChangeArrowheads="1"/>
          </p:cNvSpPr>
          <p:nvPr/>
        </p:nvSpPr>
        <p:spPr bwMode="auto">
          <a:xfrm>
            <a:off x="292100" y="2362200"/>
            <a:ext cx="3352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同理</a:t>
            </a:r>
            <a:r>
              <a:rPr kumimoji="1" lang="en-US" altLang="zh-CN" sz="2400" b="1">
                <a:solidFill>
                  <a:srgbClr val="FF3300"/>
                </a:solidFill>
                <a:latin typeface="Times New Roman" panose="02020603050405020304" pitchFamily="18" charset="0"/>
              </a:rPr>
              <a:t>: </a:t>
            </a:r>
            <a:r>
              <a:rPr kumimoji="1" lang="zh-CN" altLang="en-US" sz="2400" b="1">
                <a:solidFill>
                  <a:srgbClr val="FF3300"/>
                </a:solidFill>
                <a:latin typeface="Times New Roman" panose="02020603050405020304" pitchFamily="18" charset="0"/>
              </a:rPr>
              <a:t>非正弦周期电压</a:t>
            </a:r>
            <a:endParaRPr kumimoji="1" lang="zh-CN" altLang="en-US" sz="2400">
              <a:solidFill>
                <a:srgbClr val="FF3300"/>
              </a:solidFill>
              <a:latin typeface="Times New Roman" panose="02020603050405020304" pitchFamily="18" charset="0"/>
            </a:endParaRPr>
          </a:p>
        </p:txBody>
      </p:sp>
      <p:graphicFrame>
        <p:nvGraphicFramePr>
          <p:cNvPr id="640006" name="Object 6">
            <a:extLst>
              <a:ext uri="{FF2B5EF4-FFF2-40B4-BE49-F238E27FC236}">
                <a16:creationId xmlns:a16="http://schemas.microsoft.com/office/drawing/2014/main" id="{CDEF69B7-0BF9-4614-A5C5-5D64FDE65067}"/>
              </a:ext>
            </a:extLst>
          </p:cNvPr>
          <p:cNvGraphicFramePr>
            <a:graphicFrameLocks noChangeAspect="1"/>
          </p:cNvGraphicFramePr>
          <p:nvPr/>
        </p:nvGraphicFramePr>
        <p:xfrm>
          <a:off x="2212975" y="2806700"/>
          <a:ext cx="3783013" cy="863600"/>
        </p:xfrm>
        <a:graphic>
          <a:graphicData uri="http://schemas.openxmlformats.org/presentationml/2006/ole">
            <mc:AlternateContent xmlns:mc="http://schemas.openxmlformats.org/markup-compatibility/2006">
              <mc:Choice xmlns:v="urn:schemas-microsoft-com:vml" Requires="v">
                <p:oleObj spid="_x0000_s640029" name="Equation" r:id="rId6" imgW="1892160" imgH="431640" progId="Equation.3">
                  <p:embed/>
                </p:oleObj>
              </mc:Choice>
              <mc:Fallback>
                <p:oleObj name="Equation" r:id="rId6" imgW="1892160" imgH="43164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2975" y="2806700"/>
                        <a:ext cx="37830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0007" name="Object 7">
            <a:extLst>
              <a:ext uri="{FF2B5EF4-FFF2-40B4-BE49-F238E27FC236}">
                <a16:creationId xmlns:a16="http://schemas.microsoft.com/office/drawing/2014/main" id="{0F2F216B-2D7A-41EB-AB95-A614FEDD2D29}"/>
              </a:ext>
            </a:extLst>
          </p:cNvPr>
          <p:cNvGraphicFramePr>
            <a:graphicFrameLocks noChangeAspect="1"/>
          </p:cNvGraphicFramePr>
          <p:nvPr/>
        </p:nvGraphicFramePr>
        <p:xfrm>
          <a:off x="2665413" y="5499100"/>
          <a:ext cx="2792412" cy="584200"/>
        </p:xfrm>
        <a:graphic>
          <a:graphicData uri="http://schemas.openxmlformats.org/presentationml/2006/ole">
            <mc:AlternateContent xmlns:mc="http://schemas.openxmlformats.org/markup-compatibility/2006">
              <mc:Choice xmlns:v="urn:schemas-microsoft-com:vml" Requires="v">
                <p:oleObj spid="_x0000_s640030" name="Equation" r:id="rId8" imgW="1396800" imgH="291960" progId="Equation.3">
                  <p:embed/>
                </p:oleObj>
              </mc:Choice>
              <mc:Fallback>
                <p:oleObj name="Equation" r:id="rId8" imgW="1396800" imgH="29196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65413" y="5499100"/>
                        <a:ext cx="2792412"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0008" name="Text Box 8">
            <a:extLst>
              <a:ext uri="{FF2B5EF4-FFF2-40B4-BE49-F238E27FC236}">
                <a16:creationId xmlns:a16="http://schemas.microsoft.com/office/drawing/2014/main" id="{38B8C9AE-944B-4C50-8C1E-84897DBA3B5A}"/>
              </a:ext>
            </a:extLst>
          </p:cNvPr>
          <p:cNvSpPr txBox="1">
            <a:spLocks noChangeArrowheads="1"/>
          </p:cNvSpPr>
          <p:nvPr/>
        </p:nvSpPr>
        <p:spPr bwMode="auto">
          <a:xfrm>
            <a:off x="342900" y="3987800"/>
            <a:ext cx="1600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其有效值</a:t>
            </a:r>
            <a:endParaRPr kumimoji="1" lang="zh-CN" altLang="en-US" sz="2400">
              <a:latin typeface="Times New Roman" panose="02020603050405020304" pitchFamily="18" charset="0"/>
            </a:endParaRPr>
          </a:p>
        </p:txBody>
      </p:sp>
      <p:graphicFrame>
        <p:nvGraphicFramePr>
          <p:cNvPr id="640009" name="Object 9">
            <a:extLst>
              <a:ext uri="{FF2B5EF4-FFF2-40B4-BE49-F238E27FC236}">
                <a16:creationId xmlns:a16="http://schemas.microsoft.com/office/drawing/2014/main" id="{4469603B-949A-40DC-9B56-EBDE3D26D199}"/>
              </a:ext>
            </a:extLst>
          </p:cNvPr>
          <p:cNvGraphicFramePr>
            <a:graphicFrameLocks noChangeAspect="1"/>
          </p:cNvGraphicFramePr>
          <p:nvPr/>
        </p:nvGraphicFramePr>
        <p:xfrm>
          <a:off x="2239963" y="4102100"/>
          <a:ext cx="2286000" cy="965200"/>
        </p:xfrm>
        <a:graphic>
          <a:graphicData uri="http://schemas.openxmlformats.org/presentationml/2006/ole">
            <mc:AlternateContent xmlns:mc="http://schemas.openxmlformats.org/markup-compatibility/2006">
              <mc:Choice xmlns:v="urn:schemas-microsoft-com:vml" Requires="v">
                <p:oleObj spid="_x0000_s640031" name="Equation" r:id="rId10" imgW="1143000" imgH="482400" progId="Equation.3">
                  <p:embed/>
                </p:oleObj>
              </mc:Choice>
              <mc:Fallback>
                <p:oleObj name="Equation" r:id="rId10" imgW="1143000" imgH="4824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39963" y="4102100"/>
                        <a:ext cx="22860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640003"/>
                                        </p:tgtEl>
                                        <p:attrNameLst>
                                          <p:attrName>style.visibility</p:attrName>
                                        </p:attrNameLst>
                                      </p:cBhvr>
                                      <p:to>
                                        <p:strVal val="visible"/>
                                      </p:to>
                                    </p:set>
                                    <p:anim calcmode="lin" valueType="num">
                                      <p:cBhvr additive="base">
                                        <p:cTn id="7" dur="500" fill="hold"/>
                                        <p:tgtEl>
                                          <p:spTgt spid="640003"/>
                                        </p:tgtEl>
                                        <p:attrNameLst>
                                          <p:attrName>ppt_x</p:attrName>
                                        </p:attrNameLst>
                                      </p:cBhvr>
                                      <p:tavLst>
                                        <p:tav tm="0">
                                          <p:val>
                                            <p:strVal val="1+#ppt_w/2"/>
                                          </p:val>
                                        </p:tav>
                                        <p:tav tm="100000">
                                          <p:val>
                                            <p:strVal val="#ppt_x"/>
                                          </p:val>
                                        </p:tav>
                                      </p:tavLst>
                                    </p:anim>
                                    <p:anim calcmode="lin" valueType="num">
                                      <p:cBhvr additive="base">
                                        <p:cTn id="8" dur="500" fill="hold"/>
                                        <p:tgtEl>
                                          <p:spTgt spid="64000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640004"/>
                                        </p:tgtEl>
                                        <p:attrNameLst>
                                          <p:attrName>style.visibility</p:attrName>
                                        </p:attrNameLst>
                                      </p:cBhvr>
                                      <p:to>
                                        <p:strVal val="visible"/>
                                      </p:to>
                                    </p:set>
                                    <p:animEffect transition="in" filter="slide(fromTop)">
                                      <p:cBhvr>
                                        <p:cTn id="13" dur="500"/>
                                        <p:tgtEl>
                                          <p:spTgt spid="64000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5" presetClass="entr" presetSubtype="0" fill="hold" grpId="0" nodeType="clickEffect">
                                  <p:stCondLst>
                                    <p:cond delay="0"/>
                                  </p:stCondLst>
                                  <p:childTnLst>
                                    <p:set>
                                      <p:cBhvr>
                                        <p:cTn id="17" dur="1" fill="hold">
                                          <p:stCondLst>
                                            <p:cond delay="0"/>
                                          </p:stCondLst>
                                        </p:cTn>
                                        <p:tgtEl>
                                          <p:spTgt spid="640005"/>
                                        </p:tgtEl>
                                        <p:attrNameLst>
                                          <p:attrName>style.visibility</p:attrName>
                                        </p:attrNameLst>
                                      </p:cBhvr>
                                      <p:to>
                                        <p:strVal val="visible"/>
                                      </p:to>
                                    </p:set>
                                    <p:anim calcmode="lin" valueType="num">
                                      <p:cBhvr>
                                        <p:cTn id="18" dur="1000" fill="hold"/>
                                        <p:tgtEl>
                                          <p:spTgt spid="640005"/>
                                        </p:tgtEl>
                                        <p:attrNameLst>
                                          <p:attrName>ppt_w</p:attrName>
                                        </p:attrNameLst>
                                      </p:cBhvr>
                                      <p:tavLst>
                                        <p:tav tm="0">
                                          <p:val>
                                            <p:fltVal val="0"/>
                                          </p:val>
                                        </p:tav>
                                        <p:tav tm="100000">
                                          <p:val>
                                            <p:strVal val="#ppt_w"/>
                                          </p:val>
                                        </p:tav>
                                      </p:tavLst>
                                    </p:anim>
                                    <p:anim calcmode="lin" valueType="num">
                                      <p:cBhvr>
                                        <p:cTn id="19" dur="1000" fill="hold"/>
                                        <p:tgtEl>
                                          <p:spTgt spid="640005"/>
                                        </p:tgtEl>
                                        <p:attrNameLst>
                                          <p:attrName>ppt_h</p:attrName>
                                        </p:attrNameLst>
                                      </p:cBhvr>
                                      <p:tavLst>
                                        <p:tav tm="0">
                                          <p:val>
                                            <p:fltVal val="0"/>
                                          </p:val>
                                        </p:tav>
                                        <p:tav tm="100000">
                                          <p:val>
                                            <p:strVal val="#ppt_h"/>
                                          </p:val>
                                        </p:tav>
                                      </p:tavLst>
                                    </p:anim>
                                    <p:anim calcmode="lin" valueType="num">
                                      <p:cBhvr>
                                        <p:cTn id="20" dur="1000" fill="hold"/>
                                        <p:tgtEl>
                                          <p:spTgt spid="640005"/>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64000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6" fill="hold" nodeType="clickEffect">
                                  <p:stCondLst>
                                    <p:cond delay="0"/>
                                  </p:stCondLst>
                                  <p:childTnLst>
                                    <p:set>
                                      <p:cBhvr>
                                        <p:cTn id="25" dur="1" fill="hold">
                                          <p:stCondLst>
                                            <p:cond delay="0"/>
                                          </p:stCondLst>
                                        </p:cTn>
                                        <p:tgtEl>
                                          <p:spTgt spid="640006"/>
                                        </p:tgtEl>
                                        <p:attrNameLst>
                                          <p:attrName>style.visibility</p:attrName>
                                        </p:attrNameLst>
                                      </p:cBhvr>
                                      <p:to>
                                        <p:strVal val="visible"/>
                                      </p:to>
                                    </p:set>
                                    <p:anim calcmode="lin" valueType="num">
                                      <p:cBhvr additive="base">
                                        <p:cTn id="26" dur="500" fill="hold"/>
                                        <p:tgtEl>
                                          <p:spTgt spid="640006"/>
                                        </p:tgtEl>
                                        <p:attrNameLst>
                                          <p:attrName>ppt_x</p:attrName>
                                        </p:attrNameLst>
                                      </p:cBhvr>
                                      <p:tavLst>
                                        <p:tav tm="0">
                                          <p:val>
                                            <p:strVal val="1+#ppt_w/2"/>
                                          </p:val>
                                        </p:tav>
                                        <p:tav tm="100000">
                                          <p:val>
                                            <p:strVal val="#ppt_x"/>
                                          </p:val>
                                        </p:tav>
                                      </p:tavLst>
                                    </p:anim>
                                    <p:anim calcmode="lin" valueType="num">
                                      <p:cBhvr additive="base">
                                        <p:cTn id="27" dur="500" fill="hold"/>
                                        <p:tgtEl>
                                          <p:spTgt spid="640006"/>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640008"/>
                                        </p:tgtEl>
                                        <p:attrNameLst>
                                          <p:attrName>style.visibility</p:attrName>
                                        </p:attrNameLst>
                                      </p:cBhvr>
                                      <p:to>
                                        <p:strVal val="visible"/>
                                      </p:to>
                                    </p:set>
                                    <p:anim calcmode="lin" valueType="num">
                                      <p:cBhvr additive="base">
                                        <p:cTn id="32" dur="500" fill="hold"/>
                                        <p:tgtEl>
                                          <p:spTgt spid="640008"/>
                                        </p:tgtEl>
                                        <p:attrNameLst>
                                          <p:attrName>ppt_x</p:attrName>
                                        </p:attrNameLst>
                                      </p:cBhvr>
                                      <p:tavLst>
                                        <p:tav tm="0">
                                          <p:val>
                                            <p:strVal val="1+#ppt_w/2"/>
                                          </p:val>
                                        </p:tav>
                                        <p:tav tm="100000">
                                          <p:val>
                                            <p:strVal val="#ppt_x"/>
                                          </p:val>
                                        </p:tav>
                                      </p:tavLst>
                                    </p:anim>
                                    <p:anim calcmode="lin" valueType="num">
                                      <p:cBhvr additive="base">
                                        <p:cTn id="33" dur="500" fill="hold"/>
                                        <p:tgtEl>
                                          <p:spTgt spid="640008"/>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640009"/>
                                        </p:tgtEl>
                                        <p:attrNameLst>
                                          <p:attrName>style.visibility</p:attrName>
                                        </p:attrNameLst>
                                      </p:cBhvr>
                                      <p:to>
                                        <p:strVal val="visible"/>
                                      </p:to>
                                    </p:set>
                                    <p:animEffect transition="in" filter="wipe(left)">
                                      <p:cBhvr>
                                        <p:cTn id="38" dur="500"/>
                                        <p:tgtEl>
                                          <p:spTgt spid="640009"/>
                                        </p:tgtEl>
                                      </p:cBhvr>
                                    </p:animEffect>
                                  </p:childTnLst>
                                </p:cTn>
                              </p:par>
                            </p:childTnLst>
                          </p:cTn>
                        </p:par>
                        <p:par>
                          <p:cTn id="39" fill="hold" nodeType="afterGroup">
                            <p:stCondLst>
                              <p:cond delay="500"/>
                            </p:stCondLst>
                            <p:childTnLst>
                              <p:par>
                                <p:cTn id="40" presetID="2" presetClass="entr" presetSubtype="6" fill="hold" nodeType="afterEffect">
                                  <p:stCondLst>
                                    <p:cond delay="0"/>
                                  </p:stCondLst>
                                  <p:childTnLst>
                                    <p:set>
                                      <p:cBhvr>
                                        <p:cTn id="41" dur="1" fill="hold">
                                          <p:stCondLst>
                                            <p:cond delay="0"/>
                                          </p:stCondLst>
                                        </p:cTn>
                                        <p:tgtEl>
                                          <p:spTgt spid="640007"/>
                                        </p:tgtEl>
                                        <p:attrNameLst>
                                          <p:attrName>style.visibility</p:attrName>
                                        </p:attrNameLst>
                                      </p:cBhvr>
                                      <p:to>
                                        <p:strVal val="visible"/>
                                      </p:to>
                                    </p:set>
                                    <p:anim calcmode="lin" valueType="num">
                                      <p:cBhvr additive="base">
                                        <p:cTn id="42" dur="500" fill="hold"/>
                                        <p:tgtEl>
                                          <p:spTgt spid="640007"/>
                                        </p:tgtEl>
                                        <p:attrNameLst>
                                          <p:attrName>ppt_x</p:attrName>
                                        </p:attrNameLst>
                                      </p:cBhvr>
                                      <p:tavLst>
                                        <p:tav tm="0">
                                          <p:val>
                                            <p:strVal val="1+#ppt_w/2"/>
                                          </p:val>
                                        </p:tav>
                                        <p:tav tm="100000">
                                          <p:val>
                                            <p:strVal val="#ppt_x"/>
                                          </p:val>
                                        </p:tav>
                                      </p:tavLst>
                                    </p:anim>
                                    <p:anim calcmode="lin" valueType="num">
                                      <p:cBhvr additive="base">
                                        <p:cTn id="43" dur="500" fill="hold"/>
                                        <p:tgtEl>
                                          <p:spTgt spid="6400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0004" grpId="0"/>
      <p:bldP spid="640005" grpId="0" autoUpdateAnimBg="0"/>
      <p:bldP spid="64000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Text Box 2">
            <a:extLst>
              <a:ext uri="{FF2B5EF4-FFF2-40B4-BE49-F238E27FC236}">
                <a16:creationId xmlns:a16="http://schemas.microsoft.com/office/drawing/2014/main" id="{71BCCD4C-AA18-4F60-B26D-11803E62B00C}"/>
              </a:ext>
            </a:extLst>
          </p:cNvPr>
          <p:cNvSpPr txBox="1">
            <a:spLocks noChangeArrowheads="1"/>
          </p:cNvSpPr>
          <p:nvPr/>
        </p:nvSpPr>
        <p:spPr bwMode="auto">
          <a:xfrm>
            <a:off x="457200" y="1819275"/>
            <a:ext cx="739140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2</a:t>
            </a:r>
            <a:r>
              <a:rPr kumimoji="1" lang="zh-CN" altLang="en-US" sz="2400" b="1">
                <a:latin typeface="Times New Roman" panose="02020603050405020304" pitchFamily="18" charset="0"/>
              </a:rPr>
              <a:t>） 有效值相同的周期性非正弦电压（或电流）其波形不一定相同。</a:t>
            </a:r>
          </a:p>
        </p:txBody>
      </p:sp>
      <p:graphicFrame>
        <p:nvGraphicFramePr>
          <p:cNvPr id="641027" name="Object 3">
            <a:extLst>
              <a:ext uri="{FF2B5EF4-FFF2-40B4-BE49-F238E27FC236}">
                <a16:creationId xmlns:a16="http://schemas.microsoft.com/office/drawing/2014/main" id="{D9CA1DE7-ACCF-462C-91EA-46BE1E86A387}"/>
              </a:ext>
            </a:extLst>
          </p:cNvPr>
          <p:cNvGraphicFramePr>
            <a:graphicFrameLocks noChangeAspect="1"/>
          </p:cNvGraphicFramePr>
          <p:nvPr/>
        </p:nvGraphicFramePr>
        <p:xfrm>
          <a:off x="989013" y="5170488"/>
          <a:ext cx="3113087" cy="606425"/>
        </p:xfrm>
        <a:graphic>
          <a:graphicData uri="http://schemas.openxmlformats.org/presentationml/2006/ole">
            <mc:AlternateContent xmlns:mc="http://schemas.openxmlformats.org/markup-compatibility/2006">
              <mc:Choice xmlns:v="urn:schemas-microsoft-com:vml" Requires="v">
                <p:oleObj spid="_x0000_s641121" name="Equation" r:id="rId4" imgW="1130040" imgH="241200" progId="Equation.3">
                  <p:embed/>
                </p:oleObj>
              </mc:Choice>
              <mc:Fallback>
                <p:oleObj name="Equation" r:id="rId4" imgW="1130040" imgH="241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5170488"/>
                        <a:ext cx="3113087"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1028" name="Text Box 4">
            <a:extLst>
              <a:ext uri="{FF2B5EF4-FFF2-40B4-BE49-F238E27FC236}">
                <a16:creationId xmlns:a16="http://schemas.microsoft.com/office/drawing/2014/main" id="{B93BE467-6093-43CA-846A-4792FC6F7F96}"/>
              </a:ext>
            </a:extLst>
          </p:cNvPr>
          <p:cNvSpPr txBox="1">
            <a:spLocks noChangeArrowheads="1"/>
          </p:cNvSpPr>
          <p:nvPr/>
        </p:nvSpPr>
        <p:spPr bwMode="auto">
          <a:xfrm>
            <a:off x="279400" y="228600"/>
            <a:ext cx="1028700" cy="4572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3300"/>
                </a:solidFill>
                <a:latin typeface="Times New Roman" panose="02020603050405020304" pitchFamily="18" charset="0"/>
              </a:rPr>
              <a:t>注意：</a:t>
            </a:r>
          </a:p>
        </p:txBody>
      </p:sp>
      <p:grpSp>
        <p:nvGrpSpPr>
          <p:cNvPr id="641029" name="Group 5">
            <a:extLst>
              <a:ext uri="{FF2B5EF4-FFF2-40B4-BE49-F238E27FC236}">
                <a16:creationId xmlns:a16="http://schemas.microsoft.com/office/drawing/2014/main" id="{01EB4190-5BB7-424E-A05D-590ADBDFF7A0}"/>
              </a:ext>
            </a:extLst>
          </p:cNvPr>
          <p:cNvGrpSpPr>
            <a:grpSpLocks/>
          </p:cNvGrpSpPr>
          <p:nvPr/>
        </p:nvGrpSpPr>
        <p:grpSpPr bwMode="auto">
          <a:xfrm>
            <a:off x="431800" y="838200"/>
            <a:ext cx="7721600" cy="822325"/>
            <a:chOff x="272" y="528"/>
            <a:chExt cx="4864" cy="518"/>
          </a:xfrm>
        </p:grpSpPr>
        <p:sp>
          <p:nvSpPr>
            <p:cNvPr id="641030" name="Text Box 6">
              <a:extLst>
                <a:ext uri="{FF2B5EF4-FFF2-40B4-BE49-F238E27FC236}">
                  <a16:creationId xmlns:a16="http://schemas.microsoft.com/office/drawing/2014/main" id="{278117DD-A890-47BC-9471-B52E3CFC8C26}"/>
                </a:ext>
              </a:extLst>
            </p:cNvPr>
            <p:cNvSpPr txBox="1">
              <a:spLocks noChangeArrowheads="1"/>
            </p:cNvSpPr>
            <p:nvPr/>
          </p:nvSpPr>
          <p:spPr bwMode="auto">
            <a:xfrm>
              <a:off x="272" y="528"/>
              <a:ext cx="4864"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1</a:t>
              </a:r>
              <a:r>
                <a:rPr kumimoji="1" lang="zh-CN" altLang="en-US" sz="2400" b="1">
                  <a:latin typeface="Times New Roman" panose="02020603050405020304" pitchFamily="18" charset="0"/>
                </a:rPr>
                <a:t>）周期性非正弦电流（或电压）有效值与最大值一 般无        倍关系。</a:t>
              </a:r>
            </a:p>
          </p:txBody>
        </p:sp>
        <p:graphicFrame>
          <p:nvGraphicFramePr>
            <p:cNvPr id="641031" name="Object 7">
              <a:extLst>
                <a:ext uri="{FF2B5EF4-FFF2-40B4-BE49-F238E27FC236}">
                  <a16:creationId xmlns:a16="http://schemas.microsoft.com/office/drawing/2014/main" id="{3607F0C8-9AA4-48DF-A3A1-3A26704BFF07}"/>
                </a:ext>
              </a:extLst>
            </p:cNvPr>
            <p:cNvGraphicFramePr>
              <a:graphicFrameLocks noChangeAspect="1"/>
            </p:cNvGraphicFramePr>
            <p:nvPr/>
          </p:nvGraphicFramePr>
          <p:xfrm>
            <a:off x="987" y="772"/>
            <a:ext cx="301" cy="258"/>
          </p:xfrm>
          <a:graphic>
            <a:graphicData uri="http://schemas.openxmlformats.org/presentationml/2006/ole">
              <mc:AlternateContent xmlns:mc="http://schemas.openxmlformats.org/markup-compatibility/2006">
                <mc:Choice xmlns:v="urn:schemas-microsoft-com:vml" Requires="v">
                  <p:oleObj spid="_x0000_s641122" name="Equation" r:id="rId6" imgW="241200" imgH="215640" progId="Equation.3">
                    <p:embed/>
                  </p:oleObj>
                </mc:Choice>
                <mc:Fallback>
                  <p:oleObj name="Equation" r:id="rId6" imgW="241200" imgH="21564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7" y="772"/>
                          <a:ext cx="301"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41032" name="Text Box 8">
            <a:extLst>
              <a:ext uri="{FF2B5EF4-FFF2-40B4-BE49-F238E27FC236}">
                <a16:creationId xmlns:a16="http://schemas.microsoft.com/office/drawing/2014/main" id="{4CEB145C-479C-4D57-B51C-20AB3BE519BE}"/>
              </a:ext>
            </a:extLst>
          </p:cNvPr>
          <p:cNvSpPr txBox="1">
            <a:spLocks noChangeArrowheads="1"/>
          </p:cNvSpPr>
          <p:nvPr/>
        </p:nvSpPr>
        <p:spPr bwMode="auto">
          <a:xfrm>
            <a:off x="323850" y="2708275"/>
            <a:ext cx="700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zh-CN" altLang="en-US" sz="2400" b="1">
                <a:solidFill>
                  <a:srgbClr val="FF3300"/>
                </a:solidFill>
                <a:latin typeface="Times New Roman" panose="02020603050405020304" pitchFamily="18" charset="0"/>
              </a:rPr>
              <a:t>例</a:t>
            </a:r>
            <a:r>
              <a:rPr kumimoji="1" lang="en-US" altLang="zh-CN" sz="2400" b="1">
                <a:solidFill>
                  <a:srgbClr val="FF3300"/>
                </a:solidFill>
                <a:latin typeface="Times New Roman" panose="02020603050405020304" pitchFamily="18" charset="0"/>
              </a:rPr>
              <a:t>2.</a:t>
            </a:r>
          </a:p>
        </p:txBody>
      </p:sp>
      <p:grpSp>
        <p:nvGrpSpPr>
          <p:cNvPr id="641033" name="Group 9">
            <a:extLst>
              <a:ext uri="{FF2B5EF4-FFF2-40B4-BE49-F238E27FC236}">
                <a16:creationId xmlns:a16="http://schemas.microsoft.com/office/drawing/2014/main" id="{FC9E1F91-C539-4CF9-9BB7-48521D6F7185}"/>
              </a:ext>
            </a:extLst>
          </p:cNvPr>
          <p:cNvGrpSpPr>
            <a:grpSpLocks/>
          </p:cNvGrpSpPr>
          <p:nvPr/>
        </p:nvGrpSpPr>
        <p:grpSpPr bwMode="auto">
          <a:xfrm>
            <a:off x="4830763" y="2522538"/>
            <a:ext cx="4181475" cy="3295650"/>
            <a:chOff x="2970" y="1790"/>
            <a:chExt cx="2634" cy="2076"/>
          </a:xfrm>
        </p:grpSpPr>
        <p:graphicFrame>
          <p:nvGraphicFramePr>
            <p:cNvPr id="641034" name="Object 10">
              <a:extLst>
                <a:ext uri="{FF2B5EF4-FFF2-40B4-BE49-F238E27FC236}">
                  <a16:creationId xmlns:a16="http://schemas.microsoft.com/office/drawing/2014/main" id="{888D095D-B7C4-4C3F-A1E5-9AD81A07C826}"/>
                </a:ext>
              </a:extLst>
            </p:cNvPr>
            <p:cNvGraphicFramePr>
              <a:graphicFrameLocks noChangeAspect="1"/>
            </p:cNvGraphicFramePr>
            <p:nvPr/>
          </p:nvGraphicFramePr>
          <p:xfrm>
            <a:off x="2970" y="3464"/>
            <a:ext cx="2092" cy="402"/>
          </p:xfrm>
          <a:graphic>
            <a:graphicData uri="http://schemas.openxmlformats.org/presentationml/2006/ole">
              <mc:AlternateContent xmlns:mc="http://schemas.openxmlformats.org/markup-compatibility/2006">
                <mc:Choice xmlns:v="urn:schemas-microsoft-com:vml" Requires="v">
                  <p:oleObj spid="_x0000_s641123" name="Equation" r:id="rId8" imgW="1155600" imgH="241200" progId="Equation.3">
                    <p:embed/>
                  </p:oleObj>
                </mc:Choice>
                <mc:Fallback>
                  <p:oleObj name="Equation" r:id="rId8" imgW="1155600" imgH="24120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0" y="3464"/>
                          <a:ext cx="2092"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1035" name="Group 11">
              <a:extLst>
                <a:ext uri="{FF2B5EF4-FFF2-40B4-BE49-F238E27FC236}">
                  <a16:creationId xmlns:a16="http://schemas.microsoft.com/office/drawing/2014/main" id="{49103B4C-E83D-4880-892A-05D2BD639B7F}"/>
                </a:ext>
              </a:extLst>
            </p:cNvPr>
            <p:cNvGrpSpPr>
              <a:grpSpLocks/>
            </p:cNvGrpSpPr>
            <p:nvPr/>
          </p:nvGrpSpPr>
          <p:grpSpPr bwMode="auto">
            <a:xfrm>
              <a:off x="3086" y="1790"/>
              <a:ext cx="2518" cy="1561"/>
              <a:chOff x="2967" y="940"/>
              <a:chExt cx="2518" cy="1561"/>
            </a:xfrm>
          </p:grpSpPr>
          <p:sp>
            <p:nvSpPr>
              <p:cNvPr id="641036" name="Line 12">
                <a:extLst>
                  <a:ext uri="{FF2B5EF4-FFF2-40B4-BE49-F238E27FC236}">
                    <a16:creationId xmlns:a16="http://schemas.microsoft.com/office/drawing/2014/main" id="{9FE4670F-3F20-475F-85AF-5312A0447F43}"/>
                  </a:ext>
                </a:extLst>
              </p:cNvPr>
              <p:cNvSpPr>
                <a:spLocks noChangeShapeType="1"/>
              </p:cNvSpPr>
              <p:nvPr/>
            </p:nvSpPr>
            <p:spPr bwMode="auto">
              <a:xfrm flipV="1">
                <a:off x="3055" y="1743"/>
                <a:ext cx="2104"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37" name="Line 13">
                <a:extLst>
                  <a:ext uri="{FF2B5EF4-FFF2-40B4-BE49-F238E27FC236}">
                    <a16:creationId xmlns:a16="http://schemas.microsoft.com/office/drawing/2014/main" id="{436C31BA-EA26-4604-B0AF-6A5FD7B4B893}"/>
                  </a:ext>
                </a:extLst>
              </p:cNvPr>
              <p:cNvSpPr>
                <a:spLocks noChangeShapeType="1"/>
              </p:cNvSpPr>
              <p:nvPr/>
            </p:nvSpPr>
            <p:spPr bwMode="auto">
              <a:xfrm flipH="1" flipV="1">
                <a:off x="3200" y="940"/>
                <a:ext cx="0" cy="1561"/>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38" name="Text Box 14">
                <a:extLst>
                  <a:ext uri="{FF2B5EF4-FFF2-40B4-BE49-F238E27FC236}">
                    <a16:creationId xmlns:a16="http://schemas.microsoft.com/office/drawing/2014/main" id="{A7862DC8-4832-4F27-92B1-3A8D1507FC1A}"/>
                  </a:ext>
                </a:extLst>
              </p:cNvPr>
              <p:cNvSpPr txBox="1">
                <a:spLocks noChangeArrowheads="1"/>
              </p:cNvSpPr>
              <p:nvPr/>
            </p:nvSpPr>
            <p:spPr bwMode="auto">
              <a:xfrm>
                <a:off x="5204" y="1601"/>
                <a:ext cx="281"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spcBef>
                    <a:spcPct val="0"/>
                  </a:spcBef>
                </a:pPr>
                <a:r>
                  <a:rPr kumimoji="1" lang="en-US" altLang="zh-CN" sz="2400" b="1" i="1">
                    <a:latin typeface="Times New Roman" panose="02020603050405020304" pitchFamily="18" charset="0"/>
                  </a:rPr>
                  <a:t>t</a:t>
                </a:r>
              </a:p>
            </p:txBody>
          </p:sp>
          <p:sp>
            <p:nvSpPr>
              <p:cNvPr id="641039" name="Text Box 15">
                <a:extLst>
                  <a:ext uri="{FF2B5EF4-FFF2-40B4-BE49-F238E27FC236}">
                    <a16:creationId xmlns:a16="http://schemas.microsoft.com/office/drawing/2014/main" id="{7E0CE7B2-1C7B-4FB0-BE4B-280DA9C49B14}"/>
                  </a:ext>
                </a:extLst>
              </p:cNvPr>
              <p:cNvSpPr txBox="1">
                <a:spLocks noChangeArrowheads="1"/>
              </p:cNvSpPr>
              <p:nvPr/>
            </p:nvSpPr>
            <p:spPr bwMode="auto">
              <a:xfrm>
                <a:off x="2967" y="1692"/>
                <a:ext cx="381"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spcBef>
                    <a:spcPct val="0"/>
                  </a:spcBef>
                </a:pPr>
                <a:r>
                  <a:rPr kumimoji="1" lang="en-US" altLang="zh-CN" sz="2400" b="1">
                    <a:latin typeface="Times New Roman" panose="02020603050405020304" pitchFamily="18" charset="0"/>
                  </a:rPr>
                  <a:t>0</a:t>
                </a:r>
                <a:endParaRPr kumimoji="1" lang="en-US" altLang="zh-CN" sz="2400" b="1" i="1">
                  <a:latin typeface="Times New Roman" panose="02020603050405020304" pitchFamily="18" charset="0"/>
                </a:endParaRPr>
              </a:p>
            </p:txBody>
          </p:sp>
        </p:grpSp>
        <p:grpSp>
          <p:nvGrpSpPr>
            <p:cNvPr id="641040" name="Group 16">
              <a:extLst>
                <a:ext uri="{FF2B5EF4-FFF2-40B4-BE49-F238E27FC236}">
                  <a16:creationId xmlns:a16="http://schemas.microsoft.com/office/drawing/2014/main" id="{E022AD6E-649F-420A-BB30-E5F7F8126E4E}"/>
                </a:ext>
              </a:extLst>
            </p:cNvPr>
            <p:cNvGrpSpPr>
              <a:grpSpLocks/>
            </p:cNvGrpSpPr>
            <p:nvPr/>
          </p:nvGrpSpPr>
          <p:grpSpPr bwMode="auto">
            <a:xfrm>
              <a:off x="3315" y="1800"/>
              <a:ext cx="1600" cy="1359"/>
              <a:chOff x="512" y="1078"/>
              <a:chExt cx="1600" cy="1171"/>
            </a:xfrm>
          </p:grpSpPr>
          <p:sp>
            <p:nvSpPr>
              <p:cNvPr id="641041" name="Text Box 17">
                <a:extLst>
                  <a:ext uri="{FF2B5EF4-FFF2-40B4-BE49-F238E27FC236}">
                    <a16:creationId xmlns:a16="http://schemas.microsoft.com/office/drawing/2014/main" id="{AAE75E47-1540-465E-82C8-490C10CA4E17}"/>
                  </a:ext>
                </a:extLst>
              </p:cNvPr>
              <p:cNvSpPr txBox="1">
                <a:spLocks noChangeArrowheads="1"/>
              </p:cNvSpPr>
              <p:nvPr/>
            </p:nvSpPr>
            <p:spPr bwMode="auto">
              <a:xfrm>
                <a:off x="1283" y="1078"/>
                <a:ext cx="414"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solidFill>
                      <a:srgbClr val="0000FF"/>
                    </a:solidFill>
                    <a:latin typeface="Times New Roman" panose="02020603050405020304" pitchFamily="18" charset="0"/>
                  </a:rPr>
                  <a:t>i</a:t>
                </a:r>
                <a:r>
                  <a:rPr kumimoji="1" lang="en-US" altLang="zh-CN" sz="2400" b="1" baseline="-25000">
                    <a:solidFill>
                      <a:srgbClr val="0000FF"/>
                    </a:solidFill>
                    <a:latin typeface="Times New Roman" panose="02020603050405020304" pitchFamily="18" charset="0"/>
                  </a:rPr>
                  <a:t>1</a:t>
                </a:r>
                <a:r>
                  <a:rPr kumimoji="1" lang="en-US" altLang="zh-CN" sz="2400" b="1">
                    <a:solidFill>
                      <a:srgbClr val="0000FF"/>
                    </a:solidFill>
                    <a:latin typeface="Times New Roman" panose="02020603050405020304" pitchFamily="18" charset="0"/>
                  </a:rPr>
                  <a:t>(</a:t>
                </a:r>
                <a:r>
                  <a:rPr kumimoji="1" lang="en-US" altLang="zh-CN" sz="2400" b="1" i="1">
                    <a:solidFill>
                      <a:srgbClr val="0000FF"/>
                    </a:solidFill>
                    <a:latin typeface="Times New Roman" panose="02020603050405020304" pitchFamily="18" charset="0"/>
                  </a:rPr>
                  <a:t>t</a:t>
                </a:r>
                <a:r>
                  <a:rPr kumimoji="1" lang="en-US" altLang="zh-CN" sz="2400" b="1">
                    <a:solidFill>
                      <a:srgbClr val="0000FF"/>
                    </a:solidFill>
                    <a:latin typeface="Times New Roman" panose="02020603050405020304" pitchFamily="18" charset="0"/>
                  </a:rPr>
                  <a:t>)</a:t>
                </a:r>
              </a:p>
            </p:txBody>
          </p:sp>
          <p:sp>
            <p:nvSpPr>
              <p:cNvPr id="641042" name="Line 18">
                <a:extLst>
                  <a:ext uri="{FF2B5EF4-FFF2-40B4-BE49-F238E27FC236}">
                    <a16:creationId xmlns:a16="http://schemas.microsoft.com/office/drawing/2014/main" id="{24E57B6F-47BD-4238-8731-C25D34BD2735}"/>
                  </a:ext>
                </a:extLst>
              </p:cNvPr>
              <p:cNvSpPr>
                <a:spLocks noChangeShapeType="1"/>
              </p:cNvSpPr>
              <p:nvPr/>
            </p:nvSpPr>
            <p:spPr bwMode="auto">
              <a:xfrm flipV="1">
                <a:off x="1067" y="1220"/>
                <a:ext cx="216" cy="144"/>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1043" name="Group 19">
                <a:extLst>
                  <a:ext uri="{FF2B5EF4-FFF2-40B4-BE49-F238E27FC236}">
                    <a16:creationId xmlns:a16="http://schemas.microsoft.com/office/drawing/2014/main" id="{9B0C9855-17AD-4864-ACDF-75431282DCE0}"/>
                  </a:ext>
                </a:extLst>
              </p:cNvPr>
              <p:cNvGrpSpPr>
                <a:grpSpLocks/>
              </p:cNvGrpSpPr>
              <p:nvPr/>
            </p:nvGrpSpPr>
            <p:grpSpPr bwMode="auto">
              <a:xfrm>
                <a:off x="512" y="1268"/>
                <a:ext cx="1600" cy="981"/>
                <a:chOff x="512" y="1268"/>
                <a:chExt cx="1600" cy="981"/>
              </a:xfrm>
            </p:grpSpPr>
            <p:sp>
              <p:nvSpPr>
                <p:cNvPr id="641044" name="Freeform 20">
                  <a:extLst>
                    <a:ext uri="{FF2B5EF4-FFF2-40B4-BE49-F238E27FC236}">
                      <a16:creationId xmlns:a16="http://schemas.microsoft.com/office/drawing/2014/main" id="{726EC08F-E8A3-4E01-8522-7D04F97868F6}"/>
                    </a:ext>
                  </a:extLst>
                </p:cNvPr>
                <p:cNvSpPr>
                  <a:spLocks/>
                </p:cNvSpPr>
                <p:nvPr/>
              </p:nvSpPr>
              <p:spPr bwMode="auto">
                <a:xfrm>
                  <a:off x="512" y="1268"/>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rgbClr val="0000FF"/>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45" name="Freeform 21">
                  <a:extLst>
                    <a:ext uri="{FF2B5EF4-FFF2-40B4-BE49-F238E27FC236}">
                      <a16:creationId xmlns:a16="http://schemas.microsoft.com/office/drawing/2014/main" id="{DB0A1F6A-861E-4066-8A71-E347F189D94D}"/>
                    </a:ext>
                  </a:extLst>
                </p:cNvPr>
                <p:cNvSpPr>
                  <a:spLocks/>
                </p:cNvSpPr>
                <p:nvPr/>
              </p:nvSpPr>
              <p:spPr bwMode="auto">
                <a:xfrm flipV="1">
                  <a:off x="1316" y="1760"/>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rgbClr val="0000FF"/>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641046" name="Group 22">
              <a:extLst>
                <a:ext uri="{FF2B5EF4-FFF2-40B4-BE49-F238E27FC236}">
                  <a16:creationId xmlns:a16="http://schemas.microsoft.com/office/drawing/2014/main" id="{D44252AA-5B01-4977-874F-0B91EB8916D1}"/>
                </a:ext>
              </a:extLst>
            </p:cNvPr>
            <p:cNvGrpSpPr>
              <a:grpSpLocks/>
            </p:cNvGrpSpPr>
            <p:nvPr/>
          </p:nvGrpSpPr>
          <p:grpSpPr bwMode="auto">
            <a:xfrm>
              <a:off x="3319" y="2240"/>
              <a:ext cx="1876" cy="527"/>
              <a:chOff x="512" y="1374"/>
              <a:chExt cx="1876" cy="567"/>
            </a:xfrm>
          </p:grpSpPr>
          <p:sp>
            <p:nvSpPr>
              <p:cNvPr id="641047" name="Text Box 23">
                <a:extLst>
                  <a:ext uri="{FF2B5EF4-FFF2-40B4-BE49-F238E27FC236}">
                    <a16:creationId xmlns:a16="http://schemas.microsoft.com/office/drawing/2014/main" id="{0E000EBE-02B5-4FF7-87E0-9E74AA154F29}"/>
                  </a:ext>
                </a:extLst>
              </p:cNvPr>
              <p:cNvSpPr txBox="1">
                <a:spLocks noChangeArrowheads="1"/>
              </p:cNvSpPr>
              <p:nvPr/>
            </p:nvSpPr>
            <p:spPr bwMode="auto">
              <a:xfrm>
                <a:off x="1974" y="1374"/>
                <a:ext cx="41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solidFill>
                      <a:schemeClr val="accent2"/>
                    </a:solidFill>
                    <a:latin typeface="Times New Roman" panose="02020603050405020304" pitchFamily="18" charset="0"/>
                  </a:rPr>
                  <a:t>i</a:t>
                </a:r>
                <a:r>
                  <a:rPr kumimoji="1" lang="en-US" altLang="zh-CN" sz="2400" b="1" baseline="-25000">
                    <a:solidFill>
                      <a:schemeClr val="accent2"/>
                    </a:solidFill>
                    <a:latin typeface="Times New Roman" panose="02020603050405020304" pitchFamily="18" charset="0"/>
                  </a:rPr>
                  <a:t>3</a:t>
                </a:r>
                <a:r>
                  <a:rPr kumimoji="1" lang="en-US" altLang="zh-CN" sz="2400" b="1">
                    <a:solidFill>
                      <a:schemeClr val="accent2"/>
                    </a:solidFill>
                    <a:latin typeface="Times New Roman" panose="02020603050405020304" pitchFamily="18" charset="0"/>
                  </a:rPr>
                  <a:t>(</a:t>
                </a:r>
                <a:r>
                  <a:rPr kumimoji="1" lang="en-US" altLang="zh-CN" sz="2400" b="1" i="1">
                    <a:solidFill>
                      <a:schemeClr val="accent2"/>
                    </a:solidFill>
                    <a:latin typeface="Times New Roman" panose="02020603050405020304" pitchFamily="18" charset="0"/>
                  </a:rPr>
                  <a:t>t</a:t>
                </a:r>
                <a:r>
                  <a:rPr kumimoji="1" lang="en-US" altLang="zh-CN" sz="2400" b="1">
                    <a:solidFill>
                      <a:schemeClr val="accent2"/>
                    </a:solidFill>
                    <a:latin typeface="Times New Roman" panose="02020603050405020304" pitchFamily="18" charset="0"/>
                  </a:rPr>
                  <a:t>)</a:t>
                </a:r>
              </a:p>
            </p:txBody>
          </p:sp>
          <p:sp>
            <p:nvSpPr>
              <p:cNvPr id="641048" name="Line 24">
                <a:extLst>
                  <a:ext uri="{FF2B5EF4-FFF2-40B4-BE49-F238E27FC236}">
                    <a16:creationId xmlns:a16="http://schemas.microsoft.com/office/drawing/2014/main" id="{FAF348A0-340F-4E5D-ACD9-53A873E8C671}"/>
                  </a:ext>
                </a:extLst>
              </p:cNvPr>
              <p:cNvSpPr>
                <a:spLocks noChangeShapeType="1"/>
              </p:cNvSpPr>
              <p:nvPr/>
            </p:nvSpPr>
            <p:spPr bwMode="auto">
              <a:xfrm flipV="1">
                <a:off x="1868" y="1593"/>
                <a:ext cx="152" cy="107"/>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1049" name="Group 25">
                <a:extLst>
                  <a:ext uri="{FF2B5EF4-FFF2-40B4-BE49-F238E27FC236}">
                    <a16:creationId xmlns:a16="http://schemas.microsoft.com/office/drawing/2014/main" id="{738B2D75-5CC2-4F68-ABBA-34ED7F6F9AE2}"/>
                  </a:ext>
                </a:extLst>
              </p:cNvPr>
              <p:cNvGrpSpPr>
                <a:grpSpLocks/>
              </p:cNvGrpSpPr>
              <p:nvPr/>
            </p:nvGrpSpPr>
            <p:grpSpPr bwMode="auto">
              <a:xfrm>
                <a:off x="512" y="1568"/>
                <a:ext cx="528" cy="373"/>
                <a:chOff x="512" y="1268"/>
                <a:chExt cx="1600" cy="981"/>
              </a:xfrm>
            </p:grpSpPr>
            <p:sp>
              <p:nvSpPr>
                <p:cNvPr id="641050" name="Freeform 26">
                  <a:extLst>
                    <a:ext uri="{FF2B5EF4-FFF2-40B4-BE49-F238E27FC236}">
                      <a16:creationId xmlns:a16="http://schemas.microsoft.com/office/drawing/2014/main" id="{D8FF69DD-FE85-46E1-A686-C8EC156AFE8B}"/>
                    </a:ext>
                  </a:extLst>
                </p:cNvPr>
                <p:cNvSpPr>
                  <a:spLocks/>
                </p:cNvSpPr>
                <p:nvPr/>
              </p:nvSpPr>
              <p:spPr bwMode="auto">
                <a:xfrm>
                  <a:off x="512" y="1268"/>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51" name="Freeform 27">
                  <a:extLst>
                    <a:ext uri="{FF2B5EF4-FFF2-40B4-BE49-F238E27FC236}">
                      <a16:creationId xmlns:a16="http://schemas.microsoft.com/office/drawing/2014/main" id="{FB7B7B59-9608-48DB-967C-AA90D9F85315}"/>
                    </a:ext>
                  </a:extLst>
                </p:cNvPr>
                <p:cNvSpPr>
                  <a:spLocks/>
                </p:cNvSpPr>
                <p:nvPr/>
              </p:nvSpPr>
              <p:spPr bwMode="auto">
                <a:xfrm flipV="1">
                  <a:off x="1316" y="1760"/>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41052" name="Group 28">
                <a:extLst>
                  <a:ext uri="{FF2B5EF4-FFF2-40B4-BE49-F238E27FC236}">
                    <a16:creationId xmlns:a16="http://schemas.microsoft.com/office/drawing/2014/main" id="{735BFB4C-A9F4-435E-B864-56365DE6C223}"/>
                  </a:ext>
                </a:extLst>
              </p:cNvPr>
              <p:cNvGrpSpPr>
                <a:grpSpLocks/>
              </p:cNvGrpSpPr>
              <p:nvPr/>
            </p:nvGrpSpPr>
            <p:grpSpPr bwMode="auto">
              <a:xfrm>
                <a:off x="1572" y="1568"/>
                <a:ext cx="528" cy="373"/>
                <a:chOff x="512" y="1268"/>
                <a:chExt cx="1600" cy="981"/>
              </a:xfrm>
            </p:grpSpPr>
            <p:sp>
              <p:nvSpPr>
                <p:cNvPr id="641053" name="Freeform 29">
                  <a:extLst>
                    <a:ext uri="{FF2B5EF4-FFF2-40B4-BE49-F238E27FC236}">
                      <a16:creationId xmlns:a16="http://schemas.microsoft.com/office/drawing/2014/main" id="{1EEDDCEB-7141-4AEB-B582-30C984EFA17F}"/>
                    </a:ext>
                  </a:extLst>
                </p:cNvPr>
                <p:cNvSpPr>
                  <a:spLocks/>
                </p:cNvSpPr>
                <p:nvPr/>
              </p:nvSpPr>
              <p:spPr bwMode="auto">
                <a:xfrm>
                  <a:off x="512" y="1268"/>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54" name="Freeform 30">
                  <a:extLst>
                    <a:ext uri="{FF2B5EF4-FFF2-40B4-BE49-F238E27FC236}">
                      <a16:creationId xmlns:a16="http://schemas.microsoft.com/office/drawing/2014/main" id="{F613D3E9-C636-40F2-B30D-6525BEC30722}"/>
                    </a:ext>
                  </a:extLst>
                </p:cNvPr>
                <p:cNvSpPr>
                  <a:spLocks/>
                </p:cNvSpPr>
                <p:nvPr/>
              </p:nvSpPr>
              <p:spPr bwMode="auto">
                <a:xfrm flipV="1">
                  <a:off x="1316" y="1760"/>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41055" name="Group 31">
                <a:extLst>
                  <a:ext uri="{FF2B5EF4-FFF2-40B4-BE49-F238E27FC236}">
                    <a16:creationId xmlns:a16="http://schemas.microsoft.com/office/drawing/2014/main" id="{7A706556-B547-49AE-B43E-8FE41083586B}"/>
                  </a:ext>
                </a:extLst>
              </p:cNvPr>
              <p:cNvGrpSpPr>
                <a:grpSpLocks/>
              </p:cNvGrpSpPr>
              <p:nvPr/>
            </p:nvGrpSpPr>
            <p:grpSpPr bwMode="auto">
              <a:xfrm>
                <a:off x="1044" y="1565"/>
                <a:ext cx="528" cy="374"/>
                <a:chOff x="512" y="1268"/>
                <a:chExt cx="1600" cy="981"/>
              </a:xfrm>
            </p:grpSpPr>
            <p:sp>
              <p:nvSpPr>
                <p:cNvPr id="641056" name="Freeform 32">
                  <a:extLst>
                    <a:ext uri="{FF2B5EF4-FFF2-40B4-BE49-F238E27FC236}">
                      <a16:creationId xmlns:a16="http://schemas.microsoft.com/office/drawing/2014/main" id="{169852FE-FE97-4E0E-94FA-A42557952443}"/>
                    </a:ext>
                  </a:extLst>
                </p:cNvPr>
                <p:cNvSpPr>
                  <a:spLocks/>
                </p:cNvSpPr>
                <p:nvPr/>
              </p:nvSpPr>
              <p:spPr bwMode="auto">
                <a:xfrm>
                  <a:off x="512" y="1268"/>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57" name="Freeform 33">
                  <a:extLst>
                    <a:ext uri="{FF2B5EF4-FFF2-40B4-BE49-F238E27FC236}">
                      <a16:creationId xmlns:a16="http://schemas.microsoft.com/office/drawing/2014/main" id="{E869CC6C-9AF9-4A2E-8608-5391E9AE5081}"/>
                    </a:ext>
                  </a:extLst>
                </p:cNvPr>
                <p:cNvSpPr>
                  <a:spLocks/>
                </p:cNvSpPr>
                <p:nvPr/>
              </p:nvSpPr>
              <p:spPr bwMode="auto">
                <a:xfrm flipV="1">
                  <a:off x="1316" y="1760"/>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grpSp>
        <p:nvGrpSpPr>
          <p:cNvPr id="641058" name="Group 34">
            <a:extLst>
              <a:ext uri="{FF2B5EF4-FFF2-40B4-BE49-F238E27FC236}">
                <a16:creationId xmlns:a16="http://schemas.microsoft.com/office/drawing/2014/main" id="{07C5891F-E14B-4AF2-8F1D-42404B8DD1C2}"/>
              </a:ext>
            </a:extLst>
          </p:cNvPr>
          <p:cNvGrpSpPr>
            <a:grpSpLocks/>
          </p:cNvGrpSpPr>
          <p:nvPr/>
        </p:nvGrpSpPr>
        <p:grpSpPr bwMode="auto">
          <a:xfrm>
            <a:off x="898525" y="2828925"/>
            <a:ext cx="3997325" cy="2147888"/>
            <a:chOff x="279" y="948"/>
            <a:chExt cx="2518" cy="1353"/>
          </a:xfrm>
        </p:grpSpPr>
        <p:sp>
          <p:nvSpPr>
            <p:cNvPr id="641059" name="Line 35">
              <a:extLst>
                <a:ext uri="{FF2B5EF4-FFF2-40B4-BE49-F238E27FC236}">
                  <a16:creationId xmlns:a16="http://schemas.microsoft.com/office/drawing/2014/main" id="{B4E9F1F1-035C-403A-920D-94783C736824}"/>
                </a:ext>
              </a:extLst>
            </p:cNvPr>
            <p:cNvSpPr>
              <a:spLocks noChangeShapeType="1"/>
            </p:cNvSpPr>
            <p:nvPr/>
          </p:nvSpPr>
          <p:spPr bwMode="auto">
            <a:xfrm flipV="1">
              <a:off x="367" y="1751"/>
              <a:ext cx="2104"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60" name="Line 36">
              <a:extLst>
                <a:ext uri="{FF2B5EF4-FFF2-40B4-BE49-F238E27FC236}">
                  <a16:creationId xmlns:a16="http://schemas.microsoft.com/office/drawing/2014/main" id="{CF67A6DD-FFE5-4640-BF99-8AADBB1A3774}"/>
                </a:ext>
              </a:extLst>
            </p:cNvPr>
            <p:cNvSpPr>
              <a:spLocks noChangeShapeType="1"/>
            </p:cNvSpPr>
            <p:nvPr/>
          </p:nvSpPr>
          <p:spPr bwMode="auto">
            <a:xfrm flipH="1" flipV="1">
              <a:off x="512" y="948"/>
              <a:ext cx="0" cy="135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61" name="Text Box 37">
              <a:extLst>
                <a:ext uri="{FF2B5EF4-FFF2-40B4-BE49-F238E27FC236}">
                  <a16:creationId xmlns:a16="http://schemas.microsoft.com/office/drawing/2014/main" id="{F75F32FE-22C3-441D-99F3-D8BF11A31F04}"/>
                </a:ext>
              </a:extLst>
            </p:cNvPr>
            <p:cNvSpPr txBox="1">
              <a:spLocks noChangeArrowheads="1"/>
            </p:cNvSpPr>
            <p:nvPr/>
          </p:nvSpPr>
          <p:spPr bwMode="auto">
            <a:xfrm>
              <a:off x="2516" y="1609"/>
              <a:ext cx="281"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spcBef>
                  <a:spcPct val="0"/>
                </a:spcBef>
              </a:pPr>
              <a:r>
                <a:rPr kumimoji="1" lang="en-US" altLang="zh-CN" sz="2400" b="1" i="1">
                  <a:latin typeface="Times New Roman" panose="02020603050405020304" pitchFamily="18" charset="0"/>
                </a:rPr>
                <a:t>t</a:t>
              </a:r>
            </a:p>
          </p:txBody>
        </p:sp>
        <p:sp>
          <p:nvSpPr>
            <p:cNvPr id="641062" name="Text Box 38">
              <a:extLst>
                <a:ext uri="{FF2B5EF4-FFF2-40B4-BE49-F238E27FC236}">
                  <a16:creationId xmlns:a16="http://schemas.microsoft.com/office/drawing/2014/main" id="{137D677C-0ABE-47B0-B2E8-D022BA8E5485}"/>
                </a:ext>
              </a:extLst>
            </p:cNvPr>
            <p:cNvSpPr txBox="1">
              <a:spLocks noChangeArrowheads="1"/>
            </p:cNvSpPr>
            <p:nvPr/>
          </p:nvSpPr>
          <p:spPr bwMode="auto">
            <a:xfrm>
              <a:off x="279" y="1700"/>
              <a:ext cx="381"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spcBef>
                  <a:spcPct val="0"/>
                </a:spcBef>
              </a:pPr>
              <a:r>
                <a:rPr kumimoji="1" lang="en-US" altLang="zh-CN" sz="2400" b="1">
                  <a:latin typeface="Times New Roman" panose="02020603050405020304" pitchFamily="18" charset="0"/>
                </a:rPr>
                <a:t>0</a:t>
              </a:r>
              <a:endParaRPr kumimoji="1" lang="en-US" altLang="zh-CN" sz="2400" b="1" i="1">
                <a:latin typeface="Times New Roman" panose="02020603050405020304" pitchFamily="18" charset="0"/>
              </a:endParaRPr>
            </a:p>
          </p:txBody>
        </p:sp>
      </p:grpSp>
      <p:grpSp>
        <p:nvGrpSpPr>
          <p:cNvPr id="641063" name="Group 39">
            <a:extLst>
              <a:ext uri="{FF2B5EF4-FFF2-40B4-BE49-F238E27FC236}">
                <a16:creationId xmlns:a16="http://schemas.microsoft.com/office/drawing/2014/main" id="{359C0F9A-D766-44C8-BB3B-98038BFE4B0F}"/>
              </a:ext>
            </a:extLst>
          </p:cNvPr>
          <p:cNvGrpSpPr>
            <a:grpSpLocks/>
          </p:cNvGrpSpPr>
          <p:nvPr/>
        </p:nvGrpSpPr>
        <p:grpSpPr bwMode="auto">
          <a:xfrm>
            <a:off x="1262063" y="2736850"/>
            <a:ext cx="2540000" cy="2354263"/>
            <a:chOff x="512" y="1078"/>
            <a:chExt cx="1600" cy="1171"/>
          </a:xfrm>
        </p:grpSpPr>
        <p:sp>
          <p:nvSpPr>
            <p:cNvPr id="641064" name="Text Box 40">
              <a:extLst>
                <a:ext uri="{FF2B5EF4-FFF2-40B4-BE49-F238E27FC236}">
                  <a16:creationId xmlns:a16="http://schemas.microsoft.com/office/drawing/2014/main" id="{B2B57171-71A3-48C4-AD1C-0720D37F36A8}"/>
                </a:ext>
              </a:extLst>
            </p:cNvPr>
            <p:cNvSpPr txBox="1">
              <a:spLocks noChangeArrowheads="1"/>
            </p:cNvSpPr>
            <p:nvPr/>
          </p:nvSpPr>
          <p:spPr bwMode="auto">
            <a:xfrm>
              <a:off x="1283" y="1078"/>
              <a:ext cx="414"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solidFill>
                    <a:srgbClr val="0000FF"/>
                  </a:solidFill>
                  <a:latin typeface="Times New Roman" panose="02020603050405020304" pitchFamily="18" charset="0"/>
                </a:rPr>
                <a:t>i</a:t>
              </a:r>
              <a:r>
                <a:rPr kumimoji="1" lang="en-US" altLang="zh-CN" sz="2400" b="1" baseline="-25000">
                  <a:solidFill>
                    <a:srgbClr val="0000FF"/>
                  </a:solidFill>
                  <a:latin typeface="Times New Roman" panose="02020603050405020304" pitchFamily="18" charset="0"/>
                </a:rPr>
                <a:t>1</a:t>
              </a:r>
              <a:r>
                <a:rPr kumimoji="1" lang="en-US" altLang="zh-CN" sz="2400" b="1">
                  <a:solidFill>
                    <a:srgbClr val="0000FF"/>
                  </a:solidFill>
                  <a:latin typeface="Times New Roman" panose="02020603050405020304" pitchFamily="18" charset="0"/>
                </a:rPr>
                <a:t>(</a:t>
              </a:r>
              <a:r>
                <a:rPr kumimoji="1" lang="en-US" altLang="zh-CN" sz="2400" b="1" i="1">
                  <a:solidFill>
                    <a:srgbClr val="0000FF"/>
                  </a:solidFill>
                  <a:latin typeface="Times New Roman" panose="02020603050405020304" pitchFamily="18" charset="0"/>
                </a:rPr>
                <a:t>t</a:t>
              </a:r>
              <a:r>
                <a:rPr kumimoji="1" lang="en-US" altLang="zh-CN" sz="2400" b="1">
                  <a:solidFill>
                    <a:srgbClr val="0000FF"/>
                  </a:solidFill>
                  <a:latin typeface="Times New Roman" panose="02020603050405020304" pitchFamily="18" charset="0"/>
                </a:rPr>
                <a:t>)</a:t>
              </a:r>
            </a:p>
          </p:txBody>
        </p:sp>
        <p:sp>
          <p:nvSpPr>
            <p:cNvPr id="641065" name="Line 41">
              <a:extLst>
                <a:ext uri="{FF2B5EF4-FFF2-40B4-BE49-F238E27FC236}">
                  <a16:creationId xmlns:a16="http://schemas.microsoft.com/office/drawing/2014/main" id="{270D1F99-B4E5-4387-B055-F1490B52889A}"/>
                </a:ext>
              </a:extLst>
            </p:cNvPr>
            <p:cNvSpPr>
              <a:spLocks noChangeShapeType="1"/>
            </p:cNvSpPr>
            <p:nvPr/>
          </p:nvSpPr>
          <p:spPr bwMode="auto">
            <a:xfrm flipV="1">
              <a:off x="1067" y="1220"/>
              <a:ext cx="216" cy="144"/>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1066" name="Group 42">
              <a:extLst>
                <a:ext uri="{FF2B5EF4-FFF2-40B4-BE49-F238E27FC236}">
                  <a16:creationId xmlns:a16="http://schemas.microsoft.com/office/drawing/2014/main" id="{DCCFBE9A-DE78-4D20-B3E5-0D1FF44DC8BB}"/>
                </a:ext>
              </a:extLst>
            </p:cNvPr>
            <p:cNvGrpSpPr>
              <a:grpSpLocks/>
            </p:cNvGrpSpPr>
            <p:nvPr/>
          </p:nvGrpSpPr>
          <p:grpSpPr bwMode="auto">
            <a:xfrm>
              <a:off x="512" y="1268"/>
              <a:ext cx="1600" cy="981"/>
              <a:chOff x="512" y="1268"/>
              <a:chExt cx="1600" cy="981"/>
            </a:xfrm>
          </p:grpSpPr>
          <p:sp>
            <p:nvSpPr>
              <p:cNvPr id="641067" name="Freeform 43">
                <a:extLst>
                  <a:ext uri="{FF2B5EF4-FFF2-40B4-BE49-F238E27FC236}">
                    <a16:creationId xmlns:a16="http://schemas.microsoft.com/office/drawing/2014/main" id="{5864348B-7097-459A-BA15-3E8603ED02AC}"/>
                  </a:ext>
                </a:extLst>
              </p:cNvPr>
              <p:cNvSpPr>
                <a:spLocks/>
              </p:cNvSpPr>
              <p:nvPr/>
            </p:nvSpPr>
            <p:spPr bwMode="auto">
              <a:xfrm>
                <a:off x="512" y="1268"/>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rgbClr val="0000FF"/>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68" name="Freeform 44">
                <a:extLst>
                  <a:ext uri="{FF2B5EF4-FFF2-40B4-BE49-F238E27FC236}">
                    <a16:creationId xmlns:a16="http://schemas.microsoft.com/office/drawing/2014/main" id="{F8726E3A-35B6-4929-830F-9E9319D7A6EB}"/>
                  </a:ext>
                </a:extLst>
              </p:cNvPr>
              <p:cNvSpPr>
                <a:spLocks/>
              </p:cNvSpPr>
              <p:nvPr/>
            </p:nvSpPr>
            <p:spPr bwMode="auto">
              <a:xfrm flipV="1">
                <a:off x="1316" y="1760"/>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rgbClr val="0000FF"/>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641069" name="Group 45">
            <a:extLst>
              <a:ext uri="{FF2B5EF4-FFF2-40B4-BE49-F238E27FC236}">
                <a16:creationId xmlns:a16="http://schemas.microsoft.com/office/drawing/2014/main" id="{D0AA821C-F2EF-4328-A79A-983711C9F5A1}"/>
              </a:ext>
            </a:extLst>
          </p:cNvPr>
          <p:cNvGrpSpPr>
            <a:grpSpLocks/>
          </p:cNvGrpSpPr>
          <p:nvPr/>
        </p:nvGrpSpPr>
        <p:grpSpPr bwMode="auto">
          <a:xfrm>
            <a:off x="1268413" y="3543300"/>
            <a:ext cx="2978150" cy="836613"/>
            <a:chOff x="512" y="1374"/>
            <a:chExt cx="1876" cy="567"/>
          </a:xfrm>
        </p:grpSpPr>
        <p:sp>
          <p:nvSpPr>
            <p:cNvPr id="641070" name="Text Box 46">
              <a:extLst>
                <a:ext uri="{FF2B5EF4-FFF2-40B4-BE49-F238E27FC236}">
                  <a16:creationId xmlns:a16="http://schemas.microsoft.com/office/drawing/2014/main" id="{466D7A46-475B-4736-9508-31ED63D1076E}"/>
                </a:ext>
              </a:extLst>
            </p:cNvPr>
            <p:cNvSpPr txBox="1">
              <a:spLocks noChangeArrowheads="1"/>
            </p:cNvSpPr>
            <p:nvPr/>
          </p:nvSpPr>
          <p:spPr bwMode="auto">
            <a:xfrm>
              <a:off x="1974" y="1374"/>
              <a:ext cx="41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solidFill>
                    <a:schemeClr val="accent2"/>
                  </a:solidFill>
                  <a:latin typeface="Times New Roman" panose="02020603050405020304" pitchFamily="18" charset="0"/>
                </a:rPr>
                <a:t>i</a:t>
              </a:r>
              <a:r>
                <a:rPr kumimoji="1" lang="en-US" altLang="zh-CN" sz="2400" b="1" baseline="-25000">
                  <a:solidFill>
                    <a:schemeClr val="accent2"/>
                  </a:solidFill>
                  <a:latin typeface="Times New Roman" panose="02020603050405020304" pitchFamily="18" charset="0"/>
                </a:rPr>
                <a:t>3</a:t>
              </a:r>
              <a:r>
                <a:rPr kumimoji="1" lang="en-US" altLang="zh-CN" sz="2400" b="1">
                  <a:solidFill>
                    <a:schemeClr val="accent2"/>
                  </a:solidFill>
                  <a:latin typeface="Times New Roman" panose="02020603050405020304" pitchFamily="18" charset="0"/>
                </a:rPr>
                <a:t>(</a:t>
              </a:r>
              <a:r>
                <a:rPr kumimoji="1" lang="en-US" altLang="zh-CN" sz="2400" b="1" i="1">
                  <a:solidFill>
                    <a:schemeClr val="accent2"/>
                  </a:solidFill>
                  <a:latin typeface="Times New Roman" panose="02020603050405020304" pitchFamily="18" charset="0"/>
                </a:rPr>
                <a:t>t</a:t>
              </a:r>
              <a:r>
                <a:rPr kumimoji="1" lang="en-US" altLang="zh-CN" sz="2400" b="1">
                  <a:solidFill>
                    <a:schemeClr val="accent2"/>
                  </a:solidFill>
                  <a:latin typeface="Times New Roman" panose="02020603050405020304" pitchFamily="18" charset="0"/>
                </a:rPr>
                <a:t>)</a:t>
              </a:r>
            </a:p>
          </p:txBody>
        </p:sp>
        <p:sp>
          <p:nvSpPr>
            <p:cNvPr id="641071" name="Line 47">
              <a:extLst>
                <a:ext uri="{FF2B5EF4-FFF2-40B4-BE49-F238E27FC236}">
                  <a16:creationId xmlns:a16="http://schemas.microsoft.com/office/drawing/2014/main" id="{C5C7A399-DF78-4972-93FD-03B6D7DBFD84}"/>
                </a:ext>
              </a:extLst>
            </p:cNvPr>
            <p:cNvSpPr>
              <a:spLocks noChangeShapeType="1"/>
            </p:cNvSpPr>
            <p:nvPr/>
          </p:nvSpPr>
          <p:spPr bwMode="auto">
            <a:xfrm flipV="1">
              <a:off x="1868" y="1593"/>
              <a:ext cx="152" cy="107"/>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1072" name="Group 48">
              <a:extLst>
                <a:ext uri="{FF2B5EF4-FFF2-40B4-BE49-F238E27FC236}">
                  <a16:creationId xmlns:a16="http://schemas.microsoft.com/office/drawing/2014/main" id="{472D57B0-F6C2-40E5-881F-56329B01DF03}"/>
                </a:ext>
              </a:extLst>
            </p:cNvPr>
            <p:cNvGrpSpPr>
              <a:grpSpLocks/>
            </p:cNvGrpSpPr>
            <p:nvPr/>
          </p:nvGrpSpPr>
          <p:grpSpPr bwMode="auto">
            <a:xfrm>
              <a:off x="512" y="1568"/>
              <a:ext cx="528" cy="373"/>
              <a:chOff x="512" y="1268"/>
              <a:chExt cx="1600" cy="981"/>
            </a:xfrm>
          </p:grpSpPr>
          <p:sp>
            <p:nvSpPr>
              <p:cNvPr id="641073" name="Freeform 49">
                <a:extLst>
                  <a:ext uri="{FF2B5EF4-FFF2-40B4-BE49-F238E27FC236}">
                    <a16:creationId xmlns:a16="http://schemas.microsoft.com/office/drawing/2014/main" id="{1313BB1F-09B4-4E86-AB1D-4BB9380E417A}"/>
                  </a:ext>
                </a:extLst>
              </p:cNvPr>
              <p:cNvSpPr>
                <a:spLocks/>
              </p:cNvSpPr>
              <p:nvPr/>
            </p:nvSpPr>
            <p:spPr bwMode="auto">
              <a:xfrm>
                <a:off x="512" y="1268"/>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74" name="Freeform 50">
                <a:extLst>
                  <a:ext uri="{FF2B5EF4-FFF2-40B4-BE49-F238E27FC236}">
                    <a16:creationId xmlns:a16="http://schemas.microsoft.com/office/drawing/2014/main" id="{F37C34BE-0A79-4F1E-9535-82B92EC767E8}"/>
                  </a:ext>
                </a:extLst>
              </p:cNvPr>
              <p:cNvSpPr>
                <a:spLocks/>
              </p:cNvSpPr>
              <p:nvPr/>
            </p:nvSpPr>
            <p:spPr bwMode="auto">
              <a:xfrm flipV="1">
                <a:off x="1316" y="1760"/>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41075" name="Group 51">
              <a:extLst>
                <a:ext uri="{FF2B5EF4-FFF2-40B4-BE49-F238E27FC236}">
                  <a16:creationId xmlns:a16="http://schemas.microsoft.com/office/drawing/2014/main" id="{A6E32BD9-2E66-4AA7-A2E9-5CA5EBCEA78F}"/>
                </a:ext>
              </a:extLst>
            </p:cNvPr>
            <p:cNvGrpSpPr>
              <a:grpSpLocks/>
            </p:cNvGrpSpPr>
            <p:nvPr/>
          </p:nvGrpSpPr>
          <p:grpSpPr bwMode="auto">
            <a:xfrm>
              <a:off x="1572" y="1568"/>
              <a:ext cx="528" cy="373"/>
              <a:chOff x="512" y="1268"/>
              <a:chExt cx="1600" cy="981"/>
            </a:xfrm>
          </p:grpSpPr>
          <p:sp>
            <p:nvSpPr>
              <p:cNvPr id="641076" name="Freeform 52">
                <a:extLst>
                  <a:ext uri="{FF2B5EF4-FFF2-40B4-BE49-F238E27FC236}">
                    <a16:creationId xmlns:a16="http://schemas.microsoft.com/office/drawing/2014/main" id="{CF673BFA-A842-4377-B91F-4F83EF2C036A}"/>
                  </a:ext>
                </a:extLst>
              </p:cNvPr>
              <p:cNvSpPr>
                <a:spLocks/>
              </p:cNvSpPr>
              <p:nvPr/>
            </p:nvSpPr>
            <p:spPr bwMode="auto">
              <a:xfrm>
                <a:off x="512" y="1268"/>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77" name="Freeform 53">
                <a:extLst>
                  <a:ext uri="{FF2B5EF4-FFF2-40B4-BE49-F238E27FC236}">
                    <a16:creationId xmlns:a16="http://schemas.microsoft.com/office/drawing/2014/main" id="{9483F4DC-5D83-4F73-B763-17BD514E21BB}"/>
                  </a:ext>
                </a:extLst>
              </p:cNvPr>
              <p:cNvSpPr>
                <a:spLocks/>
              </p:cNvSpPr>
              <p:nvPr/>
            </p:nvSpPr>
            <p:spPr bwMode="auto">
              <a:xfrm flipV="1">
                <a:off x="1316" y="1760"/>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41078" name="Group 54">
              <a:extLst>
                <a:ext uri="{FF2B5EF4-FFF2-40B4-BE49-F238E27FC236}">
                  <a16:creationId xmlns:a16="http://schemas.microsoft.com/office/drawing/2014/main" id="{C68A71A1-F913-4B11-8E1D-061EFA4D6CCD}"/>
                </a:ext>
              </a:extLst>
            </p:cNvPr>
            <p:cNvGrpSpPr>
              <a:grpSpLocks/>
            </p:cNvGrpSpPr>
            <p:nvPr/>
          </p:nvGrpSpPr>
          <p:grpSpPr bwMode="auto">
            <a:xfrm>
              <a:off x="1044" y="1565"/>
              <a:ext cx="528" cy="374"/>
              <a:chOff x="512" y="1268"/>
              <a:chExt cx="1600" cy="981"/>
            </a:xfrm>
          </p:grpSpPr>
          <p:sp>
            <p:nvSpPr>
              <p:cNvPr id="641079" name="Freeform 55">
                <a:extLst>
                  <a:ext uri="{FF2B5EF4-FFF2-40B4-BE49-F238E27FC236}">
                    <a16:creationId xmlns:a16="http://schemas.microsoft.com/office/drawing/2014/main" id="{E58F35EC-400B-4AA0-A215-948DDDCD14FD}"/>
                  </a:ext>
                </a:extLst>
              </p:cNvPr>
              <p:cNvSpPr>
                <a:spLocks/>
              </p:cNvSpPr>
              <p:nvPr/>
            </p:nvSpPr>
            <p:spPr bwMode="auto">
              <a:xfrm>
                <a:off x="512" y="1268"/>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1080" name="Freeform 56">
                <a:extLst>
                  <a:ext uri="{FF2B5EF4-FFF2-40B4-BE49-F238E27FC236}">
                    <a16:creationId xmlns:a16="http://schemas.microsoft.com/office/drawing/2014/main" id="{2A4D48D6-057C-4CE2-91C0-32264F46DE26}"/>
                  </a:ext>
                </a:extLst>
              </p:cNvPr>
              <p:cNvSpPr>
                <a:spLocks/>
              </p:cNvSpPr>
              <p:nvPr/>
            </p:nvSpPr>
            <p:spPr bwMode="auto">
              <a:xfrm flipV="1">
                <a:off x="1316" y="1760"/>
                <a:ext cx="796" cy="489"/>
              </a:xfrm>
              <a:custGeom>
                <a:avLst/>
                <a:gdLst>
                  <a:gd name="T0" fmla="*/ 0 w 796"/>
                  <a:gd name="T1" fmla="*/ 489 h 489"/>
                  <a:gd name="T2" fmla="*/ 236 w 796"/>
                  <a:gd name="T3" fmla="*/ 124 h 489"/>
                  <a:gd name="T4" fmla="*/ 396 w 796"/>
                  <a:gd name="T5" fmla="*/ 0 h 489"/>
                  <a:gd name="T6" fmla="*/ 571 w 796"/>
                  <a:gd name="T7" fmla="*/ 124 h 489"/>
                  <a:gd name="T8" fmla="*/ 796 w 796"/>
                  <a:gd name="T9" fmla="*/ 484 h 489"/>
                </a:gdLst>
                <a:ahLst/>
                <a:cxnLst>
                  <a:cxn ang="0">
                    <a:pos x="T0" y="T1"/>
                  </a:cxn>
                  <a:cxn ang="0">
                    <a:pos x="T2" y="T3"/>
                  </a:cxn>
                  <a:cxn ang="0">
                    <a:pos x="T4" y="T5"/>
                  </a:cxn>
                  <a:cxn ang="0">
                    <a:pos x="T6" y="T7"/>
                  </a:cxn>
                  <a:cxn ang="0">
                    <a:pos x="T8" y="T9"/>
                  </a:cxn>
                </a:cxnLst>
                <a:rect l="0" t="0" r="r" b="b"/>
                <a:pathLst>
                  <a:path w="796" h="489">
                    <a:moveTo>
                      <a:pt x="0" y="489"/>
                    </a:moveTo>
                    <a:cubicBezTo>
                      <a:pt x="39" y="428"/>
                      <a:pt x="170" y="206"/>
                      <a:pt x="236" y="124"/>
                    </a:cubicBezTo>
                    <a:cubicBezTo>
                      <a:pt x="302" y="42"/>
                      <a:pt x="340" y="0"/>
                      <a:pt x="396" y="0"/>
                    </a:cubicBezTo>
                    <a:cubicBezTo>
                      <a:pt x="452" y="0"/>
                      <a:pt x="504" y="43"/>
                      <a:pt x="571" y="124"/>
                    </a:cubicBezTo>
                    <a:cubicBezTo>
                      <a:pt x="638" y="205"/>
                      <a:pt x="749" y="409"/>
                      <a:pt x="796" y="484"/>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641081" name="Group 57">
            <a:extLst>
              <a:ext uri="{FF2B5EF4-FFF2-40B4-BE49-F238E27FC236}">
                <a16:creationId xmlns:a16="http://schemas.microsoft.com/office/drawing/2014/main" id="{20C53231-D828-4F6D-B05D-AB12969B3CB1}"/>
              </a:ext>
            </a:extLst>
          </p:cNvPr>
          <p:cNvGrpSpPr>
            <a:grpSpLocks/>
          </p:cNvGrpSpPr>
          <p:nvPr/>
        </p:nvGrpSpPr>
        <p:grpSpPr bwMode="auto">
          <a:xfrm>
            <a:off x="1262063" y="3130550"/>
            <a:ext cx="2533650" cy="1806575"/>
            <a:chOff x="676" y="1122"/>
            <a:chExt cx="1596" cy="1138"/>
          </a:xfrm>
        </p:grpSpPr>
        <p:sp>
          <p:nvSpPr>
            <p:cNvPr id="641082" name="Line 58">
              <a:extLst>
                <a:ext uri="{FF2B5EF4-FFF2-40B4-BE49-F238E27FC236}">
                  <a16:creationId xmlns:a16="http://schemas.microsoft.com/office/drawing/2014/main" id="{C9733A96-CD4F-412B-A8B8-3368624E45C3}"/>
                </a:ext>
              </a:extLst>
            </p:cNvPr>
            <p:cNvSpPr>
              <a:spLocks noChangeShapeType="1"/>
            </p:cNvSpPr>
            <p:nvPr/>
          </p:nvSpPr>
          <p:spPr bwMode="auto">
            <a:xfrm flipV="1">
              <a:off x="1444" y="1324"/>
              <a:ext cx="208" cy="244"/>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1083" name="Text Box 59">
              <a:extLst>
                <a:ext uri="{FF2B5EF4-FFF2-40B4-BE49-F238E27FC236}">
                  <a16:creationId xmlns:a16="http://schemas.microsoft.com/office/drawing/2014/main" id="{E5AF4C0D-3954-43D5-8CD1-2F01F647F0D7}"/>
                </a:ext>
              </a:extLst>
            </p:cNvPr>
            <p:cNvSpPr txBox="1">
              <a:spLocks noChangeArrowheads="1"/>
            </p:cNvSpPr>
            <p:nvPr/>
          </p:nvSpPr>
          <p:spPr bwMode="auto">
            <a:xfrm>
              <a:off x="1614" y="1122"/>
              <a:ext cx="4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solidFill>
                    <a:srgbClr val="FF3300"/>
                  </a:solidFill>
                  <a:latin typeface="Times New Roman" panose="02020603050405020304" pitchFamily="18" charset="0"/>
                </a:rPr>
                <a:t>i</a:t>
              </a:r>
              <a:r>
                <a:rPr kumimoji="1" lang="en-US" altLang="zh-CN" sz="2400" b="1" baseline="30000">
                  <a:solidFill>
                    <a:srgbClr val="FF3300"/>
                  </a:solidFill>
                  <a:latin typeface="Times New Roman" panose="02020603050405020304" pitchFamily="18" charset="0"/>
                  <a:cs typeface="Times New Roman" panose="02020603050405020304" pitchFamily="18" charset="0"/>
                </a:rPr>
                <a:t> </a:t>
              </a:r>
              <a:r>
                <a:rPr kumimoji="1" lang="en-US" altLang="zh-CN" sz="2400" b="1">
                  <a:solidFill>
                    <a:srgbClr val="FF33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a:solidFill>
                    <a:srgbClr val="FF3300"/>
                  </a:solidFill>
                  <a:latin typeface="Times New Roman" panose="02020603050405020304" pitchFamily="18" charset="0"/>
                </a:rPr>
                <a:t>(</a:t>
              </a:r>
              <a:r>
                <a:rPr kumimoji="1" lang="en-US" altLang="zh-CN" sz="2400" b="1" i="1">
                  <a:solidFill>
                    <a:srgbClr val="FF3300"/>
                  </a:solidFill>
                  <a:latin typeface="Times New Roman" panose="02020603050405020304" pitchFamily="18" charset="0"/>
                </a:rPr>
                <a:t>t</a:t>
              </a:r>
              <a:r>
                <a:rPr kumimoji="1" lang="en-US" altLang="zh-CN" sz="2400" b="1">
                  <a:solidFill>
                    <a:srgbClr val="FF3300"/>
                  </a:solidFill>
                  <a:latin typeface="Times New Roman" panose="02020603050405020304" pitchFamily="18" charset="0"/>
                </a:rPr>
                <a:t>)</a:t>
              </a:r>
            </a:p>
          </p:txBody>
        </p:sp>
        <p:sp>
          <p:nvSpPr>
            <p:cNvPr id="641084" name="Freeform 60">
              <a:extLst>
                <a:ext uri="{FF2B5EF4-FFF2-40B4-BE49-F238E27FC236}">
                  <a16:creationId xmlns:a16="http://schemas.microsoft.com/office/drawing/2014/main" id="{8E72C3F3-88F3-46CF-ADCC-25B84698B7B9}"/>
                </a:ext>
              </a:extLst>
            </p:cNvPr>
            <p:cNvSpPr>
              <a:spLocks/>
            </p:cNvSpPr>
            <p:nvPr/>
          </p:nvSpPr>
          <p:spPr bwMode="auto">
            <a:xfrm>
              <a:off x="676" y="1222"/>
              <a:ext cx="800" cy="514"/>
            </a:xfrm>
            <a:custGeom>
              <a:avLst/>
              <a:gdLst>
                <a:gd name="T0" fmla="*/ 0 w 800"/>
                <a:gd name="T1" fmla="*/ 514 h 514"/>
                <a:gd name="T2" fmla="*/ 132 w 800"/>
                <a:gd name="T3" fmla="*/ 150 h 514"/>
                <a:gd name="T4" fmla="*/ 264 w 800"/>
                <a:gd name="T5" fmla="*/ 10 h 514"/>
                <a:gd name="T6" fmla="*/ 400 w 800"/>
                <a:gd name="T7" fmla="*/ 90 h 514"/>
                <a:gd name="T8" fmla="*/ 540 w 800"/>
                <a:gd name="T9" fmla="*/ 21 h 514"/>
                <a:gd name="T10" fmla="*/ 676 w 800"/>
                <a:gd name="T11" fmla="*/ 150 h 514"/>
                <a:gd name="T12" fmla="*/ 800 w 800"/>
                <a:gd name="T13" fmla="*/ 514 h 514"/>
              </a:gdLst>
              <a:ahLst/>
              <a:cxnLst>
                <a:cxn ang="0">
                  <a:pos x="T0" y="T1"/>
                </a:cxn>
                <a:cxn ang="0">
                  <a:pos x="T2" y="T3"/>
                </a:cxn>
                <a:cxn ang="0">
                  <a:pos x="T4" y="T5"/>
                </a:cxn>
                <a:cxn ang="0">
                  <a:pos x="T6" y="T7"/>
                </a:cxn>
                <a:cxn ang="0">
                  <a:pos x="T8" y="T9"/>
                </a:cxn>
                <a:cxn ang="0">
                  <a:pos x="T10" y="T11"/>
                </a:cxn>
                <a:cxn ang="0">
                  <a:pos x="T12" y="T13"/>
                </a:cxn>
              </a:cxnLst>
              <a:rect l="0" t="0" r="r" b="b"/>
              <a:pathLst>
                <a:path w="800" h="514">
                  <a:moveTo>
                    <a:pt x="0" y="514"/>
                  </a:moveTo>
                  <a:cubicBezTo>
                    <a:pt x="44" y="374"/>
                    <a:pt x="88" y="234"/>
                    <a:pt x="132" y="150"/>
                  </a:cubicBezTo>
                  <a:cubicBezTo>
                    <a:pt x="176" y="66"/>
                    <a:pt x="219" y="20"/>
                    <a:pt x="264" y="10"/>
                  </a:cubicBezTo>
                  <a:cubicBezTo>
                    <a:pt x="309" y="0"/>
                    <a:pt x="354" y="88"/>
                    <a:pt x="400" y="90"/>
                  </a:cubicBezTo>
                  <a:cubicBezTo>
                    <a:pt x="446" y="92"/>
                    <a:pt x="494" y="11"/>
                    <a:pt x="540" y="21"/>
                  </a:cubicBezTo>
                  <a:cubicBezTo>
                    <a:pt x="586" y="31"/>
                    <a:pt x="633" y="68"/>
                    <a:pt x="676" y="150"/>
                  </a:cubicBezTo>
                  <a:cubicBezTo>
                    <a:pt x="719" y="232"/>
                    <a:pt x="779" y="453"/>
                    <a:pt x="800" y="514"/>
                  </a:cubicBezTo>
                </a:path>
              </a:pathLst>
            </a:custGeom>
            <a:noFill/>
            <a:ln w="317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1085" name="Freeform 61">
              <a:extLst>
                <a:ext uri="{FF2B5EF4-FFF2-40B4-BE49-F238E27FC236}">
                  <a16:creationId xmlns:a16="http://schemas.microsoft.com/office/drawing/2014/main" id="{9ABD8811-1007-4C6C-A235-0D6645BAA57D}"/>
                </a:ext>
              </a:extLst>
            </p:cNvPr>
            <p:cNvSpPr>
              <a:spLocks/>
            </p:cNvSpPr>
            <p:nvPr/>
          </p:nvSpPr>
          <p:spPr bwMode="auto">
            <a:xfrm flipV="1">
              <a:off x="1472" y="1734"/>
              <a:ext cx="800" cy="526"/>
            </a:xfrm>
            <a:custGeom>
              <a:avLst/>
              <a:gdLst>
                <a:gd name="T0" fmla="*/ 0 w 800"/>
                <a:gd name="T1" fmla="*/ 526 h 526"/>
                <a:gd name="T2" fmla="*/ 132 w 800"/>
                <a:gd name="T3" fmla="*/ 162 h 526"/>
                <a:gd name="T4" fmla="*/ 264 w 800"/>
                <a:gd name="T5" fmla="*/ 22 h 526"/>
                <a:gd name="T6" fmla="*/ 400 w 800"/>
                <a:gd name="T7" fmla="*/ 102 h 526"/>
                <a:gd name="T8" fmla="*/ 540 w 800"/>
                <a:gd name="T9" fmla="*/ 10 h 526"/>
                <a:gd name="T10" fmla="*/ 676 w 800"/>
                <a:gd name="T11" fmla="*/ 162 h 526"/>
                <a:gd name="T12" fmla="*/ 800 w 800"/>
                <a:gd name="T13" fmla="*/ 526 h 526"/>
              </a:gdLst>
              <a:ahLst/>
              <a:cxnLst>
                <a:cxn ang="0">
                  <a:pos x="T0" y="T1"/>
                </a:cxn>
                <a:cxn ang="0">
                  <a:pos x="T2" y="T3"/>
                </a:cxn>
                <a:cxn ang="0">
                  <a:pos x="T4" y="T5"/>
                </a:cxn>
                <a:cxn ang="0">
                  <a:pos x="T6" y="T7"/>
                </a:cxn>
                <a:cxn ang="0">
                  <a:pos x="T8" y="T9"/>
                </a:cxn>
                <a:cxn ang="0">
                  <a:pos x="T10" y="T11"/>
                </a:cxn>
                <a:cxn ang="0">
                  <a:pos x="T12" y="T13"/>
                </a:cxn>
              </a:cxnLst>
              <a:rect l="0" t="0" r="r" b="b"/>
              <a:pathLst>
                <a:path w="800" h="526">
                  <a:moveTo>
                    <a:pt x="0" y="526"/>
                  </a:moveTo>
                  <a:cubicBezTo>
                    <a:pt x="44" y="386"/>
                    <a:pt x="88" y="246"/>
                    <a:pt x="132" y="162"/>
                  </a:cubicBezTo>
                  <a:cubicBezTo>
                    <a:pt x="176" y="78"/>
                    <a:pt x="219" y="32"/>
                    <a:pt x="264" y="22"/>
                  </a:cubicBezTo>
                  <a:cubicBezTo>
                    <a:pt x="309" y="12"/>
                    <a:pt x="354" y="104"/>
                    <a:pt x="400" y="102"/>
                  </a:cubicBezTo>
                  <a:cubicBezTo>
                    <a:pt x="446" y="100"/>
                    <a:pt x="494" y="0"/>
                    <a:pt x="540" y="10"/>
                  </a:cubicBezTo>
                  <a:cubicBezTo>
                    <a:pt x="586" y="20"/>
                    <a:pt x="633" y="76"/>
                    <a:pt x="676" y="162"/>
                  </a:cubicBezTo>
                  <a:cubicBezTo>
                    <a:pt x="719" y="248"/>
                    <a:pt x="779" y="465"/>
                    <a:pt x="800" y="526"/>
                  </a:cubicBezTo>
                </a:path>
              </a:pathLst>
            </a:custGeom>
            <a:noFill/>
            <a:ln w="317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41086" name="Group 62">
            <a:extLst>
              <a:ext uri="{FF2B5EF4-FFF2-40B4-BE49-F238E27FC236}">
                <a16:creationId xmlns:a16="http://schemas.microsoft.com/office/drawing/2014/main" id="{D3F44AB6-BB19-484E-A223-C12765BE39CF}"/>
              </a:ext>
            </a:extLst>
          </p:cNvPr>
          <p:cNvGrpSpPr>
            <a:grpSpLocks/>
          </p:cNvGrpSpPr>
          <p:nvPr/>
        </p:nvGrpSpPr>
        <p:grpSpPr bwMode="auto">
          <a:xfrm>
            <a:off x="5370513" y="2582863"/>
            <a:ext cx="2552700" cy="2433637"/>
            <a:chOff x="3200" y="979"/>
            <a:chExt cx="1608" cy="1533"/>
          </a:xfrm>
        </p:grpSpPr>
        <p:sp>
          <p:nvSpPr>
            <p:cNvPr id="641087" name="Line 63">
              <a:extLst>
                <a:ext uri="{FF2B5EF4-FFF2-40B4-BE49-F238E27FC236}">
                  <a16:creationId xmlns:a16="http://schemas.microsoft.com/office/drawing/2014/main" id="{7BC1A8CE-FF19-4E64-AE7C-756CA980AB39}"/>
                </a:ext>
              </a:extLst>
            </p:cNvPr>
            <p:cNvSpPr>
              <a:spLocks noChangeShapeType="1"/>
            </p:cNvSpPr>
            <p:nvPr/>
          </p:nvSpPr>
          <p:spPr bwMode="auto">
            <a:xfrm flipV="1">
              <a:off x="3824" y="1364"/>
              <a:ext cx="336" cy="124"/>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1088" name="Text Box 64">
              <a:extLst>
                <a:ext uri="{FF2B5EF4-FFF2-40B4-BE49-F238E27FC236}">
                  <a16:creationId xmlns:a16="http://schemas.microsoft.com/office/drawing/2014/main" id="{70F8E207-60D1-4D3B-B24F-5B4A63FB3D5A}"/>
                </a:ext>
              </a:extLst>
            </p:cNvPr>
            <p:cNvSpPr txBox="1">
              <a:spLocks noChangeArrowheads="1"/>
            </p:cNvSpPr>
            <p:nvPr/>
          </p:nvSpPr>
          <p:spPr bwMode="auto">
            <a:xfrm>
              <a:off x="4135" y="1230"/>
              <a:ext cx="4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solidFill>
                    <a:srgbClr val="FF3300"/>
                  </a:solidFill>
                  <a:latin typeface="Times New Roman" panose="02020603050405020304" pitchFamily="18" charset="0"/>
                </a:rPr>
                <a:t>i</a:t>
              </a:r>
              <a:r>
                <a:rPr kumimoji="1" lang="en-US" altLang="zh-CN" sz="2400" b="1" baseline="30000">
                  <a:solidFill>
                    <a:srgbClr val="FF3300"/>
                  </a:solidFill>
                  <a:latin typeface="Times New Roman" panose="02020603050405020304" pitchFamily="18" charset="0"/>
                  <a:cs typeface="Times New Roman" panose="02020603050405020304" pitchFamily="18" charset="0"/>
                </a:rPr>
                <a:t> </a:t>
              </a:r>
              <a:r>
                <a:rPr kumimoji="1" lang="en-US" altLang="zh-CN" sz="2400" b="1">
                  <a:solidFill>
                    <a:srgbClr val="FF33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a:solidFill>
                    <a:srgbClr val="FF3300"/>
                  </a:solidFill>
                  <a:latin typeface="Times New Roman" panose="02020603050405020304" pitchFamily="18" charset="0"/>
                </a:rPr>
                <a:t>(</a:t>
              </a:r>
              <a:r>
                <a:rPr kumimoji="1" lang="en-US" altLang="zh-CN" sz="2400" b="1" i="1">
                  <a:solidFill>
                    <a:srgbClr val="FF3300"/>
                  </a:solidFill>
                  <a:latin typeface="Times New Roman" panose="02020603050405020304" pitchFamily="18" charset="0"/>
                </a:rPr>
                <a:t>t</a:t>
              </a:r>
              <a:r>
                <a:rPr kumimoji="1" lang="en-US" altLang="zh-CN" sz="2400" b="1">
                  <a:solidFill>
                    <a:srgbClr val="FF3300"/>
                  </a:solidFill>
                  <a:latin typeface="Times New Roman" panose="02020603050405020304" pitchFamily="18" charset="0"/>
                </a:rPr>
                <a:t>)</a:t>
              </a:r>
            </a:p>
          </p:txBody>
        </p:sp>
        <p:sp>
          <p:nvSpPr>
            <p:cNvPr id="641089" name="Freeform 65">
              <a:extLst>
                <a:ext uri="{FF2B5EF4-FFF2-40B4-BE49-F238E27FC236}">
                  <a16:creationId xmlns:a16="http://schemas.microsoft.com/office/drawing/2014/main" id="{EE17FE45-D877-4220-90D7-C220027C5694}"/>
                </a:ext>
              </a:extLst>
            </p:cNvPr>
            <p:cNvSpPr>
              <a:spLocks/>
            </p:cNvSpPr>
            <p:nvPr/>
          </p:nvSpPr>
          <p:spPr bwMode="auto">
            <a:xfrm>
              <a:off x="3200" y="979"/>
              <a:ext cx="804" cy="765"/>
            </a:xfrm>
            <a:custGeom>
              <a:avLst/>
              <a:gdLst>
                <a:gd name="T0" fmla="*/ 0 w 804"/>
                <a:gd name="T1" fmla="*/ 765 h 765"/>
                <a:gd name="T2" fmla="*/ 132 w 804"/>
                <a:gd name="T3" fmla="*/ 685 h 765"/>
                <a:gd name="T4" fmla="*/ 256 w 804"/>
                <a:gd name="T5" fmla="*/ 297 h 765"/>
                <a:gd name="T6" fmla="*/ 400 w 804"/>
                <a:gd name="T7" fmla="*/ 1 h 765"/>
                <a:gd name="T8" fmla="*/ 540 w 804"/>
                <a:gd name="T9" fmla="*/ 305 h 765"/>
                <a:gd name="T10" fmla="*/ 672 w 804"/>
                <a:gd name="T11" fmla="*/ 681 h 765"/>
                <a:gd name="T12" fmla="*/ 804 w 804"/>
                <a:gd name="T13" fmla="*/ 765 h 765"/>
              </a:gdLst>
              <a:ahLst/>
              <a:cxnLst>
                <a:cxn ang="0">
                  <a:pos x="T0" y="T1"/>
                </a:cxn>
                <a:cxn ang="0">
                  <a:pos x="T2" y="T3"/>
                </a:cxn>
                <a:cxn ang="0">
                  <a:pos x="T4" y="T5"/>
                </a:cxn>
                <a:cxn ang="0">
                  <a:pos x="T6" y="T7"/>
                </a:cxn>
                <a:cxn ang="0">
                  <a:pos x="T8" y="T9"/>
                </a:cxn>
                <a:cxn ang="0">
                  <a:pos x="T10" y="T11"/>
                </a:cxn>
                <a:cxn ang="0">
                  <a:pos x="T12" y="T13"/>
                </a:cxn>
              </a:cxnLst>
              <a:rect l="0" t="0" r="r" b="b"/>
              <a:pathLst>
                <a:path w="804" h="765">
                  <a:moveTo>
                    <a:pt x="0" y="765"/>
                  </a:moveTo>
                  <a:cubicBezTo>
                    <a:pt x="44" y="764"/>
                    <a:pt x="89" y="763"/>
                    <a:pt x="132" y="685"/>
                  </a:cubicBezTo>
                  <a:cubicBezTo>
                    <a:pt x="175" y="607"/>
                    <a:pt x="211" y="411"/>
                    <a:pt x="256" y="297"/>
                  </a:cubicBezTo>
                  <a:cubicBezTo>
                    <a:pt x="301" y="183"/>
                    <a:pt x="353" y="0"/>
                    <a:pt x="400" y="1"/>
                  </a:cubicBezTo>
                  <a:cubicBezTo>
                    <a:pt x="447" y="2"/>
                    <a:pt x="495" y="192"/>
                    <a:pt x="540" y="305"/>
                  </a:cubicBezTo>
                  <a:cubicBezTo>
                    <a:pt x="585" y="418"/>
                    <a:pt x="628" y="604"/>
                    <a:pt x="672" y="681"/>
                  </a:cubicBezTo>
                  <a:cubicBezTo>
                    <a:pt x="716" y="758"/>
                    <a:pt x="782" y="752"/>
                    <a:pt x="804" y="765"/>
                  </a:cubicBezTo>
                </a:path>
              </a:pathLst>
            </a:custGeom>
            <a:noFill/>
            <a:ln w="317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1090" name="Freeform 66">
              <a:extLst>
                <a:ext uri="{FF2B5EF4-FFF2-40B4-BE49-F238E27FC236}">
                  <a16:creationId xmlns:a16="http://schemas.microsoft.com/office/drawing/2014/main" id="{DC4E9382-341E-4507-A8E0-9AECB982EF5D}"/>
                </a:ext>
              </a:extLst>
            </p:cNvPr>
            <p:cNvSpPr>
              <a:spLocks/>
            </p:cNvSpPr>
            <p:nvPr/>
          </p:nvSpPr>
          <p:spPr bwMode="auto">
            <a:xfrm flipV="1">
              <a:off x="4004" y="1747"/>
              <a:ext cx="804" cy="765"/>
            </a:xfrm>
            <a:custGeom>
              <a:avLst/>
              <a:gdLst>
                <a:gd name="T0" fmla="*/ 0 w 804"/>
                <a:gd name="T1" fmla="*/ 765 h 765"/>
                <a:gd name="T2" fmla="*/ 132 w 804"/>
                <a:gd name="T3" fmla="*/ 685 h 765"/>
                <a:gd name="T4" fmla="*/ 256 w 804"/>
                <a:gd name="T5" fmla="*/ 297 h 765"/>
                <a:gd name="T6" fmla="*/ 400 w 804"/>
                <a:gd name="T7" fmla="*/ 1 h 765"/>
                <a:gd name="T8" fmla="*/ 540 w 804"/>
                <a:gd name="T9" fmla="*/ 305 h 765"/>
                <a:gd name="T10" fmla="*/ 672 w 804"/>
                <a:gd name="T11" fmla="*/ 681 h 765"/>
                <a:gd name="T12" fmla="*/ 804 w 804"/>
                <a:gd name="T13" fmla="*/ 765 h 765"/>
              </a:gdLst>
              <a:ahLst/>
              <a:cxnLst>
                <a:cxn ang="0">
                  <a:pos x="T0" y="T1"/>
                </a:cxn>
                <a:cxn ang="0">
                  <a:pos x="T2" y="T3"/>
                </a:cxn>
                <a:cxn ang="0">
                  <a:pos x="T4" y="T5"/>
                </a:cxn>
                <a:cxn ang="0">
                  <a:pos x="T6" y="T7"/>
                </a:cxn>
                <a:cxn ang="0">
                  <a:pos x="T8" y="T9"/>
                </a:cxn>
                <a:cxn ang="0">
                  <a:pos x="T10" y="T11"/>
                </a:cxn>
                <a:cxn ang="0">
                  <a:pos x="T12" y="T13"/>
                </a:cxn>
              </a:cxnLst>
              <a:rect l="0" t="0" r="r" b="b"/>
              <a:pathLst>
                <a:path w="804" h="765">
                  <a:moveTo>
                    <a:pt x="0" y="765"/>
                  </a:moveTo>
                  <a:cubicBezTo>
                    <a:pt x="44" y="764"/>
                    <a:pt x="89" y="763"/>
                    <a:pt x="132" y="685"/>
                  </a:cubicBezTo>
                  <a:cubicBezTo>
                    <a:pt x="175" y="607"/>
                    <a:pt x="211" y="411"/>
                    <a:pt x="256" y="297"/>
                  </a:cubicBezTo>
                  <a:cubicBezTo>
                    <a:pt x="301" y="183"/>
                    <a:pt x="353" y="0"/>
                    <a:pt x="400" y="1"/>
                  </a:cubicBezTo>
                  <a:cubicBezTo>
                    <a:pt x="447" y="2"/>
                    <a:pt x="495" y="192"/>
                    <a:pt x="540" y="305"/>
                  </a:cubicBezTo>
                  <a:cubicBezTo>
                    <a:pt x="585" y="418"/>
                    <a:pt x="628" y="604"/>
                    <a:pt x="672" y="681"/>
                  </a:cubicBezTo>
                  <a:cubicBezTo>
                    <a:pt x="716" y="758"/>
                    <a:pt x="782" y="752"/>
                    <a:pt x="804" y="765"/>
                  </a:cubicBezTo>
                </a:path>
              </a:pathLst>
            </a:custGeom>
            <a:noFill/>
            <a:ln w="317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1091" name="Text Box 67">
            <a:extLst>
              <a:ext uri="{FF2B5EF4-FFF2-40B4-BE49-F238E27FC236}">
                <a16:creationId xmlns:a16="http://schemas.microsoft.com/office/drawing/2014/main" id="{97618804-58F2-4B85-A880-A6207595D03F}"/>
              </a:ext>
            </a:extLst>
          </p:cNvPr>
          <p:cNvSpPr txBox="1">
            <a:spLocks noChangeArrowheads="1"/>
          </p:cNvSpPr>
          <p:nvPr/>
        </p:nvSpPr>
        <p:spPr bwMode="auto">
          <a:xfrm>
            <a:off x="1779588" y="618490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endParaRPr kumimoji="1" lang="zh-CN" altLang="zh-CN" sz="2400">
              <a:latin typeface="Times New Roman" panose="02020603050405020304" pitchFamily="18" charset="0"/>
            </a:endParaRPr>
          </a:p>
        </p:txBody>
      </p:sp>
      <p:graphicFrame>
        <p:nvGraphicFramePr>
          <p:cNvPr id="641092" name="Object 68">
            <a:extLst>
              <a:ext uri="{FF2B5EF4-FFF2-40B4-BE49-F238E27FC236}">
                <a16:creationId xmlns:a16="http://schemas.microsoft.com/office/drawing/2014/main" id="{5003003B-52B1-48C2-A990-BC13D8BDB529}"/>
              </a:ext>
            </a:extLst>
          </p:cNvPr>
          <p:cNvGraphicFramePr>
            <a:graphicFrameLocks noChangeAspect="1"/>
          </p:cNvGraphicFramePr>
          <p:nvPr/>
        </p:nvGraphicFramePr>
        <p:xfrm>
          <a:off x="1951038" y="5764213"/>
          <a:ext cx="2082800" cy="684212"/>
        </p:xfrm>
        <a:graphic>
          <a:graphicData uri="http://schemas.openxmlformats.org/presentationml/2006/ole">
            <mc:AlternateContent xmlns:mc="http://schemas.openxmlformats.org/markup-compatibility/2006">
              <mc:Choice xmlns:v="urn:schemas-microsoft-com:vml" Requires="v">
                <p:oleObj spid="_x0000_s641124" name="Equation" r:id="rId10" imgW="888840" imgH="291960" progId="Equation.3">
                  <p:embed/>
                </p:oleObj>
              </mc:Choice>
              <mc:Fallback>
                <p:oleObj name="Equation" r:id="rId10" imgW="888840" imgH="291960" progId="Equation.3">
                  <p:embed/>
                  <p:pic>
                    <p:nvPicPr>
                      <p:cNvPr id="0" name="Object 6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51038" y="5764213"/>
                        <a:ext cx="2082800"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1093" name="Object 69">
            <a:extLst>
              <a:ext uri="{FF2B5EF4-FFF2-40B4-BE49-F238E27FC236}">
                <a16:creationId xmlns:a16="http://schemas.microsoft.com/office/drawing/2014/main" id="{847CDE25-1A2B-4DF1-BC03-8DCE5F5B0C0D}"/>
              </a:ext>
            </a:extLst>
          </p:cNvPr>
          <p:cNvGraphicFramePr>
            <a:graphicFrameLocks noChangeAspect="1"/>
          </p:cNvGraphicFramePr>
          <p:nvPr/>
        </p:nvGraphicFramePr>
        <p:xfrm>
          <a:off x="4860925" y="5756275"/>
          <a:ext cx="2173288" cy="684213"/>
        </p:xfrm>
        <a:graphic>
          <a:graphicData uri="http://schemas.openxmlformats.org/presentationml/2006/ole">
            <mc:AlternateContent xmlns:mc="http://schemas.openxmlformats.org/markup-compatibility/2006">
              <mc:Choice xmlns:v="urn:schemas-microsoft-com:vml" Requires="v">
                <p:oleObj spid="_x0000_s641125" name="Equation" r:id="rId12" imgW="927000" imgH="291960" progId="Equation.3">
                  <p:embed/>
                </p:oleObj>
              </mc:Choice>
              <mc:Fallback>
                <p:oleObj name="Equation" r:id="rId12" imgW="927000" imgH="291960" progId="Equation.3">
                  <p:embed/>
                  <p:pic>
                    <p:nvPicPr>
                      <p:cNvPr id="0" name="Object 6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60925" y="5756275"/>
                        <a:ext cx="2173288"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1094" name="Text Box 70">
            <a:extLst>
              <a:ext uri="{FF2B5EF4-FFF2-40B4-BE49-F238E27FC236}">
                <a16:creationId xmlns:a16="http://schemas.microsoft.com/office/drawing/2014/main" id="{389C4BB1-53D3-40B0-94F9-025FD911CAEF}"/>
              </a:ext>
            </a:extLst>
          </p:cNvPr>
          <p:cNvSpPr txBox="1">
            <a:spLocks noChangeArrowheads="1"/>
          </p:cNvSpPr>
          <p:nvPr/>
        </p:nvSpPr>
        <p:spPr bwMode="auto">
          <a:xfrm>
            <a:off x="4267200" y="5748338"/>
            <a:ext cx="4699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4000">
                <a:solidFill>
                  <a:srgbClr val="FF3300"/>
                </a:solidFill>
                <a:latin typeface="Times New Roman" panose="02020603050405020304" pitchFamily="18" charset="0"/>
              </a:rPr>
              <a:t>=</a:t>
            </a:r>
          </a:p>
        </p:txBody>
      </p:sp>
      <p:grpSp>
        <p:nvGrpSpPr>
          <p:cNvPr id="641095" name="Group 71">
            <a:extLst>
              <a:ext uri="{FF2B5EF4-FFF2-40B4-BE49-F238E27FC236}">
                <a16:creationId xmlns:a16="http://schemas.microsoft.com/office/drawing/2014/main" id="{07216456-5651-4AEF-97EE-AFFCC440C059}"/>
              </a:ext>
            </a:extLst>
          </p:cNvPr>
          <p:cNvGrpSpPr>
            <a:grpSpLocks/>
          </p:cNvGrpSpPr>
          <p:nvPr/>
        </p:nvGrpSpPr>
        <p:grpSpPr bwMode="auto">
          <a:xfrm>
            <a:off x="4241800" y="5151438"/>
            <a:ext cx="469900" cy="701675"/>
            <a:chOff x="2672" y="3245"/>
            <a:chExt cx="296" cy="442"/>
          </a:xfrm>
        </p:grpSpPr>
        <p:sp>
          <p:nvSpPr>
            <p:cNvPr id="641096" name="Text Box 72">
              <a:extLst>
                <a:ext uri="{FF2B5EF4-FFF2-40B4-BE49-F238E27FC236}">
                  <a16:creationId xmlns:a16="http://schemas.microsoft.com/office/drawing/2014/main" id="{72FE6E31-DA9F-4D45-A832-63525CCCBF70}"/>
                </a:ext>
              </a:extLst>
            </p:cNvPr>
            <p:cNvSpPr txBox="1">
              <a:spLocks noChangeArrowheads="1"/>
            </p:cNvSpPr>
            <p:nvPr/>
          </p:nvSpPr>
          <p:spPr bwMode="auto">
            <a:xfrm>
              <a:off x="2672" y="3245"/>
              <a:ext cx="29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4000">
                  <a:solidFill>
                    <a:srgbClr val="FF3300"/>
                  </a:solidFill>
                  <a:latin typeface="Times New Roman" panose="02020603050405020304" pitchFamily="18" charset="0"/>
                </a:rPr>
                <a:t>=</a:t>
              </a:r>
            </a:p>
          </p:txBody>
        </p:sp>
        <p:sp>
          <p:nvSpPr>
            <p:cNvPr id="641097" name="Line 73">
              <a:extLst>
                <a:ext uri="{FF2B5EF4-FFF2-40B4-BE49-F238E27FC236}">
                  <a16:creationId xmlns:a16="http://schemas.microsoft.com/office/drawing/2014/main" id="{37B4CEB7-64A1-455F-9551-9EFD137F554C}"/>
                </a:ext>
              </a:extLst>
            </p:cNvPr>
            <p:cNvSpPr>
              <a:spLocks noChangeShapeType="1"/>
            </p:cNvSpPr>
            <p:nvPr/>
          </p:nvSpPr>
          <p:spPr bwMode="auto">
            <a:xfrm>
              <a:off x="2744" y="3352"/>
              <a:ext cx="144" cy="2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1098" name="Line 74">
              <a:extLst>
                <a:ext uri="{FF2B5EF4-FFF2-40B4-BE49-F238E27FC236}">
                  <a16:creationId xmlns:a16="http://schemas.microsoft.com/office/drawing/2014/main" id="{6CF4E738-4AC7-4D04-91BF-01A5F134C227}"/>
                </a:ext>
              </a:extLst>
            </p:cNvPr>
            <p:cNvSpPr>
              <a:spLocks noChangeShapeType="1"/>
            </p:cNvSpPr>
            <p:nvPr/>
          </p:nvSpPr>
          <p:spPr bwMode="auto">
            <a:xfrm flipH="1">
              <a:off x="2776" y="3352"/>
              <a:ext cx="8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641028"/>
                                        </p:tgtEl>
                                        <p:attrNameLst>
                                          <p:attrName>style.visibility</p:attrName>
                                        </p:attrNameLst>
                                      </p:cBhvr>
                                      <p:to>
                                        <p:strVal val="visible"/>
                                      </p:to>
                                    </p:set>
                                    <p:animEffect transition="in" filter="dissolve">
                                      <p:cBhvr>
                                        <p:cTn id="7" dur="500"/>
                                        <p:tgtEl>
                                          <p:spTgt spid="6410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41029"/>
                                        </p:tgtEl>
                                        <p:attrNameLst>
                                          <p:attrName>style.visibility</p:attrName>
                                        </p:attrNameLst>
                                      </p:cBhvr>
                                      <p:to>
                                        <p:strVal val="visible"/>
                                      </p:to>
                                    </p:set>
                                    <p:animEffect transition="in" filter="wipe(left)">
                                      <p:cBhvr>
                                        <p:cTn id="12" dur="500"/>
                                        <p:tgtEl>
                                          <p:spTgt spid="6410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1026"/>
                                        </p:tgtEl>
                                        <p:attrNameLst>
                                          <p:attrName>style.visibility</p:attrName>
                                        </p:attrNameLst>
                                      </p:cBhvr>
                                      <p:to>
                                        <p:strVal val="visible"/>
                                      </p:to>
                                    </p:set>
                                    <p:animEffect transition="in" filter="wipe(left)">
                                      <p:cBhvr>
                                        <p:cTn id="17" dur="500"/>
                                        <p:tgtEl>
                                          <p:spTgt spid="6410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1032">
                                            <p:txEl>
                                              <p:pRg st="0" end="0"/>
                                            </p:txEl>
                                          </p:spTgt>
                                        </p:tgtEl>
                                        <p:attrNameLst>
                                          <p:attrName>style.visibility</p:attrName>
                                        </p:attrNameLst>
                                      </p:cBhvr>
                                      <p:to>
                                        <p:strVal val="visible"/>
                                      </p:to>
                                    </p:set>
                                    <p:animEffect transition="in" filter="wipe(left)">
                                      <p:cBhvr>
                                        <p:cTn id="22" dur="500"/>
                                        <p:tgtEl>
                                          <p:spTgt spid="641032">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41058"/>
                                        </p:tgtEl>
                                        <p:attrNameLst>
                                          <p:attrName>style.visibility</p:attrName>
                                        </p:attrNameLst>
                                      </p:cBhvr>
                                      <p:to>
                                        <p:strVal val="visible"/>
                                      </p:to>
                                    </p:set>
                                    <p:animEffect transition="in" filter="wipe(left)">
                                      <p:cBhvr>
                                        <p:cTn id="27" dur="500"/>
                                        <p:tgtEl>
                                          <p:spTgt spid="64105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41063"/>
                                        </p:tgtEl>
                                        <p:attrNameLst>
                                          <p:attrName>style.visibility</p:attrName>
                                        </p:attrNameLst>
                                      </p:cBhvr>
                                      <p:to>
                                        <p:strVal val="visible"/>
                                      </p:to>
                                    </p:set>
                                    <p:animEffect transition="in" filter="wipe(left)">
                                      <p:cBhvr>
                                        <p:cTn id="32" dur="500"/>
                                        <p:tgtEl>
                                          <p:spTgt spid="64106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41069"/>
                                        </p:tgtEl>
                                        <p:attrNameLst>
                                          <p:attrName>style.visibility</p:attrName>
                                        </p:attrNameLst>
                                      </p:cBhvr>
                                      <p:to>
                                        <p:strVal val="visible"/>
                                      </p:to>
                                    </p:set>
                                    <p:animEffect transition="in" filter="wipe(left)">
                                      <p:cBhvr>
                                        <p:cTn id="37" dur="500"/>
                                        <p:tgtEl>
                                          <p:spTgt spid="64106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41027"/>
                                        </p:tgtEl>
                                        <p:attrNameLst>
                                          <p:attrName>style.visibility</p:attrName>
                                        </p:attrNameLst>
                                      </p:cBhvr>
                                      <p:to>
                                        <p:strVal val="visible"/>
                                      </p:to>
                                    </p:set>
                                    <p:animEffect transition="in" filter="wipe(left)">
                                      <p:cBhvr>
                                        <p:cTn id="42" dur="500"/>
                                        <p:tgtEl>
                                          <p:spTgt spid="64102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288" fill="hold" nodeType="clickEffect">
                                  <p:stCondLst>
                                    <p:cond delay="0"/>
                                  </p:stCondLst>
                                  <p:childTnLst>
                                    <p:set>
                                      <p:cBhvr>
                                        <p:cTn id="46" dur="1" fill="hold">
                                          <p:stCondLst>
                                            <p:cond delay="0"/>
                                          </p:stCondLst>
                                        </p:cTn>
                                        <p:tgtEl>
                                          <p:spTgt spid="641081"/>
                                        </p:tgtEl>
                                        <p:attrNameLst>
                                          <p:attrName>style.visibility</p:attrName>
                                        </p:attrNameLst>
                                      </p:cBhvr>
                                      <p:to>
                                        <p:strVal val="visible"/>
                                      </p:to>
                                    </p:set>
                                    <p:anim calcmode="lin" valueType="num">
                                      <p:cBhvr>
                                        <p:cTn id="47" dur="500" fill="hold"/>
                                        <p:tgtEl>
                                          <p:spTgt spid="641081"/>
                                        </p:tgtEl>
                                        <p:attrNameLst>
                                          <p:attrName>ppt_w</p:attrName>
                                        </p:attrNameLst>
                                      </p:cBhvr>
                                      <p:tavLst>
                                        <p:tav tm="0">
                                          <p:val>
                                            <p:strVal val="4/3*#ppt_w"/>
                                          </p:val>
                                        </p:tav>
                                        <p:tav tm="100000">
                                          <p:val>
                                            <p:strVal val="#ppt_w"/>
                                          </p:val>
                                        </p:tav>
                                      </p:tavLst>
                                    </p:anim>
                                    <p:anim calcmode="lin" valueType="num">
                                      <p:cBhvr>
                                        <p:cTn id="48" dur="500" fill="hold"/>
                                        <p:tgtEl>
                                          <p:spTgt spid="641081"/>
                                        </p:tgtEl>
                                        <p:attrNameLst>
                                          <p:attrName>ppt_h</p:attrName>
                                        </p:attrNameLst>
                                      </p:cBhvr>
                                      <p:tavLst>
                                        <p:tav tm="0">
                                          <p:val>
                                            <p:strVal val="4/3*#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641033"/>
                                        </p:tgtEl>
                                        <p:attrNameLst>
                                          <p:attrName>style.visibility</p:attrName>
                                        </p:attrNameLst>
                                      </p:cBhvr>
                                      <p:to>
                                        <p:strVal val="visible"/>
                                      </p:to>
                                    </p:set>
                                    <p:animEffect transition="in" filter="wipe(left)">
                                      <p:cBhvr>
                                        <p:cTn id="53" dur="500"/>
                                        <p:tgtEl>
                                          <p:spTgt spid="64103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288" fill="hold" nodeType="clickEffect">
                                  <p:stCondLst>
                                    <p:cond delay="0"/>
                                  </p:stCondLst>
                                  <p:childTnLst>
                                    <p:set>
                                      <p:cBhvr>
                                        <p:cTn id="57" dur="1" fill="hold">
                                          <p:stCondLst>
                                            <p:cond delay="0"/>
                                          </p:stCondLst>
                                        </p:cTn>
                                        <p:tgtEl>
                                          <p:spTgt spid="641086"/>
                                        </p:tgtEl>
                                        <p:attrNameLst>
                                          <p:attrName>style.visibility</p:attrName>
                                        </p:attrNameLst>
                                      </p:cBhvr>
                                      <p:to>
                                        <p:strVal val="visible"/>
                                      </p:to>
                                    </p:set>
                                    <p:anim calcmode="lin" valueType="num">
                                      <p:cBhvr>
                                        <p:cTn id="58" dur="500" fill="hold"/>
                                        <p:tgtEl>
                                          <p:spTgt spid="641086"/>
                                        </p:tgtEl>
                                        <p:attrNameLst>
                                          <p:attrName>ppt_w</p:attrName>
                                        </p:attrNameLst>
                                      </p:cBhvr>
                                      <p:tavLst>
                                        <p:tav tm="0">
                                          <p:val>
                                            <p:strVal val="4/3*#ppt_w"/>
                                          </p:val>
                                        </p:tav>
                                        <p:tav tm="100000">
                                          <p:val>
                                            <p:strVal val="#ppt_w"/>
                                          </p:val>
                                        </p:tav>
                                      </p:tavLst>
                                    </p:anim>
                                    <p:anim calcmode="lin" valueType="num">
                                      <p:cBhvr>
                                        <p:cTn id="59" dur="500" fill="hold"/>
                                        <p:tgtEl>
                                          <p:spTgt spid="641086"/>
                                        </p:tgtEl>
                                        <p:attrNameLst>
                                          <p:attrName>ppt_h</p:attrName>
                                        </p:attrNameLst>
                                      </p:cBhvr>
                                      <p:tavLst>
                                        <p:tav tm="0">
                                          <p:val>
                                            <p:strVal val="4/3*#ppt_h"/>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nodeType="clickEffect">
                                  <p:stCondLst>
                                    <p:cond delay="0"/>
                                  </p:stCondLst>
                                  <p:childTnLst>
                                    <p:set>
                                      <p:cBhvr>
                                        <p:cTn id="63" dur="1" fill="hold">
                                          <p:stCondLst>
                                            <p:cond delay="0"/>
                                          </p:stCondLst>
                                        </p:cTn>
                                        <p:tgtEl>
                                          <p:spTgt spid="641092"/>
                                        </p:tgtEl>
                                        <p:attrNameLst>
                                          <p:attrName>style.visibility</p:attrName>
                                        </p:attrNameLst>
                                      </p:cBhvr>
                                      <p:to>
                                        <p:strVal val="visible"/>
                                      </p:to>
                                    </p:set>
                                    <p:anim calcmode="lin" valueType="num">
                                      <p:cBhvr additive="base">
                                        <p:cTn id="64" dur="500" fill="hold"/>
                                        <p:tgtEl>
                                          <p:spTgt spid="641092"/>
                                        </p:tgtEl>
                                        <p:attrNameLst>
                                          <p:attrName>ppt_x</p:attrName>
                                        </p:attrNameLst>
                                      </p:cBhvr>
                                      <p:tavLst>
                                        <p:tav tm="0">
                                          <p:val>
                                            <p:strVal val="#ppt_x"/>
                                          </p:val>
                                        </p:tav>
                                        <p:tav tm="100000">
                                          <p:val>
                                            <p:strVal val="#ppt_x"/>
                                          </p:val>
                                        </p:tav>
                                      </p:tavLst>
                                    </p:anim>
                                    <p:anim calcmode="lin" valueType="num">
                                      <p:cBhvr additive="base">
                                        <p:cTn id="65" dur="500" fill="hold"/>
                                        <p:tgtEl>
                                          <p:spTgt spid="641092"/>
                                        </p:tgtEl>
                                        <p:attrNameLst>
                                          <p:attrName>ppt_y</p:attrName>
                                        </p:attrNameLst>
                                      </p:cBhvr>
                                      <p:tavLst>
                                        <p:tav tm="0">
                                          <p:val>
                                            <p:strVal val="1+#ppt_h/2"/>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4" fill="hold" nodeType="clickEffect">
                                  <p:stCondLst>
                                    <p:cond delay="0"/>
                                  </p:stCondLst>
                                  <p:childTnLst>
                                    <p:set>
                                      <p:cBhvr>
                                        <p:cTn id="69" dur="1" fill="hold">
                                          <p:stCondLst>
                                            <p:cond delay="0"/>
                                          </p:stCondLst>
                                        </p:cTn>
                                        <p:tgtEl>
                                          <p:spTgt spid="641093"/>
                                        </p:tgtEl>
                                        <p:attrNameLst>
                                          <p:attrName>style.visibility</p:attrName>
                                        </p:attrNameLst>
                                      </p:cBhvr>
                                      <p:to>
                                        <p:strVal val="visible"/>
                                      </p:to>
                                    </p:set>
                                    <p:anim calcmode="lin" valueType="num">
                                      <p:cBhvr additive="base">
                                        <p:cTn id="70" dur="500" fill="hold"/>
                                        <p:tgtEl>
                                          <p:spTgt spid="641093"/>
                                        </p:tgtEl>
                                        <p:attrNameLst>
                                          <p:attrName>ppt_x</p:attrName>
                                        </p:attrNameLst>
                                      </p:cBhvr>
                                      <p:tavLst>
                                        <p:tav tm="0">
                                          <p:val>
                                            <p:strVal val="#ppt_x"/>
                                          </p:val>
                                        </p:tav>
                                        <p:tav tm="100000">
                                          <p:val>
                                            <p:strVal val="#ppt_x"/>
                                          </p:val>
                                        </p:tav>
                                      </p:tavLst>
                                    </p:anim>
                                    <p:anim calcmode="lin" valueType="num">
                                      <p:cBhvr additive="base">
                                        <p:cTn id="71" dur="500" fill="hold"/>
                                        <p:tgtEl>
                                          <p:spTgt spid="641093"/>
                                        </p:tgtEl>
                                        <p:attrNameLst>
                                          <p:attrName>ppt_y</p:attrName>
                                        </p:attrNameLst>
                                      </p:cBhvr>
                                      <p:tavLst>
                                        <p:tav tm="0">
                                          <p:val>
                                            <p:strVal val="1+#ppt_h/2"/>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3" presetClass="entr" presetSubtype="272" fill="hold" grpId="0" nodeType="clickEffect">
                                  <p:stCondLst>
                                    <p:cond delay="0"/>
                                  </p:stCondLst>
                                  <p:childTnLst>
                                    <p:set>
                                      <p:cBhvr>
                                        <p:cTn id="75" dur="1" fill="hold">
                                          <p:stCondLst>
                                            <p:cond delay="0"/>
                                          </p:stCondLst>
                                        </p:cTn>
                                        <p:tgtEl>
                                          <p:spTgt spid="641094"/>
                                        </p:tgtEl>
                                        <p:attrNameLst>
                                          <p:attrName>style.visibility</p:attrName>
                                        </p:attrNameLst>
                                      </p:cBhvr>
                                      <p:to>
                                        <p:strVal val="visible"/>
                                      </p:to>
                                    </p:set>
                                    <p:anim calcmode="lin" valueType="num">
                                      <p:cBhvr>
                                        <p:cTn id="76" dur="500" fill="hold"/>
                                        <p:tgtEl>
                                          <p:spTgt spid="641094"/>
                                        </p:tgtEl>
                                        <p:attrNameLst>
                                          <p:attrName>ppt_w</p:attrName>
                                        </p:attrNameLst>
                                      </p:cBhvr>
                                      <p:tavLst>
                                        <p:tav tm="0">
                                          <p:val>
                                            <p:strVal val="2/3*#ppt_w"/>
                                          </p:val>
                                        </p:tav>
                                        <p:tav tm="100000">
                                          <p:val>
                                            <p:strVal val="#ppt_w"/>
                                          </p:val>
                                        </p:tav>
                                      </p:tavLst>
                                    </p:anim>
                                    <p:anim calcmode="lin" valueType="num">
                                      <p:cBhvr>
                                        <p:cTn id="77" dur="500" fill="hold"/>
                                        <p:tgtEl>
                                          <p:spTgt spid="641094"/>
                                        </p:tgtEl>
                                        <p:attrNameLst>
                                          <p:attrName>ppt_h</p:attrName>
                                        </p:attrNameLst>
                                      </p:cBhvr>
                                      <p:tavLst>
                                        <p:tav tm="0">
                                          <p:val>
                                            <p:strVal val="2/3*#ppt_h"/>
                                          </p:val>
                                        </p:tav>
                                        <p:tav tm="100000">
                                          <p:val>
                                            <p:strVal val="#ppt_h"/>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23" presetClass="entr" presetSubtype="272" fill="hold" nodeType="clickEffect">
                                  <p:stCondLst>
                                    <p:cond delay="0"/>
                                  </p:stCondLst>
                                  <p:childTnLst>
                                    <p:set>
                                      <p:cBhvr>
                                        <p:cTn id="81" dur="1" fill="hold">
                                          <p:stCondLst>
                                            <p:cond delay="0"/>
                                          </p:stCondLst>
                                        </p:cTn>
                                        <p:tgtEl>
                                          <p:spTgt spid="641095"/>
                                        </p:tgtEl>
                                        <p:attrNameLst>
                                          <p:attrName>style.visibility</p:attrName>
                                        </p:attrNameLst>
                                      </p:cBhvr>
                                      <p:to>
                                        <p:strVal val="visible"/>
                                      </p:to>
                                    </p:set>
                                    <p:anim calcmode="lin" valueType="num">
                                      <p:cBhvr>
                                        <p:cTn id="82" dur="500" fill="hold"/>
                                        <p:tgtEl>
                                          <p:spTgt spid="641095"/>
                                        </p:tgtEl>
                                        <p:attrNameLst>
                                          <p:attrName>ppt_w</p:attrName>
                                        </p:attrNameLst>
                                      </p:cBhvr>
                                      <p:tavLst>
                                        <p:tav tm="0">
                                          <p:val>
                                            <p:strVal val="2/3*#ppt_w"/>
                                          </p:val>
                                        </p:tav>
                                        <p:tav tm="100000">
                                          <p:val>
                                            <p:strVal val="#ppt_w"/>
                                          </p:val>
                                        </p:tav>
                                      </p:tavLst>
                                    </p:anim>
                                    <p:anim calcmode="lin" valueType="num">
                                      <p:cBhvr>
                                        <p:cTn id="83" dur="500" fill="hold"/>
                                        <p:tgtEl>
                                          <p:spTgt spid="641095"/>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26" grpId="0" autoUpdateAnimBg="0"/>
      <p:bldP spid="641028" grpId="0" animBg="1" autoUpdateAnimBg="0"/>
      <p:bldP spid="641032" grpId="0" build="p" autoUpdateAnimBg="0"/>
      <p:bldP spid="64109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Text Box 2">
            <a:extLst>
              <a:ext uri="{FF2B5EF4-FFF2-40B4-BE49-F238E27FC236}">
                <a16:creationId xmlns:a16="http://schemas.microsoft.com/office/drawing/2014/main" id="{E3026145-EAE6-4249-94D5-2DE360C0E39C}"/>
              </a:ext>
            </a:extLst>
          </p:cNvPr>
          <p:cNvSpPr txBox="1">
            <a:spLocks noChangeArrowheads="1"/>
          </p:cNvSpPr>
          <p:nvPr/>
        </p:nvSpPr>
        <p:spPr bwMode="auto">
          <a:xfrm>
            <a:off x="381000" y="304800"/>
            <a:ext cx="6440488" cy="457200"/>
          </a:xfrm>
          <a:prstGeom prst="rect">
            <a:avLst/>
          </a:prstGeom>
          <a:noFill/>
          <a:ln>
            <a:noFill/>
          </a:ln>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en-US" altLang="zh-CN" sz="2400" b="1">
                <a:solidFill>
                  <a:srgbClr val="A50021"/>
                </a:solidFill>
                <a:latin typeface="Times New Roman" panose="02020603050405020304" pitchFamily="18" charset="0"/>
              </a:rPr>
              <a:t>2. </a:t>
            </a:r>
            <a:r>
              <a:rPr kumimoji="1" lang="zh-CN" altLang="en-US" sz="2400" b="1">
                <a:solidFill>
                  <a:srgbClr val="A50021"/>
                </a:solidFill>
                <a:latin typeface="Times New Roman" panose="02020603050405020304" pitchFamily="18" charset="0"/>
              </a:rPr>
              <a:t>周期性非正弦电流电路的平均功率</a:t>
            </a:r>
          </a:p>
        </p:txBody>
      </p:sp>
      <p:sp>
        <p:nvSpPr>
          <p:cNvPr id="642051" name="Text Box 3">
            <a:extLst>
              <a:ext uri="{FF2B5EF4-FFF2-40B4-BE49-F238E27FC236}">
                <a16:creationId xmlns:a16="http://schemas.microsoft.com/office/drawing/2014/main" id="{F02004CD-0405-4033-BB07-7CA3EBB637C6}"/>
              </a:ext>
            </a:extLst>
          </p:cNvPr>
          <p:cNvSpPr txBox="1">
            <a:spLocks noChangeArrowheads="1"/>
          </p:cNvSpPr>
          <p:nvPr/>
        </p:nvSpPr>
        <p:spPr bwMode="auto">
          <a:xfrm>
            <a:off x="796925" y="1052513"/>
            <a:ext cx="5029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平均功率定义公式与正弦电流相同</a:t>
            </a:r>
            <a:r>
              <a:rPr kumimoji="1" lang="zh-CN" altLang="en-US" sz="2400">
                <a:latin typeface="Times New Roman" panose="02020603050405020304" pitchFamily="18" charset="0"/>
              </a:rPr>
              <a:t>。</a:t>
            </a:r>
          </a:p>
        </p:txBody>
      </p:sp>
      <p:graphicFrame>
        <p:nvGraphicFramePr>
          <p:cNvPr id="642052" name="Object 4">
            <a:extLst>
              <a:ext uri="{FF2B5EF4-FFF2-40B4-BE49-F238E27FC236}">
                <a16:creationId xmlns:a16="http://schemas.microsoft.com/office/drawing/2014/main" id="{F401F1ED-C5B2-46BD-8E17-24764ED47735}"/>
              </a:ext>
            </a:extLst>
          </p:cNvPr>
          <p:cNvGraphicFramePr>
            <a:graphicFrameLocks noChangeAspect="1"/>
          </p:cNvGraphicFramePr>
          <p:nvPr/>
        </p:nvGraphicFramePr>
        <p:xfrm>
          <a:off x="1295400" y="3535363"/>
          <a:ext cx="3595688" cy="1778000"/>
        </p:xfrm>
        <a:graphic>
          <a:graphicData uri="http://schemas.openxmlformats.org/presentationml/2006/ole">
            <mc:AlternateContent xmlns:mc="http://schemas.openxmlformats.org/markup-compatibility/2006">
              <mc:Choice xmlns:v="urn:schemas-microsoft-com:vml" Requires="v">
                <p:oleObj spid="_x0000_s642078" name="Equation" r:id="rId4" imgW="1955520" imgH="888840" progId="Equation.3">
                  <p:embed/>
                </p:oleObj>
              </mc:Choice>
              <mc:Fallback>
                <p:oleObj name="Equation" r:id="rId4" imgW="1955520" imgH="88884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3535363"/>
                        <a:ext cx="3595688" cy="17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2053" name="Text Box 5">
            <a:extLst>
              <a:ext uri="{FF2B5EF4-FFF2-40B4-BE49-F238E27FC236}">
                <a16:creationId xmlns:a16="http://schemas.microsoft.com/office/drawing/2014/main" id="{B0D5A3F5-5E48-4472-8BAE-71FCFB166776}"/>
              </a:ext>
            </a:extLst>
          </p:cNvPr>
          <p:cNvSpPr txBox="1">
            <a:spLocks noChangeArrowheads="1"/>
          </p:cNvSpPr>
          <p:nvPr/>
        </p:nvSpPr>
        <p:spPr bwMode="auto">
          <a:xfrm>
            <a:off x="431800" y="3643313"/>
            <a:ext cx="762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若</a:t>
            </a:r>
            <a:endParaRPr kumimoji="1" lang="zh-CN" altLang="en-US" sz="2400">
              <a:latin typeface="Times New Roman" panose="02020603050405020304" pitchFamily="18" charset="0"/>
            </a:endParaRPr>
          </a:p>
        </p:txBody>
      </p:sp>
      <p:graphicFrame>
        <p:nvGraphicFramePr>
          <p:cNvPr id="642054" name="Object 6">
            <a:extLst>
              <a:ext uri="{FF2B5EF4-FFF2-40B4-BE49-F238E27FC236}">
                <a16:creationId xmlns:a16="http://schemas.microsoft.com/office/drawing/2014/main" id="{DD72FA6D-504C-4070-861C-BB4FAF01172A}"/>
              </a:ext>
            </a:extLst>
          </p:cNvPr>
          <p:cNvGraphicFramePr>
            <a:graphicFrameLocks noChangeAspect="1"/>
          </p:cNvGraphicFramePr>
          <p:nvPr/>
        </p:nvGraphicFramePr>
        <p:xfrm>
          <a:off x="2808288" y="2457450"/>
          <a:ext cx="3198812" cy="811213"/>
        </p:xfrm>
        <a:graphic>
          <a:graphicData uri="http://schemas.openxmlformats.org/presentationml/2006/ole">
            <mc:AlternateContent xmlns:mc="http://schemas.openxmlformats.org/markup-compatibility/2006">
              <mc:Choice xmlns:v="urn:schemas-microsoft-com:vml" Requires="v">
                <p:oleObj spid="_x0000_s642079" name="Equation" r:id="rId6" imgW="1600200" imgH="406080" progId="Equation.3">
                  <p:embed/>
                </p:oleObj>
              </mc:Choice>
              <mc:Fallback>
                <p:oleObj name="Equation" r:id="rId6" imgW="1600200" imgH="40608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8288" y="2457450"/>
                        <a:ext cx="3198812" cy="811213"/>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2055" name="Object 7">
            <a:extLst>
              <a:ext uri="{FF2B5EF4-FFF2-40B4-BE49-F238E27FC236}">
                <a16:creationId xmlns:a16="http://schemas.microsoft.com/office/drawing/2014/main" id="{BCD5ABF0-E668-4215-B73C-F732C5C8CD8F}"/>
              </a:ext>
            </a:extLst>
          </p:cNvPr>
          <p:cNvGraphicFramePr>
            <a:graphicFrameLocks noChangeAspect="1"/>
          </p:cNvGraphicFramePr>
          <p:nvPr/>
        </p:nvGraphicFramePr>
        <p:xfrm>
          <a:off x="2854325" y="1741488"/>
          <a:ext cx="887413" cy="406400"/>
        </p:xfrm>
        <a:graphic>
          <a:graphicData uri="http://schemas.openxmlformats.org/presentationml/2006/ole">
            <mc:AlternateContent xmlns:mc="http://schemas.openxmlformats.org/markup-compatibility/2006">
              <mc:Choice xmlns:v="urn:schemas-microsoft-com:vml" Requires="v">
                <p:oleObj spid="_x0000_s642080" name="Equation" r:id="rId8" imgW="444240" imgH="203040" progId="Equation.3">
                  <p:embed/>
                </p:oleObj>
              </mc:Choice>
              <mc:Fallback>
                <p:oleObj name="Equation" r:id="rId8" imgW="444240" imgH="20304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54325" y="1741488"/>
                        <a:ext cx="887413" cy="4064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2056" name="Text Box 8">
            <a:extLst>
              <a:ext uri="{FF2B5EF4-FFF2-40B4-BE49-F238E27FC236}">
                <a16:creationId xmlns:a16="http://schemas.microsoft.com/office/drawing/2014/main" id="{471A6975-4B5C-4A05-A060-E6E00E4EA2F6}"/>
              </a:ext>
            </a:extLst>
          </p:cNvPr>
          <p:cNvSpPr txBox="1">
            <a:spLocks noChangeArrowheads="1"/>
          </p:cNvSpPr>
          <p:nvPr/>
        </p:nvSpPr>
        <p:spPr bwMode="auto">
          <a:xfrm>
            <a:off x="1206500" y="1747838"/>
            <a:ext cx="1676400" cy="457200"/>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0000FF"/>
                </a:solidFill>
                <a:latin typeface="Times New Roman" panose="02020603050405020304" pitchFamily="18" charset="0"/>
              </a:rPr>
              <a:t>瞬时功率</a:t>
            </a:r>
          </a:p>
        </p:txBody>
      </p:sp>
      <p:sp>
        <p:nvSpPr>
          <p:cNvPr id="642057" name="Text Box 9">
            <a:extLst>
              <a:ext uri="{FF2B5EF4-FFF2-40B4-BE49-F238E27FC236}">
                <a16:creationId xmlns:a16="http://schemas.microsoft.com/office/drawing/2014/main" id="{6CD0D3BC-E5CC-45EF-91C2-B0542CF30505}"/>
              </a:ext>
            </a:extLst>
          </p:cNvPr>
          <p:cNvSpPr txBox="1">
            <a:spLocks noChangeArrowheads="1"/>
          </p:cNvSpPr>
          <p:nvPr/>
        </p:nvSpPr>
        <p:spPr bwMode="auto">
          <a:xfrm>
            <a:off x="1158875" y="2568575"/>
            <a:ext cx="1676400" cy="457200"/>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0000FF"/>
                </a:solidFill>
                <a:latin typeface="Times New Roman" panose="02020603050405020304" pitchFamily="18" charset="0"/>
              </a:rPr>
              <a:t>平均功率</a:t>
            </a:r>
          </a:p>
        </p:txBody>
      </p:sp>
      <p:sp>
        <p:nvSpPr>
          <p:cNvPr id="642058" name="Text Box 10">
            <a:extLst>
              <a:ext uri="{FF2B5EF4-FFF2-40B4-BE49-F238E27FC236}">
                <a16:creationId xmlns:a16="http://schemas.microsoft.com/office/drawing/2014/main" id="{FB4108C9-2739-4D5C-A219-4CAE235A50C1}"/>
              </a:ext>
            </a:extLst>
          </p:cNvPr>
          <p:cNvSpPr txBox="1">
            <a:spLocks noChangeArrowheads="1"/>
          </p:cNvSpPr>
          <p:nvPr/>
        </p:nvSpPr>
        <p:spPr bwMode="auto">
          <a:xfrm>
            <a:off x="395288" y="4940300"/>
            <a:ext cx="762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则</a:t>
            </a:r>
            <a:endParaRPr kumimoji="1" lang="zh-CN" altLang="en-US" sz="2400">
              <a:latin typeface="Times New Roman" panose="02020603050405020304" pitchFamily="18" charset="0"/>
            </a:endParaRPr>
          </a:p>
        </p:txBody>
      </p:sp>
      <p:graphicFrame>
        <p:nvGraphicFramePr>
          <p:cNvPr id="642059" name="Object 11">
            <a:extLst>
              <a:ext uri="{FF2B5EF4-FFF2-40B4-BE49-F238E27FC236}">
                <a16:creationId xmlns:a16="http://schemas.microsoft.com/office/drawing/2014/main" id="{33C4414A-DC09-42AC-943A-9AE031F6A602}"/>
              </a:ext>
            </a:extLst>
          </p:cNvPr>
          <p:cNvGraphicFramePr>
            <a:graphicFrameLocks noChangeAspect="1"/>
          </p:cNvGraphicFramePr>
          <p:nvPr/>
        </p:nvGraphicFramePr>
        <p:xfrm>
          <a:off x="250825" y="5408613"/>
          <a:ext cx="8851900" cy="939800"/>
        </p:xfrm>
        <a:graphic>
          <a:graphicData uri="http://schemas.openxmlformats.org/presentationml/2006/ole">
            <mc:AlternateContent xmlns:mc="http://schemas.openxmlformats.org/markup-compatibility/2006">
              <mc:Choice xmlns:v="urn:schemas-microsoft-com:vml" Requires="v">
                <p:oleObj spid="_x0000_s642081" name="Equation" r:id="rId10" imgW="4305240" imgH="457200" progId="Equation.3">
                  <p:embed/>
                </p:oleObj>
              </mc:Choice>
              <mc:Fallback>
                <p:oleObj name="Equation" r:id="rId10" imgW="4305240" imgH="45720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0825" y="5408613"/>
                        <a:ext cx="8851900" cy="93980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642050"/>
                                        </p:tgtEl>
                                        <p:attrNameLst>
                                          <p:attrName>style.visibility</p:attrName>
                                        </p:attrNameLst>
                                      </p:cBhvr>
                                      <p:to>
                                        <p:strVal val="visible"/>
                                      </p:to>
                                    </p:set>
                                    <p:animEffect transition="in" filter="box(in)">
                                      <p:cBhvr>
                                        <p:cTn id="7" dur="500"/>
                                        <p:tgtEl>
                                          <p:spTgt spid="64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642051"/>
                                        </p:tgtEl>
                                        <p:attrNameLst>
                                          <p:attrName>style.visibility</p:attrName>
                                        </p:attrNameLst>
                                      </p:cBhvr>
                                      <p:to>
                                        <p:strVal val="visible"/>
                                      </p:to>
                                    </p:set>
                                    <p:anim calcmode="lin" valueType="num">
                                      <p:cBhvr additive="base">
                                        <p:cTn id="12" dur="500" fill="hold"/>
                                        <p:tgtEl>
                                          <p:spTgt spid="642051"/>
                                        </p:tgtEl>
                                        <p:attrNameLst>
                                          <p:attrName>ppt_x</p:attrName>
                                        </p:attrNameLst>
                                      </p:cBhvr>
                                      <p:tavLst>
                                        <p:tav tm="0">
                                          <p:val>
                                            <p:strVal val="1+#ppt_w/2"/>
                                          </p:val>
                                        </p:tav>
                                        <p:tav tm="100000">
                                          <p:val>
                                            <p:strVal val="#ppt_x"/>
                                          </p:val>
                                        </p:tav>
                                      </p:tavLst>
                                    </p:anim>
                                    <p:anim calcmode="lin" valueType="num">
                                      <p:cBhvr additive="base">
                                        <p:cTn id="13" dur="500" fill="hold"/>
                                        <p:tgtEl>
                                          <p:spTgt spid="642051"/>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642056"/>
                                        </p:tgtEl>
                                        <p:attrNameLst>
                                          <p:attrName>style.visibility</p:attrName>
                                        </p:attrNameLst>
                                      </p:cBhvr>
                                      <p:to>
                                        <p:strVal val="visible"/>
                                      </p:to>
                                    </p:set>
                                    <p:animEffect transition="in" filter="box(in)">
                                      <p:cBhvr>
                                        <p:cTn id="18" dur="500"/>
                                        <p:tgtEl>
                                          <p:spTgt spid="64205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642055"/>
                                        </p:tgtEl>
                                        <p:attrNameLst>
                                          <p:attrName>style.visibility</p:attrName>
                                        </p:attrNameLst>
                                      </p:cBhvr>
                                      <p:to>
                                        <p:strVal val="visible"/>
                                      </p:to>
                                    </p:set>
                                    <p:animEffect transition="in" filter="box(in)">
                                      <p:cBhvr>
                                        <p:cTn id="23" dur="500"/>
                                        <p:tgtEl>
                                          <p:spTgt spid="64205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642057"/>
                                        </p:tgtEl>
                                        <p:attrNameLst>
                                          <p:attrName>style.visibility</p:attrName>
                                        </p:attrNameLst>
                                      </p:cBhvr>
                                      <p:to>
                                        <p:strVal val="visible"/>
                                      </p:to>
                                    </p:set>
                                    <p:animEffect transition="in" filter="box(in)">
                                      <p:cBhvr>
                                        <p:cTn id="28" dur="500"/>
                                        <p:tgtEl>
                                          <p:spTgt spid="64205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nodeType="clickEffect">
                                  <p:stCondLst>
                                    <p:cond delay="0"/>
                                  </p:stCondLst>
                                  <p:childTnLst>
                                    <p:set>
                                      <p:cBhvr>
                                        <p:cTn id="32" dur="1" fill="hold">
                                          <p:stCondLst>
                                            <p:cond delay="0"/>
                                          </p:stCondLst>
                                        </p:cTn>
                                        <p:tgtEl>
                                          <p:spTgt spid="642054"/>
                                        </p:tgtEl>
                                        <p:attrNameLst>
                                          <p:attrName>style.visibility</p:attrName>
                                        </p:attrNameLst>
                                      </p:cBhvr>
                                      <p:to>
                                        <p:strVal val="visible"/>
                                      </p:to>
                                    </p:set>
                                    <p:animEffect transition="in" filter="box(in)">
                                      <p:cBhvr>
                                        <p:cTn id="33" dur="500"/>
                                        <p:tgtEl>
                                          <p:spTgt spid="64205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42053"/>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42052"/>
                                        </p:tgtEl>
                                        <p:attrNameLst>
                                          <p:attrName>style.visibility</p:attrName>
                                        </p:attrNameLst>
                                      </p:cBhvr>
                                      <p:to>
                                        <p:strVal val="visible"/>
                                      </p:to>
                                    </p:set>
                                    <p:animEffect transition="in" filter="wipe(left)">
                                      <p:cBhvr>
                                        <p:cTn id="42" dur="500"/>
                                        <p:tgtEl>
                                          <p:spTgt spid="64205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grpId="0" nodeType="clickEffect">
                                  <p:stCondLst>
                                    <p:cond delay="0"/>
                                  </p:stCondLst>
                                  <p:childTnLst>
                                    <p:set>
                                      <p:cBhvr>
                                        <p:cTn id="46" dur="1" fill="hold">
                                          <p:stCondLst>
                                            <p:cond delay="0"/>
                                          </p:stCondLst>
                                        </p:cTn>
                                        <p:tgtEl>
                                          <p:spTgt spid="642058"/>
                                        </p:tgtEl>
                                        <p:attrNameLst>
                                          <p:attrName>style.visibility</p:attrName>
                                        </p:attrNameLst>
                                      </p:cBhvr>
                                      <p:to>
                                        <p:strVal val="visible"/>
                                      </p:to>
                                    </p:set>
                                    <p:animEffect transition="in" filter="barn(outHorizontal)">
                                      <p:cBhvr>
                                        <p:cTn id="47" dur="500"/>
                                        <p:tgtEl>
                                          <p:spTgt spid="642058"/>
                                        </p:tgtEl>
                                      </p:cBhvr>
                                    </p:animEffect>
                                  </p:childTnLst>
                                </p:cTn>
                              </p:par>
                            </p:childTnLst>
                          </p:cTn>
                        </p:par>
                        <p:par>
                          <p:cTn id="48" fill="hold" nodeType="afterGroup">
                            <p:stCondLst>
                              <p:cond delay="500"/>
                            </p:stCondLst>
                            <p:childTnLst>
                              <p:par>
                                <p:cTn id="49" presetID="16" presetClass="entr" presetSubtype="42" fill="hold" nodeType="afterEffect">
                                  <p:stCondLst>
                                    <p:cond delay="0"/>
                                  </p:stCondLst>
                                  <p:childTnLst>
                                    <p:set>
                                      <p:cBhvr>
                                        <p:cTn id="50" dur="1" fill="hold">
                                          <p:stCondLst>
                                            <p:cond delay="0"/>
                                          </p:stCondLst>
                                        </p:cTn>
                                        <p:tgtEl>
                                          <p:spTgt spid="642059"/>
                                        </p:tgtEl>
                                        <p:attrNameLst>
                                          <p:attrName>style.visibility</p:attrName>
                                        </p:attrNameLst>
                                      </p:cBhvr>
                                      <p:to>
                                        <p:strVal val="visible"/>
                                      </p:to>
                                    </p:set>
                                    <p:animEffect transition="in" filter="barn(outHorizontal)">
                                      <p:cBhvr>
                                        <p:cTn id="51" dur="500"/>
                                        <p:tgtEl>
                                          <p:spTgt spid="642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50" grpId="0" autoUpdateAnimBg="0"/>
      <p:bldP spid="642051" grpId="0" autoUpdateAnimBg="0"/>
      <p:bldP spid="642053" grpId="0"/>
      <p:bldP spid="642056" grpId="0" autoUpdateAnimBg="0"/>
      <p:bldP spid="642057" grpId="0" autoUpdateAnimBg="0"/>
      <p:bldP spid="64205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3075" name="Object 3">
            <a:extLst>
              <a:ext uri="{FF2B5EF4-FFF2-40B4-BE49-F238E27FC236}">
                <a16:creationId xmlns:a16="http://schemas.microsoft.com/office/drawing/2014/main" id="{9C860BB8-ED69-44DD-82B2-10BEBD7DFDA6}"/>
              </a:ext>
            </a:extLst>
          </p:cNvPr>
          <p:cNvGraphicFramePr>
            <a:graphicFrameLocks noChangeAspect="1"/>
          </p:cNvGraphicFramePr>
          <p:nvPr/>
        </p:nvGraphicFramePr>
        <p:xfrm>
          <a:off x="179388" y="333375"/>
          <a:ext cx="8851900" cy="939800"/>
        </p:xfrm>
        <a:graphic>
          <a:graphicData uri="http://schemas.openxmlformats.org/presentationml/2006/ole">
            <mc:AlternateContent xmlns:mc="http://schemas.openxmlformats.org/markup-compatibility/2006">
              <mc:Choice xmlns:v="urn:schemas-microsoft-com:vml" Requires="v">
                <p:oleObj spid="_x0000_s643132" name="Equation" r:id="rId4" imgW="4305240" imgH="457200" progId="Equation.3">
                  <p:embed/>
                </p:oleObj>
              </mc:Choice>
              <mc:Fallback>
                <p:oleObj name="Equation" r:id="rId4" imgW="4305240" imgH="457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333375"/>
                        <a:ext cx="8851900" cy="93980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3076" name="Text Box 4">
            <a:extLst>
              <a:ext uri="{FF2B5EF4-FFF2-40B4-BE49-F238E27FC236}">
                <a16:creationId xmlns:a16="http://schemas.microsoft.com/office/drawing/2014/main" id="{8EC63236-7E1C-4B21-88A1-4F02C1203721}"/>
              </a:ext>
            </a:extLst>
          </p:cNvPr>
          <p:cNvSpPr txBox="1">
            <a:spLocks noChangeArrowheads="1"/>
          </p:cNvSpPr>
          <p:nvPr/>
        </p:nvSpPr>
        <p:spPr bwMode="auto">
          <a:xfrm>
            <a:off x="279400" y="1498600"/>
            <a:ext cx="46180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en-US" altLang="zh-CN" sz="2400" b="1" i="1">
                <a:solidFill>
                  <a:srgbClr val="FF3300"/>
                </a:solidFill>
                <a:latin typeface="Times New Roman" panose="02020603050405020304" pitchFamily="18" charset="0"/>
              </a:rPr>
              <a:t>ui </a:t>
            </a:r>
            <a:r>
              <a:rPr kumimoji="1" lang="zh-CN" altLang="en-US" sz="2400" b="1">
                <a:solidFill>
                  <a:srgbClr val="FF3300"/>
                </a:solidFill>
                <a:latin typeface="宋体" panose="02010600030101010101" pitchFamily="2" charset="-122"/>
              </a:rPr>
              <a:t>相乘之积分也可分为四种类型：</a:t>
            </a:r>
          </a:p>
        </p:txBody>
      </p:sp>
      <p:grpSp>
        <p:nvGrpSpPr>
          <p:cNvPr id="643077" name="Group 5">
            <a:extLst>
              <a:ext uri="{FF2B5EF4-FFF2-40B4-BE49-F238E27FC236}">
                <a16:creationId xmlns:a16="http://schemas.microsoft.com/office/drawing/2014/main" id="{45E594A3-0F6F-4864-8553-F5117EC6581C}"/>
              </a:ext>
            </a:extLst>
          </p:cNvPr>
          <p:cNvGrpSpPr>
            <a:grpSpLocks/>
          </p:cNvGrpSpPr>
          <p:nvPr/>
        </p:nvGrpSpPr>
        <p:grpSpPr bwMode="auto">
          <a:xfrm>
            <a:off x="0" y="2019300"/>
            <a:ext cx="2989263" cy="896938"/>
            <a:chOff x="51" y="1272"/>
            <a:chExt cx="1883" cy="565"/>
          </a:xfrm>
        </p:grpSpPr>
        <p:sp>
          <p:nvSpPr>
            <p:cNvPr id="643078" name="Text Box 6">
              <a:extLst>
                <a:ext uri="{FF2B5EF4-FFF2-40B4-BE49-F238E27FC236}">
                  <a16:creationId xmlns:a16="http://schemas.microsoft.com/office/drawing/2014/main" id="{E1B9F87A-C088-442F-A055-A14C2C444CB3}"/>
                </a:ext>
              </a:extLst>
            </p:cNvPr>
            <p:cNvSpPr txBox="1">
              <a:spLocks noChangeArrowheads="1"/>
            </p:cNvSpPr>
            <p:nvPr/>
          </p:nvSpPr>
          <p:spPr bwMode="auto">
            <a:xfrm>
              <a:off x="51" y="1488"/>
              <a:ext cx="624" cy="288"/>
            </a:xfrm>
            <a:prstGeom prst="rect">
              <a:avLst/>
            </a:prstGeom>
            <a:noFill/>
            <a:ln>
              <a:noFill/>
            </a:ln>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1</a:t>
              </a:r>
              <a:r>
                <a:rPr kumimoji="1" lang="zh-CN" altLang="en-US" sz="2400" b="1">
                  <a:latin typeface="Times New Roman" panose="02020603050405020304" pitchFamily="18" charset="0"/>
                </a:rPr>
                <a:t>）</a:t>
              </a:r>
              <a:endParaRPr kumimoji="1" lang="zh-CN" altLang="en-US" sz="2400">
                <a:latin typeface="Times New Roman" panose="02020603050405020304" pitchFamily="18" charset="0"/>
              </a:endParaRPr>
            </a:p>
          </p:txBody>
        </p:sp>
        <p:graphicFrame>
          <p:nvGraphicFramePr>
            <p:cNvPr id="643079" name="Object 7">
              <a:extLst>
                <a:ext uri="{FF2B5EF4-FFF2-40B4-BE49-F238E27FC236}">
                  <a16:creationId xmlns:a16="http://schemas.microsoft.com/office/drawing/2014/main" id="{1FC016EC-528A-4F9C-B9E3-766769D5769C}"/>
                </a:ext>
              </a:extLst>
            </p:cNvPr>
            <p:cNvGraphicFramePr>
              <a:graphicFrameLocks noChangeAspect="1"/>
            </p:cNvGraphicFramePr>
            <p:nvPr/>
          </p:nvGraphicFramePr>
          <p:xfrm>
            <a:off x="832" y="1272"/>
            <a:ext cx="1102" cy="565"/>
          </p:xfrm>
          <a:graphic>
            <a:graphicData uri="http://schemas.openxmlformats.org/presentationml/2006/ole">
              <mc:AlternateContent xmlns:mc="http://schemas.openxmlformats.org/markup-compatibility/2006">
                <mc:Choice xmlns:v="urn:schemas-microsoft-com:vml" Requires="v">
                  <p:oleObj spid="_x0000_s643133" name="Equation" r:id="rId6" imgW="787320" imgH="406080" progId="Equation.3">
                    <p:embed/>
                  </p:oleObj>
                </mc:Choice>
                <mc:Fallback>
                  <p:oleObj name="Equation" r:id="rId6" imgW="787320" imgH="40608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2" y="1272"/>
                          <a:ext cx="1102" cy="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43080" name="Group 8">
            <a:extLst>
              <a:ext uri="{FF2B5EF4-FFF2-40B4-BE49-F238E27FC236}">
                <a16:creationId xmlns:a16="http://schemas.microsoft.com/office/drawing/2014/main" id="{99C3B286-8212-4188-B723-FFE146B8E576}"/>
              </a:ext>
            </a:extLst>
          </p:cNvPr>
          <p:cNvGrpSpPr>
            <a:grpSpLocks/>
          </p:cNvGrpSpPr>
          <p:nvPr/>
        </p:nvGrpSpPr>
        <p:grpSpPr bwMode="auto">
          <a:xfrm>
            <a:off x="0" y="4572000"/>
            <a:ext cx="7254875" cy="906463"/>
            <a:chOff x="51" y="2880"/>
            <a:chExt cx="4570" cy="571"/>
          </a:xfrm>
        </p:grpSpPr>
        <p:sp>
          <p:nvSpPr>
            <p:cNvPr id="643081" name="Text Box 9">
              <a:extLst>
                <a:ext uri="{FF2B5EF4-FFF2-40B4-BE49-F238E27FC236}">
                  <a16:creationId xmlns:a16="http://schemas.microsoft.com/office/drawing/2014/main" id="{C4328627-96BA-483E-A325-83BD4DC30A32}"/>
                </a:ext>
              </a:extLst>
            </p:cNvPr>
            <p:cNvSpPr txBox="1">
              <a:spLocks noChangeArrowheads="1"/>
            </p:cNvSpPr>
            <p:nvPr/>
          </p:nvSpPr>
          <p:spPr bwMode="auto">
            <a:xfrm>
              <a:off x="51" y="3024"/>
              <a:ext cx="624" cy="288"/>
            </a:xfrm>
            <a:prstGeom prst="rect">
              <a:avLst/>
            </a:prstGeom>
            <a:noFill/>
            <a:ln>
              <a:noFill/>
            </a:ln>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FF3300"/>
                  </a:solidFill>
                  <a:miter lim="800000"/>
                  <a:headEnd/>
                  <a:tailEnd/>
                </a14:hiddenLine>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3</a:t>
              </a:r>
              <a:r>
                <a:rPr kumimoji="1" lang="zh-CN" altLang="en-US" sz="2400" b="1">
                  <a:latin typeface="Times New Roman" panose="02020603050405020304" pitchFamily="18" charset="0"/>
                </a:rPr>
                <a:t>）</a:t>
              </a:r>
            </a:p>
          </p:txBody>
        </p:sp>
        <p:graphicFrame>
          <p:nvGraphicFramePr>
            <p:cNvPr id="643082" name="Object 10">
              <a:extLst>
                <a:ext uri="{FF2B5EF4-FFF2-40B4-BE49-F238E27FC236}">
                  <a16:creationId xmlns:a16="http://schemas.microsoft.com/office/drawing/2014/main" id="{381086BD-7656-4472-A9F8-9F793674A876}"/>
                </a:ext>
              </a:extLst>
            </p:cNvPr>
            <p:cNvGraphicFramePr>
              <a:graphicFrameLocks noChangeAspect="1"/>
            </p:cNvGraphicFramePr>
            <p:nvPr/>
          </p:nvGraphicFramePr>
          <p:xfrm>
            <a:off x="734" y="2880"/>
            <a:ext cx="3887" cy="571"/>
          </p:xfrm>
          <a:graphic>
            <a:graphicData uri="http://schemas.openxmlformats.org/presentationml/2006/ole">
              <mc:AlternateContent xmlns:mc="http://schemas.openxmlformats.org/markup-compatibility/2006">
                <mc:Choice xmlns:v="urn:schemas-microsoft-com:vml" Requires="v">
                  <p:oleObj spid="_x0000_s643134" name="Equation" r:id="rId8" imgW="2908080" imgH="431640" progId="Equation.3">
                    <p:embed/>
                  </p:oleObj>
                </mc:Choice>
                <mc:Fallback>
                  <p:oleObj name="Equation" r:id="rId8" imgW="2908080" imgH="43164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4" y="2880"/>
                          <a:ext cx="3887" cy="5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43083" name="Object 11">
            <a:extLst>
              <a:ext uri="{FF2B5EF4-FFF2-40B4-BE49-F238E27FC236}">
                <a16:creationId xmlns:a16="http://schemas.microsoft.com/office/drawing/2014/main" id="{3DA08C38-0C88-4BEA-A2A1-B43F5C683604}"/>
              </a:ext>
            </a:extLst>
          </p:cNvPr>
          <p:cNvGraphicFramePr>
            <a:graphicFrameLocks noChangeAspect="1"/>
          </p:cNvGraphicFramePr>
          <p:nvPr/>
        </p:nvGraphicFramePr>
        <p:xfrm>
          <a:off x="1271588" y="5486400"/>
          <a:ext cx="3513137" cy="885825"/>
        </p:xfrm>
        <a:graphic>
          <a:graphicData uri="http://schemas.openxmlformats.org/presentationml/2006/ole">
            <mc:AlternateContent xmlns:mc="http://schemas.openxmlformats.org/markup-compatibility/2006">
              <mc:Choice xmlns:v="urn:schemas-microsoft-com:vml" Requires="v">
                <p:oleObj spid="_x0000_s643135" name="Equation" r:id="rId10" imgW="1549080" imgH="431640" progId="Equation.3">
                  <p:embed/>
                </p:oleObj>
              </mc:Choice>
              <mc:Fallback>
                <p:oleObj name="Equation" r:id="rId10" imgW="1549080" imgH="43164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71588" y="5486400"/>
                        <a:ext cx="3513137"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3084" name="Group 12">
            <a:extLst>
              <a:ext uri="{FF2B5EF4-FFF2-40B4-BE49-F238E27FC236}">
                <a16:creationId xmlns:a16="http://schemas.microsoft.com/office/drawing/2014/main" id="{98D8ADFF-7713-4A2E-AFAA-A48244EFFA01}"/>
              </a:ext>
            </a:extLst>
          </p:cNvPr>
          <p:cNvGrpSpPr>
            <a:grpSpLocks/>
          </p:cNvGrpSpPr>
          <p:nvPr/>
        </p:nvGrpSpPr>
        <p:grpSpPr bwMode="auto">
          <a:xfrm>
            <a:off x="1365250" y="4630738"/>
            <a:ext cx="7097713" cy="1589087"/>
            <a:chOff x="860" y="2917"/>
            <a:chExt cx="4471" cy="1001"/>
          </a:xfrm>
        </p:grpSpPr>
        <p:sp>
          <p:nvSpPr>
            <p:cNvPr id="643085" name="Text Box 13">
              <a:extLst>
                <a:ext uri="{FF2B5EF4-FFF2-40B4-BE49-F238E27FC236}">
                  <a16:creationId xmlns:a16="http://schemas.microsoft.com/office/drawing/2014/main" id="{D6933E3D-0DC3-4D2A-B126-47F28902A325}"/>
                </a:ext>
              </a:extLst>
            </p:cNvPr>
            <p:cNvSpPr txBox="1">
              <a:spLocks noChangeArrowheads="1"/>
            </p:cNvSpPr>
            <p:nvPr/>
          </p:nvSpPr>
          <p:spPr bwMode="auto">
            <a:xfrm>
              <a:off x="3399" y="3400"/>
              <a:ext cx="193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0000FF"/>
                  </a:solidFill>
                  <a:latin typeface="Times New Roman" panose="02020603050405020304" pitchFamily="18" charset="0"/>
                </a:rPr>
                <a:t>同频电压、电流分量乘积之和的积分</a:t>
              </a:r>
              <a:endParaRPr kumimoji="1" lang="zh-CN" altLang="en-US" sz="2400">
                <a:solidFill>
                  <a:srgbClr val="0000FF"/>
                </a:solidFill>
                <a:latin typeface="Times New Roman" panose="02020603050405020304" pitchFamily="18" charset="0"/>
              </a:endParaRPr>
            </a:p>
          </p:txBody>
        </p:sp>
        <p:sp>
          <p:nvSpPr>
            <p:cNvPr id="643086" name="Rectangle 14">
              <a:extLst>
                <a:ext uri="{FF2B5EF4-FFF2-40B4-BE49-F238E27FC236}">
                  <a16:creationId xmlns:a16="http://schemas.microsoft.com/office/drawing/2014/main" id="{9C615230-F867-42F2-91E2-5652A57A87A3}"/>
                </a:ext>
              </a:extLst>
            </p:cNvPr>
            <p:cNvSpPr>
              <a:spLocks noChangeArrowheads="1"/>
            </p:cNvSpPr>
            <p:nvPr/>
          </p:nvSpPr>
          <p:spPr bwMode="auto">
            <a:xfrm>
              <a:off x="860" y="2917"/>
              <a:ext cx="3711" cy="503"/>
            </a:xfrm>
            <a:prstGeom prst="rect">
              <a:avLst/>
            </a:prstGeom>
            <a:noFill/>
            <a:ln w="19050">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43087" name="Group 15">
            <a:extLst>
              <a:ext uri="{FF2B5EF4-FFF2-40B4-BE49-F238E27FC236}">
                <a16:creationId xmlns:a16="http://schemas.microsoft.com/office/drawing/2014/main" id="{BF3BF445-F8D9-46E3-A78B-87A49496E022}"/>
              </a:ext>
            </a:extLst>
          </p:cNvPr>
          <p:cNvGrpSpPr>
            <a:grpSpLocks/>
          </p:cNvGrpSpPr>
          <p:nvPr/>
        </p:nvGrpSpPr>
        <p:grpSpPr bwMode="auto">
          <a:xfrm>
            <a:off x="1536700" y="2903538"/>
            <a:ext cx="7607300" cy="1508125"/>
            <a:chOff x="968" y="1829"/>
            <a:chExt cx="4792" cy="950"/>
          </a:xfrm>
        </p:grpSpPr>
        <p:sp>
          <p:nvSpPr>
            <p:cNvPr id="643088" name="Text Box 16">
              <a:extLst>
                <a:ext uri="{FF2B5EF4-FFF2-40B4-BE49-F238E27FC236}">
                  <a16:creationId xmlns:a16="http://schemas.microsoft.com/office/drawing/2014/main" id="{29200033-43D7-4FED-9F1B-F89F769C3658}"/>
                </a:ext>
              </a:extLst>
            </p:cNvPr>
            <p:cNvSpPr txBox="1">
              <a:spLocks noChangeArrowheads="1"/>
            </p:cNvSpPr>
            <p:nvPr/>
          </p:nvSpPr>
          <p:spPr bwMode="auto">
            <a:xfrm>
              <a:off x="3828" y="2116"/>
              <a:ext cx="193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0000FF"/>
                  </a:solidFill>
                  <a:latin typeface="Times New Roman" panose="02020603050405020304" pitchFamily="18" charset="0"/>
                </a:rPr>
                <a:t>直流分量与各次谐波分量乘积之和的积分</a:t>
              </a:r>
              <a:endParaRPr kumimoji="1" lang="zh-CN" altLang="en-US" sz="2400">
                <a:solidFill>
                  <a:srgbClr val="0000FF"/>
                </a:solidFill>
                <a:latin typeface="Times New Roman" panose="02020603050405020304" pitchFamily="18" charset="0"/>
              </a:endParaRPr>
            </a:p>
          </p:txBody>
        </p:sp>
        <p:sp>
          <p:nvSpPr>
            <p:cNvPr id="643089" name="Rectangle 17">
              <a:extLst>
                <a:ext uri="{FF2B5EF4-FFF2-40B4-BE49-F238E27FC236}">
                  <a16:creationId xmlns:a16="http://schemas.microsoft.com/office/drawing/2014/main" id="{F627183F-2AD0-4EE4-9068-F3E91543C488}"/>
                </a:ext>
              </a:extLst>
            </p:cNvPr>
            <p:cNvSpPr>
              <a:spLocks noChangeArrowheads="1"/>
            </p:cNvSpPr>
            <p:nvPr/>
          </p:nvSpPr>
          <p:spPr bwMode="auto">
            <a:xfrm>
              <a:off x="968" y="2432"/>
              <a:ext cx="2488" cy="347"/>
            </a:xfrm>
            <a:prstGeom prst="rect">
              <a:avLst/>
            </a:prstGeom>
            <a:noFill/>
            <a:ln w="19050">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3090" name="Rectangle 18">
              <a:extLst>
                <a:ext uri="{FF2B5EF4-FFF2-40B4-BE49-F238E27FC236}">
                  <a16:creationId xmlns:a16="http://schemas.microsoft.com/office/drawing/2014/main" id="{CF5A90FF-6E1B-4943-9E63-1F2E65409AD8}"/>
                </a:ext>
              </a:extLst>
            </p:cNvPr>
            <p:cNvSpPr>
              <a:spLocks noChangeArrowheads="1"/>
            </p:cNvSpPr>
            <p:nvPr/>
          </p:nvSpPr>
          <p:spPr bwMode="auto">
            <a:xfrm>
              <a:off x="1033" y="1829"/>
              <a:ext cx="2450" cy="512"/>
            </a:xfrm>
            <a:prstGeom prst="rect">
              <a:avLst/>
            </a:prstGeom>
            <a:noFill/>
            <a:ln w="19050">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43091" name="Group 19">
            <a:extLst>
              <a:ext uri="{FF2B5EF4-FFF2-40B4-BE49-F238E27FC236}">
                <a16:creationId xmlns:a16="http://schemas.microsoft.com/office/drawing/2014/main" id="{01E30924-B2C3-44EE-9CFA-F46E65B7808F}"/>
              </a:ext>
            </a:extLst>
          </p:cNvPr>
          <p:cNvGrpSpPr>
            <a:grpSpLocks/>
          </p:cNvGrpSpPr>
          <p:nvPr/>
        </p:nvGrpSpPr>
        <p:grpSpPr bwMode="auto">
          <a:xfrm>
            <a:off x="1611313" y="2090738"/>
            <a:ext cx="7232650" cy="758825"/>
            <a:chOff x="1015" y="1317"/>
            <a:chExt cx="4556" cy="478"/>
          </a:xfrm>
        </p:grpSpPr>
        <p:sp>
          <p:nvSpPr>
            <p:cNvPr id="643092" name="Text Box 20">
              <a:extLst>
                <a:ext uri="{FF2B5EF4-FFF2-40B4-BE49-F238E27FC236}">
                  <a16:creationId xmlns:a16="http://schemas.microsoft.com/office/drawing/2014/main" id="{717F3FD0-D033-4845-851D-93C4AE2FE88F}"/>
                </a:ext>
              </a:extLst>
            </p:cNvPr>
            <p:cNvSpPr txBox="1">
              <a:spLocks noChangeArrowheads="1"/>
            </p:cNvSpPr>
            <p:nvPr/>
          </p:nvSpPr>
          <p:spPr bwMode="auto">
            <a:xfrm>
              <a:off x="3526" y="1507"/>
              <a:ext cx="204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0000FF"/>
                  </a:solidFill>
                  <a:latin typeface="Times New Roman" panose="02020603050405020304" pitchFamily="18" charset="0"/>
                </a:rPr>
                <a:t>直流分量乘积之积分</a:t>
              </a:r>
              <a:endParaRPr kumimoji="1" lang="zh-CN" altLang="en-US" sz="2400">
                <a:solidFill>
                  <a:srgbClr val="0000FF"/>
                </a:solidFill>
                <a:latin typeface="Times New Roman" panose="02020603050405020304" pitchFamily="18" charset="0"/>
              </a:endParaRPr>
            </a:p>
          </p:txBody>
        </p:sp>
        <p:sp>
          <p:nvSpPr>
            <p:cNvPr id="643093" name="Rectangle 21">
              <a:extLst>
                <a:ext uri="{FF2B5EF4-FFF2-40B4-BE49-F238E27FC236}">
                  <a16:creationId xmlns:a16="http://schemas.microsoft.com/office/drawing/2014/main" id="{FE3F4297-9B63-448C-8B6D-8190D2CFFCAF}"/>
                </a:ext>
              </a:extLst>
            </p:cNvPr>
            <p:cNvSpPr>
              <a:spLocks noChangeArrowheads="1"/>
            </p:cNvSpPr>
            <p:nvPr/>
          </p:nvSpPr>
          <p:spPr bwMode="auto">
            <a:xfrm>
              <a:off x="1015" y="1317"/>
              <a:ext cx="858" cy="466"/>
            </a:xfrm>
            <a:prstGeom prst="rect">
              <a:avLst/>
            </a:prstGeom>
            <a:noFill/>
            <a:ln w="19050">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aphicFrame>
        <p:nvGraphicFramePr>
          <p:cNvPr id="643094" name="Object 22">
            <a:extLst>
              <a:ext uri="{FF2B5EF4-FFF2-40B4-BE49-F238E27FC236}">
                <a16:creationId xmlns:a16="http://schemas.microsoft.com/office/drawing/2014/main" id="{A0BD79D8-E63A-4FD6-81EA-5EC88A040BC9}"/>
              </a:ext>
            </a:extLst>
          </p:cNvPr>
          <p:cNvGraphicFramePr>
            <a:graphicFrameLocks noChangeAspect="1"/>
          </p:cNvGraphicFramePr>
          <p:nvPr/>
        </p:nvGraphicFramePr>
        <p:xfrm>
          <a:off x="3101975" y="2265363"/>
          <a:ext cx="1692275" cy="504825"/>
        </p:xfrm>
        <a:graphic>
          <a:graphicData uri="http://schemas.openxmlformats.org/presentationml/2006/ole">
            <mc:AlternateContent xmlns:mc="http://schemas.openxmlformats.org/markup-compatibility/2006">
              <mc:Choice xmlns:v="urn:schemas-microsoft-com:vml" Requires="v">
                <p:oleObj spid="_x0000_s643136" name="Equation" r:id="rId12" imgW="761760" imgH="228600" progId="Equation.3">
                  <p:embed/>
                </p:oleObj>
              </mc:Choice>
              <mc:Fallback>
                <p:oleObj name="Equation" r:id="rId12" imgW="761760" imgH="228600" progId="Equation.3">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01975" y="2265363"/>
                        <a:ext cx="169227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3095" name="Group 23">
            <a:extLst>
              <a:ext uri="{FF2B5EF4-FFF2-40B4-BE49-F238E27FC236}">
                <a16:creationId xmlns:a16="http://schemas.microsoft.com/office/drawing/2014/main" id="{FA57477B-2113-44D8-9D33-941F996F84EC}"/>
              </a:ext>
            </a:extLst>
          </p:cNvPr>
          <p:cNvGrpSpPr>
            <a:grpSpLocks/>
          </p:cNvGrpSpPr>
          <p:nvPr/>
        </p:nvGrpSpPr>
        <p:grpSpPr bwMode="auto">
          <a:xfrm>
            <a:off x="0" y="2895600"/>
            <a:ext cx="5541963" cy="1676400"/>
            <a:chOff x="0" y="1824"/>
            <a:chExt cx="3491" cy="1056"/>
          </a:xfrm>
        </p:grpSpPr>
        <p:sp>
          <p:nvSpPr>
            <p:cNvPr id="643096" name="Text Box 24">
              <a:extLst>
                <a:ext uri="{FF2B5EF4-FFF2-40B4-BE49-F238E27FC236}">
                  <a16:creationId xmlns:a16="http://schemas.microsoft.com/office/drawing/2014/main" id="{DBA5E994-59F2-4284-8EC3-449985321678}"/>
                </a:ext>
              </a:extLst>
            </p:cNvPr>
            <p:cNvSpPr txBox="1">
              <a:spLocks noChangeArrowheads="1"/>
            </p:cNvSpPr>
            <p:nvPr/>
          </p:nvSpPr>
          <p:spPr bwMode="auto">
            <a:xfrm>
              <a:off x="0" y="2256"/>
              <a:ext cx="583" cy="288"/>
            </a:xfrm>
            <a:prstGeom prst="rect">
              <a:avLst/>
            </a:prstGeom>
            <a:noFill/>
            <a:ln>
              <a:noFill/>
            </a:ln>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2</a:t>
              </a:r>
              <a:r>
                <a:rPr kumimoji="1" lang="zh-CN" altLang="en-US" sz="2400" b="1">
                  <a:latin typeface="Times New Roman" panose="02020603050405020304" pitchFamily="18" charset="0"/>
                </a:rPr>
                <a:t>）</a:t>
              </a:r>
            </a:p>
          </p:txBody>
        </p:sp>
        <p:graphicFrame>
          <p:nvGraphicFramePr>
            <p:cNvPr id="643097" name="Object 25">
              <a:extLst>
                <a:ext uri="{FF2B5EF4-FFF2-40B4-BE49-F238E27FC236}">
                  <a16:creationId xmlns:a16="http://schemas.microsoft.com/office/drawing/2014/main" id="{EDA8523A-1B9E-40D2-AE2C-EE8186470782}"/>
                </a:ext>
              </a:extLst>
            </p:cNvPr>
            <p:cNvGraphicFramePr>
              <a:graphicFrameLocks noChangeAspect="1"/>
            </p:cNvGraphicFramePr>
            <p:nvPr/>
          </p:nvGraphicFramePr>
          <p:xfrm>
            <a:off x="825" y="2328"/>
            <a:ext cx="2661" cy="552"/>
          </p:xfrm>
          <a:graphic>
            <a:graphicData uri="http://schemas.openxmlformats.org/presentationml/2006/ole">
              <mc:AlternateContent xmlns:mc="http://schemas.openxmlformats.org/markup-compatibility/2006">
                <mc:Choice xmlns:v="urn:schemas-microsoft-com:vml" Requires="v">
                  <p:oleObj spid="_x0000_s643137" name="Equation" r:id="rId14" imgW="2070000" imgH="431640" progId="Equation.3">
                    <p:embed/>
                  </p:oleObj>
                </mc:Choice>
                <mc:Fallback>
                  <p:oleObj name="Equation" r:id="rId14" imgW="2070000" imgH="431640" progId="Equation.3">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5" y="2328"/>
                          <a:ext cx="2661" cy="5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3098" name="AutoShape 26">
              <a:extLst>
                <a:ext uri="{FF2B5EF4-FFF2-40B4-BE49-F238E27FC236}">
                  <a16:creationId xmlns:a16="http://schemas.microsoft.com/office/drawing/2014/main" id="{2477DD77-50F3-438F-87A1-5E20D5C5A289}"/>
                </a:ext>
              </a:extLst>
            </p:cNvPr>
            <p:cNvSpPr>
              <a:spLocks/>
            </p:cNvSpPr>
            <p:nvPr/>
          </p:nvSpPr>
          <p:spPr bwMode="auto">
            <a:xfrm>
              <a:off x="592" y="2289"/>
              <a:ext cx="128" cy="312"/>
            </a:xfrm>
            <a:prstGeom prst="leftBrace">
              <a:avLst>
                <a:gd name="adj1" fmla="val 20312"/>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0"/>
                </a:spcBef>
              </a:pPr>
              <a:endParaRPr kumimoji="1" lang="zh-CN" altLang="zh-CN" sz="2400">
                <a:latin typeface="Times New Roman" panose="02020603050405020304" pitchFamily="18" charset="0"/>
              </a:endParaRPr>
            </a:p>
          </p:txBody>
        </p:sp>
        <p:graphicFrame>
          <p:nvGraphicFramePr>
            <p:cNvPr id="643099" name="Object 27">
              <a:extLst>
                <a:ext uri="{FF2B5EF4-FFF2-40B4-BE49-F238E27FC236}">
                  <a16:creationId xmlns:a16="http://schemas.microsoft.com/office/drawing/2014/main" id="{EA601E6C-F7B0-4289-B30D-F3697F97DF2A}"/>
                </a:ext>
              </a:extLst>
            </p:cNvPr>
            <p:cNvGraphicFramePr>
              <a:graphicFrameLocks noChangeAspect="1"/>
            </p:cNvGraphicFramePr>
            <p:nvPr/>
          </p:nvGraphicFramePr>
          <p:xfrm>
            <a:off x="833" y="1824"/>
            <a:ext cx="2658" cy="560"/>
          </p:xfrm>
          <a:graphic>
            <a:graphicData uri="http://schemas.openxmlformats.org/presentationml/2006/ole">
              <mc:AlternateContent xmlns:mc="http://schemas.openxmlformats.org/markup-compatibility/2006">
                <mc:Choice xmlns:v="urn:schemas-microsoft-com:vml" Requires="v">
                  <p:oleObj spid="_x0000_s643138" name="Equation" r:id="rId16" imgW="2044440" imgH="431640" progId="Equation.3">
                    <p:embed/>
                  </p:oleObj>
                </mc:Choice>
                <mc:Fallback>
                  <p:oleObj name="Equation" r:id="rId16" imgW="2044440" imgH="431640" progId="Equation.3">
                    <p:embed/>
                    <p:pic>
                      <p:nvPicPr>
                        <p:cNvPr id="0"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33" y="1824"/>
                          <a:ext cx="2658"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43100" name="Text Box 28">
            <a:extLst>
              <a:ext uri="{FF2B5EF4-FFF2-40B4-BE49-F238E27FC236}">
                <a16:creationId xmlns:a16="http://schemas.microsoft.com/office/drawing/2014/main" id="{05A9B8CE-DCFD-49CD-8422-667F07193345}"/>
              </a:ext>
            </a:extLst>
          </p:cNvPr>
          <p:cNvSpPr txBox="1">
            <a:spLocks noChangeArrowheads="1"/>
          </p:cNvSpPr>
          <p:nvPr/>
        </p:nvSpPr>
        <p:spPr bwMode="auto">
          <a:xfrm>
            <a:off x="5486400" y="3101975"/>
            <a:ext cx="50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a:solidFill>
                  <a:srgbClr val="FF3300"/>
                </a:solidFill>
                <a:latin typeface="Times New Roman" panose="02020603050405020304" pitchFamily="18" charset="0"/>
              </a:rPr>
              <a:t>=0</a:t>
            </a:r>
          </a:p>
        </p:txBody>
      </p:sp>
      <p:sp>
        <p:nvSpPr>
          <p:cNvPr id="643101" name="Text Box 29">
            <a:extLst>
              <a:ext uri="{FF2B5EF4-FFF2-40B4-BE49-F238E27FC236}">
                <a16:creationId xmlns:a16="http://schemas.microsoft.com/office/drawing/2014/main" id="{B52ACA3C-2FA6-419F-AFF9-52E021A257D1}"/>
              </a:ext>
            </a:extLst>
          </p:cNvPr>
          <p:cNvSpPr txBox="1">
            <a:spLocks noChangeArrowheads="1"/>
          </p:cNvSpPr>
          <p:nvPr/>
        </p:nvSpPr>
        <p:spPr bwMode="auto">
          <a:xfrm>
            <a:off x="5537200" y="3851275"/>
            <a:ext cx="50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a:solidFill>
                  <a:srgbClr val="FF3300"/>
                </a:solidFill>
                <a:latin typeface="Times New Roman" panose="02020603050405020304" pitchFamily="18" charset="0"/>
              </a:rPr>
              <a: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42" fill="hold" nodeType="afterEffect">
                                  <p:stCondLst>
                                    <p:cond delay="0"/>
                                  </p:stCondLst>
                                  <p:childTnLst>
                                    <p:set>
                                      <p:cBhvr>
                                        <p:cTn id="6" dur="1" fill="hold">
                                          <p:stCondLst>
                                            <p:cond delay="0"/>
                                          </p:stCondLst>
                                        </p:cTn>
                                        <p:tgtEl>
                                          <p:spTgt spid="643075"/>
                                        </p:tgtEl>
                                        <p:attrNameLst>
                                          <p:attrName>style.visibility</p:attrName>
                                        </p:attrNameLst>
                                      </p:cBhvr>
                                      <p:to>
                                        <p:strVal val="visible"/>
                                      </p:to>
                                    </p:set>
                                    <p:animEffect transition="in" filter="barn(outHorizontal)">
                                      <p:cBhvr>
                                        <p:cTn id="7" dur="500"/>
                                        <p:tgtEl>
                                          <p:spTgt spid="6430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643076"/>
                                        </p:tgtEl>
                                        <p:attrNameLst>
                                          <p:attrName>style.visibility</p:attrName>
                                        </p:attrNameLst>
                                      </p:cBhvr>
                                      <p:to>
                                        <p:strVal val="visible"/>
                                      </p:to>
                                    </p:set>
                                    <p:animEffect transition="in" filter="barn(outHorizontal)">
                                      <p:cBhvr>
                                        <p:cTn id="12" dur="500"/>
                                        <p:tgtEl>
                                          <p:spTgt spid="6430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43077"/>
                                        </p:tgtEl>
                                        <p:attrNameLst>
                                          <p:attrName>style.visibility</p:attrName>
                                        </p:attrNameLst>
                                      </p:cBhvr>
                                      <p:to>
                                        <p:strVal val="visible"/>
                                      </p:to>
                                    </p:set>
                                    <p:animEffect transition="in" filter="wipe(left)">
                                      <p:cBhvr>
                                        <p:cTn id="17" dur="500"/>
                                        <p:tgtEl>
                                          <p:spTgt spid="6430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43091"/>
                                        </p:tgtEl>
                                        <p:attrNameLst>
                                          <p:attrName>style.visibility</p:attrName>
                                        </p:attrNameLst>
                                      </p:cBhvr>
                                      <p:to>
                                        <p:strVal val="visible"/>
                                      </p:to>
                                    </p:set>
                                    <p:animEffect transition="in" filter="wipe(left)">
                                      <p:cBhvr>
                                        <p:cTn id="22" dur="500"/>
                                        <p:tgtEl>
                                          <p:spTgt spid="6430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643094"/>
                                        </p:tgtEl>
                                        <p:attrNameLst>
                                          <p:attrName>style.visibility</p:attrName>
                                        </p:attrNameLst>
                                      </p:cBhvr>
                                      <p:to>
                                        <p:strVal val="visible"/>
                                      </p:to>
                                    </p:set>
                                    <p:animEffect transition="in" filter="barn(outHorizontal)">
                                      <p:cBhvr>
                                        <p:cTn id="27" dur="500"/>
                                        <p:tgtEl>
                                          <p:spTgt spid="64309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43095"/>
                                        </p:tgtEl>
                                        <p:attrNameLst>
                                          <p:attrName>style.visibility</p:attrName>
                                        </p:attrNameLst>
                                      </p:cBhvr>
                                      <p:to>
                                        <p:strVal val="visible"/>
                                      </p:to>
                                    </p:set>
                                    <p:animEffect transition="in" filter="wipe(left)">
                                      <p:cBhvr>
                                        <p:cTn id="32" dur="500"/>
                                        <p:tgtEl>
                                          <p:spTgt spid="64309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43087"/>
                                        </p:tgtEl>
                                        <p:attrNameLst>
                                          <p:attrName>style.visibility</p:attrName>
                                        </p:attrNameLst>
                                      </p:cBhvr>
                                      <p:to>
                                        <p:strVal val="visible"/>
                                      </p:to>
                                    </p:set>
                                    <p:animEffect transition="in" filter="wipe(left)">
                                      <p:cBhvr>
                                        <p:cTn id="37" dur="500"/>
                                        <p:tgtEl>
                                          <p:spTgt spid="64308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43100">
                                            <p:txEl>
                                              <p:pRg st="0" end="0"/>
                                            </p:txEl>
                                          </p:spTgt>
                                        </p:tgtEl>
                                        <p:attrNameLst>
                                          <p:attrName>style.visibility</p:attrName>
                                        </p:attrNameLst>
                                      </p:cBhvr>
                                      <p:to>
                                        <p:strVal val="visible"/>
                                      </p:to>
                                    </p:set>
                                    <p:animEffect transition="in" filter="wipe(left)">
                                      <p:cBhvr>
                                        <p:cTn id="42" dur="500"/>
                                        <p:tgtEl>
                                          <p:spTgt spid="643100">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43101">
                                            <p:txEl>
                                              <p:pRg st="0" end="0"/>
                                            </p:txEl>
                                          </p:spTgt>
                                        </p:tgtEl>
                                        <p:attrNameLst>
                                          <p:attrName>style.visibility</p:attrName>
                                        </p:attrNameLst>
                                      </p:cBhvr>
                                      <p:to>
                                        <p:strVal val="visible"/>
                                      </p:to>
                                    </p:set>
                                    <p:animEffect transition="in" filter="wipe(left)">
                                      <p:cBhvr>
                                        <p:cTn id="47" dur="500"/>
                                        <p:tgtEl>
                                          <p:spTgt spid="643101">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43080"/>
                                        </p:tgtEl>
                                        <p:attrNameLst>
                                          <p:attrName>style.visibility</p:attrName>
                                        </p:attrNameLst>
                                      </p:cBhvr>
                                      <p:to>
                                        <p:strVal val="visible"/>
                                      </p:to>
                                    </p:set>
                                    <p:animEffect transition="in" filter="wipe(left)">
                                      <p:cBhvr>
                                        <p:cTn id="52" dur="500"/>
                                        <p:tgtEl>
                                          <p:spTgt spid="64308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43084"/>
                                        </p:tgtEl>
                                        <p:attrNameLst>
                                          <p:attrName>style.visibility</p:attrName>
                                        </p:attrNameLst>
                                      </p:cBhvr>
                                      <p:to>
                                        <p:strVal val="visible"/>
                                      </p:to>
                                    </p:set>
                                    <p:animEffect transition="in" filter="wipe(left)">
                                      <p:cBhvr>
                                        <p:cTn id="57" dur="500"/>
                                        <p:tgtEl>
                                          <p:spTgt spid="64308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43083"/>
                                        </p:tgtEl>
                                        <p:attrNameLst>
                                          <p:attrName>style.visibility</p:attrName>
                                        </p:attrNameLst>
                                      </p:cBhvr>
                                      <p:to>
                                        <p:strVal val="visible"/>
                                      </p:to>
                                    </p:set>
                                    <p:animEffect transition="in" filter="wipe(left)">
                                      <p:cBhvr>
                                        <p:cTn id="62" dur="500"/>
                                        <p:tgtEl>
                                          <p:spTgt spid="643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76" grpId="0" autoUpdateAnimBg="0"/>
      <p:bldP spid="643100" grpId="0" build="p" autoUpdateAnimBg="0"/>
      <p:bldP spid="643101"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4098" name="Object 2">
            <a:extLst>
              <a:ext uri="{FF2B5EF4-FFF2-40B4-BE49-F238E27FC236}">
                <a16:creationId xmlns:a16="http://schemas.microsoft.com/office/drawing/2014/main" id="{943C9C7A-ED33-4C9F-A627-55219907E3D5}"/>
              </a:ext>
            </a:extLst>
          </p:cNvPr>
          <p:cNvGraphicFramePr>
            <a:graphicFrameLocks noChangeAspect="1"/>
          </p:cNvGraphicFramePr>
          <p:nvPr/>
        </p:nvGraphicFramePr>
        <p:xfrm>
          <a:off x="6248400" y="304800"/>
          <a:ext cx="1411288" cy="527050"/>
        </p:xfrm>
        <a:graphic>
          <a:graphicData uri="http://schemas.openxmlformats.org/presentationml/2006/ole">
            <mc:AlternateContent xmlns:mc="http://schemas.openxmlformats.org/markup-compatibility/2006">
              <mc:Choice xmlns:v="urn:schemas-microsoft-com:vml" Requires="v">
                <p:oleObj spid="_x0000_s644144" name="Equation" r:id="rId4" imgW="825480" imgH="228600" progId="Equation.3">
                  <p:embed/>
                </p:oleObj>
              </mc:Choice>
              <mc:Fallback>
                <p:oleObj name="Equation" r:id="rId4" imgW="82548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8400" y="304800"/>
                        <a:ext cx="1411288" cy="5270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4099" name="Text Box 3">
            <a:extLst>
              <a:ext uri="{FF2B5EF4-FFF2-40B4-BE49-F238E27FC236}">
                <a16:creationId xmlns:a16="http://schemas.microsoft.com/office/drawing/2014/main" id="{C3121A90-28BA-44BF-9EC5-8ABABB77B370}"/>
              </a:ext>
            </a:extLst>
          </p:cNvPr>
          <p:cNvSpPr txBox="1">
            <a:spLocks noChangeArrowheads="1"/>
          </p:cNvSpPr>
          <p:nvPr/>
        </p:nvSpPr>
        <p:spPr bwMode="auto">
          <a:xfrm>
            <a:off x="457200" y="457200"/>
            <a:ext cx="1143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其中</a:t>
            </a:r>
            <a:endParaRPr kumimoji="1" lang="zh-CN" altLang="en-US" sz="2400">
              <a:latin typeface="Times New Roman" panose="02020603050405020304" pitchFamily="18" charset="0"/>
            </a:endParaRPr>
          </a:p>
        </p:txBody>
      </p:sp>
      <p:graphicFrame>
        <p:nvGraphicFramePr>
          <p:cNvPr id="644100" name="Object 4">
            <a:extLst>
              <a:ext uri="{FF2B5EF4-FFF2-40B4-BE49-F238E27FC236}">
                <a16:creationId xmlns:a16="http://schemas.microsoft.com/office/drawing/2014/main" id="{7DFE8B87-5E67-4519-B75C-6DFF8C2B8360}"/>
              </a:ext>
            </a:extLst>
          </p:cNvPr>
          <p:cNvGraphicFramePr>
            <a:graphicFrameLocks noChangeAspect="1"/>
          </p:cNvGraphicFramePr>
          <p:nvPr/>
        </p:nvGraphicFramePr>
        <p:xfrm>
          <a:off x="1663700" y="215900"/>
          <a:ext cx="1778000" cy="887413"/>
        </p:xfrm>
        <a:graphic>
          <a:graphicData uri="http://schemas.openxmlformats.org/presentationml/2006/ole">
            <mc:AlternateContent xmlns:mc="http://schemas.openxmlformats.org/markup-compatibility/2006">
              <mc:Choice xmlns:v="urn:schemas-microsoft-com:vml" Requires="v">
                <p:oleObj spid="_x0000_s644145" name="Equation" r:id="rId6" imgW="863280" imgH="431640" progId="Equation.3">
                  <p:embed/>
                </p:oleObj>
              </mc:Choice>
              <mc:Fallback>
                <p:oleObj name="Equation" r:id="rId6" imgW="863280" imgH="43164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3700" y="215900"/>
                        <a:ext cx="1778000" cy="887413"/>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4101" name="Object 5">
            <a:extLst>
              <a:ext uri="{FF2B5EF4-FFF2-40B4-BE49-F238E27FC236}">
                <a16:creationId xmlns:a16="http://schemas.microsoft.com/office/drawing/2014/main" id="{C3B17645-C562-4B78-B083-E86AEEAD9936}"/>
              </a:ext>
            </a:extLst>
          </p:cNvPr>
          <p:cNvGraphicFramePr>
            <a:graphicFrameLocks noChangeAspect="1"/>
          </p:cNvGraphicFramePr>
          <p:nvPr/>
        </p:nvGraphicFramePr>
        <p:xfrm>
          <a:off x="3810000" y="139700"/>
          <a:ext cx="1652588" cy="947738"/>
        </p:xfrm>
        <a:graphic>
          <a:graphicData uri="http://schemas.openxmlformats.org/presentationml/2006/ole">
            <mc:AlternateContent xmlns:mc="http://schemas.openxmlformats.org/markup-compatibility/2006">
              <mc:Choice xmlns:v="urn:schemas-microsoft-com:vml" Requires="v">
                <p:oleObj spid="_x0000_s644146" name="Equation" r:id="rId8" imgW="749160" imgH="431640" progId="Equation.3">
                  <p:embed/>
                </p:oleObj>
              </mc:Choice>
              <mc:Fallback>
                <p:oleObj name="Equation" r:id="rId8" imgW="749160" imgH="43164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0" y="139700"/>
                        <a:ext cx="1652588" cy="94773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4102" name="Group 6">
            <a:extLst>
              <a:ext uri="{FF2B5EF4-FFF2-40B4-BE49-F238E27FC236}">
                <a16:creationId xmlns:a16="http://schemas.microsoft.com/office/drawing/2014/main" id="{D45A7925-2F59-4283-ADC6-54852AA0F666}"/>
              </a:ext>
            </a:extLst>
          </p:cNvPr>
          <p:cNvGrpSpPr>
            <a:grpSpLocks/>
          </p:cNvGrpSpPr>
          <p:nvPr/>
        </p:nvGrpSpPr>
        <p:grpSpPr bwMode="auto">
          <a:xfrm>
            <a:off x="228600" y="1143000"/>
            <a:ext cx="7840663" cy="1504950"/>
            <a:chOff x="144" y="720"/>
            <a:chExt cx="4939" cy="948"/>
          </a:xfrm>
        </p:grpSpPr>
        <p:sp>
          <p:nvSpPr>
            <p:cNvPr id="644103" name="Text Box 7">
              <a:extLst>
                <a:ext uri="{FF2B5EF4-FFF2-40B4-BE49-F238E27FC236}">
                  <a16:creationId xmlns:a16="http://schemas.microsoft.com/office/drawing/2014/main" id="{E2DFA4C2-FA50-44A3-BB5F-3489BA5AD453}"/>
                </a:ext>
              </a:extLst>
            </p:cNvPr>
            <p:cNvSpPr txBox="1">
              <a:spLocks noChangeArrowheads="1"/>
            </p:cNvSpPr>
            <p:nvPr/>
          </p:nvSpPr>
          <p:spPr bwMode="auto">
            <a:xfrm>
              <a:off x="144" y="912"/>
              <a:ext cx="624" cy="288"/>
            </a:xfrm>
            <a:prstGeom prst="rect">
              <a:avLst/>
            </a:prstGeom>
            <a:solidFill>
              <a:srgbClr val="99CCFF"/>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4</a:t>
              </a:r>
              <a:r>
                <a:rPr kumimoji="1" lang="zh-CN" altLang="en-US" sz="2400" b="1">
                  <a:latin typeface="Times New Roman" panose="02020603050405020304" pitchFamily="18" charset="0"/>
                </a:rPr>
                <a:t>）</a:t>
              </a:r>
              <a:endParaRPr kumimoji="1" lang="zh-CN" altLang="en-US" sz="2400">
                <a:latin typeface="Times New Roman" panose="02020603050405020304" pitchFamily="18" charset="0"/>
              </a:endParaRPr>
            </a:p>
          </p:txBody>
        </p:sp>
        <p:graphicFrame>
          <p:nvGraphicFramePr>
            <p:cNvPr id="644104" name="Object 8">
              <a:extLst>
                <a:ext uri="{FF2B5EF4-FFF2-40B4-BE49-F238E27FC236}">
                  <a16:creationId xmlns:a16="http://schemas.microsoft.com/office/drawing/2014/main" id="{CE88FE3D-1E94-4372-BD0A-4DB6AA42DCE7}"/>
                </a:ext>
              </a:extLst>
            </p:cNvPr>
            <p:cNvGraphicFramePr>
              <a:graphicFrameLocks noChangeAspect="1"/>
            </p:cNvGraphicFramePr>
            <p:nvPr/>
          </p:nvGraphicFramePr>
          <p:xfrm>
            <a:off x="907" y="720"/>
            <a:ext cx="4176" cy="644"/>
          </p:xfrm>
          <a:graphic>
            <a:graphicData uri="http://schemas.openxmlformats.org/presentationml/2006/ole">
              <mc:AlternateContent xmlns:mc="http://schemas.openxmlformats.org/markup-compatibility/2006">
                <mc:Choice xmlns:v="urn:schemas-microsoft-com:vml" Requires="v">
                  <p:oleObj spid="_x0000_s644147" name="Equation" r:id="rId10" imgW="3098520" imgH="444240" progId="Equation.3">
                    <p:embed/>
                  </p:oleObj>
                </mc:Choice>
                <mc:Fallback>
                  <p:oleObj name="Equation" r:id="rId10" imgW="3098520" imgH="444240"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7" y="720"/>
                          <a:ext cx="4176" cy="6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4105" name="Object 9">
              <a:extLst>
                <a:ext uri="{FF2B5EF4-FFF2-40B4-BE49-F238E27FC236}">
                  <a16:creationId xmlns:a16="http://schemas.microsoft.com/office/drawing/2014/main" id="{C1106F58-E6D8-4220-A514-3AB88E1A93E3}"/>
                </a:ext>
              </a:extLst>
            </p:cNvPr>
            <p:cNvGraphicFramePr>
              <a:graphicFrameLocks noChangeAspect="1"/>
            </p:cNvGraphicFramePr>
            <p:nvPr/>
          </p:nvGraphicFramePr>
          <p:xfrm>
            <a:off x="2808" y="1394"/>
            <a:ext cx="658" cy="274"/>
          </p:xfrm>
          <a:graphic>
            <a:graphicData uri="http://schemas.openxmlformats.org/presentationml/2006/ole">
              <mc:AlternateContent xmlns:mc="http://schemas.openxmlformats.org/markup-compatibility/2006">
                <mc:Choice xmlns:v="urn:schemas-microsoft-com:vml" Requires="v">
                  <p:oleObj spid="_x0000_s644148" name="Equation" r:id="rId12" imgW="482400" imgH="203040" progId="Equation.3">
                    <p:embed/>
                  </p:oleObj>
                </mc:Choice>
                <mc:Fallback>
                  <p:oleObj name="Equation" r:id="rId12" imgW="482400" imgH="203040"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08" y="1394"/>
                          <a:ext cx="658"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44106" name="Object 10">
            <a:extLst>
              <a:ext uri="{FF2B5EF4-FFF2-40B4-BE49-F238E27FC236}">
                <a16:creationId xmlns:a16="http://schemas.microsoft.com/office/drawing/2014/main" id="{8FA8585B-2887-40F5-932B-955B806E1817}"/>
              </a:ext>
            </a:extLst>
          </p:cNvPr>
          <p:cNvGraphicFramePr>
            <a:graphicFrameLocks noChangeAspect="1"/>
          </p:cNvGraphicFramePr>
          <p:nvPr/>
        </p:nvGraphicFramePr>
        <p:xfrm>
          <a:off x="1490663" y="2719388"/>
          <a:ext cx="1955800" cy="960437"/>
        </p:xfrm>
        <a:graphic>
          <a:graphicData uri="http://schemas.openxmlformats.org/presentationml/2006/ole">
            <mc:AlternateContent xmlns:mc="http://schemas.openxmlformats.org/markup-compatibility/2006">
              <mc:Choice xmlns:v="urn:schemas-microsoft-com:vml" Requires="v">
                <p:oleObj spid="_x0000_s644149" name="Equation" r:id="rId14" imgW="888840" imgH="406080" progId="Equation.3">
                  <p:embed/>
                </p:oleObj>
              </mc:Choice>
              <mc:Fallback>
                <p:oleObj name="Equation" r:id="rId14" imgW="888840" imgH="406080" progId="Equation.3">
                  <p:embed/>
                  <p:pic>
                    <p:nvPicPr>
                      <p:cNvPr id="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90663" y="2719388"/>
                        <a:ext cx="1955800" cy="96043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4107" name="Object 11">
            <a:extLst>
              <a:ext uri="{FF2B5EF4-FFF2-40B4-BE49-F238E27FC236}">
                <a16:creationId xmlns:a16="http://schemas.microsoft.com/office/drawing/2014/main" id="{3CC4C954-2A62-40B9-90FC-5853FB5A6AD3}"/>
              </a:ext>
            </a:extLst>
          </p:cNvPr>
          <p:cNvGraphicFramePr>
            <a:graphicFrameLocks noChangeAspect="1"/>
          </p:cNvGraphicFramePr>
          <p:nvPr/>
        </p:nvGraphicFramePr>
        <p:xfrm>
          <a:off x="1819275" y="3709988"/>
          <a:ext cx="5389563" cy="1047750"/>
        </p:xfrm>
        <a:graphic>
          <a:graphicData uri="http://schemas.openxmlformats.org/presentationml/2006/ole">
            <mc:AlternateContent xmlns:mc="http://schemas.openxmlformats.org/markup-compatibility/2006">
              <mc:Choice xmlns:v="urn:schemas-microsoft-com:vml" Requires="v">
                <p:oleObj spid="_x0000_s644150" name="Equation" r:id="rId16" imgW="2349360" imgH="457200" progId="Equation.3">
                  <p:embed/>
                </p:oleObj>
              </mc:Choice>
              <mc:Fallback>
                <p:oleObj name="Equation" r:id="rId16" imgW="2349360" imgH="457200" progId="Equation.3">
                  <p:embed/>
                  <p:pic>
                    <p:nvPicPr>
                      <p:cNvPr id="0"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19275" y="3709988"/>
                        <a:ext cx="5389563" cy="104775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4108" name="Text Box 12">
            <a:extLst>
              <a:ext uri="{FF2B5EF4-FFF2-40B4-BE49-F238E27FC236}">
                <a16:creationId xmlns:a16="http://schemas.microsoft.com/office/drawing/2014/main" id="{2A42FCE9-07FC-40C4-8E14-5BB7E60B173A}"/>
              </a:ext>
            </a:extLst>
          </p:cNvPr>
          <p:cNvSpPr txBox="1">
            <a:spLocks noChangeArrowheads="1"/>
          </p:cNvSpPr>
          <p:nvPr/>
        </p:nvSpPr>
        <p:spPr bwMode="auto">
          <a:xfrm>
            <a:off x="228600" y="2438400"/>
            <a:ext cx="2111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则平均功率</a:t>
            </a:r>
          </a:p>
        </p:txBody>
      </p:sp>
      <p:sp>
        <p:nvSpPr>
          <p:cNvPr id="644109" name="Text Box 13">
            <a:extLst>
              <a:ext uri="{FF2B5EF4-FFF2-40B4-BE49-F238E27FC236}">
                <a16:creationId xmlns:a16="http://schemas.microsoft.com/office/drawing/2014/main" id="{25A63D73-22A7-4E9F-9112-EE9492C2CE80}"/>
              </a:ext>
            </a:extLst>
          </p:cNvPr>
          <p:cNvSpPr txBox="1">
            <a:spLocks noChangeArrowheads="1"/>
          </p:cNvSpPr>
          <p:nvPr/>
        </p:nvSpPr>
        <p:spPr bwMode="auto">
          <a:xfrm>
            <a:off x="685800" y="4876800"/>
            <a:ext cx="7772400" cy="1187450"/>
          </a:xfrm>
          <a:prstGeom prst="rect">
            <a:avLst/>
          </a:prstGeom>
          <a:solidFill>
            <a:srgbClr val="00FFFF"/>
          </a:solidFill>
          <a:ln>
            <a:noFill/>
          </a:ln>
          <a:effectLst>
            <a:outerShdw dist="107763"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周期性非正弦电流电路平均功率等于直流分量产生的功率和各次谐波各自产生的平均功率之和。（同频率电压电流相乘才形成平均功率）。</a:t>
            </a:r>
          </a:p>
        </p:txBody>
      </p:sp>
      <p:grpSp>
        <p:nvGrpSpPr>
          <p:cNvPr id="644110" name="Group 14">
            <a:extLst>
              <a:ext uri="{FF2B5EF4-FFF2-40B4-BE49-F238E27FC236}">
                <a16:creationId xmlns:a16="http://schemas.microsoft.com/office/drawing/2014/main" id="{4563E5C3-5383-4D1D-BC9C-C2DF57F524E8}"/>
              </a:ext>
            </a:extLst>
          </p:cNvPr>
          <p:cNvGrpSpPr>
            <a:grpSpLocks/>
          </p:cNvGrpSpPr>
          <p:nvPr/>
        </p:nvGrpSpPr>
        <p:grpSpPr bwMode="auto">
          <a:xfrm>
            <a:off x="1522413" y="1131888"/>
            <a:ext cx="7621587" cy="2005012"/>
            <a:chOff x="959" y="713"/>
            <a:chExt cx="4801" cy="1263"/>
          </a:xfrm>
        </p:grpSpPr>
        <p:sp>
          <p:nvSpPr>
            <p:cNvPr id="644111" name="Rectangle 15">
              <a:extLst>
                <a:ext uri="{FF2B5EF4-FFF2-40B4-BE49-F238E27FC236}">
                  <a16:creationId xmlns:a16="http://schemas.microsoft.com/office/drawing/2014/main" id="{B46F21AA-AB87-4900-9CC3-C8F65D6D8114}"/>
                </a:ext>
              </a:extLst>
            </p:cNvPr>
            <p:cNvSpPr>
              <a:spLocks noChangeArrowheads="1"/>
            </p:cNvSpPr>
            <p:nvPr/>
          </p:nvSpPr>
          <p:spPr bwMode="auto">
            <a:xfrm>
              <a:off x="959" y="713"/>
              <a:ext cx="3951" cy="640"/>
            </a:xfrm>
            <a:prstGeom prst="rect">
              <a:avLst/>
            </a:prstGeom>
            <a:noFill/>
            <a:ln w="19050">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4112" name="Rectangle 16">
              <a:extLst>
                <a:ext uri="{FF2B5EF4-FFF2-40B4-BE49-F238E27FC236}">
                  <a16:creationId xmlns:a16="http://schemas.microsoft.com/office/drawing/2014/main" id="{46AE9AD1-615E-46E7-AAE4-1A70C0229AD9}"/>
                </a:ext>
              </a:extLst>
            </p:cNvPr>
            <p:cNvSpPr>
              <a:spLocks noChangeArrowheads="1"/>
            </p:cNvSpPr>
            <p:nvPr/>
          </p:nvSpPr>
          <p:spPr bwMode="auto">
            <a:xfrm>
              <a:off x="3714" y="1458"/>
              <a:ext cx="204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zh-CN" altLang="en-US" sz="2400" b="1">
                  <a:solidFill>
                    <a:srgbClr val="0000FF"/>
                  </a:solidFill>
                  <a:latin typeface="Times New Roman" panose="02020603050405020304" pitchFamily="18" charset="0"/>
                </a:rPr>
                <a:t>不同频电压、电流分量</a:t>
              </a:r>
            </a:p>
            <a:p>
              <a:pPr>
                <a:spcBef>
                  <a:spcPct val="0"/>
                </a:spcBef>
              </a:pPr>
              <a:r>
                <a:rPr kumimoji="1" lang="zh-CN" altLang="en-US" sz="2400" b="1">
                  <a:solidFill>
                    <a:srgbClr val="0000FF"/>
                  </a:solidFill>
                  <a:latin typeface="Times New Roman" panose="02020603050405020304" pitchFamily="18" charset="0"/>
                </a:rPr>
                <a:t>乘积之和的积分</a:t>
              </a:r>
            </a:p>
          </p:txBody>
        </p:sp>
      </p:grpSp>
      <p:sp>
        <p:nvSpPr>
          <p:cNvPr id="644113" name="Text Box 17">
            <a:extLst>
              <a:ext uri="{FF2B5EF4-FFF2-40B4-BE49-F238E27FC236}">
                <a16:creationId xmlns:a16="http://schemas.microsoft.com/office/drawing/2014/main" id="{C36FDC8A-CE03-4A3B-8A62-02EBECA9A8D3}"/>
              </a:ext>
            </a:extLst>
          </p:cNvPr>
          <p:cNvSpPr txBox="1">
            <a:spLocks noChangeArrowheads="1"/>
          </p:cNvSpPr>
          <p:nvPr/>
        </p:nvSpPr>
        <p:spPr bwMode="auto">
          <a:xfrm>
            <a:off x="8039100" y="1374775"/>
            <a:ext cx="50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a:solidFill>
                  <a:srgbClr val="FF3300"/>
                </a:solidFill>
                <a:latin typeface="Times New Roman" panose="02020603050405020304" pitchFamily="18" charset="0"/>
              </a:rPr>
              <a: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644099"/>
                                        </p:tgtEl>
                                        <p:attrNameLst>
                                          <p:attrName>style.visibility</p:attrName>
                                        </p:attrNameLst>
                                      </p:cBhvr>
                                      <p:to>
                                        <p:strVal val="visible"/>
                                      </p:to>
                                    </p:set>
                                    <p:animEffect transition="in" filter="dissolve">
                                      <p:cBhvr>
                                        <p:cTn id="7" dur="500"/>
                                        <p:tgtEl>
                                          <p:spTgt spid="644099"/>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644100"/>
                                        </p:tgtEl>
                                        <p:attrNameLst>
                                          <p:attrName>style.visibility</p:attrName>
                                        </p:attrNameLst>
                                      </p:cBhvr>
                                      <p:to>
                                        <p:strVal val="visible"/>
                                      </p:to>
                                    </p:set>
                                    <p:animEffect transition="in" filter="dissolve">
                                      <p:cBhvr>
                                        <p:cTn id="11" dur="500"/>
                                        <p:tgtEl>
                                          <p:spTgt spid="644100"/>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644101"/>
                                        </p:tgtEl>
                                        <p:attrNameLst>
                                          <p:attrName>style.visibility</p:attrName>
                                        </p:attrNameLst>
                                      </p:cBhvr>
                                      <p:to>
                                        <p:strVal val="visible"/>
                                      </p:to>
                                    </p:set>
                                    <p:animEffect transition="in" filter="dissolve">
                                      <p:cBhvr>
                                        <p:cTn id="15" dur="500"/>
                                        <p:tgtEl>
                                          <p:spTgt spid="644101"/>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644098"/>
                                        </p:tgtEl>
                                        <p:attrNameLst>
                                          <p:attrName>style.visibility</p:attrName>
                                        </p:attrNameLst>
                                      </p:cBhvr>
                                      <p:to>
                                        <p:strVal val="visible"/>
                                      </p:to>
                                    </p:set>
                                    <p:animEffect transition="in" filter="dissolve">
                                      <p:cBhvr>
                                        <p:cTn id="19" dur="500"/>
                                        <p:tgtEl>
                                          <p:spTgt spid="64409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644102"/>
                                        </p:tgtEl>
                                        <p:attrNameLst>
                                          <p:attrName>style.visibility</p:attrName>
                                        </p:attrNameLst>
                                      </p:cBhvr>
                                      <p:to>
                                        <p:strVal val="visible"/>
                                      </p:to>
                                    </p:set>
                                    <p:animEffect transition="in" filter="wipe(left)">
                                      <p:cBhvr>
                                        <p:cTn id="24" dur="500"/>
                                        <p:tgtEl>
                                          <p:spTgt spid="64410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644110"/>
                                        </p:tgtEl>
                                        <p:attrNameLst>
                                          <p:attrName>style.visibility</p:attrName>
                                        </p:attrNameLst>
                                      </p:cBhvr>
                                      <p:to>
                                        <p:strVal val="visible"/>
                                      </p:to>
                                    </p:set>
                                    <p:animEffect transition="in" filter="wipe(left)">
                                      <p:cBhvr>
                                        <p:cTn id="29" dur="500"/>
                                        <p:tgtEl>
                                          <p:spTgt spid="64411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44113">
                                            <p:txEl>
                                              <p:pRg st="0" end="0"/>
                                            </p:txEl>
                                          </p:spTgt>
                                        </p:tgtEl>
                                        <p:attrNameLst>
                                          <p:attrName>style.visibility</p:attrName>
                                        </p:attrNameLst>
                                      </p:cBhvr>
                                      <p:to>
                                        <p:strVal val="visible"/>
                                      </p:to>
                                    </p:set>
                                    <p:animEffect transition="in" filter="wipe(left)">
                                      <p:cBhvr>
                                        <p:cTn id="34" dur="500"/>
                                        <p:tgtEl>
                                          <p:spTgt spid="644113">
                                            <p:txEl>
                                              <p:pRg st="0" end="0"/>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644108"/>
                                        </p:tgtEl>
                                        <p:attrNameLst>
                                          <p:attrName>style.visibility</p:attrName>
                                        </p:attrNameLst>
                                      </p:cBhvr>
                                      <p:to>
                                        <p:strVal val="visible"/>
                                      </p:to>
                                    </p:set>
                                    <p:animEffect transition="in" filter="dissolve">
                                      <p:cBhvr>
                                        <p:cTn id="39" dur="500"/>
                                        <p:tgtEl>
                                          <p:spTgt spid="64410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644106"/>
                                        </p:tgtEl>
                                        <p:attrNameLst>
                                          <p:attrName>style.visibility</p:attrName>
                                        </p:attrNameLst>
                                      </p:cBhvr>
                                      <p:to>
                                        <p:strVal val="visible"/>
                                      </p:to>
                                    </p:set>
                                    <p:animEffect transition="in" filter="dissolve">
                                      <p:cBhvr>
                                        <p:cTn id="44" dur="500"/>
                                        <p:tgtEl>
                                          <p:spTgt spid="64410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644107"/>
                                        </p:tgtEl>
                                        <p:attrNameLst>
                                          <p:attrName>style.visibility</p:attrName>
                                        </p:attrNameLst>
                                      </p:cBhvr>
                                      <p:to>
                                        <p:strVal val="visible"/>
                                      </p:to>
                                    </p:set>
                                    <p:animEffect transition="in" filter="dissolve">
                                      <p:cBhvr>
                                        <p:cTn id="49" dur="500"/>
                                        <p:tgtEl>
                                          <p:spTgt spid="64410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644109"/>
                                        </p:tgtEl>
                                        <p:attrNameLst>
                                          <p:attrName>style.visibility</p:attrName>
                                        </p:attrNameLst>
                                      </p:cBhvr>
                                      <p:to>
                                        <p:strVal val="visible"/>
                                      </p:to>
                                    </p:set>
                                    <p:animEffect transition="in" filter="dissolve">
                                      <p:cBhvr>
                                        <p:cTn id="54" dur="500"/>
                                        <p:tgtEl>
                                          <p:spTgt spid="644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099" grpId="0" autoUpdateAnimBg="0"/>
      <p:bldP spid="644108" grpId="0" autoUpdateAnimBg="0"/>
      <p:bldP spid="644109" grpId="0" animBg="1" autoUpdateAnimBg="0"/>
      <p:bldP spid="644113"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45122" name="Object 2">
            <a:extLst>
              <a:ext uri="{FF2B5EF4-FFF2-40B4-BE49-F238E27FC236}">
                <a16:creationId xmlns:a16="http://schemas.microsoft.com/office/drawing/2014/main" id="{C9DCB614-CE8A-422A-9B57-B767DF7A42C8}"/>
              </a:ext>
            </a:extLst>
          </p:cNvPr>
          <p:cNvGraphicFramePr>
            <a:graphicFrameLocks noChangeAspect="1"/>
          </p:cNvGraphicFramePr>
          <p:nvPr/>
        </p:nvGraphicFramePr>
        <p:xfrm>
          <a:off x="812800" y="1874838"/>
          <a:ext cx="3092450" cy="546100"/>
        </p:xfrm>
        <a:graphic>
          <a:graphicData uri="http://schemas.openxmlformats.org/presentationml/2006/ole">
            <mc:AlternateContent xmlns:mc="http://schemas.openxmlformats.org/markup-compatibility/2006">
              <mc:Choice xmlns:v="urn:schemas-microsoft-com:vml" Requires="v">
                <p:oleObj spid="_x0000_s645175" name="Equation" r:id="rId4" imgW="1295280" imgH="228600" progId="Equation.3">
                  <p:embed/>
                </p:oleObj>
              </mc:Choice>
              <mc:Fallback>
                <p:oleObj name="Equation" r:id="rId4" imgW="129528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800" y="1874838"/>
                        <a:ext cx="3092450" cy="54610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23" name="Object 3">
            <a:extLst>
              <a:ext uri="{FF2B5EF4-FFF2-40B4-BE49-F238E27FC236}">
                <a16:creationId xmlns:a16="http://schemas.microsoft.com/office/drawing/2014/main" id="{7C23382C-4308-410C-B5C3-84B63C124D43}"/>
              </a:ext>
            </a:extLst>
          </p:cNvPr>
          <p:cNvGraphicFramePr>
            <a:graphicFrameLocks noChangeAspect="1"/>
          </p:cNvGraphicFramePr>
          <p:nvPr/>
        </p:nvGraphicFramePr>
        <p:xfrm>
          <a:off x="1150938" y="2349500"/>
          <a:ext cx="5168900" cy="1785938"/>
        </p:xfrm>
        <a:graphic>
          <a:graphicData uri="http://schemas.openxmlformats.org/presentationml/2006/ole">
            <mc:AlternateContent xmlns:mc="http://schemas.openxmlformats.org/markup-compatibility/2006">
              <mc:Choice xmlns:v="urn:schemas-microsoft-com:vml" Requires="v">
                <p:oleObj spid="_x0000_s645176" name="Equation" r:id="rId6" imgW="2463480" imgH="850680" progId="Equation.3">
                  <p:embed/>
                </p:oleObj>
              </mc:Choice>
              <mc:Fallback>
                <p:oleObj name="Equation" r:id="rId6" imgW="2463480" imgH="85068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0938" y="2349500"/>
                        <a:ext cx="5168900" cy="178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124" name="Text Box 4">
            <a:extLst>
              <a:ext uri="{FF2B5EF4-FFF2-40B4-BE49-F238E27FC236}">
                <a16:creationId xmlns:a16="http://schemas.microsoft.com/office/drawing/2014/main" id="{5B8524CB-012F-4C45-9A6E-35947DD03B72}"/>
              </a:ext>
            </a:extLst>
          </p:cNvPr>
          <p:cNvSpPr txBox="1">
            <a:spLocks noChangeArrowheads="1"/>
          </p:cNvSpPr>
          <p:nvPr/>
        </p:nvSpPr>
        <p:spPr bwMode="auto">
          <a:xfrm>
            <a:off x="719138" y="4292600"/>
            <a:ext cx="1219200" cy="457200"/>
          </a:xfrm>
          <a:prstGeom prst="rect">
            <a:avLst/>
          </a:prstGeom>
          <a:noFill/>
          <a:ln>
            <a:noFill/>
          </a:ln>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有效值</a:t>
            </a:r>
            <a:endParaRPr kumimoji="1" lang="zh-CN" altLang="en-US" sz="2400">
              <a:solidFill>
                <a:srgbClr val="FF3300"/>
              </a:solidFill>
              <a:latin typeface="Times New Roman" panose="02020603050405020304" pitchFamily="18" charset="0"/>
            </a:endParaRPr>
          </a:p>
        </p:txBody>
      </p:sp>
      <p:graphicFrame>
        <p:nvGraphicFramePr>
          <p:cNvPr id="645125" name="Object 5">
            <a:extLst>
              <a:ext uri="{FF2B5EF4-FFF2-40B4-BE49-F238E27FC236}">
                <a16:creationId xmlns:a16="http://schemas.microsoft.com/office/drawing/2014/main" id="{27297B84-2AA2-478F-B06B-58228498C9BA}"/>
              </a:ext>
            </a:extLst>
          </p:cNvPr>
          <p:cNvGraphicFramePr>
            <a:graphicFrameLocks noChangeAspect="1"/>
          </p:cNvGraphicFramePr>
          <p:nvPr/>
        </p:nvGraphicFramePr>
        <p:xfrm>
          <a:off x="1042988" y="4760913"/>
          <a:ext cx="7361237" cy="1993900"/>
        </p:xfrm>
        <a:graphic>
          <a:graphicData uri="http://schemas.openxmlformats.org/presentationml/2006/ole">
            <mc:AlternateContent xmlns:mc="http://schemas.openxmlformats.org/markup-compatibility/2006">
              <mc:Choice xmlns:v="urn:schemas-microsoft-com:vml" Requires="v">
                <p:oleObj spid="_x0000_s645177" name="Equation" r:id="rId8" imgW="3924000" imgH="939600" progId="Equation.3">
                  <p:embed/>
                </p:oleObj>
              </mc:Choice>
              <mc:Fallback>
                <p:oleObj name="Equation" r:id="rId8" imgW="3924000" imgH="9396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2988" y="4760913"/>
                        <a:ext cx="7361237" cy="199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5126" name="Group 6">
            <a:extLst>
              <a:ext uri="{FF2B5EF4-FFF2-40B4-BE49-F238E27FC236}">
                <a16:creationId xmlns:a16="http://schemas.microsoft.com/office/drawing/2014/main" id="{0025BED5-B049-43C3-9C48-DAE86A64F027}"/>
              </a:ext>
            </a:extLst>
          </p:cNvPr>
          <p:cNvGrpSpPr>
            <a:grpSpLocks/>
          </p:cNvGrpSpPr>
          <p:nvPr/>
        </p:nvGrpSpPr>
        <p:grpSpPr bwMode="auto">
          <a:xfrm>
            <a:off x="161925" y="200025"/>
            <a:ext cx="8794750" cy="1565275"/>
            <a:chOff x="102" y="126"/>
            <a:chExt cx="5540" cy="986"/>
          </a:xfrm>
        </p:grpSpPr>
        <p:sp>
          <p:nvSpPr>
            <p:cNvPr id="645127" name="Text Box 7">
              <a:extLst>
                <a:ext uri="{FF2B5EF4-FFF2-40B4-BE49-F238E27FC236}">
                  <a16:creationId xmlns:a16="http://schemas.microsoft.com/office/drawing/2014/main" id="{4D2326C5-FA89-4F89-9630-F4AC389F87BE}"/>
                </a:ext>
              </a:extLst>
            </p:cNvPr>
            <p:cNvSpPr txBox="1">
              <a:spLocks noChangeArrowheads="1"/>
            </p:cNvSpPr>
            <p:nvPr/>
          </p:nvSpPr>
          <p:spPr bwMode="auto">
            <a:xfrm>
              <a:off x="102" y="126"/>
              <a:ext cx="33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例</a:t>
              </a:r>
              <a:endParaRPr kumimoji="1" lang="zh-CN" altLang="en-US" sz="2400">
                <a:solidFill>
                  <a:srgbClr val="FF3300"/>
                </a:solidFill>
                <a:latin typeface="Times New Roman" panose="02020603050405020304" pitchFamily="18" charset="0"/>
              </a:endParaRPr>
            </a:p>
          </p:txBody>
        </p:sp>
        <p:sp>
          <p:nvSpPr>
            <p:cNvPr id="645128" name="Text Box 8">
              <a:extLst>
                <a:ext uri="{FF2B5EF4-FFF2-40B4-BE49-F238E27FC236}">
                  <a16:creationId xmlns:a16="http://schemas.microsoft.com/office/drawing/2014/main" id="{85D1F6CD-69D7-4E65-8409-49802101EBD2}"/>
                </a:ext>
              </a:extLst>
            </p:cNvPr>
            <p:cNvSpPr txBox="1">
              <a:spLocks noChangeArrowheads="1"/>
            </p:cNvSpPr>
            <p:nvPr/>
          </p:nvSpPr>
          <p:spPr bwMode="auto">
            <a:xfrm>
              <a:off x="480" y="144"/>
              <a:ext cx="67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已知：</a:t>
              </a:r>
              <a:endParaRPr kumimoji="1" lang="zh-CN" altLang="en-US" sz="2400">
                <a:latin typeface="Times New Roman" panose="02020603050405020304" pitchFamily="18" charset="0"/>
              </a:endParaRPr>
            </a:p>
          </p:txBody>
        </p:sp>
        <p:graphicFrame>
          <p:nvGraphicFramePr>
            <p:cNvPr id="645129" name="Object 9">
              <a:extLst>
                <a:ext uri="{FF2B5EF4-FFF2-40B4-BE49-F238E27FC236}">
                  <a16:creationId xmlns:a16="http://schemas.microsoft.com/office/drawing/2014/main" id="{CF289493-F939-418B-9E76-A80E36413D89}"/>
                </a:ext>
              </a:extLst>
            </p:cNvPr>
            <p:cNvGraphicFramePr>
              <a:graphicFrameLocks noChangeAspect="1"/>
            </p:cNvGraphicFramePr>
            <p:nvPr/>
          </p:nvGraphicFramePr>
          <p:xfrm>
            <a:off x="1049" y="181"/>
            <a:ext cx="2846" cy="611"/>
          </p:xfrm>
          <a:graphic>
            <a:graphicData uri="http://schemas.openxmlformats.org/presentationml/2006/ole">
              <mc:AlternateContent xmlns:mc="http://schemas.openxmlformats.org/markup-compatibility/2006">
                <mc:Choice xmlns:v="urn:schemas-microsoft-com:vml" Requires="v">
                  <p:oleObj spid="_x0000_s645178" name="Equation" r:id="rId10" imgW="2349360" imgH="457200" progId="Equation.3">
                    <p:embed/>
                  </p:oleObj>
                </mc:Choice>
                <mc:Fallback>
                  <p:oleObj name="Equation" r:id="rId10" imgW="2349360" imgH="4572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49" y="181"/>
                          <a:ext cx="2846" cy="6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130" name="Text Box 10">
              <a:extLst>
                <a:ext uri="{FF2B5EF4-FFF2-40B4-BE49-F238E27FC236}">
                  <a16:creationId xmlns:a16="http://schemas.microsoft.com/office/drawing/2014/main" id="{F66AE304-63C8-49AD-A74C-D40D84BB3CAD}"/>
                </a:ext>
              </a:extLst>
            </p:cNvPr>
            <p:cNvSpPr txBox="1">
              <a:spLocks noChangeArrowheads="1"/>
            </p:cNvSpPr>
            <p:nvPr/>
          </p:nvSpPr>
          <p:spPr bwMode="auto">
            <a:xfrm>
              <a:off x="534" y="821"/>
              <a:ext cx="43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a:latin typeface="Times New Roman" panose="02020603050405020304" pitchFamily="18" charset="0"/>
                </a:rPr>
                <a:t>求：电路吸收的平均功率和电压、电流的有效值。</a:t>
              </a:r>
            </a:p>
          </p:txBody>
        </p:sp>
        <p:grpSp>
          <p:nvGrpSpPr>
            <p:cNvPr id="645131" name="Group 11">
              <a:extLst>
                <a:ext uri="{FF2B5EF4-FFF2-40B4-BE49-F238E27FC236}">
                  <a16:creationId xmlns:a16="http://schemas.microsoft.com/office/drawing/2014/main" id="{35767DE2-BF00-4B28-9565-C27FE2112EBF}"/>
                </a:ext>
              </a:extLst>
            </p:cNvPr>
            <p:cNvGrpSpPr>
              <a:grpSpLocks/>
            </p:cNvGrpSpPr>
            <p:nvPr/>
          </p:nvGrpSpPr>
          <p:grpSpPr bwMode="auto">
            <a:xfrm>
              <a:off x="4778" y="143"/>
              <a:ext cx="864" cy="969"/>
              <a:chOff x="810" y="135"/>
              <a:chExt cx="864" cy="969"/>
            </a:xfrm>
          </p:grpSpPr>
          <p:grpSp>
            <p:nvGrpSpPr>
              <p:cNvPr id="645132" name="Group 12">
                <a:extLst>
                  <a:ext uri="{FF2B5EF4-FFF2-40B4-BE49-F238E27FC236}">
                    <a16:creationId xmlns:a16="http://schemas.microsoft.com/office/drawing/2014/main" id="{997C51CB-09C9-4BD3-98F9-C08C5C871DFB}"/>
                  </a:ext>
                </a:extLst>
              </p:cNvPr>
              <p:cNvGrpSpPr>
                <a:grpSpLocks/>
              </p:cNvGrpSpPr>
              <p:nvPr/>
            </p:nvGrpSpPr>
            <p:grpSpPr bwMode="auto">
              <a:xfrm>
                <a:off x="816" y="135"/>
                <a:ext cx="858" cy="969"/>
                <a:chOff x="816" y="135"/>
                <a:chExt cx="858" cy="969"/>
              </a:xfrm>
            </p:grpSpPr>
            <p:sp>
              <p:nvSpPr>
                <p:cNvPr id="645133" name="Line 13">
                  <a:extLst>
                    <a:ext uri="{FF2B5EF4-FFF2-40B4-BE49-F238E27FC236}">
                      <a16:creationId xmlns:a16="http://schemas.microsoft.com/office/drawing/2014/main" id="{19738655-5AC9-476B-9313-BF597153E966}"/>
                    </a:ext>
                  </a:extLst>
                </p:cNvPr>
                <p:cNvSpPr>
                  <a:spLocks noChangeShapeType="1"/>
                </p:cNvSpPr>
                <p:nvPr/>
              </p:nvSpPr>
              <p:spPr bwMode="auto">
                <a:xfrm>
                  <a:off x="864" y="192"/>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4" name="Line 14">
                  <a:extLst>
                    <a:ext uri="{FF2B5EF4-FFF2-40B4-BE49-F238E27FC236}">
                      <a16:creationId xmlns:a16="http://schemas.microsoft.com/office/drawing/2014/main" id="{614B45E9-1353-4A01-988A-13E84482FA42}"/>
                    </a:ext>
                  </a:extLst>
                </p:cNvPr>
                <p:cNvSpPr>
                  <a:spLocks noChangeShapeType="1"/>
                </p:cNvSpPr>
                <p:nvPr/>
              </p:nvSpPr>
              <p:spPr bwMode="auto">
                <a:xfrm>
                  <a:off x="1440" y="192"/>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5" name="Line 15">
                  <a:extLst>
                    <a:ext uri="{FF2B5EF4-FFF2-40B4-BE49-F238E27FC236}">
                      <a16:creationId xmlns:a16="http://schemas.microsoft.com/office/drawing/2014/main" id="{DDE8E224-6F67-4EC8-8183-D77144FA06E6}"/>
                    </a:ext>
                  </a:extLst>
                </p:cNvPr>
                <p:cNvSpPr>
                  <a:spLocks noChangeShapeType="1"/>
                </p:cNvSpPr>
                <p:nvPr/>
              </p:nvSpPr>
              <p:spPr bwMode="auto">
                <a:xfrm>
                  <a:off x="1392" y="480"/>
                  <a:ext cx="9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6" name="Line 16">
                  <a:extLst>
                    <a:ext uri="{FF2B5EF4-FFF2-40B4-BE49-F238E27FC236}">
                      <a16:creationId xmlns:a16="http://schemas.microsoft.com/office/drawing/2014/main" id="{67EC9DEC-C736-4BE3-9147-0725842D1766}"/>
                    </a:ext>
                  </a:extLst>
                </p:cNvPr>
                <p:cNvSpPr>
                  <a:spLocks noChangeShapeType="1"/>
                </p:cNvSpPr>
                <p:nvPr/>
              </p:nvSpPr>
              <p:spPr bwMode="auto">
                <a:xfrm>
                  <a:off x="1392" y="480"/>
                  <a:ext cx="0" cy="28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7" name="Line 17">
                  <a:extLst>
                    <a:ext uri="{FF2B5EF4-FFF2-40B4-BE49-F238E27FC236}">
                      <a16:creationId xmlns:a16="http://schemas.microsoft.com/office/drawing/2014/main" id="{24848749-F760-4A37-AB50-925F61F9AA56}"/>
                    </a:ext>
                  </a:extLst>
                </p:cNvPr>
                <p:cNvSpPr>
                  <a:spLocks noChangeShapeType="1"/>
                </p:cNvSpPr>
                <p:nvPr/>
              </p:nvSpPr>
              <p:spPr bwMode="auto">
                <a:xfrm>
                  <a:off x="1488" y="480"/>
                  <a:ext cx="0" cy="28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8" name="Line 18">
                  <a:extLst>
                    <a:ext uri="{FF2B5EF4-FFF2-40B4-BE49-F238E27FC236}">
                      <a16:creationId xmlns:a16="http://schemas.microsoft.com/office/drawing/2014/main" id="{5F3C1307-F99C-46E8-8A39-BF065E63DE2D}"/>
                    </a:ext>
                  </a:extLst>
                </p:cNvPr>
                <p:cNvSpPr>
                  <a:spLocks noChangeShapeType="1"/>
                </p:cNvSpPr>
                <p:nvPr/>
              </p:nvSpPr>
              <p:spPr bwMode="auto">
                <a:xfrm>
                  <a:off x="1392" y="768"/>
                  <a:ext cx="9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9" name="Line 19">
                  <a:extLst>
                    <a:ext uri="{FF2B5EF4-FFF2-40B4-BE49-F238E27FC236}">
                      <a16:creationId xmlns:a16="http://schemas.microsoft.com/office/drawing/2014/main" id="{277B0DA9-4A7D-41B3-B399-5330CD6EB56B}"/>
                    </a:ext>
                  </a:extLst>
                </p:cNvPr>
                <p:cNvSpPr>
                  <a:spLocks noChangeShapeType="1"/>
                </p:cNvSpPr>
                <p:nvPr/>
              </p:nvSpPr>
              <p:spPr bwMode="auto">
                <a:xfrm>
                  <a:off x="1440" y="768"/>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40" name="Line 20">
                  <a:extLst>
                    <a:ext uri="{FF2B5EF4-FFF2-40B4-BE49-F238E27FC236}">
                      <a16:creationId xmlns:a16="http://schemas.microsoft.com/office/drawing/2014/main" id="{9D62FDD4-1642-4A49-9726-8640E2EB70A6}"/>
                    </a:ext>
                  </a:extLst>
                </p:cNvPr>
                <p:cNvSpPr>
                  <a:spLocks noChangeShapeType="1"/>
                </p:cNvSpPr>
                <p:nvPr/>
              </p:nvSpPr>
              <p:spPr bwMode="auto">
                <a:xfrm flipH="1">
                  <a:off x="864" y="1056"/>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41" name="Text Box 21">
                  <a:extLst>
                    <a:ext uri="{FF2B5EF4-FFF2-40B4-BE49-F238E27FC236}">
                      <a16:creationId xmlns:a16="http://schemas.microsoft.com/office/drawing/2014/main" id="{790630E1-2A2C-45B4-BC63-0ECF0E5E8207}"/>
                    </a:ext>
                  </a:extLst>
                </p:cNvPr>
                <p:cNvSpPr txBox="1">
                  <a:spLocks noChangeArrowheads="1"/>
                </p:cNvSpPr>
                <p:nvPr/>
              </p:nvSpPr>
              <p:spPr bwMode="auto">
                <a:xfrm>
                  <a:off x="816" y="192"/>
                  <a:ext cx="33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a:spAutoFit/>
                </a:bodyPr>
                <a:lstStyle/>
                <a:p>
                  <a:pPr algn="l"/>
                  <a:r>
                    <a:rPr kumimoji="1" lang="en-US" altLang="zh-CN" sz="2400" b="1">
                      <a:latin typeface="Times New Roman" panose="02020603050405020304" pitchFamily="18" charset="0"/>
                    </a:rPr>
                    <a:t>+</a:t>
                  </a:r>
                </a:p>
              </p:txBody>
            </p:sp>
            <p:sp>
              <p:nvSpPr>
                <p:cNvPr id="645142" name="Text Box 22">
                  <a:extLst>
                    <a:ext uri="{FF2B5EF4-FFF2-40B4-BE49-F238E27FC236}">
                      <a16:creationId xmlns:a16="http://schemas.microsoft.com/office/drawing/2014/main" id="{CB811ACB-56F1-4A4C-AE45-6A669D1043B0}"/>
                    </a:ext>
                  </a:extLst>
                </p:cNvPr>
                <p:cNvSpPr txBox="1">
                  <a:spLocks noChangeArrowheads="1"/>
                </p:cNvSpPr>
                <p:nvPr/>
              </p:nvSpPr>
              <p:spPr bwMode="auto">
                <a:xfrm>
                  <a:off x="816" y="816"/>
                  <a:ext cx="28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a:spAutoFit/>
                </a:bodyPr>
                <a:lstStyle/>
                <a:p>
                  <a:pPr algn="l"/>
                  <a:r>
                    <a:rPr kumimoji="1" lang="en-US" altLang="zh-CN" sz="2400">
                      <a:latin typeface="黑体" panose="02010609060101010101" pitchFamily="49" charset="-122"/>
                      <a:ea typeface="黑体" panose="02010609060101010101" pitchFamily="49" charset="-122"/>
                      <a:sym typeface="Symbol" panose="05050102010706020507" pitchFamily="18" charset="2"/>
                    </a:rPr>
                    <a:t>-</a:t>
                  </a:r>
                  <a:endParaRPr kumimoji="1" lang="en-US" altLang="zh-CN" sz="2400">
                    <a:latin typeface="黑体" panose="02010609060101010101" pitchFamily="49" charset="-122"/>
                    <a:ea typeface="黑体" panose="02010609060101010101" pitchFamily="49" charset="-122"/>
                  </a:endParaRPr>
                </a:p>
              </p:txBody>
            </p:sp>
            <p:sp>
              <p:nvSpPr>
                <p:cNvPr id="645143" name="Line 23">
                  <a:extLst>
                    <a:ext uri="{FF2B5EF4-FFF2-40B4-BE49-F238E27FC236}">
                      <a16:creationId xmlns:a16="http://schemas.microsoft.com/office/drawing/2014/main" id="{06D3001E-D1FE-4B69-9930-DF0223C61603}"/>
                    </a:ext>
                  </a:extLst>
                </p:cNvPr>
                <p:cNvSpPr>
                  <a:spLocks noChangeShapeType="1"/>
                </p:cNvSpPr>
                <p:nvPr/>
              </p:nvSpPr>
              <p:spPr bwMode="auto">
                <a:xfrm>
                  <a:off x="1488" y="192"/>
                  <a:ext cx="0" cy="14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45144" name="Object 24">
                  <a:extLst>
                    <a:ext uri="{FF2B5EF4-FFF2-40B4-BE49-F238E27FC236}">
                      <a16:creationId xmlns:a16="http://schemas.microsoft.com/office/drawing/2014/main" id="{6A45327E-4AC6-4A9E-8C8C-59D1865A2094}"/>
                    </a:ext>
                  </a:extLst>
                </p:cNvPr>
                <p:cNvGraphicFramePr>
                  <a:graphicFrameLocks noChangeAspect="1"/>
                </p:cNvGraphicFramePr>
                <p:nvPr/>
              </p:nvGraphicFramePr>
              <p:xfrm>
                <a:off x="864" y="528"/>
                <a:ext cx="172" cy="192"/>
              </p:xfrm>
              <a:graphic>
                <a:graphicData uri="http://schemas.openxmlformats.org/presentationml/2006/ole">
                  <mc:AlternateContent xmlns:mc="http://schemas.openxmlformats.org/markup-compatibility/2006">
                    <mc:Choice xmlns:v="urn:schemas-microsoft-com:vml" Requires="v">
                      <p:oleObj spid="_x0000_s645179" name="Equation" r:id="rId12" imgW="126720" imgH="139680" progId="Equation.3">
                        <p:embed/>
                      </p:oleObj>
                    </mc:Choice>
                    <mc:Fallback>
                      <p:oleObj name="Equation" r:id="rId12" imgW="126720" imgH="139680" progId="Equation.3">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4" y="528"/>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45" name="Object 25">
                  <a:extLst>
                    <a:ext uri="{FF2B5EF4-FFF2-40B4-BE49-F238E27FC236}">
                      <a16:creationId xmlns:a16="http://schemas.microsoft.com/office/drawing/2014/main" id="{8207E03F-0A26-4ED6-A8CD-EAB9B3B2A62C}"/>
                    </a:ext>
                  </a:extLst>
                </p:cNvPr>
                <p:cNvGraphicFramePr>
                  <a:graphicFrameLocks noChangeAspect="1"/>
                </p:cNvGraphicFramePr>
                <p:nvPr/>
              </p:nvGraphicFramePr>
              <p:xfrm>
                <a:off x="1527" y="135"/>
                <a:ext cx="147" cy="259"/>
              </p:xfrm>
              <a:graphic>
                <a:graphicData uri="http://schemas.openxmlformats.org/presentationml/2006/ole">
                  <mc:AlternateContent xmlns:mc="http://schemas.openxmlformats.org/markup-compatibility/2006">
                    <mc:Choice xmlns:v="urn:schemas-microsoft-com:vml" Requires="v">
                      <p:oleObj spid="_x0000_s645180" name="Equation" r:id="rId14" imgW="101520" imgH="177480" progId="Equation.3">
                        <p:embed/>
                      </p:oleObj>
                    </mc:Choice>
                    <mc:Fallback>
                      <p:oleObj name="Equation" r:id="rId14" imgW="101520" imgH="177480" progId="Equation.3">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27" y="135"/>
                              <a:ext cx="147"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45146" name="Oval 26">
                <a:extLst>
                  <a:ext uri="{FF2B5EF4-FFF2-40B4-BE49-F238E27FC236}">
                    <a16:creationId xmlns:a16="http://schemas.microsoft.com/office/drawing/2014/main" id="{4C0177A2-66A2-40EE-8C57-DA4238267093}"/>
                  </a:ext>
                </a:extLst>
              </p:cNvPr>
              <p:cNvSpPr>
                <a:spLocks noChangeArrowheads="1"/>
              </p:cNvSpPr>
              <p:nvPr/>
            </p:nvSpPr>
            <p:spPr bwMode="auto">
              <a:xfrm>
                <a:off x="810" y="162"/>
                <a:ext cx="56" cy="5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5147" name="Oval 27">
                <a:extLst>
                  <a:ext uri="{FF2B5EF4-FFF2-40B4-BE49-F238E27FC236}">
                    <a16:creationId xmlns:a16="http://schemas.microsoft.com/office/drawing/2014/main" id="{77A264AA-14A0-438F-AC6A-18194C2D2152}"/>
                  </a:ext>
                </a:extLst>
              </p:cNvPr>
              <p:cNvSpPr>
                <a:spLocks noChangeArrowheads="1"/>
              </p:cNvSpPr>
              <p:nvPr/>
            </p:nvSpPr>
            <p:spPr bwMode="auto">
              <a:xfrm>
                <a:off x="816" y="1026"/>
                <a:ext cx="56" cy="5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45122"/>
                                        </p:tgtEl>
                                        <p:attrNameLst>
                                          <p:attrName>style.visibility</p:attrName>
                                        </p:attrNameLst>
                                      </p:cBhvr>
                                      <p:to>
                                        <p:strVal val="visible"/>
                                      </p:to>
                                    </p:set>
                                    <p:animEffect transition="in" filter="box(in)">
                                      <p:cBhvr>
                                        <p:cTn id="7" dur="500"/>
                                        <p:tgtEl>
                                          <p:spTgt spid="645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45123"/>
                                        </p:tgtEl>
                                        <p:attrNameLst>
                                          <p:attrName>style.visibility</p:attrName>
                                        </p:attrNameLst>
                                      </p:cBhvr>
                                      <p:to>
                                        <p:strVal val="visible"/>
                                      </p:to>
                                    </p:set>
                                    <p:animEffect transition="in" filter="box(in)">
                                      <p:cBhvr>
                                        <p:cTn id="12" dur="500"/>
                                        <p:tgtEl>
                                          <p:spTgt spid="6451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45124"/>
                                        </p:tgtEl>
                                        <p:attrNameLst>
                                          <p:attrName>style.visibility</p:attrName>
                                        </p:attrNameLst>
                                      </p:cBhvr>
                                      <p:to>
                                        <p:strVal val="visible"/>
                                      </p:to>
                                    </p:set>
                                    <p:animEffect transition="in" filter="box(in)">
                                      <p:cBhvr>
                                        <p:cTn id="17" dur="500"/>
                                        <p:tgtEl>
                                          <p:spTgt spid="6451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45125"/>
                                        </p:tgtEl>
                                        <p:attrNameLst>
                                          <p:attrName>style.visibility</p:attrName>
                                        </p:attrNameLst>
                                      </p:cBhvr>
                                      <p:to>
                                        <p:strVal val="visible"/>
                                      </p:to>
                                    </p:set>
                                    <p:animEffect transition="in" filter="box(in)">
                                      <p:cBhvr>
                                        <p:cTn id="22" dur="500"/>
                                        <p:tgtEl>
                                          <p:spTgt spid="64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2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Text Box 2">
            <a:extLst>
              <a:ext uri="{FF2B5EF4-FFF2-40B4-BE49-F238E27FC236}">
                <a16:creationId xmlns:a16="http://schemas.microsoft.com/office/drawing/2014/main" id="{A9926B85-5C75-45A9-B637-313C6360F9A9}"/>
              </a:ext>
            </a:extLst>
          </p:cNvPr>
          <p:cNvSpPr txBox="1">
            <a:spLocks noChangeArrowheads="1"/>
          </p:cNvSpPr>
          <p:nvPr/>
        </p:nvSpPr>
        <p:spPr bwMode="auto">
          <a:xfrm>
            <a:off x="228600" y="152400"/>
            <a:ext cx="6858000" cy="519113"/>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800" b="1">
                <a:solidFill>
                  <a:srgbClr val="0000FF"/>
                </a:solidFill>
                <a:latin typeface="Times New Roman" panose="02020603050405020304" pitchFamily="18" charset="0"/>
              </a:rPr>
              <a:t>三、周期性</a:t>
            </a:r>
            <a:r>
              <a:rPr kumimoji="1" lang="zh-CN" altLang="en-US" sz="2800" b="1">
                <a:solidFill>
                  <a:srgbClr val="0000FF"/>
                </a:solidFill>
                <a:latin typeface="宋体" panose="02010600030101010101" pitchFamily="2" charset="-122"/>
              </a:rPr>
              <a:t>非正弦电流电路的计算</a:t>
            </a:r>
          </a:p>
        </p:txBody>
      </p:sp>
      <p:sp>
        <p:nvSpPr>
          <p:cNvPr id="647171" name="Text Box 3">
            <a:extLst>
              <a:ext uri="{FF2B5EF4-FFF2-40B4-BE49-F238E27FC236}">
                <a16:creationId xmlns:a16="http://schemas.microsoft.com/office/drawing/2014/main" id="{F845C011-B69A-4302-A45C-3ABA573A772E}"/>
              </a:ext>
            </a:extLst>
          </p:cNvPr>
          <p:cNvSpPr txBox="1">
            <a:spLocks noChangeArrowheads="1"/>
          </p:cNvSpPr>
          <p:nvPr/>
        </p:nvSpPr>
        <p:spPr bwMode="auto">
          <a:xfrm>
            <a:off x="295275" y="800100"/>
            <a:ext cx="4267200" cy="457200"/>
          </a:xfrm>
          <a:prstGeom prst="rect">
            <a:avLst/>
          </a:prstGeom>
          <a:noFill/>
          <a:ln>
            <a:noFill/>
          </a:ln>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采用谐波分析法，其步骤如下：</a:t>
            </a:r>
            <a:endParaRPr kumimoji="1" lang="zh-CN" altLang="en-US" sz="2400">
              <a:solidFill>
                <a:srgbClr val="FF3300"/>
              </a:solidFill>
              <a:latin typeface="Times New Roman" panose="02020603050405020304" pitchFamily="18" charset="0"/>
            </a:endParaRPr>
          </a:p>
        </p:txBody>
      </p:sp>
      <p:sp>
        <p:nvSpPr>
          <p:cNvPr id="647172" name="Text Box 4">
            <a:extLst>
              <a:ext uri="{FF2B5EF4-FFF2-40B4-BE49-F238E27FC236}">
                <a16:creationId xmlns:a16="http://schemas.microsoft.com/office/drawing/2014/main" id="{16286E0C-C63E-475C-877D-CA17BD2C8E51}"/>
              </a:ext>
            </a:extLst>
          </p:cNvPr>
          <p:cNvSpPr txBox="1">
            <a:spLocks noChangeArrowheads="1"/>
          </p:cNvSpPr>
          <p:nvPr/>
        </p:nvSpPr>
        <p:spPr bwMode="auto">
          <a:xfrm>
            <a:off x="200025" y="2424113"/>
            <a:ext cx="8382000" cy="1004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a:t>
            </a:r>
            <a:r>
              <a:rPr kumimoji="1" lang="en-US" altLang="zh-CN" sz="2400" b="1">
                <a:solidFill>
                  <a:srgbClr val="FF3300"/>
                </a:solidFill>
                <a:latin typeface="Times New Roman" panose="02020603050405020304" pitchFamily="18" charset="0"/>
              </a:rPr>
              <a:t>2</a:t>
            </a:r>
            <a:r>
              <a:rPr kumimoji="1" lang="zh-CN" altLang="en-US" sz="2400" b="1">
                <a:solidFill>
                  <a:srgbClr val="FF3300"/>
                </a:solidFill>
                <a:latin typeface="Times New Roman" panose="02020603050405020304" pitchFamily="18" charset="0"/>
              </a:rPr>
              <a:t>）</a:t>
            </a:r>
            <a:r>
              <a:rPr kumimoji="1" lang="zh-CN" altLang="en-US" sz="2400" b="1">
                <a:latin typeface="Times New Roman" panose="02020603050405020304" pitchFamily="18" charset="0"/>
              </a:rPr>
              <a:t>根据叠加定理，分别计算直流分量和各次谐波激励单独</a:t>
            </a:r>
          </a:p>
          <a:p>
            <a:pPr algn="l"/>
            <a:r>
              <a:rPr kumimoji="1" lang="zh-CN" altLang="en-US" sz="2400" b="1">
                <a:latin typeface="Times New Roman" panose="02020603050405020304" pitchFamily="18" charset="0"/>
              </a:rPr>
              <a:t>          作用时产生的响应； </a:t>
            </a:r>
          </a:p>
        </p:txBody>
      </p:sp>
      <p:sp>
        <p:nvSpPr>
          <p:cNvPr id="647173" name="Text Box 5">
            <a:extLst>
              <a:ext uri="{FF2B5EF4-FFF2-40B4-BE49-F238E27FC236}">
                <a16:creationId xmlns:a16="http://schemas.microsoft.com/office/drawing/2014/main" id="{03C71C7F-FC42-4498-922A-376D790A8265}"/>
              </a:ext>
            </a:extLst>
          </p:cNvPr>
          <p:cNvSpPr txBox="1">
            <a:spLocks noChangeArrowheads="1"/>
          </p:cNvSpPr>
          <p:nvPr/>
        </p:nvSpPr>
        <p:spPr bwMode="auto">
          <a:xfrm>
            <a:off x="428625" y="4267200"/>
            <a:ext cx="8391525"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536575" indent="-536575" algn="l">
              <a:spcBef>
                <a:spcPct val="0"/>
              </a:spcBef>
              <a:defRPr>
                <a:solidFill>
                  <a:schemeClr val="tx1"/>
                </a:solidFill>
                <a:latin typeface="Arial" panose="020B0604020202020204" pitchFamily="34" charset="0"/>
                <a:ea typeface="宋体" panose="02010600030101010101" pitchFamily="2" charset="-122"/>
              </a:defRPr>
            </a:lvl1pPr>
            <a:lvl2pPr marL="992188" algn="l">
              <a:spcBef>
                <a:spcPct val="0"/>
              </a:spcBef>
              <a:defRPr>
                <a:solidFill>
                  <a:schemeClr val="tx1"/>
                </a:solidFill>
                <a:latin typeface="Arial" panose="020B0604020202020204" pitchFamily="34" charset="0"/>
                <a:ea typeface="宋体" panose="02010600030101010101" pitchFamily="2" charset="-122"/>
              </a:defRPr>
            </a:lvl2pPr>
            <a:lvl3pPr marL="1171575"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en-US" altLang="zh-CN" sz="2400" b="1">
                <a:solidFill>
                  <a:srgbClr val="A50021"/>
                </a:solidFill>
                <a:latin typeface="Times New Roman" panose="02020603050405020304" pitchFamily="18" charset="0"/>
              </a:rPr>
              <a:t>(b)</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各次谐波单独作用时均为正弦稳态电路，可采用相量法       计算</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要注意电感和电容的阻抗随频率</a:t>
            </a:r>
            <a:r>
              <a:rPr kumimoji="1" lang="zh-CN" altLang="en-US" sz="2400" b="1" i="1">
                <a:latin typeface="Times New Roman" panose="02020603050405020304" pitchFamily="18" charset="0"/>
                <a:sym typeface="Symbol" panose="05050102010706020507" pitchFamily="18" charset="2"/>
              </a:rPr>
              <a:t></a:t>
            </a:r>
            <a:r>
              <a:rPr kumimoji="1" lang="zh-CN" altLang="en-US" sz="2400" b="1">
                <a:latin typeface="Times New Roman" panose="02020603050405020304" pitchFamily="18" charset="0"/>
                <a:sym typeface="Symbol" panose="05050102010706020507" pitchFamily="18" charset="2"/>
              </a:rPr>
              <a:t>的变化而变化</a:t>
            </a:r>
            <a:r>
              <a:rPr kumimoji="1" lang="en-US" altLang="zh-CN" sz="2400" b="1">
                <a:latin typeface="Times New Roman" panose="02020603050405020304" pitchFamily="18" charset="0"/>
                <a:sym typeface="Symbol" panose="05050102010706020507" pitchFamily="18" charset="2"/>
              </a:rPr>
              <a:t>)</a:t>
            </a:r>
            <a:r>
              <a:rPr kumimoji="1" lang="zh-CN" altLang="en-US" sz="2400" b="1">
                <a:latin typeface="Times New Roman" panose="02020603050405020304" pitchFamily="18" charset="0"/>
                <a:sym typeface="Symbol" panose="05050102010706020507" pitchFamily="18" charset="2"/>
              </a:rPr>
              <a:t>；</a:t>
            </a:r>
            <a:endParaRPr kumimoji="1" lang="zh-CN" altLang="en-US" sz="2400" b="1">
              <a:latin typeface="Times New Roman" panose="02020603050405020304" pitchFamily="18" charset="0"/>
            </a:endParaRPr>
          </a:p>
        </p:txBody>
      </p:sp>
      <p:sp>
        <p:nvSpPr>
          <p:cNvPr id="647174" name="Text Box 6">
            <a:extLst>
              <a:ext uri="{FF2B5EF4-FFF2-40B4-BE49-F238E27FC236}">
                <a16:creationId xmlns:a16="http://schemas.microsoft.com/office/drawing/2014/main" id="{7EB20DA3-1E6A-443B-9DA3-CE70FB4B7628}"/>
              </a:ext>
            </a:extLst>
          </p:cNvPr>
          <p:cNvSpPr txBox="1">
            <a:spLocks noChangeArrowheads="1"/>
          </p:cNvSpPr>
          <p:nvPr/>
        </p:nvSpPr>
        <p:spPr bwMode="auto">
          <a:xfrm>
            <a:off x="200025" y="1357313"/>
            <a:ext cx="8367713" cy="1004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a:t>
            </a:r>
            <a:r>
              <a:rPr kumimoji="1" lang="en-US" altLang="zh-CN" sz="2400" b="1">
                <a:solidFill>
                  <a:srgbClr val="FF3300"/>
                </a:solidFill>
                <a:latin typeface="Times New Roman" panose="02020603050405020304" pitchFamily="18" charset="0"/>
              </a:rPr>
              <a:t>1</a:t>
            </a:r>
            <a:r>
              <a:rPr kumimoji="1" lang="zh-CN" altLang="en-US" sz="2400" b="1">
                <a:solidFill>
                  <a:srgbClr val="FF3300"/>
                </a:solidFill>
                <a:latin typeface="Times New Roman" panose="02020603050405020304" pitchFamily="18" charset="0"/>
              </a:rPr>
              <a:t>）</a:t>
            </a:r>
            <a:r>
              <a:rPr kumimoji="1" lang="zh-CN" altLang="en-US" sz="2400" b="1">
                <a:latin typeface="Times New Roman" panose="02020603050405020304" pitchFamily="18" charset="0"/>
              </a:rPr>
              <a:t>将</a:t>
            </a:r>
            <a:r>
              <a:rPr kumimoji="1" lang="zh-CN" altLang="en-US" sz="2400" b="1">
                <a:latin typeface="宋体" panose="02010600030101010101" pitchFamily="2" charset="-122"/>
              </a:rPr>
              <a:t>周期性</a:t>
            </a:r>
            <a:r>
              <a:rPr kumimoji="1" lang="zh-CN" altLang="en-US" sz="2400" b="1">
                <a:latin typeface="Times New Roman" panose="02020603050405020304" pitchFamily="18" charset="0"/>
              </a:rPr>
              <a:t>非正弦电源，分解为傅里叶级数，根据要求</a:t>
            </a:r>
          </a:p>
          <a:p>
            <a:pPr algn="l"/>
            <a:r>
              <a:rPr kumimoji="1" lang="zh-CN" altLang="en-US" sz="2400" b="1">
                <a:latin typeface="Times New Roman" panose="02020603050405020304" pitchFamily="18" charset="0"/>
              </a:rPr>
              <a:t>           取有限项；      </a:t>
            </a:r>
          </a:p>
        </p:txBody>
      </p:sp>
      <p:sp>
        <p:nvSpPr>
          <p:cNvPr id="647175" name="Text Box 7">
            <a:extLst>
              <a:ext uri="{FF2B5EF4-FFF2-40B4-BE49-F238E27FC236}">
                <a16:creationId xmlns:a16="http://schemas.microsoft.com/office/drawing/2014/main" id="{22F68A5E-7BD4-4D8C-B62E-172EA8A4868D}"/>
              </a:ext>
            </a:extLst>
          </p:cNvPr>
          <p:cNvSpPr txBox="1">
            <a:spLocks noChangeArrowheads="1"/>
          </p:cNvSpPr>
          <p:nvPr/>
        </p:nvSpPr>
        <p:spPr bwMode="auto">
          <a:xfrm>
            <a:off x="428625" y="3581400"/>
            <a:ext cx="8458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just"/>
            <a:r>
              <a:rPr kumimoji="1" lang="en-US" altLang="zh-CN" sz="2400" b="1">
                <a:solidFill>
                  <a:srgbClr val="A50021"/>
                </a:solidFill>
                <a:latin typeface="Times New Roman" panose="02020603050405020304" pitchFamily="18" charset="0"/>
              </a:rPr>
              <a:t>(a)</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直流分量单独作用相当于解直流电路（</a:t>
            </a:r>
            <a:r>
              <a:rPr kumimoji="1" lang="en-US" altLang="zh-CN" sz="2400" b="1" i="1">
                <a:latin typeface="Times New Roman" panose="02020603050405020304" pitchFamily="18" charset="0"/>
              </a:rPr>
              <a:t>L</a:t>
            </a:r>
            <a:r>
              <a:rPr kumimoji="1" lang="zh-CN" altLang="en-US" sz="2400" b="1">
                <a:latin typeface="Times New Roman" panose="02020603050405020304" pitchFamily="18" charset="0"/>
              </a:rPr>
              <a:t>短路、</a:t>
            </a:r>
            <a:r>
              <a:rPr kumimoji="1" lang="en-US" altLang="zh-CN" sz="2400" b="1" i="1">
                <a:latin typeface="Times New Roman" panose="02020603050405020304" pitchFamily="18" charset="0"/>
              </a:rPr>
              <a:t>C</a:t>
            </a:r>
            <a:r>
              <a:rPr kumimoji="1" lang="zh-CN" altLang="en-US" sz="2400" b="1">
                <a:latin typeface="Times New Roman" panose="02020603050405020304" pitchFamily="18" charset="0"/>
              </a:rPr>
              <a:t>开路）；</a:t>
            </a:r>
          </a:p>
        </p:txBody>
      </p:sp>
      <p:sp>
        <p:nvSpPr>
          <p:cNvPr id="647176" name="Text Box 8">
            <a:extLst>
              <a:ext uri="{FF2B5EF4-FFF2-40B4-BE49-F238E27FC236}">
                <a16:creationId xmlns:a16="http://schemas.microsoft.com/office/drawing/2014/main" id="{ED339A3D-4A5F-42D8-8E62-D2D02667E6E8}"/>
              </a:ext>
            </a:extLst>
          </p:cNvPr>
          <p:cNvSpPr txBox="1">
            <a:spLocks noChangeArrowheads="1"/>
          </p:cNvSpPr>
          <p:nvPr/>
        </p:nvSpPr>
        <p:spPr bwMode="auto">
          <a:xfrm>
            <a:off x="171450" y="5334000"/>
            <a:ext cx="8534400" cy="1004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a:t>
            </a:r>
            <a:r>
              <a:rPr kumimoji="1" lang="en-US" altLang="zh-CN" sz="2400" b="1">
                <a:solidFill>
                  <a:srgbClr val="FF3300"/>
                </a:solidFill>
                <a:latin typeface="Times New Roman" panose="02020603050405020304" pitchFamily="18" charset="0"/>
              </a:rPr>
              <a:t>3</a:t>
            </a:r>
            <a:r>
              <a:rPr kumimoji="1" lang="zh-CN" altLang="en-US" sz="2400" b="1">
                <a:solidFill>
                  <a:srgbClr val="FF3300"/>
                </a:solidFill>
                <a:latin typeface="Times New Roman" panose="02020603050405020304" pitchFamily="18" charset="0"/>
              </a:rPr>
              <a:t>）</a:t>
            </a:r>
            <a:r>
              <a:rPr kumimoji="1" lang="zh-CN" altLang="en-US" sz="2400" b="1">
                <a:latin typeface="Times New Roman" panose="02020603050405020304" pitchFamily="18" charset="0"/>
              </a:rPr>
              <a:t>将计算结果以瞬时值形式相加（各次谐波激励所产生的</a:t>
            </a:r>
          </a:p>
          <a:p>
            <a:pPr algn="l"/>
            <a:r>
              <a:rPr kumimoji="1" lang="zh-CN" altLang="en-US" sz="2400" b="1">
                <a:latin typeface="Times New Roman" panose="02020603050405020304" pitchFamily="18" charset="0"/>
              </a:rPr>
              <a:t>          相量形式的响应不能进行相加，因其频率不同）。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7171"/>
                                        </p:tgtEl>
                                        <p:attrNameLst>
                                          <p:attrName>style.visibility</p:attrName>
                                        </p:attrNameLst>
                                      </p:cBhvr>
                                      <p:to>
                                        <p:strVal val="visible"/>
                                      </p:to>
                                    </p:set>
                                    <p:animEffect transition="in" filter="wipe(left)">
                                      <p:cBhvr>
                                        <p:cTn id="7" dur="500"/>
                                        <p:tgtEl>
                                          <p:spTgt spid="6471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7174"/>
                                        </p:tgtEl>
                                        <p:attrNameLst>
                                          <p:attrName>style.visibility</p:attrName>
                                        </p:attrNameLst>
                                      </p:cBhvr>
                                      <p:to>
                                        <p:strVal val="visible"/>
                                      </p:to>
                                    </p:set>
                                    <p:animEffect transition="in" filter="wipe(left)">
                                      <p:cBhvr>
                                        <p:cTn id="12" dur="500"/>
                                        <p:tgtEl>
                                          <p:spTgt spid="6471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7172"/>
                                        </p:tgtEl>
                                        <p:attrNameLst>
                                          <p:attrName>style.visibility</p:attrName>
                                        </p:attrNameLst>
                                      </p:cBhvr>
                                      <p:to>
                                        <p:strVal val="visible"/>
                                      </p:to>
                                    </p:set>
                                    <p:animEffect transition="in" filter="wipe(left)">
                                      <p:cBhvr>
                                        <p:cTn id="17" dur="500"/>
                                        <p:tgtEl>
                                          <p:spTgt spid="6471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7175"/>
                                        </p:tgtEl>
                                        <p:attrNameLst>
                                          <p:attrName>style.visibility</p:attrName>
                                        </p:attrNameLst>
                                      </p:cBhvr>
                                      <p:to>
                                        <p:strVal val="visible"/>
                                      </p:to>
                                    </p:set>
                                    <p:animEffect transition="in" filter="wipe(left)">
                                      <p:cBhvr>
                                        <p:cTn id="22" dur="500"/>
                                        <p:tgtEl>
                                          <p:spTgt spid="6471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47173"/>
                                        </p:tgtEl>
                                        <p:attrNameLst>
                                          <p:attrName>style.visibility</p:attrName>
                                        </p:attrNameLst>
                                      </p:cBhvr>
                                      <p:to>
                                        <p:strVal val="visible"/>
                                      </p:to>
                                    </p:set>
                                    <p:animEffect transition="in" filter="wipe(left)">
                                      <p:cBhvr>
                                        <p:cTn id="27" dur="500"/>
                                        <p:tgtEl>
                                          <p:spTgt spid="64717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47176"/>
                                        </p:tgtEl>
                                        <p:attrNameLst>
                                          <p:attrName>style.visibility</p:attrName>
                                        </p:attrNameLst>
                                      </p:cBhvr>
                                      <p:to>
                                        <p:strVal val="visible"/>
                                      </p:to>
                                    </p:set>
                                    <p:animEffect transition="in" filter="wipe(left)">
                                      <p:cBhvr>
                                        <p:cTn id="32" dur="500"/>
                                        <p:tgtEl>
                                          <p:spTgt spid="647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1" grpId="0" autoUpdateAnimBg="0"/>
      <p:bldP spid="647172" grpId="0" autoUpdateAnimBg="0"/>
      <p:bldP spid="647173" grpId="0" autoUpdateAnimBg="0"/>
      <p:bldP spid="647174" grpId="0" autoUpdateAnimBg="0"/>
      <p:bldP spid="647175" grpId="0" autoUpdateAnimBg="0"/>
      <p:bldP spid="647176"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Text Box 2">
            <a:extLst>
              <a:ext uri="{FF2B5EF4-FFF2-40B4-BE49-F238E27FC236}">
                <a16:creationId xmlns:a16="http://schemas.microsoft.com/office/drawing/2014/main" id="{C7F3E243-1B56-4541-9A68-5879FB1B3E68}"/>
              </a:ext>
            </a:extLst>
          </p:cNvPr>
          <p:cNvSpPr txBox="1">
            <a:spLocks noChangeArrowheads="1"/>
          </p:cNvSpPr>
          <p:nvPr/>
        </p:nvSpPr>
        <p:spPr bwMode="auto">
          <a:xfrm>
            <a:off x="241300" y="381000"/>
            <a:ext cx="8369300" cy="1979613"/>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solidFill>
                  <a:srgbClr val="FF3300"/>
                </a:solidFill>
                <a:latin typeface="Times New Roman" panose="02020603050405020304" pitchFamily="18" charset="0"/>
              </a:rPr>
              <a:t>例    </a:t>
            </a:r>
            <a:r>
              <a:rPr kumimoji="1" lang="zh-CN" altLang="en-US" sz="2400" b="1">
                <a:latin typeface="Times New Roman" panose="02020603050405020304" pitchFamily="18" charset="0"/>
              </a:rPr>
              <a:t>图示电路为全波整流滤波电路</a:t>
            </a:r>
            <a:r>
              <a:rPr kumimoji="1" lang="zh-CN" altLang="en-US" sz="2400">
                <a:latin typeface="Times New Roman" panose="02020603050405020304" pitchFamily="18" charset="0"/>
              </a:rPr>
              <a:t>。</a:t>
            </a:r>
            <a:r>
              <a:rPr kumimoji="1" lang="zh-CN" altLang="en-US" sz="2400" b="1">
                <a:latin typeface="宋体" panose="02010600030101010101" pitchFamily="2" charset="-122"/>
              </a:rPr>
              <a:t>其中</a:t>
            </a:r>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m</a:t>
            </a:r>
            <a:r>
              <a:rPr kumimoji="1" lang="en-US" altLang="zh-CN" sz="2400" b="1">
                <a:latin typeface="Times New Roman" panose="02020603050405020304" pitchFamily="18" charset="0"/>
              </a:rPr>
              <a:t>=157V</a:t>
            </a:r>
            <a:r>
              <a:rPr kumimoji="1" lang="zh-CN" altLang="en-US" sz="2400" b="1">
                <a:latin typeface="宋体" panose="02010600030101010101" pitchFamily="2" charset="-122"/>
              </a:rPr>
              <a:t>。</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=5H</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C </a:t>
            </a:r>
            <a:r>
              <a:rPr kumimoji="1" lang="en-US" altLang="zh-CN" sz="2400" b="1">
                <a:latin typeface="Times New Roman" panose="02020603050405020304" pitchFamily="18" charset="0"/>
              </a:rPr>
              <a:t>=10</a:t>
            </a:r>
            <a:r>
              <a:rPr kumimoji="1" lang="en-US" altLang="zh-CN" sz="2400" b="1">
                <a:latin typeface="Times New Roman" panose="02020603050405020304" pitchFamily="18" charset="0"/>
                <a:sym typeface="Symbol" panose="05050102010706020507" pitchFamily="18" charset="2"/>
              </a:rPr>
              <a:t>F</a:t>
            </a:r>
            <a:r>
              <a:rPr kumimoji="1" lang="zh-CN" altLang="en-US" sz="2400" b="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sym typeface="Symbol" panose="05050102010706020507" pitchFamily="18" charset="2"/>
              </a:rPr>
              <a:t>R</a:t>
            </a:r>
            <a:r>
              <a:rPr kumimoji="1" lang="en-US" altLang="zh-CN" sz="2400" b="1">
                <a:latin typeface="Times New Roman" panose="02020603050405020304" pitchFamily="18" charset="0"/>
                <a:sym typeface="Symbol" panose="05050102010706020507" pitchFamily="18" charset="2"/>
              </a:rPr>
              <a:t>=2000</a:t>
            </a:r>
            <a:r>
              <a:rPr kumimoji="1" lang="zh-CN" altLang="en-US" sz="2400" b="1">
                <a:latin typeface="Times New Roman" panose="02020603050405020304" pitchFamily="18" charset="0"/>
                <a:sym typeface="Symbol" panose="05050102010706020507" pitchFamily="18" charset="2"/>
              </a:rPr>
              <a:t>，</a:t>
            </a:r>
            <a:r>
              <a:rPr kumimoji="1" lang="zh-CN" altLang="en-US" sz="2400" b="1" i="1">
                <a:latin typeface="Times New Roman" panose="02020603050405020304" pitchFamily="18" charset="0"/>
                <a:sym typeface="Symbol" panose="05050102010706020507" pitchFamily="18" charset="2"/>
              </a:rPr>
              <a:t></a:t>
            </a:r>
            <a:r>
              <a:rPr kumimoji="1" lang="en-US" altLang="zh-CN" sz="2400" b="1">
                <a:latin typeface="Times New Roman" panose="02020603050405020304" pitchFamily="18" charset="0"/>
                <a:sym typeface="Symbol" panose="05050102010706020507" pitchFamily="18" charset="2"/>
              </a:rPr>
              <a:t>=314rad/s</a:t>
            </a:r>
            <a:r>
              <a:rPr kumimoji="1" lang="zh-CN" altLang="en-US" sz="2400" b="1">
                <a:latin typeface="Times New Roman" panose="02020603050405020304" pitchFamily="18" charset="0"/>
                <a:sym typeface="Symbol" panose="05050102010706020507" pitchFamily="18" charset="2"/>
              </a:rPr>
              <a:t>。</a:t>
            </a:r>
            <a:r>
              <a:rPr kumimoji="1" lang="zh-CN" altLang="en-US" sz="2400" b="1">
                <a:latin typeface="宋体" panose="02010600030101010101" pitchFamily="2" charset="-122"/>
              </a:rPr>
              <a:t>加在滤波器上的全波整流电压</a:t>
            </a:r>
            <a:r>
              <a:rPr kumimoji="1" lang="en-US" altLang="zh-CN" sz="2400" b="1" i="1">
                <a:latin typeface="Times New Roman" panose="02020603050405020304" pitchFamily="18" charset="0"/>
              </a:rPr>
              <a:t>u</a:t>
            </a:r>
            <a:r>
              <a:rPr kumimoji="1" lang="zh-CN" altLang="en-US" sz="2400" b="1">
                <a:latin typeface="宋体" panose="02010600030101010101" pitchFamily="2" charset="-122"/>
              </a:rPr>
              <a:t>如图所示。</a:t>
            </a:r>
          </a:p>
          <a:p>
            <a:pPr algn="l">
              <a:spcBef>
                <a:spcPct val="0"/>
              </a:spcBef>
            </a:pPr>
            <a:r>
              <a:rPr kumimoji="1" lang="zh-CN" altLang="en-US" sz="2400" b="1">
                <a:latin typeface="宋体" panose="02010600030101010101" pitchFamily="2" charset="-122"/>
              </a:rPr>
              <a:t>求：</a:t>
            </a:r>
            <a:r>
              <a:rPr kumimoji="1" lang="zh-CN" altLang="en-US" sz="2400" b="1">
                <a:latin typeface="宋体" panose="02010600030101010101" pitchFamily="2" charset="-122"/>
                <a:sym typeface="Wingdings" panose="05000000000000000000" pitchFamily="2" charset="2"/>
              </a:rPr>
              <a:t>（</a:t>
            </a:r>
            <a:r>
              <a:rPr kumimoji="1" lang="en-US" altLang="zh-CN" sz="2400" b="1">
                <a:latin typeface="宋体" panose="02010600030101010101" pitchFamily="2" charset="-122"/>
                <a:sym typeface="Wingdings" panose="05000000000000000000" pitchFamily="2" charset="2"/>
              </a:rPr>
              <a:t>1</a:t>
            </a:r>
            <a:r>
              <a:rPr kumimoji="1" lang="zh-CN" altLang="en-US" sz="2400" b="1">
                <a:latin typeface="宋体" panose="02010600030101010101" pitchFamily="2" charset="-122"/>
                <a:sym typeface="Wingdings" panose="05000000000000000000" pitchFamily="2" charset="2"/>
              </a:rPr>
              <a:t>）电阻</a:t>
            </a:r>
            <a:r>
              <a:rPr kumimoji="1" lang="en-US" altLang="zh-CN" sz="2400" b="1" i="1">
                <a:latin typeface="Times New Roman" panose="02020603050405020304" pitchFamily="18" charset="0"/>
                <a:sym typeface="Wingdings" panose="05000000000000000000" pitchFamily="2" charset="2"/>
              </a:rPr>
              <a:t>R</a:t>
            </a:r>
            <a:r>
              <a:rPr kumimoji="1" lang="zh-CN" altLang="en-US" sz="2400" b="1">
                <a:latin typeface="Times New Roman" panose="02020603050405020304" pitchFamily="18" charset="0"/>
                <a:sym typeface="Wingdings" panose="05000000000000000000" pitchFamily="2" charset="2"/>
              </a:rPr>
              <a:t>上电压</a:t>
            </a:r>
            <a:r>
              <a:rPr kumimoji="1" lang="en-US" altLang="zh-CN" sz="2800" b="1" i="1">
                <a:latin typeface="Times New Roman" panose="02020603050405020304" pitchFamily="18" charset="0"/>
                <a:sym typeface="Wingdings" panose="05000000000000000000" pitchFamily="2" charset="2"/>
              </a:rPr>
              <a:t>u</a:t>
            </a:r>
            <a:r>
              <a:rPr kumimoji="1" lang="en-US" altLang="zh-CN" sz="2400" b="1" i="1" baseline="-25000">
                <a:latin typeface="Times New Roman" panose="02020603050405020304" pitchFamily="18" charset="0"/>
                <a:sym typeface="Wingdings" panose="05000000000000000000" pitchFamily="2" charset="2"/>
              </a:rPr>
              <a:t>R</a:t>
            </a:r>
            <a:r>
              <a:rPr kumimoji="1" lang="zh-CN" altLang="en-US" sz="2400" b="1">
                <a:latin typeface="Times New Roman" panose="02020603050405020304" pitchFamily="18" charset="0"/>
                <a:sym typeface="Wingdings" panose="05000000000000000000" pitchFamily="2" charset="2"/>
              </a:rPr>
              <a:t>及其有效值</a:t>
            </a:r>
            <a:r>
              <a:rPr kumimoji="1" lang="en-US" altLang="zh-CN" sz="2400" b="1" i="1">
                <a:latin typeface="Times New Roman" panose="02020603050405020304" pitchFamily="18" charset="0"/>
                <a:sym typeface="Wingdings" panose="05000000000000000000" pitchFamily="2" charset="2"/>
              </a:rPr>
              <a:t>U</a:t>
            </a:r>
            <a:r>
              <a:rPr kumimoji="1" lang="en-US" altLang="zh-CN" sz="2400" b="1" i="1" baseline="-25000">
                <a:latin typeface="Times New Roman" panose="02020603050405020304" pitchFamily="18" charset="0"/>
                <a:sym typeface="Wingdings" panose="05000000000000000000" pitchFamily="2" charset="2"/>
              </a:rPr>
              <a:t>R  </a:t>
            </a:r>
            <a:r>
              <a:rPr kumimoji="1" lang="zh-CN" altLang="en-US" sz="2400" b="1">
                <a:latin typeface="Times New Roman" panose="02020603050405020304" pitchFamily="18" charset="0"/>
                <a:sym typeface="Wingdings" panose="05000000000000000000" pitchFamily="2" charset="2"/>
              </a:rPr>
              <a:t>。</a:t>
            </a:r>
          </a:p>
          <a:p>
            <a:pPr algn="l">
              <a:spcBef>
                <a:spcPct val="0"/>
              </a:spcBef>
            </a:pPr>
            <a:r>
              <a:rPr kumimoji="1" lang="zh-CN" altLang="en-US" sz="2400" b="1">
                <a:latin typeface="Times New Roman" panose="02020603050405020304" pitchFamily="18" charset="0"/>
                <a:sym typeface="Wingdings" panose="05000000000000000000" pitchFamily="2" charset="2"/>
              </a:rPr>
              <a:t>        （</a:t>
            </a:r>
            <a:r>
              <a:rPr kumimoji="1" lang="en-US" altLang="zh-CN" sz="2400" b="1">
                <a:latin typeface="Times New Roman" panose="02020603050405020304" pitchFamily="18" charset="0"/>
                <a:sym typeface="Wingdings" panose="05000000000000000000" pitchFamily="2" charset="2"/>
              </a:rPr>
              <a:t>2</a:t>
            </a:r>
            <a:r>
              <a:rPr kumimoji="1" lang="zh-CN" altLang="en-US" sz="2400" b="1">
                <a:latin typeface="Times New Roman" panose="02020603050405020304" pitchFamily="18" charset="0"/>
                <a:sym typeface="Wingdings" panose="05000000000000000000" pitchFamily="2" charset="2"/>
              </a:rPr>
              <a:t>）</a:t>
            </a:r>
            <a:r>
              <a:rPr kumimoji="1" lang="zh-CN" altLang="en-US" sz="2400" b="1">
                <a:latin typeface="宋体" panose="02010600030101010101" pitchFamily="2" charset="-122"/>
                <a:sym typeface="Wingdings" panose="05000000000000000000" pitchFamily="2" charset="2"/>
              </a:rPr>
              <a:t>电阻</a:t>
            </a:r>
            <a:r>
              <a:rPr kumimoji="1" lang="en-US" altLang="zh-CN" sz="2400" b="1" i="1">
                <a:latin typeface="Times New Roman" panose="02020603050405020304" pitchFamily="18" charset="0"/>
                <a:sym typeface="Wingdings" panose="05000000000000000000" pitchFamily="2" charset="2"/>
              </a:rPr>
              <a:t>R</a:t>
            </a:r>
            <a:r>
              <a:rPr kumimoji="1" lang="zh-CN" altLang="en-US" sz="2400" b="1">
                <a:latin typeface="Times New Roman" panose="02020603050405020304" pitchFamily="18" charset="0"/>
                <a:sym typeface="Wingdings" panose="05000000000000000000" pitchFamily="2" charset="2"/>
              </a:rPr>
              <a:t>消耗的的平均功率。</a:t>
            </a:r>
            <a:endParaRPr kumimoji="1" lang="zh-CN" altLang="en-US" sz="2400">
              <a:latin typeface="Times New Roman" panose="02020603050405020304" pitchFamily="18" charset="0"/>
            </a:endParaRPr>
          </a:p>
        </p:txBody>
      </p:sp>
      <p:grpSp>
        <p:nvGrpSpPr>
          <p:cNvPr id="648255" name="Group 63">
            <a:extLst>
              <a:ext uri="{FF2B5EF4-FFF2-40B4-BE49-F238E27FC236}">
                <a16:creationId xmlns:a16="http://schemas.microsoft.com/office/drawing/2014/main" id="{30DFBBA7-FCE8-42DD-8AB8-F98ED61B13A5}"/>
              </a:ext>
            </a:extLst>
          </p:cNvPr>
          <p:cNvGrpSpPr>
            <a:grpSpLocks/>
          </p:cNvGrpSpPr>
          <p:nvPr/>
        </p:nvGrpSpPr>
        <p:grpSpPr bwMode="auto">
          <a:xfrm>
            <a:off x="546100" y="2514600"/>
            <a:ext cx="3497263" cy="1406525"/>
            <a:chOff x="344" y="1584"/>
            <a:chExt cx="2203" cy="886"/>
          </a:xfrm>
        </p:grpSpPr>
        <p:sp>
          <p:nvSpPr>
            <p:cNvPr id="648197" name="Oval 5">
              <a:extLst>
                <a:ext uri="{FF2B5EF4-FFF2-40B4-BE49-F238E27FC236}">
                  <a16:creationId xmlns:a16="http://schemas.microsoft.com/office/drawing/2014/main" id="{219E940D-B042-4DB4-AB2C-974D385D7EFF}"/>
                </a:ext>
              </a:extLst>
            </p:cNvPr>
            <p:cNvSpPr>
              <a:spLocks noChangeArrowheads="1"/>
            </p:cNvSpPr>
            <p:nvPr/>
          </p:nvSpPr>
          <p:spPr bwMode="auto">
            <a:xfrm>
              <a:off x="344" y="1942"/>
              <a:ext cx="240" cy="234"/>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8198" name="Group 6">
              <a:extLst>
                <a:ext uri="{FF2B5EF4-FFF2-40B4-BE49-F238E27FC236}">
                  <a16:creationId xmlns:a16="http://schemas.microsoft.com/office/drawing/2014/main" id="{7885A54A-C1A3-4D17-828F-B42DFAA0D954}"/>
                </a:ext>
              </a:extLst>
            </p:cNvPr>
            <p:cNvGrpSpPr>
              <a:grpSpLocks/>
            </p:cNvGrpSpPr>
            <p:nvPr/>
          </p:nvGrpSpPr>
          <p:grpSpPr bwMode="auto">
            <a:xfrm>
              <a:off x="955" y="1584"/>
              <a:ext cx="316" cy="81"/>
              <a:chOff x="1776" y="2304"/>
              <a:chExt cx="511" cy="114"/>
            </a:xfrm>
          </p:grpSpPr>
          <p:sp>
            <p:nvSpPr>
              <p:cNvPr id="648199" name="Arc 7">
                <a:extLst>
                  <a:ext uri="{FF2B5EF4-FFF2-40B4-BE49-F238E27FC236}">
                    <a16:creationId xmlns:a16="http://schemas.microsoft.com/office/drawing/2014/main" id="{D9EFE987-EA60-47BD-B533-A42943DBB841}"/>
                  </a:ext>
                </a:extLst>
              </p:cNvPr>
              <p:cNvSpPr>
                <a:spLocks/>
              </p:cNvSpPr>
              <p:nvPr/>
            </p:nvSpPr>
            <p:spPr bwMode="auto">
              <a:xfrm rot="16200000" flipV="1">
                <a:off x="1783"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0" name="Arc 8">
                <a:extLst>
                  <a:ext uri="{FF2B5EF4-FFF2-40B4-BE49-F238E27FC236}">
                    <a16:creationId xmlns:a16="http://schemas.microsoft.com/office/drawing/2014/main" id="{659D4103-BFDE-4106-B160-96240C3F2525}"/>
                  </a:ext>
                </a:extLst>
              </p:cNvPr>
              <p:cNvSpPr>
                <a:spLocks/>
              </p:cNvSpPr>
              <p:nvPr/>
            </p:nvSpPr>
            <p:spPr bwMode="auto">
              <a:xfrm rot="16200000" flipV="1">
                <a:off x="1911"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1" name="Arc 9">
                <a:extLst>
                  <a:ext uri="{FF2B5EF4-FFF2-40B4-BE49-F238E27FC236}">
                    <a16:creationId xmlns:a16="http://schemas.microsoft.com/office/drawing/2014/main" id="{AEA0F85C-1EDB-43B9-BB17-70A4E6B925CF}"/>
                  </a:ext>
                </a:extLst>
              </p:cNvPr>
              <p:cNvSpPr>
                <a:spLocks/>
              </p:cNvSpPr>
              <p:nvPr/>
            </p:nvSpPr>
            <p:spPr bwMode="auto">
              <a:xfrm rot="16200000" flipV="1">
                <a:off x="2040"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2" name="Arc 10">
                <a:extLst>
                  <a:ext uri="{FF2B5EF4-FFF2-40B4-BE49-F238E27FC236}">
                    <a16:creationId xmlns:a16="http://schemas.microsoft.com/office/drawing/2014/main" id="{E47C37AF-06B9-4276-9C1F-8DDAF5CDEDAE}"/>
                  </a:ext>
                </a:extLst>
              </p:cNvPr>
              <p:cNvSpPr>
                <a:spLocks/>
              </p:cNvSpPr>
              <p:nvPr/>
            </p:nvSpPr>
            <p:spPr bwMode="auto">
              <a:xfrm rot="16200000" flipV="1">
                <a:off x="2167"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48203" name="Group 11">
              <a:extLst>
                <a:ext uri="{FF2B5EF4-FFF2-40B4-BE49-F238E27FC236}">
                  <a16:creationId xmlns:a16="http://schemas.microsoft.com/office/drawing/2014/main" id="{1C3E7F93-F005-4C4F-B526-5B00428FB52D}"/>
                </a:ext>
              </a:extLst>
            </p:cNvPr>
            <p:cNvGrpSpPr>
              <a:grpSpLocks/>
            </p:cNvGrpSpPr>
            <p:nvPr/>
          </p:nvGrpSpPr>
          <p:grpSpPr bwMode="auto">
            <a:xfrm>
              <a:off x="1453" y="2024"/>
              <a:ext cx="234" cy="82"/>
              <a:chOff x="2016" y="1926"/>
              <a:chExt cx="180" cy="96"/>
            </a:xfrm>
          </p:grpSpPr>
          <p:sp>
            <p:nvSpPr>
              <p:cNvPr id="648204" name="Line 12">
                <a:extLst>
                  <a:ext uri="{FF2B5EF4-FFF2-40B4-BE49-F238E27FC236}">
                    <a16:creationId xmlns:a16="http://schemas.microsoft.com/office/drawing/2014/main" id="{10E19A8D-4851-456C-B856-06BAF67E8414}"/>
                  </a:ext>
                </a:extLst>
              </p:cNvPr>
              <p:cNvSpPr>
                <a:spLocks noChangeShapeType="1"/>
              </p:cNvSpPr>
              <p:nvPr/>
            </p:nvSpPr>
            <p:spPr bwMode="auto">
              <a:xfrm>
                <a:off x="2016" y="1926"/>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5" name="Line 13">
                <a:extLst>
                  <a:ext uri="{FF2B5EF4-FFF2-40B4-BE49-F238E27FC236}">
                    <a16:creationId xmlns:a16="http://schemas.microsoft.com/office/drawing/2014/main" id="{509731D7-CA4D-4787-B280-BAAE95B6B4BC}"/>
                  </a:ext>
                </a:extLst>
              </p:cNvPr>
              <p:cNvSpPr>
                <a:spLocks noChangeShapeType="1"/>
              </p:cNvSpPr>
              <p:nvPr/>
            </p:nvSpPr>
            <p:spPr bwMode="auto">
              <a:xfrm>
                <a:off x="2016" y="2022"/>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8206" name="Line 14">
              <a:extLst>
                <a:ext uri="{FF2B5EF4-FFF2-40B4-BE49-F238E27FC236}">
                  <a16:creationId xmlns:a16="http://schemas.microsoft.com/office/drawing/2014/main" id="{48D3D55F-F2BC-4C91-A464-A1518B19D3CD}"/>
                </a:ext>
              </a:extLst>
            </p:cNvPr>
            <p:cNvSpPr>
              <a:spLocks noChangeShapeType="1"/>
            </p:cNvSpPr>
            <p:nvPr/>
          </p:nvSpPr>
          <p:spPr bwMode="auto">
            <a:xfrm>
              <a:off x="455" y="1648"/>
              <a:ext cx="5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7" name="Line 15">
              <a:extLst>
                <a:ext uri="{FF2B5EF4-FFF2-40B4-BE49-F238E27FC236}">
                  <a16:creationId xmlns:a16="http://schemas.microsoft.com/office/drawing/2014/main" id="{278F9558-8782-4916-A963-65BEC63AF695}"/>
                </a:ext>
              </a:extLst>
            </p:cNvPr>
            <p:cNvSpPr>
              <a:spLocks noChangeShapeType="1"/>
            </p:cNvSpPr>
            <p:nvPr/>
          </p:nvSpPr>
          <p:spPr bwMode="auto">
            <a:xfrm>
              <a:off x="1271" y="1666"/>
              <a:ext cx="9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8" name="Line 16">
              <a:extLst>
                <a:ext uri="{FF2B5EF4-FFF2-40B4-BE49-F238E27FC236}">
                  <a16:creationId xmlns:a16="http://schemas.microsoft.com/office/drawing/2014/main" id="{05D29197-9019-45CC-9E61-A1EFF2D05C9B}"/>
                </a:ext>
              </a:extLst>
            </p:cNvPr>
            <p:cNvSpPr>
              <a:spLocks noChangeShapeType="1"/>
            </p:cNvSpPr>
            <p:nvPr/>
          </p:nvSpPr>
          <p:spPr bwMode="auto">
            <a:xfrm>
              <a:off x="455" y="1648"/>
              <a:ext cx="0" cy="8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9" name="Line 17">
              <a:extLst>
                <a:ext uri="{FF2B5EF4-FFF2-40B4-BE49-F238E27FC236}">
                  <a16:creationId xmlns:a16="http://schemas.microsoft.com/office/drawing/2014/main" id="{AED6227C-DCA9-411D-9C41-3B9F3F83A3E3}"/>
                </a:ext>
              </a:extLst>
            </p:cNvPr>
            <p:cNvSpPr>
              <a:spLocks noChangeShapeType="1"/>
            </p:cNvSpPr>
            <p:nvPr/>
          </p:nvSpPr>
          <p:spPr bwMode="auto">
            <a:xfrm>
              <a:off x="455" y="2470"/>
              <a:ext cx="17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10" name="Line 18">
              <a:extLst>
                <a:ext uri="{FF2B5EF4-FFF2-40B4-BE49-F238E27FC236}">
                  <a16:creationId xmlns:a16="http://schemas.microsoft.com/office/drawing/2014/main" id="{594B8579-5261-420C-8069-175D7833DEB2}"/>
                </a:ext>
              </a:extLst>
            </p:cNvPr>
            <p:cNvSpPr>
              <a:spLocks noChangeShapeType="1"/>
            </p:cNvSpPr>
            <p:nvPr/>
          </p:nvSpPr>
          <p:spPr bwMode="auto">
            <a:xfrm>
              <a:off x="2171" y="1666"/>
              <a:ext cx="0" cy="8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11" name="Rectangle 19">
              <a:extLst>
                <a:ext uri="{FF2B5EF4-FFF2-40B4-BE49-F238E27FC236}">
                  <a16:creationId xmlns:a16="http://schemas.microsoft.com/office/drawing/2014/main" id="{5DF7CDD5-3EE5-4967-AAD2-BC65859CFDB1}"/>
                </a:ext>
              </a:extLst>
            </p:cNvPr>
            <p:cNvSpPr>
              <a:spLocks noChangeArrowheads="1"/>
            </p:cNvSpPr>
            <p:nvPr/>
          </p:nvSpPr>
          <p:spPr bwMode="auto">
            <a:xfrm>
              <a:off x="2124" y="1947"/>
              <a:ext cx="96" cy="240"/>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8212" name="Line 20">
              <a:extLst>
                <a:ext uri="{FF2B5EF4-FFF2-40B4-BE49-F238E27FC236}">
                  <a16:creationId xmlns:a16="http://schemas.microsoft.com/office/drawing/2014/main" id="{9332835D-2A96-42F4-86B7-3C8FDC3A1E46}"/>
                </a:ext>
              </a:extLst>
            </p:cNvPr>
            <p:cNvSpPr>
              <a:spLocks noChangeShapeType="1"/>
            </p:cNvSpPr>
            <p:nvPr/>
          </p:nvSpPr>
          <p:spPr bwMode="auto">
            <a:xfrm>
              <a:off x="1577" y="1666"/>
              <a:ext cx="0" cy="3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13" name="Line 21">
              <a:extLst>
                <a:ext uri="{FF2B5EF4-FFF2-40B4-BE49-F238E27FC236}">
                  <a16:creationId xmlns:a16="http://schemas.microsoft.com/office/drawing/2014/main" id="{82CB9068-568B-4CCB-B9CE-DC0686968A05}"/>
                </a:ext>
              </a:extLst>
            </p:cNvPr>
            <p:cNvSpPr>
              <a:spLocks noChangeShapeType="1"/>
            </p:cNvSpPr>
            <p:nvPr/>
          </p:nvSpPr>
          <p:spPr bwMode="auto">
            <a:xfrm flipV="1">
              <a:off x="1574" y="2096"/>
              <a:ext cx="0" cy="37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14" name="Line 22">
              <a:extLst>
                <a:ext uri="{FF2B5EF4-FFF2-40B4-BE49-F238E27FC236}">
                  <a16:creationId xmlns:a16="http://schemas.microsoft.com/office/drawing/2014/main" id="{6B5E453E-4A81-4F25-BE9D-8660D0A682C1}"/>
                </a:ext>
              </a:extLst>
            </p:cNvPr>
            <p:cNvSpPr>
              <a:spLocks noChangeShapeType="1"/>
            </p:cNvSpPr>
            <p:nvPr/>
          </p:nvSpPr>
          <p:spPr bwMode="auto">
            <a:xfrm>
              <a:off x="559" y="2278"/>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8215" name="Group 23">
              <a:extLst>
                <a:ext uri="{FF2B5EF4-FFF2-40B4-BE49-F238E27FC236}">
                  <a16:creationId xmlns:a16="http://schemas.microsoft.com/office/drawing/2014/main" id="{2CA189F5-1DCE-491D-9284-571AE270563F}"/>
                </a:ext>
              </a:extLst>
            </p:cNvPr>
            <p:cNvGrpSpPr>
              <a:grpSpLocks/>
            </p:cNvGrpSpPr>
            <p:nvPr/>
          </p:nvGrpSpPr>
          <p:grpSpPr bwMode="auto">
            <a:xfrm>
              <a:off x="559" y="1818"/>
              <a:ext cx="88" cy="88"/>
              <a:chOff x="1706" y="2449"/>
              <a:chExt cx="88" cy="88"/>
            </a:xfrm>
          </p:grpSpPr>
          <p:sp>
            <p:nvSpPr>
              <p:cNvPr id="648216" name="Line 24">
                <a:extLst>
                  <a:ext uri="{FF2B5EF4-FFF2-40B4-BE49-F238E27FC236}">
                    <a16:creationId xmlns:a16="http://schemas.microsoft.com/office/drawing/2014/main" id="{19C1517F-8507-44AC-A317-D045CF2EC05B}"/>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17" name="Line 25">
                <a:extLst>
                  <a:ext uri="{FF2B5EF4-FFF2-40B4-BE49-F238E27FC236}">
                    <a16:creationId xmlns:a16="http://schemas.microsoft.com/office/drawing/2014/main" id="{8E774B90-4665-485C-90EB-5D519E101A7E}"/>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8218" name="Text Box 26">
              <a:extLst>
                <a:ext uri="{FF2B5EF4-FFF2-40B4-BE49-F238E27FC236}">
                  <a16:creationId xmlns:a16="http://schemas.microsoft.com/office/drawing/2014/main" id="{5B7F72E5-0D52-444B-A038-C443DB881280}"/>
                </a:ext>
              </a:extLst>
            </p:cNvPr>
            <p:cNvSpPr txBox="1">
              <a:spLocks noChangeArrowheads="1"/>
            </p:cNvSpPr>
            <p:nvPr/>
          </p:nvSpPr>
          <p:spPr bwMode="auto">
            <a:xfrm>
              <a:off x="500" y="1888"/>
              <a:ext cx="38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800" b="1" i="1">
                  <a:latin typeface="Times New Roman" panose="02020603050405020304" pitchFamily="18" charset="0"/>
                </a:rPr>
                <a:t>u</a:t>
              </a:r>
            </a:p>
          </p:txBody>
        </p:sp>
        <p:sp>
          <p:nvSpPr>
            <p:cNvPr id="648219" name="Text Box 27">
              <a:extLst>
                <a:ext uri="{FF2B5EF4-FFF2-40B4-BE49-F238E27FC236}">
                  <a16:creationId xmlns:a16="http://schemas.microsoft.com/office/drawing/2014/main" id="{C45B61DC-5D1E-4B20-8D40-3F839579359D}"/>
                </a:ext>
              </a:extLst>
            </p:cNvPr>
            <p:cNvSpPr txBox="1">
              <a:spLocks noChangeArrowheads="1"/>
            </p:cNvSpPr>
            <p:nvPr/>
          </p:nvSpPr>
          <p:spPr bwMode="auto">
            <a:xfrm>
              <a:off x="978" y="1622"/>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L</a:t>
              </a:r>
            </a:p>
          </p:txBody>
        </p:sp>
        <p:sp>
          <p:nvSpPr>
            <p:cNvPr id="648220" name="Text Box 28">
              <a:extLst>
                <a:ext uri="{FF2B5EF4-FFF2-40B4-BE49-F238E27FC236}">
                  <a16:creationId xmlns:a16="http://schemas.microsoft.com/office/drawing/2014/main" id="{E7359E77-FA0F-4F29-B6A8-2DA3FA092F0F}"/>
                </a:ext>
              </a:extLst>
            </p:cNvPr>
            <p:cNvSpPr txBox="1">
              <a:spLocks noChangeArrowheads="1"/>
            </p:cNvSpPr>
            <p:nvPr/>
          </p:nvSpPr>
          <p:spPr bwMode="auto">
            <a:xfrm>
              <a:off x="1244" y="1911"/>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C</a:t>
              </a:r>
            </a:p>
          </p:txBody>
        </p:sp>
        <p:sp>
          <p:nvSpPr>
            <p:cNvPr id="648221" name="Text Box 29">
              <a:extLst>
                <a:ext uri="{FF2B5EF4-FFF2-40B4-BE49-F238E27FC236}">
                  <a16:creationId xmlns:a16="http://schemas.microsoft.com/office/drawing/2014/main" id="{C0860D6F-B8F1-4740-AD06-8B2B48E0A472}"/>
                </a:ext>
              </a:extLst>
            </p:cNvPr>
            <p:cNvSpPr txBox="1">
              <a:spLocks noChangeArrowheads="1"/>
            </p:cNvSpPr>
            <p:nvPr/>
          </p:nvSpPr>
          <p:spPr bwMode="auto">
            <a:xfrm>
              <a:off x="1886" y="1906"/>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R</a:t>
              </a:r>
            </a:p>
          </p:txBody>
        </p:sp>
        <p:grpSp>
          <p:nvGrpSpPr>
            <p:cNvPr id="648222" name="Group 30">
              <a:extLst>
                <a:ext uri="{FF2B5EF4-FFF2-40B4-BE49-F238E27FC236}">
                  <a16:creationId xmlns:a16="http://schemas.microsoft.com/office/drawing/2014/main" id="{3F3463E2-EB56-412D-BA38-CB912A69C51D}"/>
                </a:ext>
              </a:extLst>
            </p:cNvPr>
            <p:cNvGrpSpPr>
              <a:grpSpLocks/>
            </p:cNvGrpSpPr>
            <p:nvPr/>
          </p:nvGrpSpPr>
          <p:grpSpPr bwMode="auto">
            <a:xfrm>
              <a:off x="2287" y="1833"/>
              <a:ext cx="88" cy="88"/>
              <a:chOff x="1706" y="2449"/>
              <a:chExt cx="88" cy="88"/>
            </a:xfrm>
          </p:grpSpPr>
          <p:sp>
            <p:nvSpPr>
              <p:cNvPr id="648223" name="Line 31">
                <a:extLst>
                  <a:ext uri="{FF2B5EF4-FFF2-40B4-BE49-F238E27FC236}">
                    <a16:creationId xmlns:a16="http://schemas.microsoft.com/office/drawing/2014/main" id="{EB97B8A9-07DD-4BA9-AF53-C7D820544AB1}"/>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24" name="Line 32">
                <a:extLst>
                  <a:ext uri="{FF2B5EF4-FFF2-40B4-BE49-F238E27FC236}">
                    <a16:creationId xmlns:a16="http://schemas.microsoft.com/office/drawing/2014/main" id="{7687DF84-7317-409F-B5D7-1166E24B1AE0}"/>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8225" name="Line 33">
              <a:extLst>
                <a:ext uri="{FF2B5EF4-FFF2-40B4-BE49-F238E27FC236}">
                  <a16:creationId xmlns:a16="http://schemas.microsoft.com/office/drawing/2014/main" id="{76EC797C-47EE-4AF2-8E05-39F55D9CB7AE}"/>
                </a:ext>
              </a:extLst>
            </p:cNvPr>
            <p:cNvSpPr>
              <a:spLocks noChangeShapeType="1"/>
            </p:cNvSpPr>
            <p:nvPr/>
          </p:nvSpPr>
          <p:spPr bwMode="auto">
            <a:xfrm>
              <a:off x="2290" y="2257"/>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26" name="Text Box 34">
              <a:extLst>
                <a:ext uri="{FF2B5EF4-FFF2-40B4-BE49-F238E27FC236}">
                  <a16:creationId xmlns:a16="http://schemas.microsoft.com/office/drawing/2014/main" id="{D6EADC3F-BDD0-4736-B89E-45FF9257F88F}"/>
                </a:ext>
              </a:extLst>
            </p:cNvPr>
            <p:cNvSpPr txBox="1">
              <a:spLocks noChangeArrowheads="1"/>
            </p:cNvSpPr>
            <p:nvPr/>
          </p:nvSpPr>
          <p:spPr bwMode="auto">
            <a:xfrm>
              <a:off x="2205" y="1868"/>
              <a:ext cx="34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800" b="1" i="1">
                  <a:latin typeface="Times New Roman" panose="02020603050405020304" pitchFamily="18" charset="0"/>
                </a:rPr>
                <a:t>u</a:t>
              </a:r>
              <a:r>
                <a:rPr kumimoji="1" lang="en-US" altLang="zh-CN" sz="2800" b="1" i="1" baseline="-25000">
                  <a:latin typeface="Times New Roman" panose="02020603050405020304" pitchFamily="18" charset="0"/>
                </a:rPr>
                <a:t>R</a:t>
              </a:r>
              <a:endParaRPr kumimoji="1" lang="en-US" altLang="zh-CN" sz="2800" b="1" i="1">
                <a:latin typeface="Times New Roman" panose="02020603050405020304" pitchFamily="18" charset="0"/>
              </a:endParaRPr>
            </a:p>
          </p:txBody>
        </p:sp>
      </p:grpSp>
      <p:grpSp>
        <p:nvGrpSpPr>
          <p:cNvPr id="648256" name="Group 64">
            <a:extLst>
              <a:ext uri="{FF2B5EF4-FFF2-40B4-BE49-F238E27FC236}">
                <a16:creationId xmlns:a16="http://schemas.microsoft.com/office/drawing/2014/main" id="{12F08ED6-BB40-4F10-824B-95FE1F367832}"/>
              </a:ext>
            </a:extLst>
          </p:cNvPr>
          <p:cNvGrpSpPr>
            <a:grpSpLocks/>
          </p:cNvGrpSpPr>
          <p:nvPr/>
        </p:nvGrpSpPr>
        <p:grpSpPr bwMode="auto">
          <a:xfrm>
            <a:off x="4608513" y="2290763"/>
            <a:ext cx="2881312" cy="1655762"/>
            <a:chOff x="2903" y="1443"/>
            <a:chExt cx="1815" cy="1043"/>
          </a:xfrm>
        </p:grpSpPr>
        <p:graphicFrame>
          <p:nvGraphicFramePr>
            <p:cNvPr id="648228" name="Object 36">
              <a:extLst>
                <a:ext uri="{FF2B5EF4-FFF2-40B4-BE49-F238E27FC236}">
                  <a16:creationId xmlns:a16="http://schemas.microsoft.com/office/drawing/2014/main" id="{F824723E-1CA2-405F-A408-5630CAEED9BD}"/>
                </a:ext>
              </a:extLst>
            </p:cNvPr>
            <p:cNvGraphicFramePr>
              <a:graphicFrameLocks noChangeAspect="1"/>
            </p:cNvGraphicFramePr>
            <p:nvPr/>
          </p:nvGraphicFramePr>
          <p:xfrm>
            <a:off x="2903" y="1729"/>
            <a:ext cx="280" cy="212"/>
          </p:xfrm>
          <a:graphic>
            <a:graphicData uri="http://schemas.openxmlformats.org/presentationml/2006/ole">
              <mc:AlternateContent xmlns:mc="http://schemas.openxmlformats.org/markup-compatibility/2006">
                <mc:Choice xmlns:v="urn:schemas-microsoft-com:vml" Requires="v">
                  <p:oleObj spid="_x0000_s648277" name="Equation" r:id="rId4" imgW="241200" imgH="215640" progId="Equation.3">
                    <p:embed/>
                  </p:oleObj>
                </mc:Choice>
                <mc:Fallback>
                  <p:oleObj name="Equation" r:id="rId4" imgW="241200" imgH="215640" progId="Equation.3">
                    <p:embed/>
                    <p:pic>
                      <p:nvPicPr>
                        <p:cNvPr id="0" name="Object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3" y="1729"/>
                          <a:ext cx="28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8229" name="Object 37">
              <a:extLst>
                <a:ext uri="{FF2B5EF4-FFF2-40B4-BE49-F238E27FC236}">
                  <a16:creationId xmlns:a16="http://schemas.microsoft.com/office/drawing/2014/main" id="{BCEAC561-BE2E-402F-8998-7140A46B1E1F}"/>
                </a:ext>
              </a:extLst>
            </p:cNvPr>
            <p:cNvGraphicFramePr>
              <a:graphicFrameLocks noChangeAspect="1"/>
            </p:cNvGraphicFramePr>
            <p:nvPr/>
          </p:nvGraphicFramePr>
          <p:xfrm>
            <a:off x="3441" y="2264"/>
            <a:ext cx="211" cy="180"/>
          </p:xfrm>
          <a:graphic>
            <a:graphicData uri="http://schemas.openxmlformats.org/presentationml/2006/ole">
              <mc:AlternateContent xmlns:mc="http://schemas.openxmlformats.org/markup-compatibility/2006">
                <mc:Choice xmlns:v="urn:schemas-microsoft-com:vml" Requires="v">
                  <p:oleObj spid="_x0000_s648278" name="Equation" r:id="rId6" imgW="139680" imgH="139680" progId="Equation.3">
                    <p:embed/>
                  </p:oleObj>
                </mc:Choice>
                <mc:Fallback>
                  <p:oleObj name="Equation" r:id="rId6" imgW="139680" imgH="139680" progId="Equation.3">
                    <p:embed/>
                    <p:pic>
                      <p:nvPicPr>
                        <p:cNvPr id="0" name="Object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1" y="2264"/>
                          <a:ext cx="211"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8230" name="Object 38">
              <a:extLst>
                <a:ext uri="{FF2B5EF4-FFF2-40B4-BE49-F238E27FC236}">
                  <a16:creationId xmlns:a16="http://schemas.microsoft.com/office/drawing/2014/main" id="{5D443451-BD52-4E60-A30C-E8031482DFB9}"/>
                </a:ext>
              </a:extLst>
            </p:cNvPr>
            <p:cNvGraphicFramePr>
              <a:graphicFrameLocks noChangeAspect="1"/>
            </p:cNvGraphicFramePr>
            <p:nvPr/>
          </p:nvGraphicFramePr>
          <p:xfrm>
            <a:off x="3753" y="2260"/>
            <a:ext cx="264" cy="185"/>
          </p:xfrm>
          <a:graphic>
            <a:graphicData uri="http://schemas.openxmlformats.org/presentationml/2006/ole">
              <mc:AlternateContent xmlns:mc="http://schemas.openxmlformats.org/markup-compatibility/2006">
                <mc:Choice xmlns:v="urn:schemas-microsoft-com:vml" Requires="v">
                  <p:oleObj spid="_x0000_s648279" name="Equation" r:id="rId8" imgW="215640" imgH="177480" progId="Equation.3">
                    <p:embed/>
                  </p:oleObj>
                </mc:Choice>
                <mc:Fallback>
                  <p:oleObj name="Equation" r:id="rId8" imgW="215640" imgH="177480" progId="Equation.3">
                    <p:embed/>
                    <p:pic>
                      <p:nvPicPr>
                        <p:cNvPr id="0" name="Object 3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53" y="2260"/>
                          <a:ext cx="264"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8231" name="Group 39">
              <a:extLst>
                <a:ext uri="{FF2B5EF4-FFF2-40B4-BE49-F238E27FC236}">
                  <a16:creationId xmlns:a16="http://schemas.microsoft.com/office/drawing/2014/main" id="{4793316D-8AA4-4AD0-806C-3F8DEBC2071A}"/>
                </a:ext>
              </a:extLst>
            </p:cNvPr>
            <p:cNvGrpSpPr>
              <a:grpSpLocks/>
            </p:cNvGrpSpPr>
            <p:nvPr/>
          </p:nvGrpSpPr>
          <p:grpSpPr bwMode="auto">
            <a:xfrm>
              <a:off x="3037" y="2228"/>
              <a:ext cx="1546" cy="0"/>
              <a:chOff x="3600" y="2448"/>
              <a:chExt cx="1680" cy="0"/>
            </a:xfrm>
          </p:grpSpPr>
          <p:sp>
            <p:nvSpPr>
              <p:cNvPr id="648232" name="Line 40">
                <a:extLst>
                  <a:ext uri="{FF2B5EF4-FFF2-40B4-BE49-F238E27FC236}">
                    <a16:creationId xmlns:a16="http://schemas.microsoft.com/office/drawing/2014/main" id="{AB44ACEF-F4FB-4BA6-8009-0EB7A24C78CC}"/>
                  </a:ext>
                </a:extLst>
              </p:cNvPr>
              <p:cNvSpPr>
                <a:spLocks noChangeShapeType="1"/>
              </p:cNvSpPr>
              <p:nvPr/>
            </p:nvSpPr>
            <p:spPr bwMode="auto">
              <a:xfrm>
                <a:off x="3936" y="2448"/>
                <a:ext cx="13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8233" name="Line 41">
                <a:extLst>
                  <a:ext uri="{FF2B5EF4-FFF2-40B4-BE49-F238E27FC236}">
                    <a16:creationId xmlns:a16="http://schemas.microsoft.com/office/drawing/2014/main" id="{C2EA9097-6D22-431E-B8FA-64237787D575}"/>
                  </a:ext>
                </a:extLst>
              </p:cNvPr>
              <p:cNvSpPr>
                <a:spLocks noChangeShapeType="1"/>
              </p:cNvSpPr>
              <p:nvPr/>
            </p:nvSpPr>
            <p:spPr bwMode="auto">
              <a:xfrm flipH="1">
                <a:off x="3600" y="2448"/>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8234" name="Line 42">
              <a:extLst>
                <a:ext uri="{FF2B5EF4-FFF2-40B4-BE49-F238E27FC236}">
                  <a16:creationId xmlns:a16="http://schemas.microsoft.com/office/drawing/2014/main" id="{38E64CB6-19FB-47F3-AF87-7E4B8C2C3C70}"/>
                </a:ext>
              </a:extLst>
            </p:cNvPr>
            <p:cNvSpPr>
              <a:spLocks noChangeShapeType="1"/>
            </p:cNvSpPr>
            <p:nvPr/>
          </p:nvSpPr>
          <p:spPr bwMode="auto">
            <a:xfrm flipV="1">
              <a:off x="3164" y="1566"/>
              <a:ext cx="6" cy="9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8235" name="Text Box 43">
              <a:extLst>
                <a:ext uri="{FF2B5EF4-FFF2-40B4-BE49-F238E27FC236}">
                  <a16:creationId xmlns:a16="http://schemas.microsoft.com/office/drawing/2014/main" id="{3B762B48-F61F-4070-8DA4-8599522E0DCF}"/>
                </a:ext>
              </a:extLst>
            </p:cNvPr>
            <p:cNvSpPr txBox="1">
              <a:spLocks noChangeArrowheads="1"/>
            </p:cNvSpPr>
            <p:nvPr/>
          </p:nvSpPr>
          <p:spPr bwMode="auto">
            <a:xfrm>
              <a:off x="4364" y="2160"/>
              <a:ext cx="3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sym typeface="Symbol" panose="05050102010706020507" pitchFamily="18" charset="2"/>
                </a:rPr>
                <a:t>t</a:t>
              </a:r>
              <a:endParaRPr kumimoji="1" lang="en-US" altLang="zh-CN" sz="2400" b="1">
                <a:latin typeface="Times New Roman" panose="02020603050405020304" pitchFamily="18" charset="0"/>
              </a:endParaRPr>
            </a:p>
          </p:txBody>
        </p:sp>
        <p:sp>
          <p:nvSpPr>
            <p:cNvPr id="648236" name="Text Box 44">
              <a:extLst>
                <a:ext uri="{FF2B5EF4-FFF2-40B4-BE49-F238E27FC236}">
                  <a16:creationId xmlns:a16="http://schemas.microsoft.com/office/drawing/2014/main" id="{627BD346-57A6-4421-9CC0-30D3D2BC28C4}"/>
                </a:ext>
              </a:extLst>
            </p:cNvPr>
            <p:cNvSpPr txBox="1">
              <a:spLocks noChangeArrowheads="1"/>
            </p:cNvSpPr>
            <p:nvPr/>
          </p:nvSpPr>
          <p:spPr bwMode="auto">
            <a:xfrm>
              <a:off x="2985" y="2195"/>
              <a:ext cx="21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rPr>
                <a:t>0</a:t>
              </a:r>
            </a:p>
          </p:txBody>
        </p:sp>
        <p:sp>
          <p:nvSpPr>
            <p:cNvPr id="648237" name="Freeform 45">
              <a:extLst>
                <a:ext uri="{FF2B5EF4-FFF2-40B4-BE49-F238E27FC236}">
                  <a16:creationId xmlns:a16="http://schemas.microsoft.com/office/drawing/2014/main" id="{41DB61F2-201A-4695-A1B5-122073CB2203}"/>
                </a:ext>
              </a:extLst>
            </p:cNvPr>
            <p:cNvSpPr>
              <a:spLocks/>
            </p:cNvSpPr>
            <p:nvPr/>
          </p:nvSpPr>
          <p:spPr bwMode="auto">
            <a:xfrm flipH="1">
              <a:off x="3177" y="1832"/>
              <a:ext cx="173" cy="408"/>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8238" name="Group 46">
              <a:extLst>
                <a:ext uri="{FF2B5EF4-FFF2-40B4-BE49-F238E27FC236}">
                  <a16:creationId xmlns:a16="http://schemas.microsoft.com/office/drawing/2014/main" id="{0AC5C2B3-AF7C-4F7B-A50F-3CB8387B2BAC}"/>
                </a:ext>
              </a:extLst>
            </p:cNvPr>
            <p:cNvGrpSpPr>
              <a:grpSpLocks/>
            </p:cNvGrpSpPr>
            <p:nvPr/>
          </p:nvGrpSpPr>
          <p:grpSpPr bwMode="auto">
            <a:xfrm>
              <a:off x="3688" y="1824"/>
              <a:ext cx="335" cy="412"/>
              <a:chOff x="2872" y="1376"/>
              <a:chExt cx="364" cy="388"/>
            </a:xfrm>
          </p:grpSpPr>
          <p:sp>
            <p:nvSpPr>
              <p:cNvPr id="648239" name="Freeform 47">
                <a:extLst>
                  <a:ext uri="{FF2B5EF4-FFF2-40B4-BE49-F238E27FC236}">
                    <a16:creationId xmlns:a16="http://schemas.microsoft.com/office/drawing/2014/main" id="{65FFBD9C-0416-47F0-AD9E-93F1D461A05D}"/>
                  </a:ext>
                </a:extLst>
              </p:cNvPr>
              <p:cNvSpPr>
                <a:spLocks/>
              </p:cNvSpPr>
              <p:nvPr/>
            </p:nvSpPr>
            <p:spPr bwMode="auto">
              <a:xfrm>
                <a:off x="2872" y="1376"/>
                <a:ext cx="188" cy="372"/>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40" name="Freeform 48">
                <a:extLst>
                  <a:ext uri="{FF2B5EF4-FFF2-40B4-BE49-F238E27FC236}">
                    <a16:creationId xmlns:a16="http://schemas.microsoft.com/office/drawing/2014/main" id="{91F10411-65B4-4629-9576-DD5FD4DE51BA}"/>
                  </a:ext>
                </a:extLst>
              </p:cNvPr>
              <p:cNvSpPr>
                <a:spLocks/>
              </p:cNvSpPr>
              <p:nvPr/>
            </p:nvSpPr>
            <p:spPr bwMode="auto">
              <a:xfrm flipH="1">
                <a:off x="3048" y="1380"/>
                <a:ext cx="188" cy="384"/>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48241" name="Group 49">
              <a:extLst>
                <a:ext uri="{FF2B5EF4-FFF2-40B4-BE49-F238E27FC236}">
                  <a16:creationId xmlns:a16="http://schemas.microsoft.com/office/drawing/2014/main" id="{6EC0B0CD-4912-4DB0-9440-3B64D817B885}"/>
                </a:ext>
              </a:extLst>
            </p:cNvPr>
            <p:cNvGrpSpPr>
              <a:grpSpLocks/>
            </p:cNvGrpSpPr>
            <p:nvPr/>
          </p:nvGrpSpPr>
          <p:grpSpPr bwMode="auto">
            <a:xfrm>
              <a:off x="3354" y="1826"/>
              <a:ext cx="335" cy="412"/>
              <a:chOff x="2872" y="1376"/>
              <a:chExt cx="364" cy="388"/>
            </a:xfrm>
          </p:grpSpPr>
          <p:sp>
            <p:nvSpPr>
              <p:cNvPr id="648242" name="Freeform 50">
                <a:extLst>
                  <a:ext uri="{FF2B5EF4-FFF2-40B4-BE49-F238E27FC236}">
                    <a16:creationId xmlns:a16="http://schemas.microsoft.com/office/drawing/2014/main" id="{9343DC72-795F-4544-8191-7B8C23BCADC8}"/>
                  </a:ext>
                </a:extLst>
              </p:cNvPr>
              <p:cNvSpPr>
                <a:spLocks/>
              </p:cNvSpPr>
              <p:nvPr/>
            </p:nvSpPr>
            <p:spPr bwMode="auto">
              <a:xfrm>
                <a:off x="2872" y="1376"/>
                <a:ext cx="188" cy="372"/>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43" name="Freeform 51">
                <a:extLst>
                  <a:ext uri="{FF2B5EF4-FFF2-40B4-BE49-F238E27FC236}">
                    <a16:creationId xmlns:a16="http://schemas.microsoft.com/office/drawing/2014/main" id="{863ADE65-6AAB-46CB-8724-893438195A47}"/>
                  </a:ext>
                </a:extLst>
              </p:cNvPr>
              <p:cNvSpPr>
                <a:spLocks/>
              </p:cNvSpPr>
              <p:nvPr/>
            </p:nvSpPr>
            <p:spPr bwMode="auto">
              <a:xfrm flipH="1">
                <a:off x="3048" y="1380"/>
                <a:ext cx="188" cy="384"/>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8244" name="Text Box 52">
              <a:extLst>
                <a:ext uri="{FF2B5EF4-FFF2-40B4-BE49-F238E27FC236}">
                  <a16:creationId xmlns:a16="http://schemas.microsoft.com/office/drawing/2014/main" id="{AA0221D7-6054-4E90-A068-BF374620DEFF}"/>
                </a:ext>
              </a:extLst>
            </p:cNvPr>
            <p:cNvSpPr txBox="1">
              <a:spLocks noChangeArrowheads="1"/>
            </p:cNvSpPr>
            <p:nvPr/>
          </p:nvSpPr>
          <p:spPr bwMode="auto">
            <a:xfrm>
              <a:off x="4048" y="191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648245" name="Text Box 53">
              <a:extLst>
                <a:ext uri="{FF2B5EF4-FFF2-40B4-BE49-F238E27FC236}">
                  <a16:creationId xmlns:a16="http://schemas.microsoft.com/office/drawing/2014/main" id="{124D0737-09FD-4565-8980-CFCA71910FC3}"/>
                </a:ext>
              </a:extLst>
            </p:cNvPr>
            <p:cNvSpPr txBox="1">
              <a:spLocks noChangeArrowheads="1"/>
            </p:cNvSpPr>
            <p:nvPr/>
          </p:nvSpPr>
          <p:spPr bwMode="auto">
            <a:xfrm>
              <a:off x="2948" y="1443"/>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u</a:t>
              </a:r>
            </a:p>
          </p:txBody>
        </p:sp>
        <p:sp>
          <p:nvSpPr>
            <p:cNvPr id="648246" name="Line 54">
              <a:extLst>
                <a:ext uri="{FF2B5EF4-FFF2-40B4-BE49-F238E27FC236}">
                  <a16:creationId xmlns:a16="http://schemas.microsoft.com/office/drawing/2014/main" id="{6CF70D12-68D1-4508-8671-64ED40791A95}"/>
                </a:ext>
              </a:extLst>
            </p:cNvPr>
            <p:cNvSpPr>
              <a:spLocks noChangeShapeType="1"/>
            </p:cNvSpPr>
            <p:nvPr/>
          </p:nvSpPr>
          <p:spPr bwMode="auto">
            <a:xfrm>
              <a:off x="3168" y="1822"/>
              <a:ext cx="1112"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47" name="Line 55">
              <a:extLst>
                <a:ext uri="{FF2B5EF4-FFF2-40B4-BE49-F238E27FC236}">
                  <a16:creationId xmlns:a16="http://schemas.microsoft.com/office/drawing/2014/main" id="{B8F79260-6B9E-419A-BF6B-20DCC7B5C596}"/>
                </a:ext>
              </a:extLst>
            </p:cNvPr>
            <p:cNvSpPr>
              <a:spLocks noChangeShapeType="1"/>
            </p:cNvSpPr>
            <p:nvPr/>
          </p:nvSpPr>
          <p:spPr bwMode="auto">
            <a:xfrm>
              <a:off x="3518" y="2186"/>
              <a:ext cx="0" cy="6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48" name="Line 56">
              <a:extLst>
                <a:ext uri="{FF2B5EF4-FFF2-40B4-BE49-F238E27FC236}">
                  <a16:creationId xmlns:a16="http://schemas.microsoft.com/office/drawing/2014/main" id="{5D9577FA-D463-4FFF-BE96-E943A3871DB0}"/>
                </a:ext>
              </a:extLst>
            </p:cNvPr>
            <p:cNvSpPr>
              <a:spLocks noChangeShapeType="1"/>
            </p:cNvSpPr>
            <p:nvPr/>
          </p:nvSpPr>
          <p:spPr bwMode="auto">
            <a:xfrm>
              <a:off x="3848" y="2186"/>
              <a:ext cx="0" cy="6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8249" name="Text Box 57">
            <a:extLst>
              <a:ext uri="{FF2B5EF4-FFF2-40B4-BE49-F238E27FC236}">
                <a16:creationId xmlns:a16="http://schemas.microsoft.com/office/drawing/2014/main" id="{032ADE7A-F606-4251-80C1-29ADD6337BF7}"/>
              </a:ext>
            </a:extLst>
          </p:cNvPr>
          <p:cNvSpPr txBox="1">
            <a:spLocks noChangeArrowheads="1"/>
          </p:cNvSpPr>
          <p:nvPr/>
        </p:nvSpPr>
        <p:spPr bwMode="auto">
          <a:xfrm>
            <a:off x="292100" y="4013200"/>
            <a:ext cx="7239000" cy="822325"/>
          </a:xfrm>
          <a:prstGeom prst="rect">
            <a:avLst/>
          </a:prstGeom>
          <a:noFill/>
          <a:ln>
            <a:noFill/>
          </a:ln>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solidFill>
                  <a:srgbClr val="FF3300"/>
                </a:solidFill>
                <a:latin typeface="Times New Roman" panose="02020603050405020304" pitchFamily="18" charset="0"/>
              </a:rPr>
              <a:t>解</a:t>
            </a:r>
            <a:r>
              <a:rPr kumimoji="1" lang="zh-CN" altLang="en-US" sz="2400" b="1">
                <a:solidFill>
                  <a:srgbClr val="0000FF"/>
                </a:solidFill>
                <a:latin typeface="Times New Roman" panose="02020603050405020304" pitchFamily="18" charset="0"/>
              </a:rPr>
              <a:t> </a:t>
            </a:r>
          </a:p>
          <a:p>
            <a:pPr algn="l">
              <a:spcBef>
                <a:spcPct val="0"/>
              </a:spcBef>
            </a:pPr>
            <a:r>
              <a:rPr kumimoji="1" lang="zh-CN" altLang="en-US" sz="2400" b="1">
                <a:solidFill>
                  <a:srgbClr val="0000FF"/>
                </a:solidFill>
                <a:latin typeface="Times New Roman" panose="02020603050405020304" pitchFamily="18" charset="0"/>
              </a:rPr>
              <a:t>（</a:t>
            </a:r>
            <a:r>
              <a:rPr kumimoji="1" lang="en-US" altLang="zh-CN" sz="2400" b="1">
                <a:solidFill>
                  <a:srgbClr val="0000FF"/>
                </a:solidFill>
                <a:latin typeface="Times New Roman" panose="02020603050405020304" pitchFamily="18" charset="0"/>
              </a:rPr>
              <a:t>1</a:t>
            </a:r>
            <a:r>
              <a:rPr kumimoji="1" lang="zh-CN" altLang="en-US" sz="2400" b="1">
                <a:solidFill>
                  <a:srgbClr val="0000FF"/>
                </a:solidFill>
                <a:latin typeface="Times New Roman" panose="02020603050405020304" pitchFamily="18" charset="0"/>
              </a:rPr>
              <a:t>）  上述</a:t>
            </a:r>
            <a:r>
              <a:rPr kumimoji="1" lang="zh-CN" altLang="en-US" sz="2400" b="1">
                <a:solidFill>
                  <a:srgbClr val="0000FF"/>
                </a:solidFill>
                <a:latin typeface="宋体" panose="02010600030101010101" pitchFamily="2" charset="-122"/>
              </a:rPr>
              <a:t>周期性</a:t>
            </a:r>
            <a:r>
              <a:rPr kumimoji="1" lang="zh-CN" altLang="en-US" sz="2400" b="1">
                <a:solidFill>
                  <a:srgbClr val="0000FF"/>
                </a:solidFill>
                <a:latin typeface="Times New Roman" panose="02020603050405020304" pitchFamily="18" charset="0"/>
              </a:rPr>
              <a:t>非正弦电压分解成傅氏级数为</a:t>
            </a:r>
          </a:p>
        </p:txBody>
      </p:sp>
      <p:graphicFrame>
        <p:nvGraphicFramePr>
          <p:cNvPr id="648250" name="Object 58">
            <a:extLst>
              <a:ext uri="{FF2B5EF4-FFF2-40B4-BE49-F238E27FC236}">
                <a16:creationId xmlns:a16="http://schemas.microsoft.com/office/drawing/2014/main" id="{05C2287A-5E88-46E9-8B1F-0FABBFF35997}"/>
              </a:ext>
            </a:extLst>
          </p:cNvPr>
          <p:cNvGraphicFramePr>
            <a:graphicFrameLocks noChangeAspect="1"/>
          </p:cNvGraphicFramePr>
          <p:nvPr/>
        </p:nvGraphicFramePr>
        <p:xfrm>
          <a:off x="793750" y="4799013"/>
          <a:ext cx="6303963" cy="904875"/>
        </p:xfrm>
        <a:graphic>
          <a:graphicData uri="http://schemas.openxmlformats.org/presentationml/2006/ole">
            <mc:AlternateContent xmlns:mc="http://schemas.openxmlformats.org/markup-compatibility/2006">
              <mc:Choice xmlns:v="urn:schemas-microsoft-com:vml" Requires="v">
                <p:oleObj spid="_x0000_s648280" name="Equation" r:id="rId10" imgW="2603160" imgH="406080" progId="Equation.DSMT4">
                  <p:embed/>
                </p:oleObj>
              </mc:Choice>
              <mc:Fallback>
                <p:oleObj name="Equation" r:id="rId10" imgW="2603160" imgH="406080" progId="Equation.DSMT4">
                  <p:embed/>
                  <p:pic>
                    <p:nvPicPr>
                      <p:cNvPr id="0" name="Object 5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3750" y="4799013"/>
                        <a:ext cx="6303963" cy="90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8251" name="Object 59">
            <a:extLst>
              <a:ext uri="{FF2B5EF4-FFF2-40B4-BE49-F238E27FC236}">
                <a16:creationId xmlns:a16="http://schemas.microsoft.com/office/drawing/2014/main" id="{6A6B2A43-7928-43F7-AD96-3DA61FBB9F65}"/>
              </a:ext>
            </a:extLst>
          </p:cNvPr>
          <p:cNvGraphicFramePr>
            <a:graphicFrameLocks noChangeAspect="1"/>
          </p:cNvGraphicFramePr>
          <p:nvPr/>
        </p:nvGraphicFramePr>
        <p:xfrm>
          <a:off x="1128713" y="5722938"/>
          <a:ext cx="5170487" cy="452437"/>
        </p:xfrm>
        <a:graphic>
          <a:graphicData uri="http://schemas.openxmlformats.org/presentationml/2006/ole">
            <mc:AlternateContent xmlns:mc="http://schemas.openxmlformats.org/markup-compatibility/2006">
              <mc:Choice xmlns:v="urn:schemas-microsoft-com:vml" Requires="v">
                <p:oleObj spid="_x0000_s648281" name="Equation" r:id="rId12" imgW="2336760" imgH="203040" progId="Equation.3">
                  <p:embed/>
                </p:oleObj>
              </mc:Choice>
              <mc:Fallback>
                <p:oleObj name="Equation" r:id="rId12" imgW="2336760" imgH="203040" progId="Equation.3">
                  <p:embed/>
                  <p:pic>
                    <p:nvPicPr>
                      <p:cNvPr id="0" name="Object 5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28713" y="5722938"/>
                        <a:ext cx="5170487"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8252" name="Text Box 60">
            <a:extLst>
              <a:ext uri="{FF2B5EF4-FFF2-40B4-BE49-F238E27FC236}">
                <a16:creationId xmlns:a16="http://schemas.microsoft.com/office/drawing/2014/main" id="{1BA84296-3669-4E38-9855-7084F57CB3E5}"/>
              </a:ext>
            </a:extLst>
          </p:cNvPr>
          <p:cNvSpPr txBox="1">
            <a:spLocks noChangeArrowheads="1"/>
          </p:cNvSpPr>
          <p:nvPr/>
        </p:nvSpPr>
        <p:spPr bwMode="auto">
          <a:xfrm>
            <a:off x="7327900" y="5065713"/>
            <a:ext cx="1219200" cy="1004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取到四</a:t>
            </a:r>
          </a:p>
          <a:p>
            <a:pPr algn="l"/>
            <a:r>
              <a:rPr kumimoji="1" lang="zh-CN" altLang="en-US" sz="2400" b="1">
                <a:latin typeface="Times New Roman" panose="02020603050405020304" pitchFamily="18" charset="0"/>
              </a:rPr>
              <a:t>次谐波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648194"/>
                                        </p:tgtEl>
                                        <p:attrNameLst>
                                          <p:attrName>style.visibility</p:attrName>
                                        </p:attrNameLst>
                                      </p:cBhvr>
                                      <p:to>
                                        <p:strVal val="visible"/>
                                      </p:to>
                                    </p:set>
                                    <p:animEffect transition="in" filter="dissolve">
                                      <p:cBhvr>
                                        <p:cTn id="7" dur="500"/>
                                        <p:tgtEl>
                                          <p:spTgt spid="648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8249"/>
                                        </p:tgtEl>
                                        <p:attrNameLst>
                                          <p:attrName>style.visibility</p:attrName>
                                        </p:attrNameLst>
                                      </p:cBhvr>
                                      <p:to>
                                        <p:strVal val="visible"/>
                                      </p:to>
                                    </p:set>
                                    <p:animEffect transition="in" filter="wipe(left)">
                                      <p:cBhvr>
                                        <p:cTn id="12" dur="500"/>
                                        <p:tgtEl>
                                          <p:spTgt spid="6482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648250"/>
                                        </p:tgtEl>
                                        <p:attrNameLst>
                                          <p:attrName>style.visibility</p:attrName>
                                        </p:attrNameLst>
                                      </p:cBhvr>
                                      <p:to>
                                        <p:strVal val="visible"/>
                                      </p:to>
                                    </p:set>
                                    <p:animEffect transition="in" filter="checkerboard(across)">
                                      <p:cBhvr>
                                        <p:cTn id="17" dur="500"/>
                                        <p:tgtEl>
                                          <p:spTgt spid="648250"/>
                                        </p:tgtEl>
                                      </p:cBhvr>
                                    </p:animEffect>
                                  </p:childTnLst>
                                </p:cTn>
                              </p:par>
                            </p:childTnLst>
                          </p:cTn>
                        </p:par>
                        <p:par>
                          <p:cTn id="18" fill="hold" nodeType="afterGroup">
                            <p:stCondLst>
                              <p:cond delay="500"/>
                            </p:stCondLst>
                            <p:childTnLst>
                              <p:par>
                                <p:cTn id="19" presetID="5" presetClass="entr" presetSubtype="10" fill="hold" grpId="0" nodeType="afterEffect">
                                  <p:stCondLst>
                                    <p:cond delay="0"/>
                                  </p:stCondLst>
                                  <p:childTnLst>
                                    <p:set>
                                      <p:cBhvr>
                                        <p:cTn id="20" dur="1" fill="hold">
                                          <p:stCondLst>
                                            <p:cond delay="0"/>
                                          </p:stCondLst>
                                        </p:cTn>
                                        <p:tgtEl>
                                          <p:spTgt spid="648252"/>
                                        </p:tgtEl>
                                        <p:attrNameLst>
                                          <p:attrName>style.visibility</p:attrName>
                                        </p:attrNameLst>
                                      </p:cBhvr>
                                      <p:to>
                                        <p:strVal val="visible"/>
                                      </p:to>
                                    </p:set>
                                    <p:animEffect transition="in" filter="checkerboard(across)">
                                      <p:cBhvr>
                                        <p:cTn id="21" dur="500"/>
                                        <p:tgtEl>
                                          <p:spTgt spid="648252"/>
                                        </p:tgtEl>
                                      </p:cBhvr>
                                    </p:animEffect>
                                  </p:childTnLst>
                                </p:cTn>
                              </p:par>
                            </p:childTnLst>
                          </p:cTn>
                        </p:par>
                        <p:par>
                          <p:cTn id="22" fill="hold" nodeType="afterGroup">
                            <p:stCondLst>
                              <p:cond delay="1000"/>
                            </p:stCondLst>
                            <p:childTnLst>
                              <p:par>
                                <p:cTn id="23" presetID="5" presetClass="entr" presetSubtype="10" fill="hold" nodeType="afterEffect">
                                  <p:stCondLst>
                                    <p:cond delay="100"/>
                                  </p:stCondLst>
                                  <p:childTnLst>
                                    <p:set>
                                      <p:cBhvr>
                                        <p:cTn id="24" dur="1" fill="hold">
                                          <p:stCondLst>
                                            <p:cond delay="0"/>
                                          </p:stCondLst>
                                        </p:cTn>
                                        <p:tgtEl>
                                          <p:spTgt spid="648251"/>
                                        </p:tgtEl>
                                        <p:attrNameLst>
                                          <p:attrName>style.visibility</p:attrName>
                                        </p:attrNameLst>
                                      </p:cBhvr>
                                      <p:to>
                                        <p:strVal val="visible"/>
                                      </p:to>
                                    </p:set>
                                    <p:animEffect transition="in" filter="checkerboard(across)">
                                      <p:cBhvr>
                                        <p:cTn id="25" dur="500"/>
                                        <p:tgtEl>
                                          <p:spTgt spid="648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4" grpId="0" autoUpdateAnimBg="0"/>
      <p:bldP spid="648249" grpId="0"/>
      <p:bldP spid="648252"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Text Box 2">
            <a:extLst>
              <a:ext uri="{FF2B5EF4-FFF2-40B4-BE49-F238E27FC236}">
                <a16:creationId xmlns:a16="http://schemas.microsoft.com/office/drawing/2014/main" id="{F4E077E3-F71A-43F1-A513-AB54207C1C61}"/>
              </a:ext>
            </a:extLst>
          </p:cNvPr>
          <p:cNvSpPr txBox="1">
            <a:spLocks noChangeArrowheads="1"/>
          </p:cNvSpPr>
          <p:nvPr/>
        </p:nvSpPr>
        <p:spPr bwMode="auto">
          <a:xfrm>
            <a:off x="0" y="476250"/>
            <a:ext cx="4178300" cy="457200"/>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3333FF"/>
                </a:solidFill>
                <a:latin typeface="Times New Roman" panose="02020603050405020304" pitchFamily="18" charset="0"/>
              </a:rPr>
              <a:t>（</a:t>
            </a:r>
            <a:r>
              <a:rPr kumimoji="1" lang="en-US" altLang="zh-CN" sz="2400" b="1">
                <a:solidFill>
                  <a:srgbClr val="3333FF"/>
                </a:solidFill>
                <a:latin typeface="Times New Roman" panose="02020603050405020304" pitchFamily="18" charset="0"/>
              </a:rPr>
              <a:t>2</a:t>
            </a:r>
            <a:r>
              <a:rPr kumimoji="1" lang="zh-CN" altLang="en-US" sz="2400" b="1">
                <a:solidFill>
                  <a:srgbClr val="3333FF"/>
                </a:solidFill>
                <a:latin typeface="Times New Roman" panose="02020603050405020304" pitchFamily="18" charset="0"/>
              </a:rPr>
              <a:t>）计算各次谐波分量</a:t>
            </a:r>
            <a:endParaRPr kumimoji="1" lang="zh-CN" altLang="en-US" sz="2400">
              <a:solidFill>
                <a:srgbClr val="3333FF"/>
              </a:solidFill>
              <a:latin typeface="Times New Roman" panose="02020603050405020304" pitchFamily="18" charset="0"/>
            </a:endParaRPr>
          </a:p>
        </p:txBody>
      </p:sp>
      <p:sp>
        <p:nvSpPr>
          <p:cNvPr id="649219" name="Text Box 3">
            <a:extLst>
              <a:ext uri="{FF2B5EF4-FFF2-40B4-BE49-F238E27FC236}">
                <a16:creationId xmlns:a16="http://schemas.microsoft.com/office/drawing/2014/main" id="{04EE0975-BE85-4B20-B106-4AD12D5B7A3B}"/>
              </a:ext>
            </a:extLst>
          </p:cNvPr>
          <p:cNvSpPr txBox="1">
            <a:spLocks noChangeArrowheads="1"/>
          </p:cNvSpPr>
          <p:nvPr/>
        </p:nvSpPr>
        <p:spPr bwMode="auto">
          <a:xfrm>
            <a:off x="292100" y="1189038"/>
            <a:ext cx="7086600" cy="457200"/>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a</a:t>
            </a:r>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100V</a:t>
            </a:r>
            <a:r>
              <a:rPr kumimoji="1" lang="zh-CN" altLang="en-US" sz="2400" b="1">
                <a:latin typeface="Times New Roman" panose="02020603050405020304" pitchFamily="18" charset="0"/>
              </a:rPr>
              <a:t>直流电源单独作用（</a:t>
            </a:r>
            <a:r>
              <a:rPr kumimoji="1" lang="en-US" altLang="zh-CN" sz="2400" b="1" i="1">
                <a:latin typeface="Times New Roman" panose="02020603050405020304" pitchFamily="18" charset="0"/>
              </a:rPr>
              <a:t>L</a:t>
            </a:r>
            <a:r>
              <a:rPr kumimoji="1" lang="zh-CN" altLang="en-US" sz="2400" b="1">
                <a:latin typeface="Times New Roman" panose="02020603050405020304" pitchFamily="18" charset="0"/>
              </a:rPr>
              <a:t>短路、</a:t>
            </a:r>
            <a:r>
              <a:rPr kumimoji="1" lang="en-US" altLang="zh-CN" sz="2400" b="1" i="1">
                <a:latin typeface="Times New Roman" panose="02020603050405020304" pitchFamily="18" charset="0"/>
              </a:rPr>
              <a:t>C</a:t>
            </a:r>
            <a:r>
              <a:rPr kumimoji="1" lang="zh-CN" altLang="en-US" sz="2400" b="1">
                <a:latin typeface="Times New Roman" panose="02020603050405020304" pitchFamily="18" charset="0"/>
              </a:rPr>
              <a:t>开路）</a:t>
            </a:r>
            <a:endParaRPr kumimoji="1" lang="zh-CN" altLang="en-US" sz="2400">
              <a:latin typeface="Times New Roman" panose="02020603050405020304" pitchFamily="18" charset="0"/>
            </a:endParaRPr>
          </a:p>
        </p:txBody>
      </p:sp>
      <p:graphicFrame>
        <p:nvGraphicFramePr>
          <p:cNvPr id="649220" name="Object 4">
            <a:extLst>
              <a:ext uri="{FF2B5EF4-FFF2-40B4-BE49-F238E27FC236}">
                <a16:creationId xmlns:a16="http://schemas.microsoft.com/office/drawing/2014/main" id="{DA226519-7E6D-4CFC-8F77-7F790B41911F}"/>
              </a:ext>
            </a:extLst>
          </p:cNvPr>
          <p:cNvGraphicFramePr>
            <a:graphicFrameLocks noChangeAspect="1"/>
          </p:cNvGraphicFramePr>
          <p:nvPr/>
        </p:nvGraphicFramePr>
        <p:xfrm>
          <a:off x="1084263" y="1773238"/>
          <a:ext cx="1722437" cy="493712"/>
        </p:xfrm>
        <a:graphic>
          <a:graphicData uri="http://schemas.openxmlformats.org/presentationml/2006/ole">
            <mc:AlternateContent xmlns:mc="http://schemas.openxmlformats.org/markup-compatibility/2006">
              <mc:Choice xmlns:v="urn:schemas-microsoft-com:vml" Requires="v">
                <p:oleObj spid="_x0000_s649303" name="Equation" r:id="rId4" imgW="787320" imgH="228600" progId="Equation.DSMT4">
                  <p:embed/>
                </p:oleObj>
              </mc:Choice>
              <mc:Fallback>
                <p:oleObj name="Equation" r:id="rId4" imgW="787320" imgH="2286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263" y="1773238"/>
                        <a:ext cx="1722437"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9221" name="Object 5">
            <a:extLst>
              <a:ext uri="{FF2B5EF4-FFF2-40B4-BE49-F238E27FC236}">
                <a16:creationId xmlns:a16="http://schemas.microsoft.com/office/drawing/2014/main" id="{7271495F-E46C-4D68-8E75-D5CD0B965B3F}"/>
              </a:ext>
            </a:extLst>
          </p:cNvPr>
          <p:cNvGraphicFramePr>
            <a:graphicFrameLocks noChangeAspect="1"/>
          </p:cNvGraphicFramePr>
          <p:nvPr/>
        </p:nvGraphicFramePr>
        <p:xfrm>
          <a:off x="1036638" y="2268538"/>
          <a:ext cx="2921000" cy="827087"/>
        </p:xfrm>
        <a:graphic>
          <a:graphicData uri="http://schemas.openxmlformats.org/presentationml/2006/ole">
            <mc:AlternateContent xmlns:mc="http://schemas.openxmlformats.org/markup-compatibility/2006">
              <mc:Choice xmlns:v="urn:schemas-microsoft-com:vml" Requires="v">
                <p:oleObj spid="_x0000_s649304" name="Equation" r:id="rId6" imgW="1473120" imgH="419040" progId="Equation.3">
                  <p:embed/>
                </p:oleObj>
              </mc:Choice>
              <mc:Fallback>
                <p:oleObj name="Equation" r:id="rId6" imgW="1473120" imgH="41904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6638" y="2268538"/>
                        <a:ext cx="2921000"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9222" name="Group 6">
            <a:extLst>
              <a:ext uri="{FF2B5EF4-FFF2-40B4-BE49-F238E27FC236}">
                <a16:creationId xmlns:a16="http://schemas.microsoft.com/office/drawing/2014/main" id="{CBD19ED6-C27C-47BA-A3F5-5640CBB656C4}"/>
              </a:ext>
            </a:extLst>
          </p:cNvPr>
          <p:cNvGrpSpPr>
            <a:grpSpLocks/>
          </p:cNvGrpSpPr>
          <p:nvPr/>
        </p:nvGrpSpPr>
        <p:grpSpPr bwMode="auto">
          <a:xfrm>
            <a:off x="5981700" y="1773238"/>
            <a:ext cx="2289175" cy="1304925"/>
            <a:chOff x="232" y="2424"/>
            <a:chExt cx="1442" cy="822"/>
          </a:xfrm>
        </p:grpSpPr>
        <p:sp>
          <p:nvSpPr>
            <p:cNvPr id="649223" name="Oval 7">
              <a:extLst>
                <a:ext uri="{FF2B5EF4-FFF2-40B4-BE49-F238E27FC236}">
                  <a16:creationId xmlns:a16="http://schemas.microsoft.com/office/drawing/2014/main" id="{6BABB652-F0B8-4400-90F9-F9579A5B3F12}"/>
                </a:ext>
              </a:extLst>
            </p:cNvPr>
            <p:cNvSpPr>
              <a:spLocks noChangeArrowheads="1"/>
            </p:cNvSpPr>
            <p:nvPr/>
          </p:nvSpPr>
          <p:spPr bwMode="auto">
            <a:xfrm>
              <a:off x="232" y="2718"/>
              <a:ext cx="240" cy="234"/>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24" name="Line 8">
              <a:extLst>
                <a:ext uri="{FF2B5EF4-FFF2-40B4-BE49-F238E27FC236}">
                  <a16:creationId xmlns:a16="http://schemas.microsoft.com/office/drawing/2014/main" id="{8D625A20-AA8C-4255-A6F6-E176126461DD}"/>
                </a:ext>
              </a:extLst>
            </p:cNvPr>
            <p:cNvSpPr>
              <a:spLocks noChangeShapeType="1"/>
            </p:cNvSpPr>
            <p:nvPr/>
          </p:nvSpPr>
          <p:spPr bwMode="auto">
            <a:xfrm>
              <a:off x="351" y="2434"/>
              <a:ext cx="9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25" name="Line 9">
              <a:extLst>
                <a:ext uri="{FF2B5EF4-FFF2-40B4-BE49-F238E27FC236}">
                  <a16:creationId xmlns:a16="http://schemas.microsoft.com/office/drawing/2014/main" id="{5C2F4916-044C-467E-94A7-B838E16C02A7}"/>
                </a:ext>
              </a:extLst>
            </p:cNvPr>
            <p:cNvSpPr>
              <a:spLocks noChangeShapeType="1"/>
            </p:cNvSpPr>
            <p:nvPr/>
          </p:nvSpPr>
          <p:spPr bwMode="auto">
            <a:xfrm>
              <a:off x="343" y="2424"/>
              <a:ext cx="0" cy="8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26" name="Line 10">
              <a:extLst>
                <a:ext uri="{FF2B5EF4-FFF2-40B4-BE49-F238E27FC236}">
                  <a16:creationId xmlns:a16="http://schemas.microsoft.com/office/drawing/2014/main" id="{D7213D12-4D74-49F3-B667-37E1FC92A94C}"/>
                </a:ext>
              </a:extLst>
            </p:cNvPr>
            <p:cNvSpPr>
              <a:spLocks noChangeShapeType="1"/>
            </p:cNvSpPr>
            <p:nvPr/>
          </p:nvSpPr>
          <p:spPr bwMode="auto">
            <a:xfrm>
              <a:off x="343" y="3246"/>
              <a:ext cx="9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27" name="Line 11">
              <a:extLst>
                <a:ext uri="{FF2B5EF4-FFF2-40B4-BE49-F238E27FC236}">
                  <a16:creationId xmlns:a16="http://schemas.microsoft.com/office/drawing/2014/main" id="{E88B413F-4DFC-4100-9D2A-CC467F8FB839}"/>
                </a:ext>
              </a:extLst>
            </p:cNvPr>
            <p:cNvSpPr>
              <a:spLocks noChangeShapeType="1"/>
            </p:cNvSpPr>
            <p:nvPr/>
          </p:nvSpPr>
          <p:spPr bwMode="auto">
            <a:xfrm>
              <a:off x="1251" y="2434"/>
              <a:ext cx="0" cy="8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28" name="Rectangle 12">
              <a:extLst>
                <a:ext uri="{FF2B5EF4-FFF2-40B4-BE49-F238E27FC236}">
                  <a16:creationId xmlns:a16="http://schemas.microsoft.com/office/drawing/2014/main" id="{CD6AD2F9-0126-4EEE-BA43-11985DA63572}"/>
                </a:ext>
              </a:extLst>
            </p:cNvPr>
            <p:cNvSpPr>
              <a:spLocks noChangeArrowheads="1"/>
            </p:cNvSpPr>
            <p:nvPr/>
          </p:nvSpPr>
          <p:spPr bwMode="auto">
            <a:xfrm>
              <a:off x="1204" y="2715"/>
              <a:ext cx="96" cy="240"/>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9229" name="Line 13">
              <a:extLst>
                <a:ext uri="{FF2B5EF4-FFF2-40B4-BE49-F238E27FC236}">
                  <a16:creationId xmlns:a16="http://schemas.microsoft.com/office/drawing/2014/main" id="{F371EF19-E151-467A-8EC4-3D9EBDB9C9C9}"/>
                </a:ext>
              </a:extLst>
            </p:cNvPr>
            <p:cNvSpPr>
              <a:spLocks noChangeShapeType="1"/>
            </p:cNvSpPr>
            <p:nvPr/>
          </p:nvSpPr>
          <p:spPr bwMode="auto">
            <a:xfrm>
              <a:off x="447" y="3054"/>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9230" name="Group 14">
              <a:extLst>
                <a:ext uri="{FF2B5EF4-FFF2-40B4-BE49-F238E27FC236}">
                  <a16:creationId xmlns:a16="http://schemas.microsoft.com/office/drawing/2014/main" id="{BD99C95F-B868-413E-9055-6DB5F43514D8}"/>
                </a:ext>
              </a:extLst>
            </p:cNvPr>
            <p:cNvGrpSpPr>
              <a:grpSpLocks/>
            </p:cNvGrpSpPr>
            <p:nvPr/>
          </p:nvGrpSpPr>
          <p:grpSpPr bwMode="auto">
            <a:xfrm>
              <a:off x="447" y="2594"/>
              <a:ext cx="88" cy="88"/>
              <a:chOff x="1706" y="2449"/>
              <a:chExt cx="88" cy="88"/>
            </a:xfrm>
          </p:grpSpPr>
          <p:sp>
            <p:nvSpPr>
              <p:cNvPr id="649231" name="Line 15">
                <a:extLst>
                  <a:ext uri="{FF2B5EF4-FFF2-40B4-BE49-F238E27FC236}">
                    <a16:creationId xmlns:a16="http://schemas.microsoft.com/office/drawing/2014/main" id="{B0153332-8920-4535-8495-1613AEB7FD14}"/>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32" name="Line 16">
                <a:extLst>
                  <a:ext uri="{FF2B5EF4-FFF2-40B4-BE49-F238E27FC236}">
                    <a16:creationId xmlns:a16="http://schemas.microsoft.com/office/drawing/2014/main" id="{E1FA9F52-A898-4809-A8B1-85409EBA52B7}"/>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9233" name="Text Box 17">
              <a:extLst>
                <a:ext uri="{FF2B5EF4-FFF2-40B4-BE49-F238E27FC236}">
                  <a16:creationId xmlns:a16="http://schemas.microsoft.com/office/drawing/2014/main" id="{9E032625-86E7-49F5-AA37-D8177DBAE4A1}"/>
                </a:ext>
              </a:extLst>
            </p:cNvPr>
            <p:cNvSpPr txBox="1">
              <a:spLocks noChangeArrowheads="1"/>
            </p:cNvSpPr>
            <p:nvPr/>
          </p:nvSpPr>
          <p:spPr bwMode="auto">
            <a:xfrm>
              <a:off x="388" y="2664"/>
              <a:ext cx="38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800" b="1" i="1">
                  <a:latin typeface="Times New Roman" panose="02020603050405020304" pitchFamily="18" charset="0"/>
                </a:rPr>
                <a:t>u</a:t>
              </a:r>
              <a:r>
                <a:rPr kumimoji="1" lang="en-US" altLang="zh-CN" sz="2800" b="1" baseline="-25000">
                  <a:latin typeface="Times New Roman" panose="02020603050405020304" pitchFamily="18" charset="0"/>
                </a:rPr>
                <a:t>0</a:t>
              </a:r>
              <a:endParaRPr kumimoji="1" lang="en-US" altLang="zh-CN" sz="2800" b="1" i="1">
                <a:latin typeface="Times New Roman" panose="02020603050405020304" pitchFamily="18" charset="0"/>
              </a:endParaRPr>
            </a:p>
          </p:txBody>
        </p:sp>
        <p:sp>
          <p:nvSpPr>
            <p:cNvPr id="649234" name="Text Box 18">
              <a:extLst>
                <a:ext uri="{FF2B5EF4-FFF2-40B4-BE49-F238E27FC236}">
                  <a16:creationId xmlns:a16="http://schemas.microsoft.com/office/drawing/2014/main" id="{F68985FD-008F-4294-941A-3799C98D7F9E}"/>
                </a:ext>
              </a:extLst>
            </p:cNvPr>
            <p:cNvSpPr txBox="1">
              <a:spLocks noChangeArrowheads="1"/>
            </p:cNvSpPr>
            <p:nvPr/>
          </p:nvSpPr>
          <p:spPr bwMode="auto">
            <a:xfrm>
              <a:off x="966" y="2656"/>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R</a:t>
              </a:r>
            </a:p>
          </p:txBody>
        </p:sp>
        <p:grpSp>
          <p:nvGrpSpPr>
            <p:cNvPr id="649235" name="Group 19">
              <a:extLst>
                <a:ext uri="{FF2B5EF4-FFF2-40B4-BE49-F238E27FC236}">
                  <a16:creationId xmlns:a16="http://schemas.microsoft.com/office/drawing/2014/main" id="{53066011-7001-48D4-BEE3-8F156794801A}"/>
                </a:ext>
              </a:extLst>
            </p:cNvPr>
            <p:cNvGrpSpPr>
              <a:grpSpLocks/>
            </p:cNvGrpSpPr>
            <p:nvPr/>
          </p:nvGrpSpPr>
          <p:grpSpPr bwMode="auto">
            <a:xfrm>
              <a:off x="1367" y="2601"/>
              <a:ext cx="88" cy="88"/>
              <a:chOff x="1706" y="2449"/>
              <a:chExt cx="88" cy="88"/>
            </a:xfrm>
          </p:grpSpPr>
          <p:sp>
            <p:nvSpPr>
              <p:cNvPr id="649236" name="Line 20">
                <a:extLst>
                  <a:ext uri="{FF2B5EF4-FFF2-40B4-BE49-F238E27FC236}">
                    <a16:creationId xmlns:a16="http://schemas.microsoft.com/office/drawing/2014/main" id="{14FCE36D-00C5-4600-AA7D-30BE011F8A38}"/>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37" name="Line 21">
                <a:extLst>
                  <a:ext uri="{FF2B5EF4-FFF2-40B4-BE49-F238E27FC236}">
                    <a16:creationId xmlns:a16="http://schemas.microsoft.com/office/drawing/2014/main" id="{9EFAC3E6-441B-4E1A-A4C3-8A747FEB49C2}"/>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9238" name="Line 22">
              <a:extLst>
                <a:ext uri="{FF2B5EF4-FFF2-40B4-BE49-F238E27FC236}">
                  <a16:creationId xmlns:a16="http://schemas.microsoft.com/office/drawing/2014/main" id="{22DA2158-1787-45F1-8CAD-5217EAB4204A}"/>
                </a:ext>
              </a:extLst>
            </p:cNvPr>
            <p:cNvSpPr>
              <a:spLocks noChangeShapeType="1"/>
            </p:cNvSpPr>
            <p:nvPr/>
          </p:nvSpPr>
          <p:spPr bwMode="auto">
            <a:xfrm>
              <a:off x="1370" y="3025"/>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39" name="Text Box 23">
              <a:extLst>
                <a:ext uri="{FF2B5EF4-FFF2-40B4-BE49-F238E27FC236}">
                  <a16:creationId xmlns:a16="http://schemas.microsoft.com/office/drawing/2014/main" id="{6374EA69-00B3-4188-9AB2-D32BAA0834FF}"/>
                </a:ext>
              </a:extLst>
            </p:cNvPr>
            <p:cNvSpPr txBox="1">
              <a:spLocks noChangeArrowheads="1"/>
            </p:cNvSpPr>
            <p:nvPr/>
          </p:nvSpPr>
          <p:spPr bwMode="auto">
            <a:xfrm>
              <a:off x="1256" y="2663"/>
              <a:ext cx="41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800" b="1" i="1">
                  <a:latin typeface="Times New Roman" panose="02020603050405020304" pitchFamily="18" charset="0"/>
                </a:rPr>
                <a:t>u</a:t>
              </a:r>
              <a:r>
                <a:rPr kumimoji="1" lang="en-US" altLang="zh-CN" sz="2800" b="1" i="1" baseline="-25000">
                  <a:latin typeface="Times New Roman" panose="02020603050405020304" pitchFamily="18" charset="0"/>
                </a:rPr>
                <a:t>R</a:t>
              </a:r>
              <a:r>
                <a:rPr kumimoji="1" lang="en-US" altLang="zh-CN" sz="2800" b="1" baseline="-25000">
                  <a:latin typeface="Times New Roman" panose="02020603050405020304" pitchFamily="18" charset="0"/>
                </a:rPr>
                <a:t>0</a:t>
              </a:r>
              <a:endParaRPr kumimoji="1" lang="en-US" altLang="zh-CN" sz="2800" b="1">
                <a:latin typeface="Times New Roman" panose="02020603050405020304" pitchFamily="18" charset="0"/>
              </a:endParaRPr>
            </a:p>
          </p:txBody>
        </p:sp>
      </p:grpSp>
      <p:graphicFrame>
        <p:nvGraphicFramePr>
          <p:cNvPr id="649240" name="Object 24">
            <a:extLst>
              <a:ext uri="{FF2B5EF4-FFF2-40B4-BE49-F238E27FC236}">
                <a16:creationId xmlns:a16="http://schemas.microsoft.com/office/drawing/2014/main" id="{784CFD8F-6BB6-4D6C-9173-D6BE511C6891}"/>
              </a:ext>
            </a:extLst>
          </p:cNvPr>
          <p:cNvGraphicFramePr>
            <a:graphicFrameLocks noChangeAspect="1"/>
          </p:cNvGraphicFramePr>
          <p:nvPr/>
        </p:nvGraphicFramePr>
        <p:xfrm>
          <a:off x="588963" y="4137025"/>
          <a:ext cx="4875212" cy="1604963"/>
        </p:xfrm>
        <a:graphic>
          <a:graphicData uri="http://schemas.openxmlformats.org/presentationml/2006/ole">
            <mc:AlternateContent xmlns:mc="http://schemas.openxmlformats.org/markup-compatibility/2006">
              <mc:Choice xmlns:v="urn:schemas-microsoft-com:vml" Requires="v">
                <p:oleObj spid="_x0000_s649305" name="Equation" r:id="rId8" imgW="2311200" imgH="888840" progId="Equation.DSMT4">
                  <p:embed/>
                </p:oleObj>
              </mc:Choice>
              <mc:Fallback>
                <p:oleObj name="Equation" r:id="rId8" imgW="2311200" imgH="888840" progId="Equation.DSMT4">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8963" y="4137025"/>
                        <a:ext cx="4875212" cy="160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9241" name="Group 25">
            <a:extLst>
              <a:ext uri="{FF2B5EF4-FFF2-40B4-BE49-F238E27FC236}">
                <a16:creationId xmlns:a16="http://schemas.microsoft.com/office/drawing/2014/main" id="{B18ECC60-1680-4DEC-AD58-D0740F4B6C9E}"/>
              </a:ext>
            </a:extLst>
          </p:cNvPr>
          <p:cNvGrpSpPr>
            <a:grpSpLocks/>
          </p:cNvGrpSpPr>
          <p:nvPr/>
        </p:nvGrpSpPr>
        <p:grpSpPr bwMode="auto">
          <a:xfrm>
            <a:off x="547688" y="3463925"/>
            <a:ext cx="8202612" cy="498475"/>
            <a:chOff x="240" y="116"/>
            <a:chExt cx="5295" cy="339"/>
          </a:xfrm>
        </p:grpSpPr>
        <p:sp>
          <p:nvSpPr>
            <p:cNvPr id="649242" name="Text Box 26">
              <a:extLst>
                <a:ext uri="{FF2B5EF4-FFF2-40B4-BE49-F238E27FC236}">
                  <a16:creationId xmlns:a16="http://schemas.microsoft.com/office/drawing/2014/main" id="{AA2E3611-B493-46E9-8B65-3682EABB0393}"/>
                </a:ext>
              </a:extLst>
            </p:cNvPr>
            <p:cNvSpPr txBox="1">
              <a:spLocks noChangeArrowheads="1"/>
            </p:cNvSpPr>
            <p:nvPr/>
          </p:nvSpPr>
          <p:spPr bwMode="auto">
            <a:xfrm>
              <a:off x="3231" y="129"/>
              <a:ext cx="2304" cy="311"/>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单独作用（用相量法）</a:t>
              </a:r>
              <a:endParaRPr kumimoji="1" lang="zh-CN" altLang="en-US" sz="2400">
                <a:latin typeface="Times New Roman" panose="02020603050405020304" pitchFamily="18" charset="0"/>
              </a:endParaRPr>
            </a:p>
          </p:txBody>
        </p:sp>
        <p:sp>
          <p:nvSpPr>
            <p:cNvPr id="649243" name="Text Box 27">
              <a:extLst>
                <a:ext uri="{FF2B5EF4-FFF2-40B4-BE49-F238E27FC236}">
                  <a16:creationId xmlns:a16="http://schemas.microsoft.com/office/drawing/2014/main" id="{F4FC0046-DBBF-4A22-91D6-6CE5258CBB73}"/>
                </a:ext>
              </a:extLst>
            </p:cNvPr>
            <p:cNvSpPr txBox="1">
              <a:spLocks noChangeArrowheads="1"/>
            </p:cNvSpPr>
            <p:nvPr/>
          </p:nvSpPr>
          <p:spPr bwMode="auto">
            <a:xfrm>
              <a:off x="240" y="144"/>
              <a:ext cx="1344" cy="3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(b)  </a:t>
              </a:r>
              <a:r>
                <a:rPr kumimoji="1" lang="zh-CN" altLang="en-US" sz="2400" b="1">
                  <a:latin typeface="Times New Roman" panose="02020603050405020304" pitchFamily="18" charset="0"/>
                </a:rPr>
                <a:t>二次谐波</a:t>
              </a:r>
              <a:endParaRPr kumimoji="1" lang="zh-CN" altLang="en-US" sz="2400">
                <a:latin typeface="Times New Roman" panose="02020603050405020304" pitchFamily="18" charset="0"/>
              </a:endParaRPr>
            </a:p>
          </p:txBody>
        </p:sp>
        <p:graphicFrame>
          <p:nvGraphicFramePr>
            <p:cNvPr id="649244" name="Object 28">
              <a:extLst>
                <a:ext uri="{FF2B5EF4-FFF2-40B4-BE49-F238E27FC236}">
                  <a16:creationId xmlns:a16="http://schemas.microsoft.com/office/drawing/2014/main" id="{5FEF4860-A182-479E-92C6-9A0AE543C977}"/>
                </a:ext>
              </a:extLst>
            </p:cNvPr>
            <p:cNvGraphicFramePr>
              <a:graphicFrameLocks noChangeAspect="1"/>
            </p:cNvGraphicFramePr>
            <p:nvPr/>
          </p:nvGraphicFramePr>
          <p:xfrm>
            <a:off x="1411" y="116"/>
            <a:ext cx="1873" cy="325"/>
          </p:xfrm>
          <a:graphic>
            <a:graphicData uri="http://schemas.openxmlformats.org/presentationml/2006/ole">
              <mc:AlternateContent xmlns:mc="http://schemas.openxmlformats.org/markup-compatibility/2006">
                <mc:Choice xmlns:v="urn:schemas-microsoft-com:vml" Requires="v">
                  <p:oleObj spid="_x0000_s649306" name="Equation" r:id="rId10" imgW="1231560" imgH="215640" progId="Equation.3">
                    <p:embed/>
                  </p:oleObj>
                </mc:Choice>
                <mc:Fallback>
                  <p:oleObj name="Equation" r:id="rId10" imgW="1231560" imgH="215640" progId="Equation.3">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11" y="116"/>
                          <a:ext cx="1873" cy="3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49278" name="Group 62">
            <a:extLst>
              <a:ext uri="{FF2B5EF4-FFF2-40B4-BE49-F238E27FC236}">
                <a16:creationId xmlns:a16="http://schemas.microsoft.com/office/drawing/2014/main" id="{B4C47CC1-6086-4549-A147-CAB2A4664F4E}"/>
              </a:ext>
            </a:extLst>
          </p:cNvPr>
          <p:cNvGrpSpPr>
            <a:grpSpLocks/>
          </p:cNvGrpSpPr>
          <p:nvPr/>
        </p:nvGrpSpPr>
        <p:grpSpPr bwMode="auto">
          <a:xfrm>
            <a:off x="5602288" y="4098925"/>
            <a:ext cx="3568700" cy="1387475"/>
            <a:chOff x="3529" y="2582"/>
            <a:chExt cx="2248" cy="874"/>
          </a:xfrm>
        </p:grpSpPr>
        <p:sp>
          <p:nvSpPr>
            <p:cNvPr id="649246" name="Oval 30">
              <a:extLst>
                <a:ext uri="{FF2B5EF4-FFF2-40B4-BE49-F238E27FC236}">
                  <a16:creationId xmlns:a16="http://schemas.microsoft.com/office/drawing/2014/main" id="{53C2591B-379A-4823-96CD-641D186BDAAD}"/>
                </a:ext>
              </a:extLst>
            </p:cNvPr>
            <p:cNvSpPr>
              <a:spLocks noChangeArrowheads="1"/>
            </p:cNvSpPr>
            <p:nvPr/>
          </p:nvSpPr>
          <p:spPr bwMode="auto">
            <a:xfrm>
              <a:off x="3529" y="2928"/>
              <a:ext cx="240" cy="234"/>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9247" name="Group 31">
              <a:extLst>
                <a:ext uri="{FF2B5EF4-FFF2-40B4-BE49-F238E27FC236}">
                  <a16:creationId xmlns:a16="http://schemas.microsoft.com/office/drawing/2014/main" id="{F48557BE-778D-46AF-B47E-DCC899DC424C}"/>
                </a:ext>
              </a:extLst>
            </p:cNvPr>
            <p:cNvGrpSpPr>
              <a:grpSpLocks/>
            </p:cNvGrpSpPr>
            <p:nvPr/>
          </p:nvGrpSpPr>
          <p:grpSpPr bwMode="auto">
            <a:xfrm>
              <a:off x="4149" y="2582"/>
              <a:ext cx="316" cy="69"/>
              <a:chOff x="1776" y="2304"/>
              <a:chExt cx="511" cy="114"/>
            </a:xfrm>
          </p:grpSpPr>
          <p:sp>
            <p:nvSpPr>
              <p:cNvPr id="649248" name="Arc 32">
                <a:extLst>
                  <a:ext uri="{FF2B5EF4-FFF2-40B4-BE49-F238E27FC236}">
                    <a16:creationId xmlns:a16="http://schemas.microsoft.com/office/drawing/2014/main" id="{87204628-6F15-433B-98EA-A41F134DDE94}"/>
                  </a:ext>
                </a:extLst>
              </p:cNvPr>
              <p:cNvSpPr>
                <a:spLocks/>
              </p:cNvSpPr>
              <p:nvPr/>
            </p:nvSpPr>
            <p:spPr bwMode="auto">
              <a:xfrm rot="16200000" flipV="1">
                <a:off x="1783"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49" name="Arc 33">
                <a:extLst>
                  <a:ext uri="{FF2B5EF4-FFF2-40B4-BE49-F238E27FC236}">
                    <a16:creationId xmlns:a16="http://schemas.microsoft.com/office/drawing/2014/main" id="{53CACD81-7F76-4997-8F41-4BF2B44AF44F}"/>
                  </a:ext>
                </a:extLst>
              </p:cNvPr>
              <p:cNvSpPr>
                <a:spLocks/>
              </p:cNvSpPr>
              <p:nvPr/>
            </p:nvSpPr>
            <p:spPr bwMode="auto">
              <a:xfrm rot="16200000" flipV="1">
                <a:off x="1911"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0" name="Arc 34">
                <a:extLst>
                  <a:ext uri="{FF2B5EF4-FFF2-40B4-BE49-F238E27FC236}">
                    <a16:creationId xmlns:a16="http://schemas.microsoft.com/office/drawing/2014/main" id="{EFE949BB-AAB2-4721-AA51-32D31A81C924}"/>
                  </a:ext>
                </a:extLst>
              </p:cNvPr>
              <p:cNvSpPr>
                <a:spLocks/>
              </p:cNvSpPr>
              <p:nvPr/>
            </p:nvSpPr>
            <p:spPr bwMode="auto">
              <a:xfrm rot="16200000" flipV="1">
                <a:off x="2040"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1" name="Arc 35">
                <a:extLst>
                  <a:ext uri="{FF2B5EF4-FFF2-40B4-BE49-F238E27FC236}">
                    <a16:creationId xmlns:a16="http://schemas.microsoft.com/office/drawing/2014/main" id="{2551C2E5-257E-47D2-A52E-C3C736231B53}"/>
                  </a:ext>
                </a:extLst>
              </p:cNvPr>
              <p:cNvSpPr>
                <a:spLocks/>
              </p:cNvSpPr>
              <p:nvPr/>
            </p:nvSpPr>
            <p:spPr bwMode="auto">
              <a:xfrm rot="16200000" flipV="1">
                <a:off x="2167"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49252" name="Group 36">
              <a:extLst>
                <a:ext uri="{FF2B5EF4-FFF2-40B4-BE49-F238E27FC236}">
                  <a16:creationId xmlns:a16="http://schemas.microsoft.com/office/drawing/2014/main" id="{FF4247DF-4C9F-4808-82BD-FCA41EC237DF}"/>
                </a:ext>
              </a:extLst>
            </p:cNvPr>
            <p:cNvGrpSpPr>
              <a:grpSpLocks/>
            </p:cNvGrpSpPr>
            <p:nvPr/>
          </p:nvGrpSpPr>
          <p:grpSpPr bwMode="auto">
            <a:xfrm>
              <a:off x="4647" y="3022"/>
              <a:ext cx="238" cy="70"/>
              <a:chOff x="2016" y="1926"/>
              <a:chExt cx="180" cy="96"/>
            </a:xfrm>
          </p:grpSpPr>
          <p:sp>
            <p:nvSpPr>
              <p:cNvPr id="649253" name="Line 37">
                <a:extLst>
                  <a:ext uri="{FF2B5EF4-FFF2-40B4-BE49-F238E27FC236}">
                    <a16:creationId xmlns:a16="http://schemas.microsoft.com/office/drawing/2014/main" id="{84ECE0CE-D58D-40A0-9A7F-1DA418528C4A}"/>
                  </a:ext>
                </a:extLst>
              </p:cNvPr>
              <p:cNvSpPr>
                <a:spLocks noChangeShapeType="1"/>
              </p:cNvSpPr>
              <p:nvPr/>
            </p:nvSpPr>
            <p:spPr bwMode="auto">
              <a:xfrm>
                <a:off x="2016" y="1926"/>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4" name="Line 38">
                <a:extLst>
                  <a:ext uri="{FF2B5EF4-FFF2-40B4-BE49-F238E27FC236}">
                    <a16:creationId xmlns:a16="http://schemas.microsoft.com/office/drawing/2014/main" id="{7B4D4595-7B82-472A-ADC9-7C1DF4F75584}"/>
                  </a:ext>
                </a:extLst>
              </p:cNvPr>
              <p:cNvSpPr>
                <a:spLocks noChangeShapeType="1"/>
              </p:cNvSpPr>
              <p:nvPr/>
            </p:nvSpPr>
            <p:spPr bwMode="auto">
              <a:xfrm>
                <a:off x="2016" y="2022"/>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9255" name="Line 39">
              <a:extLst>
                <a:ext uri="{FF2B5EF4-FFF2-40B4-BE49-F238E27FC236}">
                  <a16:creationId xmlns:a16="http://schemas.microsoft.com/office/drawing/2014/main" id="{0000B131-49CE-4F02-A517-39A238CAA5A5}"/>
                </a:ext>
              </a:extLst>
            </p:cNvPr>
            <p:cNvSpPr>
              <a:spLocks noChangeShapeType="1"/>
            </p:cNvSpPr>
            <p:nvPr/>
          </p:nvSpPr>
          <p:spPr bwMode="auto">
            <a:xfrm>
              <a:off x="3649" y="2634"/>
              <a:ext cx="5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6" name="Line 40">
              <a:extLst>
                <a:ext uri="{FF2B5EF4-FFF2-40B4-BE49-F238E27FC236}">
                  <a16:creationId xmlns:a16="http://schemas.microsoft.com/office/drawing/2014/main" id="{61C62977-B09C-44CA-AFA7-CFF4343C5DD2}"/>
                </a:ext>
              </a:extLst>
            </p:cNvPr>
            <p:cNvSpPr>
              <a:spLocks noChangeShapeType="1"/>
            </p:cNvSpPr>
            <p:nvPr/>
          </p:nvSpPr>
          <p:spPr bwMode="auto">
            <a:xfrm>
              <a:off x="4465" y="2652"/>
              <a:ext cx="9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7" name="Line 41">
              <a:extLst>
                <a:ext uri="{FF2B5EF4-FFF2-40B4-BE49-F238E27FC236}">
                  <a16:creationId xmlns:a16="http://schemas.microsoft.com/office/drawing/2014/main" id="{FF487C36-9CAC-4111-B1B0-0C8F265C54E0}"/>
                </a:ext>
              </a:extLst>
            </p:cNvPr>
            <p:cNvSpPr>
              <a:spLocks noChangeShapeType="1"/>
            </p:cNvSpPr>
            <p:nvPr/>
          </p:nvSpPr>
          <p:spPr bwMode="auto">
            <a:xfrm>
              <a:off x="3649" y="2634"/>
              <a:ext cx="0" cy="8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8" name="Line 42">
              <a:extLst>
                <a:ext uri="{FF2B5EF4-FFF2-40B4-BE49-F238E27FC236}">
                  <a16:creationId xmlns:a16="http://schemas.microsoft.com/office/drawing/2014/main" id="{F0C0050B-B646-4A77-8649-65C47BDBD958}"/>
                </a:ext>
              </a:extLst>
            </p:cNvPr>
            <p:cNvSpPr>
              <a:spLocks noChangeShapeType="1"/>
            </p:cNvSpPr>
            <p:nvPr/>
          </p:nvSpPr>
          <p:spPr bwMode="auto">
            <a:xfrm>
              <a:off x="3649" y="3456"/>
              <a:ext cx="17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9" name="Line 43">
              <a:extLst>
                <a:ext uri="{FF2B5EF4-FFF2-40B4-BE49-F238E27FC236}">
                  <a16:creationId xmlns:a16="http://schemas.microsoft.com/office/drawing/2014/main" id="{D168E850-DC5B-4588-93D3-48E3C9620DFB}"/>
                </a:ext>
              </a:extLst>
            </p:cNvPr>
            <p:cNvSpPr>
              <a:spLocks noChangeShapeType="1"/>
            </p:cNvSpPr>
            <p:nvPr/>
          </p:nvSpPr>
          <p:spPr bwMode="auto">
            <a:xfrm>
              <a:off x="5365" y="2652"/>
              <a:ext cx="0" cy="8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60" name="Rectangle 44">
              <a:extLst>
                <a:ext uri="{FF2B5EF4-FFF2-40B4-BE49-F238E27FC236}">
                  <a16:creationId xmlns:a16="http://schemas.microsoft.com/office/drawing/2014/main" id="{2667C3A1-9D73-4A05-9553-9534717FA051}"/>
                </a:ext>
              </a:extLst>
            </p:cNvPr>
            <p:cNvSpPr>
              <a:spLocks noChangeArrowheads="1"/>
            </p:cNvSpPr>
            <p:nvPr/>
          </p:nvSpPr>
          <p:spPr bwMode="auto">
            <a:xfrm>
              <a:off x="5318" y="2933"/>
              <a:ext cx="96" cy="240"/>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9261" name="Line 45">
              <a:extLst>
                <a:ext uri="{FF2B5EF4-FFF2-40B4-BE49-F238E27FC236}">
                  <a16:creationId xmlns:a16="http://schemas.microsoft.com/office/drawing/2014/main" id="{8C5402C4-DC72-4AE0-8737-A19B74EE81EA}"/>
                </a:ext>
              </a:extLst>
            </p:cNvPr>
            <p:cNvSpPr>
              <a:spLocks noChangeShapeType="1"/>
            </p:cNvSpPr>
            <p:nvPr/>
          </p:nvSpPr>
          <p:spPr bwMode="auto">
            <a:xfrm>
              <a:off x="4771" y="2652"/>
              <a:ext cx="0" cy="3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62" name="Line 46">
              <a:extLst>
                <a:ext uri="{FF2B5EF4-FFF2-40B4-BE49-F238E27FC236}">
                  <a16:creationId xmlns:a16="http://schemas.microsoft.com/office/drawing/2014/main" id="{C7494F0D-FE19-4249-904A-2C4E73B0B886}"/>
                </a:ext>
              </a:extLst>
            </p:cNvPr>
            <p:cNvSpPr>
              <a:spLocks noChangeShapeType="1"/>
            </p:cNvSpPr>
            <p:nvPr/>
          </p:nvSpPr>
          <p:spPr bwMode="auto">
            <a:xfrm flipV="1">
              <a:off x="4768" y="3082"/>
              <a:ext cx="0" cy="37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63" name="Line 47">
              <a:extLst>
                <a:ext uri="{FF2B5EF4-FFF2-40B4-BE49-F238E27FC236}">
                  <a16:creationId xmlns:a16="http://schemas.microsoft.com/office/drawing/2014/main" id="{0F45FDBD-5649-4C9E-9C07-DF8C9F205806}"/>
                </a:ext>
              </a:extLst>
            </p:cNvPr>
            <p:cNvSpPr>
              <a:spLocks noChangeShapeType="1"/>
            </p:cNvSpPr>
            <p:nvPr/>
          </p:nvSpPr>
          <p:spPr bwMode="auto">
            <a:xfrm>
              <a:off x="3753" y="3264"/>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9264" name="Group 48">
              <a:extLst>
                <a:ext uri="{FF2B5EF4-FFF2-40B4-BE49-F238E27FC236}">
                  <a16:creationId xmlns:a16="http://schemas.microsoft.com/office/drawing/2014/main" id="{333E2D70-D871-407F-A709-63A30CAADD19}"/>
                </a:ext>
              </a:extLst>
            </p:cNvPr>
            <p:cNvGrpSpPr>
              <a:grpSpLocks/>
            </p:cNvGrpSpPr>
            <p:nvPr/>
          </p:nvGrpSpPr>
          <p:grpSpPr bwMode="auto">
            <a:xfrm>
              <a:off x="3753" y="2804"/>
              <a:ext cx="88" cy="88"/>
              <a:chOff x="1706" y="2449"/>
              <a:chExt cx="88" cy="88"/>
            </a:xfrm>
          </p:grpSpPr>
          <p:sp>
            <p:nvSpPr>
              <p:cNvPr id="649265" name="Line 49">
                <a:extLst>
                  <a:ext uri="{FF2B5EF4-FFF2-40B4-BE49-F238E27FC236}">
                    <a16:creationId xmlns:a16="http://schemas.microsoft.com/office/drawing/2014/main" id="{A8A0CAB5-F062-4FA0-8F15-489D1800979F}"/>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66" name="Line 50">
                <a:extLst>
                  <a:ext uri="{FF2B5EF4-FFF2-40B4-BE49-F238E27FC236}">
                    <a16:creationId xmlns:a16="http://schemas.microsoft.com/office/drawing/2014/main" id="{5B645E6C-201F-438B-803B-BEFFBFD7768E}"/>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9267" name="Text Box 51">
              <a:extLst>
                <a:ext uri="{FF2B5EF4-FFF2-40B4-BE49-F238E27FC236}">
                  <a16:creationId xmlns:a16="http://schemas.microsoft.com/office/drawing/2014/main" id="{3A55E4F1-7F17-4BED-8E82-09FAE4C78C8A}"/>
                </a:ext>
              </a:extLst>
            </p:cNvPr>
            <p:cNvSpPr txBox="1">
              <a:spLocks noChangeArrowheads="1"/>
            </p:cNvSpPr>
            <p:nvPr/>
          </p:nvSpPr>
          <p:spPr bwMode="auto">
            <a:xfrm>
              <a:off x="4096" y="2604"/>
              <a:ext cx="4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X</a:t>
              </a:r>
              <a:r>
                <a:rPr kumimoji="1" lang="en-US" altLang="zh-CN" sz="2400" b="1" i="1" baseline="-25000">
                  <a:latin typeface="Times New Roman" panose="02020603050405020304" pitchFamily="18" charset="0"/>
                </a:rPr>
                <a:t>L</a:t>
              </a:r>
              <a:r>
                <a:rPr kumimoji="1" lang="en-US" altLang="zh-CN" sz="2400" b="1" baseline="-25000">
                  <a:latin typeface="Times New Roman" panose="02020603050405020304" pitchFamily="18" charset="0"/>
                </a:rPr>
                <a:t>2</a:t>
              </a:r>
              <a:endParaRPr kumimoji="1" lang="en-US" altLang="zh-CN" sz="2400" b="1" i="1" baseline="-25000">
                <a:latin typeface="Times New Roman" panose="02020603050405020304" pitchFamily="18" charset="0"/>
              </a:endParaRPr>
            </a:p>
          </p:txBody>
        </p:sp>
        <p:sp>
          <p:nvSpPr>
            <p:cNvPr id="649268" name="Text Box 52">
              <a:extLst>
                <a:ext uri="{FF2B5EF4-FFF2-40B4-BE49-F238E27FC236}">
                  <a16:creationId xmlns:a16="http://schemas.microsoft.com/office/drawing/2014/main" id="{4E1157FC-8754-4EEE-930C-2219B0B540ED}"/>
                </a:ext>
              </a:extLst>
            </p:cNvPr>
            <p:cNvSpPr txBox="1">
              <a:spLocks noChangeArrowheads="1"/>
            </p:cNvSpPr>
            <p:nvPr/>
          </p:nvSpPr>
          <p:spPr bwMode="auto">
            <a:xfrm>
              <a:off x="5080" y="287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R</a:t>
              </a:r>
            </a:p>
          </p:txBody>
        </p:sp>
        <p:grpSp>
          <p:nvGrpSpPr>
            <p:cNvPr id="649269" name="Group 53">
              <a:extLst>
                <a:ext uri="{FF2B5EF4-FFF2-40B4-BE49-F238E27FC236}">
                  <a16:creationId xmlns:a16="http://schemas.microsoft.com/office/drawing/2014/main" id="{B966816F-D4CD-4453-8A4A-21A5BDFE2072}"/>
                </a:ext>
              </a:extLst>
            </p:cNvPr>
            <p:cNvGrpSpPr>
              <a:grpSpLocks/>
            </p:cNvGrpSpPr>
            <p:nvPr/>
          </p:nvGrpSpPr>
          <p:grpSpPr bwMode="auto">
            <a:xfrm>
              <a:off x="5481" y="2819"/>
              <a:ext cx="88" cy="88"/>
              <a:chOff x="1706" y="2449"/>
              <a:chExt cx="88" cy="88"/>
            </a:xfrm>
          </p:grpSpPr>
          <p:sp>
            <p:nvSpPr>
              <p:cNvPr id="649270" name="Line 54">
                <a:extLst>
                  <a:ext uri="{FF2B5EF4-FFF2-40B4-BE49-F238E27FC236}">
                    <a16:creationId xmlns:a16="http://schemas.microsoft.com/office/drawing/2014/main" id="{3BD23A68-49BE-4206-AF99-9132A0AAB19F}"/>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71" name="Line 55">
                <a:extLst>
                  <a:ext uri="{FF2B5EF4-FFF2-40B4-BE49-F238E27FC236}">
                    <a16:creationId xmlns:a16="http://schemas.microsoft.com/office/drawing/2014/main" id="{F043B2CF-E85B-4306-8982-6B9DC3C181F7}"/>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9272" name="Line 56">
              <a:extLst>
                <a:ext uri="{FF2B5EF4-FFF2-40B4-BE49-F238E27FC236}">
                  <a16:creationId xmlns:a16="http://schemas.microsoft.com/office/drawing/2014/main" id="{05FBBF12-42C8-4112-B66C-0650848A1971}"/>
                </a:ext>
              </a:extLst>
            </p:cNvPr>
            <p:cNvSpPr>
              <a:spLocks noChangeShapeType="1"/>
            </p:cNvSpPr>
            <p:nvPr/>
          </p:nvSpPr>
          <p:spPr bwMode="auto">
            <a:xfrm>
              <a:off x="5484" y="324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649273" name="Object 57">
              <a:extLst>
                <a:ext uri="{FF2B5EF4-FFF2-40B4-BE49-F238E27FC236}">
                  <a16:creationId xmlns:a16="http://schemas.microsoft.com/office/drawing/2014/main" id="{184133B4-9AAC-4965-B9B1-C02529B018B3}"/>
                </a:ext>
              </a:extLst>
            </p:cNvPr>
            <p:cNvGraphicFramePr>
              <a:graphicFrameLocks noChangeAspect="1"/>
            </p:cNvGraphicFramePr>
            <p:nvPr/>
          </p:nvGraphicFramePr>
          <p:xfrm>
            <a:off x="3768" y="2926"/>
            <a:ext cx="312" cy="268"/>
          </p:xfrm>
          <a:graphic>
            <a:graphicData uri="http://schemas.openxmlformats.org/presentationml/2006/ole">
              <mc:AlternateContent xmlns:mc="http://schemas.openxmlformats.org/markup-compatibility/2006">
                <mc:Choice xmlns:v="urn:schemas-microsoft-com:vml" Requires="v">
                  <p:oleObj spid="_x0000_s649307" name="Equation" r:id="rId12" imgW="279360" imgH="241200" progId="Equation.DSMT4">
                    <p:embed/>
                  </p:oleObj>
                </mc:Choice>
                <mc:Fallback>
                  <p:oleObj name="Equation" r:id="rId12" imgW="279360" imgH="241200" progId="Equation.DSMT4">
                    <p:embed/>
                    <p:pic>
                      <p:nvPicPr>
                        <p:cNvPr id="0" name="Object 5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68" y="2926"/>
                          <a:ext cx="312"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9274" name="Object 58">
              <a:extLst>
                <a:ext uri="{FF2B5EF4-FFF2-40B4-BE49-F238E27FC236}">
                  <a16:creationId xmlns:a16="http://schemas.microsoft.com/office/drawing/2014/main" id="{16A31B9A-6FCE-474F-98B1-EECA451A9969}"/>
                </a:ext>
              </a:extLst>
            </p:cNvPr>
            <p:cNvGraphicFramePr>
              <a:graphicFrameLocks noChangeAspect="1"/>
            </p:cNvGraphicFramePr>
            <p:nvPr/>
          </p:nvGraphicFramePr>
          <p:xfrm>
            <a:off x="5427" y="2900"/>
            <a:ext cx="350" cy="302"/>
          </p:xfrm>
          <a:graphic>
            <a:graphicData uri="http://schemas.openxmlformats.org/presentationml/2006/ole">
              <mc:AlternateContent xmlns:mc="http://schemas.openxmlformats.org/markup-compatibility/2006">
                <mc:Choice xmlns:v="urn:schemas-microsoft-com:vml" Requires="v">
                  <p:oleObj spid="_x0000_s649308" name="Equation" r:id="rId14" imgW="279360" imgH="241200" progId="Equation.DSMT4">
                    <p:embed/>
                  </p:oleObj>
                </mc:Choice>
                <mc:Fallback>
                  <p:oleObj name="Equation" r:id="rId14" imgW="279360" imgH="241200" progId="Equation.DSMT4">
                    <p:embed/>
                    <p:pic>
                      <p:nvPicPr>
                        <p:cNvPr id="0" name="Object 5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27" y="2900"/>
                          <a:ext cx="350"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9275" name="Text Box 59">
              <a:extLst>
                <a:ext uri="{FF2B5EF4-FFF2-40B4-BE49-F238E27FC236}">
                  <a16:creationId xmlns:a16="http://schemas.microsoft.com/office/drawing/2014/main" id="{270F67B4-E216-40BA-BC30-B62EBF4E29C0}"/>
                </a:ext>
              </a:extLst>
            </p:cNvPr>
            <p:cNvSpPr txBox="1">
              <a:spLocks noChangeArrowheads="1"/>
            </p:cNvSpPr>
            <p:nvPr/>
          </p:nvSpPr>
          <p:spPr bwMode="auto">
            <a:xfrm>
              <a:off x="4228" y="2899"/>
              <a:ext cx="4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X</a:t>
              </a:r>
              <a:r>
                <a:rPr kumimoji="1" lang="en-US" altLang="zh-CN" sz="2400" b="1" i="1" baseline="-25000">
                  <a:latin typeface="Times New Roman" panose="02020603050405020304" pitchFamily="18" charset="0"/>
                </a:rPr>
                <a:t>C</a:t>
              </a:r>
              <a:r>
                <a:rPr kumimoji="1" lang="en-US" altLang="zh-CN" sz="2400" b="1" baseline="-25000">
                  <a:latin typeface="Times New Roman" panose="02020603050405020304" pitchFamily="18" charset="0"/>
                </a:rPr>
                <a:t>2</a:t>
              </a:r>
              <a:endParaRPr kumimoji="1" lang="en-US" altLang="zh-CN" sz="2400" b="1" i="1" baseline="-2500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649218"/>
                                        </p:tgtEl>
                                        <p:attrNameLst>
                                          <p:attrName>style.visibility</p:attrName>
                                        </p:attrNameLst>
                                      </p:cBhvr>
                                      <p:to>
                                        <p:strVal val="visible"/>
                                      </p:to>
                                    </p:set>
                                    <p:animEffect transition="in" filter="checkerboard(across)">
                                      <p:cBhvr>
                                        <p:cTn id="7" dur="500"/>
                                        <p:tgtEl>
                                          <p:spTgt spid="649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49219"/>
                                        </p:tgtEl>
                                        <p:attrNameLst>
                                          <p:attrName>style.visibility</p:attrName>
                                        </p:attrNameLst>
                                      </p:cBhvr>
                                      <p:to>
                                        <p:strVal val="visible"/>
                                      </p:to>
                                    </p:set>
                                    <p:animEffect transition="in" filter="checkerboard(across)">
                                      <p:cBhvr>
                                        <p:cTn id="12" dur="500"/>
                                        <p:tgtEl>
                                          <p:spTgt spid="6492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49222"/>
                                        </p:tgtEl>
                                        <p:attrNameLst>
                                          <p:attrName>style.visibility</p:attrName>
                                        </p:attrNameLst>
                                      </p:cBhvr>
                                      <p:to>
                                        <p:strVal val="visible"/>
                                      </p:to>
                                    </p:set>
                                    <p:animEffect transition="in" filter="wipe(left)">
                                      <p:cBhvr>
                                        <p:cTn id="17" dur="500"/>
                                        <p:tgtEl>
                                          <p:spTgt spid="6492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649220"/>
                                        </p:tgtEl>
                                        <p:attrNameLst>
                                          <p:attrName>style.visibility</p:attrName>
                                        </p:attrNameLst>
                                      </p:cBhvr>
                                      <p:to>
                                        <p:strVal val="visible"/>
                                      </p:to>
                                    </p:set>
                                    <p:animEffect transition="in" filter="checkerboard(across)">
                                      <p:cBhvr>
                                        <p:cTn id="22" dur="500"/>
                                        <p:tgtEl>
                                          <p:spTgt spid="6492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649221"/>
                                        </p:tgtEl>
                                        <p:attrNameLst>
                                          <p:attrName>style.visibility</p:attrName>
                                        </p:attrNameLst>
                                      </p:cBhvr>
                                      <p:to>
                                        <p:strVal val="visible"/>
                                      </p:to>
                                    </p:set>
                                    <p:animEffect transition="in" filter="checkerboard(across)">
                                      <p:cBhvr>
                                        <p:cTn id="27" dur="500"/>
                                        <p:tgtEl>
                                          <p:spTgt spid="6492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49241"/>
                                        </p:tgtEl>
                                        <p:attrNameLst>
                                          <p:attrName>style.visibility</p:attrName>
                                        </p:attrNameLst>
                                      </p:cBhvr>
                                      <p:to>
                                        <p:strVal val="visible"/>
                                      </p:to>
                                    </p:set>
                                    <p:animEffect transition="in" filter="dissolve">
                                      <p:cBhvr>
                                        <p:cTn id="32" dur="500"/>
                                        <p:tgtEl>
                                          <p:spTgt spid="6492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nodeType="clickEffect">
                                  <p:stCondLst>
                                    <p:cond delay="0"/>
                                  </p:stCondLst>
                                  <p:childTnLst>
                                    <p:set>
                                      <p:cBhvr>
                                        <p:cTn id="36" dur="1" fill="hold">
                                          <p:stCondLst>
                                            <p:cond delay="0"/>
                                          </p:stCondLst>
                                        </p:cTn>
                                        <p:tgtEl>
                                          <p:spTgt spid="649240"/>
                                        </p:tgtEl>
                                        <p:attrNameLst>
                                          <p:attrName>style.visibility</p:attrName>
                                        </p:attrNameLst>
                                      </p:cBhvr>
                                      <p:to>
                                        <p:strVal val="visible"/>
                                      </p:to>
                                    </p:set>
                                    <p:anim calcmode="lin" valueType="num">
                                      <p:cBhvr>
                                        <p:cTn id="37" dur="500" fill="hold"/>
                                        <p:tgtEl>
                                          <p:spTgt spid="649240"/>
                                        </p:tgtEl>
                                        <p:attrNameLst>
                                          <p:attrName>ppt_w</p:attrName>
                                        </p:attrNameLst>
                                      </p:cBhvr>
                                      <p:tavLst>
                                        <p:tav tm="0">
                                          <p:val>
                                            <p:fltVal val="0"/>
                                          </p:val>
                                        </p:tav>
                                        <p:tav tm="100000">
                                          <p:val>
                                            <p:strVal val="#ppt_w"/>
                                          </p:val>
                                        </p:tav>
                                      </p:tavLst>
                                    </p:anim>
                                    <p:anim calcmode="lin" valueType="num">
                                      <p:cBhvr>
                                        <p:cTn id="38" dur="500" fill="hold"/>
                                        <p:tgtEl>
                                          <p:spTgt spid="649240"/>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649278"/>
                                        </p:tgtEl>
                                        <p:attrNameLst>
                                          <p:attrName>style.visibility</p:attrName>
                                        </p:attrNameLst>
                                      </p:cBhvr>
                                      <p:to>
                                        <p:strVal val="visible"/>
                                      </p:to>
                                    </p:set>
                                    <p:animEffect transition="in" filter="wipe(left)">
                                      <p:cBhvr>
                                        <p:cTn id="43" dur="500"/>
                                        <p:tgtEl>
                                          <p:spTgt spid="649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218" grpId="0" autoUpdateAnimBg="0"/>
      <p:bldP spid="64921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0242" name="Object 2">
            <a:extLst>
              <a:ext uri="{FF2B5EF4-FFF2-40B4-BE49-F238E27FC236}">
                <a16:creationId xmlns:a16="http://schemas.microsoft.com/office/drawing/2014/main" id="{91ACF9F7-0004-4F87-BB11-E8C2FE91133E}"/>
              </a:ext>
            </a:extLst>
          </p:cNvPr>
          <p:cNvGraphicFramePr>
            <a:graphicFrameLocks noChangeAspect="1"/>
          </p:cNvGraphicFramePr>
          <p:nvPr/>
        </p:nvGraphicFramePr>
        <p:xfrm>
          <a:off x="900113" y="3860800"/>
          <a:ext cx="3903662" cy="484188"/>
        </p:xfrm>
        <a:graphic>
          <a:graphicData uri="http://schemas.openxmlformats.org/presentationml/2006/ole">
            <mc:AlternateContent xmlns:mc="http://schemas.openxmlformats.org/markup-compatibility/2006">
              <mc:Choice xmlns:v="urn:schemas-microsoft-com:vml" Requires="v">
                <p:oleObj spid="_x0000_s650264" name="Equation" r:id="rId4" imgW="1828800" imgH="228600" progId="Equation.3">
                  <p:embed/>
                </p:oleObj>
              </mc:Choice>
              <mc:Fallback>
                <p:oleObj name="Equation" r:id="rId4" imgW="182880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3860800"/>
                        <a:ext cx="3903662"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0243" name="Object 3">
            <a:extLst>
              <a:ext uri="{FF2B5EF4-FFF2-40B4-BE49-F238E27FC236}">
                <a16:creationId xmlns:a16="http://schemas.microsoft.com/office/drawing/2014/main" id="{419E93FB-F336-4B6D-8E91-F3DAB3AAF95F}"/>
              </a:ext>
            </a:extLst>
          </p:cNvPr>
          <p:cNvGraphicFramePr>
            <a:graphicFrameLocks noChangeAspect="1"/>
          </p:cNvGraphicFramePr>
          <p:nvPr/>
        </p:nvGraphicFramePr>
        <p:xfrm>
          <a:off x="850900" y="4508500"/>
          <a:ext cx="4916488" cy="898525"/>
        </p:xfrm>
        <a:graphic>
          <a:graphicData uri="http://schemas.openxmlformats.org/presentationml/2006/ole">
            <mc:AlternateContent xmlns:mc="http://schemas.openxmlformats.org/markup-compatibility/2006">
              <mc:Choice xmlns:v="urn:schemas-microsoft-com:vml" Requires="v">
                <p:oleObj spid="_x0000_s650265" name="Equation" r:id="rId6" imgW="2311200" imgH="431640" progId="Equation.3">
                  <p:embed/>
                </p:oleObj>
              </mc:Choice>
              <mc:Fallback>
                <p:oleObj name="Equation" r:id="rId6" imgW="2311200" imgH="43164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0900" y="4508500"/>
                        <a:ext cx="4916488"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0244" name="Object 4">
            <a:extLst>
              <a:ext uri="{FF2B5EF4-FFF2-40B4-BE49-F238E27FC236}">
                <a16:creationId xmlns:a16="http://schemas.microsoft.com/office/drawing/2014/main" id="{329D9A41-E4E4-4024-91A4-B1FDDE4947D6}"/>
              </a:ext>
            </a:extLst>
          </p:cNvPr>
          <p:cNvGraphicFramePr>
            <a:graphicFrameLocks noChangeAspect="1"/>
          </p:cNvGraphicFramePr>
          <p:nvPr/>
        </p:nvGraphicFramePr>
        <p:xfrm>
          <a:off x="523875" y="2082800"/>
          <a:ext cx="6254750" cy="1427163"/>
        </p:xfrm>
        <a:graphic>
          <a:graphicData uri="http://schemas.openxmlformats.org/presentationml/2006/ole">
            <mc:AlternateContent xmlns:mc="http://schemas.openxmlformats.org/markup-compatibility/2006">
              <mc:Choice xmlns:v="urn:schemas-microsoft-com:vml" Requires="v">
                <p:oleObj spid="_x0000_s650266" name="Equation" r:id="rId8" imgW="3873240" imgH="711000" progId="Equation.DSMT4">
                  <p:embed/>
                </p:oleObj>
              </mc:Choice>
              <mc:Fallback>
                <p:oleObj name="Equation" r:id="rId8" imgW="3873240" imgH="7110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3875" y="2082800"/>
                        <a:ext cx="6254750" cy="142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0245" name="Object 5">
            <a:extLst>
              <a:ext uri="{FF2B5EF4-FFF2-40B4-BE49-F238E27FC236}">
                <a16:creationId xmlns:a16="http://schemas.microsoft.com/office/drawing/2014/main" id="{54B4572C-06DB-4106-AF5C-279EB0F93CC7}"/>
              </a:ext>
            </a:extLst>
          </p:cNvPr>
          <p:cNvGraphicFramePr>
            <a:graphicFrameLocks noChangeAspect="1"/>
          </p:cNvGraphicFramePr>
          <p:nvPr/>
        </p:nvGraphicFramePr>
        <p:xfrm>
          <a:off x="420688" y="520700"/>
          <a:ext cx="7486650" cy="1311275"/>
        </p:xfrm>
        <a:graphic>
          <a:graphicData uri="http://schemas.openxmlformats.org/presentationml/2006/ole">
            <mc:AlternateContent xmlns:mc="http://schemas.openxmlformats.org/markup-compatibility/2006">
              <mc:Choice xmlns:v="urn:schemas-microsoft-com:vml" Requires="v">
                <p:oleObj spid="_x0000_s650267" name="Equation" r:id="rId10" imgW="3911400" imgH="685800" progId="Equation.DSMT4">
                  <p:embed/>
                </p:oleObj>
              </mc:Choice>
              <mc:Fallback>
                <p:oleObj name="Equation" r:id="rId10" imgW="3911400" imgH="685800" progId="Equation.DSMT4">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0688" y="520700"/>
                        <a:ext cx="7486650"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650245"/>
                                        </p:tgtEl>
                                        <p:attrNameLst>
                                          <p:attrName>style.visibility</p:attrName>
                                        </p:attrNameLst>
                                      </p:cBhvr>
                                      <p:to>
                                        <p:strVal val="visible"/>
                                      </p:to>
                                    </p:set>
                                    <p:anim calcmode="lin" valueType="num">
                                      <p:cBhvr>
                                        <p:cTn id="7" dur="500" fill="hold"/>
                                        <p:tgtEl>
                                          <p:spTgt spid="650245"/>
                                        </p:tgtEl>
                                        <p:attrNameLst>
                                          <p:attrName>ppt_w</p:attrName>
                                        </p:attrNameLst>
                                      </p:cBhvr>
                                      <p:tavLst>
                                        <p:tav tm="0">
                                          <p:val>
                                            <p:fltVal val="0"/>
                                          </p:val>
                                        </p:tav>
                                        <p:tav tm="100000">
                                          <p:val>
                                            <p:strVal val="#ppt_w"/>
                                          </p:val>
                                        </p:tav>
                                      </p:tavLst>
                                    </p:anim>
                                    <p:anim calcmode="lin" valueType="num">
                                      <p:cBhvr>
                                        <p:cTn id="8" dur="500" fill="hold"/>
                                        <p:tgtEl>
                                          <p:spTgt spid="650245"/>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650244"/>
                                        </p:tgtEl>
                                        <p:attrNameLst>
                                          <p:attrName>style.visibility</p:attrName>
                                        </p:attrNameLst>
                                      </p:cBhvr>
                                      <p:to>
                                        <p:strVal val="visible"/>
                                      </p:to>
                                    </p:set>
                                    <p:animEffect transition="in" filter="wipe(left)">
                                      <p:cBhvr>
                                        <p:cTn id="13" dur="500"/>
                                        <p:tgtEl>
                                          <p:spTgt spid="65024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650242"/>
                                        </p:tgtEl>
                                        <p:attrNameLst>
                                          <p:attrName>style.visibility</p:attrName>
                                        </p:attrNameLst>
                                      </p:cBhvr>
                                      <p:to>
                                        <p:strVal val="visible"/>
                                      </p:to>
                                    </p:set>
                                    <p:animEffect transition="in" filter="wipe(left)">
                                      <p:cBhvr>
                                        <p:cTn id="18" dur="500"/>
                                        <p:tgtEl>
                                          <p:spTgt spid="6502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650243"/>
                                        </p:tgtEl>
                                        <p:attrNameLst>
                                          <p:attrName>style.visibility</p:attrName>
                                        </p:attrNameLst>
                                      </p:cBhvr>
                                      <p:to>
                                        <p:strVal val="visible"/>
                                      </p:to>
                                    </p:set>
                                    <p:animEffect transition="in" filter="wipe(left)">
                                      <p:cBhvr>
                                        <p:cTn id="23" dur="500"/>
                                        <p:tgtEl>
                                          <p:spTgt spid="65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1266" name="Object 2">
            <a:extLst>
              <a:ext uri="{FF2B5EF4-FFF2-40B4-BE49-F238E27FC236}">
                <a16:creationId xmlns:a16="http://schemas.microsoft.com/office/drawing/2014/main" id="{75DD2E3D-DCA9-46CF-A12D-6BB49BBBFAAC}"/>
              </a:ext>
            </a:extLst>
          </p:cNvPr>
          <p:cNvGraphicFramePr>
            <a:graphicFrameLocks noChangeAspect="1"/>
          </p:cNvGraphicFramePr>
          <p:nvPr/>
        </p:nvGraphicFramePr>
        <p:xfrm>
          <a:off x="5029200" y="598488"/>
          <a:ext cx="3313113" cy="822325"/>
        </p:xfrm>
        <a:graphic>
          <a:graphicData uri="http://schemas.openxmlformats.org/presentationml/2006/ole">
            <mc:AlternateContent xmlns:mc="http://schemas.openxmlformats.org/markup-compatibility/2006">
              <mc:Choice xmlns:v="urn:schemas-microsoft-com:vml" Requires="v">
                <p:oleObj spid="_x0000_s651345" name="Equation" r:id="rId4" imgW="1739880" imgH="431640" progId="Equation.DSMT4">
                  <p:embed/>
                </p:oleObj>
              </mc:Choice>
              <mc:Fallback>
                <p:oleObj name="Equation" r:id="rId4" imgW="1739880" imgH="43164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598488"/>
                        <a:ext cx="331311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267" name="Object 3">
            <a:extLst>
              <a:ext uri="{FF2B5EF4-FFF2-40B4-BE49-F238E27FC236}">
                <a16:creationId xmlns:a16="http://schemas.microsoft.com/office/drawing/2014/main" id="{BD1FE4D2-484F-4718-BD78-66B22CBDB0BB}"/>
              </a:ext>
            </a:extLst>
          </p:cNvPr>
          <p:cNvGraphicFramePr>
            <a:graphicFrameLocks noChangeAspect="1"/>
          </p:cNvGraphicFramePr>
          <p:nvPr/>
        </p:nvGraphicFramePr>
        <p:xfrm>
          <a:off x="5426075" y="1411288"/>
          <a:ext cx="2674938" cy="1312862"/>
        </p:xfrm>
        <a:graphic>
          <a:graphicData uri="http://schemas.openxmlformats.org/presentationml/2006/ole">
            <mc:AlternateContent xmlns:mc="http://schemas.openxmlformats.org/markup-compatibility/2006">
              <mc:Choice xmlns:v="urn:schemas-microsoft-com:vml" Requires="v">
                <p:oleObj spid="_x0000_s651346" name="Equation" r:id="rId6" imgW="1396800" imgH="685800" progId="Equation.3">
                  <p:embed/>
                </p:oleObj>
              </mc:Choice>
              <mc:Fallback>
                <p:oleObj name="Equation" r:id="rId6" imgW="1396800" imgH="6858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26075" y="1411288"/>
                        <a:ext cx="2674938" cy="1312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268" name="Object 4">
            <a:extLst>
              <a:ext uri="{FF2B5EF4-FFF2-40B4-BE49-F238E27FC236}">
                <a16:creationId xmlns:a16="http://schemas.microsoft.com/office/drawing/2014/main" id="{2BCD82B8-F768-4D2E-A47C-04258644EF4B}"/>
              </a:ext>
            </a:extLst>
          </p:cNvPr>
          <p:cNvGraphicFramePr>
            <a:graphicFrameLocks noChangeAspect="1"/>
          </p:cNvGraphicFramePr>
          <p:nvPr/>
        </p:nvGraphicFramePr>
        <p:xfrm>
          <a:off x="1022350" y="4132263"/>
          <a:ext cx="5889625" cy="857250"/>
        </p:xfrm>
        <a:graphic>
          <a:graphicData uri="http://schemas.openxmlformats.org/presentationml/2006/ole">
            <mc:AlternateContent xmlns:mc="http://schemas.openxmlformats.org/markup-compatibility/2006">
              <mc:Choice xmlns:v="urn:schemas-microsoft-com:vml" Requires="v">
                <p:oleObj spid="_x0000_s651347" name="Equation" r:id="rId8" imgW="3543120" imgH="444240" progId="Equation.3">
                  <p:embed/>
                </p:oleObj>
              </mc:Choice>
              <mc:Fallback>
                <p:oleObj name="Equation" r:id="rId8" imgW="3543120" imgH="44424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2350" y="4132263"/>
                        <a:ext cx="5889625"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269" name="Object 5">
            <a:extLst>
              <a:ext uri="{FF2B5EF4-FFF2-40B4-BE49-F238E27FC236}">
                <a16:creationId xmlns:a16="http://schemas.microsoft.com/office/drawing/2014/main" id="{0778D5AE-1810-4C80-92F8-B651DC178477}"/>
              </a:ext>
            </a:extLst>
          </p:cNvPr>
          <p:cNvGraphicFramePr>
            <a:graphicFrameLocks noChangeAspect="1"/>
          </p:cNvGraphicFramePr>
          <p:nvPr/>
        </p:nvGraphicFramePr>
        <p:xfrm>
          <a:off x="1135063" y="5059363"/>
          <a:ext cx="3681412" cy="439737"/>
        </p:xfrm>
        <a:graphic>
          <a:graphicData uri="http://schemas.openxmlformats.org/presentationml/2006/ole">
            <mc:AlternateContent xmlns:mc="http://schemas.openxmlformats.org/markup-compatibility/2006">
              <mc:Choice xmlns:v="urn:schemas-microsoft-com:vml" Requires="v">
                <p:oleObj spid="_x0000_s651348" name="Equation" r:id="rId10" imgW="1904760" imgH="228600" progId="Equation.3">
                  <p:embed/>
                </p:oleObj>
              </mc:Choice>
              <mc:Fallback>
                <p:oleObj name="Equation" r:id="rId10" imgW="1904760" imgH="2286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35063" y="5059363"/>
                        <a:ext cx="3681412" cy="43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270" name="Object 6">
            <a:extLst>
              <a:ext uri="{FF2B5EF4-FFF2-40B4-BE49-F238E27FC236}">
                <a16:creationId xmlns:a16="http://schemas.microsoft.com/office/drawing/2014/main" id="{6974B307-9900-4462-BB06-90084C7126B8}"/>
              </a:ext>
            </a:extLst>
          </p:cNvPr>
          <p:cNvGraphicFramePr>
            <a:graphicFrameLocks noChangeAspect="1"/>
          </p:cNvGraphicFramePr>
          <p:nvPr/>
        </p:nvGraphicFramePr>
        <p:xfrm>
          <a:off x="1008063" y="2889250"/>
          <a:ext cx="5945187" cy="1258888"/>
        </p:xfrm>
        <a:graphic>
          <a:graphicData uri="http://schemas.openxmlformats.org/presentationml/2006/ole">
            <mc:AlternateContent xmlns:mc="http://schemas.openxmlformats.org/markup-compatibility/2006">
              <mc:Choice xmlns:v="urn:schemas-microsoft-com:vml" Requires="v">
                <p:oleObj spid="_x0000_s651349" name="Equation" r:id="rId12" imgW="2984400" imgH="660240" progId="Equation.DSMT4">
                  <p:embed/>
                </p:oleObj>
              </mc:Choice>
              <mc:Fallback>
                <p:oleObj name="Equation" r:id="rId12" imgW="2984400" imgH="660240" progId="Equation.DSMT4">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8063" y="2889250"/>
                        <a:ext cx="5945187" cy="1258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51271" name="Group 7">
            <a:extLst>
              <a:ext uri="{FF2B5EF4-FFF2-40B4-BE49-F238E27FC236}">
                <a16:creationId xmlns:a16="http://schemas.microsoft.com/office/drawing/2014/main" id="{2BF34A08-671A-4DEF-971D-3482FAA7630E}"/>
              </a:ext>
            </a:extLst>
          </p:cNvPr>
          <p:cNvGrpSpPr>
            <a:grpSpLocks/>
          </p:cNvGrpSpPr>
          <p:nvPr/>
        </p:nvGrpSpPr>
        <p:grpSpPr bwMode="auto">
          <a:xfrm>
            <a:off x="241300" y="165100"/>
            <a:ext cx="6172200" cy="481013"/>
            <a:chOff x="288" y="177"/>
            <a:chExt cx="3888" cy="303"/>
          </a:xfrm>
        </p:grpSpPr>
        <p:sp>
          <p:nvSpPr>
            <p:cNvPr id="651272" name="Text Box 8">
              <a:extLst>
                <a:ext uri="{FF2B5EF4-FFF2-40B4-BE49-F238E27FC236}">
                  <a16:creationId xmlns:a16="http://schemas.microsoft.com/office/drawing/2014/main" id="{379AEB50-8ABA-4D87-94B9-9EF915EBB602}"/>
                </a:ext>
              </a:extLst>
            </p:cNvPr>
            <p:cNvSpPr txBox="1">
              <a:spLocks noChangeArrowheads="1"/>
            </p:cNvSpPr>
            <p:nvPr/>
          </p:nvSpPr>
          <p:spPr bwMode="auto">
            <a:xfrm>
              <a:off x="288" y="192"/>
              <a:ext cx="2352" cy="288"/>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3333FF"/>
                  </a:solidFill>
                  <a:latin typeface="Times New Roman" panose="02020603050405020304" pitchFamily="18" charset="0"/>
                </a:rPr>
                <a:t>（</a:t>
              </a:r>
              <a:r>
                <a:rPr kumimoji="1" lang="en-US" altLang="zh-CN" sz="2400" b="1">
                  <a:solidFill>
                    <a:srgbClr val="3333FF"/>
                  </a:solidFill>
                  <a:latin typeface="Times New Roman" panose="02020603050405020304" pitchFamily="18" charset="0"/>
                </a:rPr>
                <a:t>c</a:t>
              </a:r>
              <a:r>
                <a:rPr kumimoji="1" lang="zh-CN" altLang="en-US" sz="2400" b="1">
                  <a:solidFill>
                    <a:srgbClr val="3333FF"/>
                  </a:solidFill>
                  <a:latin typeface="Times New Roman" panose="02020603050405020304" pitchFamily="18" charset="0"/>
                </a:rPr>
                <a:t>） 四次谐波单独作用</a:t>
              </a:r>
              <a:endParaRPr kumimoji="1" lang="zh-CN" altLang="en-US" sz="2400">
                <a:solidFill>
                  <a:srgbClr val="3333FF"/>
                </a:solidFill>
                <a:latin typeface="Times New Roman" panose="02020603050405020304" pitchFamily="18" charset="0"/>
              </a:endParaRPr>
            </a:p>
          </p:txBody>
        </p:sp>
        <p:graphicFrame>
          <p:nvGraphicFramePr>
            <p:cNvPr id="651273" name="Object 9">
              <a:extLst>
                <a:ext uri="{FF2B5EF4-FFF2-40B4-BE49-F238E27FC236}">
                  <a16:creationId xmlns:a16="http://schemas.microsoft.com/office/drawing/2014/main" id="{CB59EBF9-F009-4E1F-856F-590A49A3FD9D}"/>
                </a:ext>
              </a:extLst>
            </p:cNvPr>
            <p:cNvGraphicFramePr>
              <a:graphicFrameLocks noChangeAspect="1"/>
            </p:cNvGraphicFramePr>
            <p:nvPr/>
          </p:nvGraphicFramePr>
          <p:xfrm>
            <a:off x="2420" y="177"/>
            <a:ext cx="1756" cy="290"/>
          </p:xfrm>
          <a:graphic>
            <a:graphicData uri="http://schemas.openxmlformats.org/presentationml/2006/ole">
              <mc:AlternateContent xmlns:mc="http://schemas.openxmlformats.org/markup-compatibility/2006">
                <mc:Choice xmlns:v="urn:schemas-microsoft-com:vml" Requires="v">
                  <p:oleObj spid="_x0000_s651350" name="Equation" r:id="rId14" imgW="1307880" imgH="215640" progId="Equation.3">
                    <p:embed/>
                  </p:oleObj>
                </mc:Choice>
                <mc:Fallback>
                  <p:oleObj name="Equation" r:id="rId14" imgW="1307880" imgH="215640" progId="Equation.3">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20" y="177"/>
                          <a:ext cx="17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51274" name="Object 10">
            <a:extLst>
              <a:ext uri="{FF2B5EF4-FFF2-40B4-BE49-F238E27FC236}">
                <a16:creationId xmlns:a16="http://schemas.microsoft.com/office/drawing/2014/main" id="{D8DF40D7-896B-4A5A-B8D8-16292AEC5644}"/>
              </a:ext>
            </a:extLst>
          </p:cNvPr>
          <p:cNvGraphicFramePr>
            <a:graphicFrameLocks noChangeAspect="1"/>
          </p:cNvGraphicFramePr>
          <p:nvPr/>
        </p:nvGraphicFramePr>
        <p:xfrm>
          <a:off x="1139825" y="5661025"/>
          <a:ext cx="3941763" cy="806450"/>
        </p:xfrm>
        <a:graphic>
          <a:graphicData uri="http://schemas.openxmlformats.org/presentationml/2006/ole">
            <mc:AlternateContent xmlns:mc="http://schemas.openxmlformats.org/markup-compatibility/2006">
              <mc:Choice xmlns:v="urn:schemas-microsoft-com:vml" Requires="v">
                <p:oleObj spid="_x0000_s651351" name="Equation" r:id="rId16" imgW="1904760" imgH="419040" progId="Equation.3">
                  <p:embed/>
                </p:oleObj>
              </mc:Choice>
              <mc:Fallback>
                <p:oleObj name="Equation" r:id="rId16" imgW="1904760" imgH="419040" progId="Equation.3">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39825" y="5661025"/>
                        <a:ext cx="3941763"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51308" name="Group 44">
            <a:extLst>
              <a:ext uri="{FF2B5EF4-FFF2-40B4-BE49-F238E27FC236}">
                <a16:creationId xmlns:a16="http://schemas.microsoft.com/office/drawing/2014/main" id="{1AC87489-6134-4921-9DE9-514DA9BEABC4}"/>
              </a:ext>
            </a:extLst>
          </p:cNvPr>
          <p:cNvGrpSpPr>
            <a:grpSpLocks/>
          </p:cNvGrpSpPr>
          <p:nvPr/>
        </p:nvGrpSpPr>
        <p:grpSpPr bwMode="auto">
          <a:xfrm>
            <a:off x="935038" y="901700"/>
            <a:ext cx="3554412" cy="1416050"/>
            <a:chOff x="589" y="568"/>
            <a:chExt cx="2239" cy="892"/>
          </a:xfrm>
        </p:grpSpPr>
        <p:sp>
          <p:nvSpPr>
            <p:cNvPr id="651276" name="Oval 12">
              <a:extLst>
                <a:ext uri="{FF2B5EF4-FFF2-40B4-BE49-F238E27FC236}">
                  <a16:creationId xmlns:a16="http://schemas.microsoft.com/office/drawing/2014/main" id="{E91178D2-AA1A-481F-9725-601099432ABE}"/>
                </a:ext>
              </a:extLst>
            </p:cNvPr>
            <p:cNvSpPr>
              <a:spLocks noChangeArrowheads="1"/>
            </p:cNvSpPr>
            <p:nvPr/>
          </p:nvSpPr>
          <p:spPr bwMode="auto">
            <a:xfrm>
              <a:off x="589" y="932"/>
              <a:ext cx="240" cy="234"/>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51277" name="Group 13">
              <a:extLst>
                <a:ext uri="{FF2B5EF4-FFF2-40B4-BE49-F238E27FC236}">
                  <a16:creationId xmlns:a16="http://schemas.microsoft.com/office/drawing/2014/main" id="{7CDAC568-F96C-4E5D-A415-7224A1D70F34}"/>
                </a:ext>
              </a:extLst>
            </p:cNvPr>
            <p:cNvGrpSpPr>
              <a:grpSpLocks/>
            </p:cNvGrpSpPr>
            <p:nvPr/>
          </p:nvGrpSpPr>
          <p:grpSpPr bwMode="auto">
            <a:xfrm>
              <a:off x="1200" y="568"/>
              <a:ext cx="316" cy="69"/>
              <a:chOff x="1776" y="2304"/>
              <a:chExt cx="511" cy="114"/>
            </a:xfrm>
          </p:grpSpPr>
          <p:sp>
            <p:nvSpPr>
              <p:cNvPr id="651278" name="Arc 14">
                <a:extLst>
                  <a:ext uri="{FF2B5EF4-FFF2-40B4-BE49-F238E27FC236}">
                    <a16:creationId xmlns:a16="http://schemas.microsoft.com/office/drawing/2014/main" id="{2CC70B3A-E306-43CF-97F1-3741DAAE1687}"/>
                  </a:ext>
                </a:extLst>
              </p:cNvPr>
              <p:cNvSpPr>
                <a:spLocks/>
              </p:cNvSpPr>
              <p:nvPr/>
            </p:nvSpPr>
            <p:spPr bwMode="auto">
              <a:xfrm rot="16200000" flipV="1">
                <a:off x="1783"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79" name="Arc 15">
                <a:extLst>
                  <a:ext uri="{FF2B5EF4-FFF2-40B4-BE49-F238E27FC236}">
                    <a16:creationId xmlns:a16="http://schemas.microsoft.com/office/drawing/2014/main" id="{260B7E49-F030-4264-99A1-67436EED167D}"/>
                  </a:ext>
                </a:extLst>
              </p:cNvPr>
              <p:cNvSpPr>
                <a:spLocks/>
              </p:cNvSpPr>
              <p:nvPr/>
            </p:nvSpPr>
            <p:spPr bwMode="auto">
              <a:xfrm rot="16200000" flipV="1">
                <a:off x="1911"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0" name="Arc 16">
                <a:extLst>
                  <a:ext uri="{FF2B5EF4-FFF2-40B4-BE49-F238E27FC236}">
                    <a16:creationId xmlns:a16="http://schemas.microsoft.com/office/drawing/2014/main" id="{4165D2D4-381C-441B-AA50-AEB34E3C8346}"/>
                  </a:ext>
                </a:extLst>
              </p:cNvPr>
              <p:cNvSpPr>
                <a:spLocks/>
              </p:cNvSpPr>
              <p:nvPr/>
            </p:nvSpPr>
            <p:spPr bwMode="auto">
              <a:xfrm rot="16200000" flipV="1">
                <a:off x="2040"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1" name="Arc 17">
                <a:extLst>
                  <a:ext uri="{FF2B5EF4-FFF2-40B4-BE49-F238E27FC236}">
                    <a16:creationId xmlns:a16="http://schemas.microsoft.com/office/drawing/2014/main" id="{A768BF43-3866-4EB0-81C0-007C7787AAD5}"/>
                  </a:ext>
                </a:extLst>
              </p:cNvPr>
              <p:cNvSpPr>
                <a:spLocks/>
              </p:cNvSpPr>
              <p:nvPr/>
            </p:nvSpPr>
            <p:spPr bwMode="auto">
              <a:xfrm rot="16200000" flipV="1">
                <a:off x="2167"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51282" name="Group 18">
              <a:extLst>
                <a:ext uri="{FF2B5EF4-FFF2-40B4-BE49-F238E27FC236}">
                  <a16:creationId xmlns:a16="http://schemas.microsoft.com/office/drawing/2014/main" id="{D31D8ECC-C072-4926-BB0D-138CF9A1B1CA}"/>
                </a:ext>
              </a:extLst>
            </p:cNvPr>
            <p:cNvGrpSpPr>
              <a:grpSpLocks/>
            </p:cNvGrpSpPr>
            <p:nvPr/>
          </p:nvGrpSpPr>
          <p:grpSpPr bwMode="auto">
            <a:xfrm>
              <a:off x="1707" y="1026"/>
              <a:ext cx="216" cy="68"/>
              <a:chOff x="2016" y="1926"/>
              <a:chExt cx="180" cy="96"/>
            </a:xfrm>
          </p:grpSpPr>
          <p:sp>
            <p:nvSpPr>
              <p:cNvPr id="651283" name="Line 19">
                <a:extLst>
                  <a:ext uri="{FF2B5EF4-FFF2-40B4-BE49-F238E27FC236}">
                    <a16:creationId xmlns:a16="http://schemas.microsoft.com/office/drawing/2014/main" id="{43E602AF-A1E4-4C35-90AD-2153C43D4DCA}"/>
                  </a:ext>
                </a:extLst>
              </p:cNvPr>
              <p:cNvSpPr>
                <a:spLocks noChangeShapeType="1"/>
              </p:cNvSpPr>
              <p:nvPr/>
            </p:nvSpPr>
            <p:spPr bwMode="auto">
              <a:xfrm>
                <a:off x="2016" y="1926"/>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4" name="Line 20">
                <a:extLst>
                  <a:ext uri="{FF2B5EF4-FFF2-40B4-BE49-F238E27FC236}">
                    <a16:creationId xmlns:a16="http://schemas.microsoft.com/office/drawing/2014/main" id="{B006B865-050D-4FC5-866D-5A26F2AEEDC2}"/>
                  </a:ext>
                </a:extLst>
              </p:cNvPr>
              <p:cNvSpPr>
                <a:spLocks noChangeShapeType="1"/>
              </p:cNvSpPr>
              <p:nvPr/>
            </p:nvSpPr>
            <p:spPr bwMode="auto">
              <a:xfrm>
                <a:off x="2016" y="2022"/>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51285" name="Line 21">
              <a:extLst>
                <a:ext uri="{FF2B5EF4-FFF2-40B4-BE49-F238E27FC236}">
                  <a16:creationId xmlns:a16="http://schemas.microsoft.com/office/drawing/2014/main" id="{F8ECEDD3-E8A0-4691-866F-924E74F3FBA3}"/>
                </a:ext>
              </a:extLst>
            </p:cNvPr>
            <p:cNvSpPr>
              <a:spLocks noChangeShapeType="1"/>
            </p:cNvSpPr>
            <p:nvPr/>
          </p:nvSpPr>
          <p:spPr bwMode="auto">
            <a:xfrm>
              <a:off x="700" y="638"/>
              <a:ext cx="5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6" name="Line 22">
              <a:extLst>
                <a:ext uri="{FF2B5EF4-FFF2-40B4-BE49-F238E27FC236}">
                  <a16:creationId xmlns:a16="http://schemas.microsoft.com/office/drawing/2014/main" id="{BF57A2FA-7B9D-495F-BE53-389575D77CEF}"/>
                </a:ext>
              </a:extLst>
            </p:cNvPr>
            <p:cNvSpPr>
              <a:spLocks noChangeShapeType="1"/>
            </p:cNvSpPr>
            <p:nvPr/>
          </p:nvSpPr>
          <p:spPr bwMode="auto">
            <a:xfrm>
              <a:off x="1516" y="638"/>
              <a:ext cx="9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7" name="Line 23">
              <a:extLst>
                <a:ext uri="{FF2B5EF4-FFF2-40B4-BE49-F238E27FC236}">
                  <a16:creationId xmlns:a16="http://schemas.microsoft.com/office/drawing/2014/main" id="{C1B361E2-C9DE-47A1-9F0F-2ED042D7DA07}"/>
                </a:ext>
              </a:extLst>
            </p:cNvPr>
            <p:cNvSpPr>
              <a:spLocks noChangeShapeType="1"/>
            </p:cNvSpPr>
            <p:nvPr/>
          </p:nvSpPr>
          <p:spPr bwMode="auto">
            <a:xfrm>
              <a:off x="700" y="638"/>
              <a:ext cx="0" cy="8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8" name="Line 24">
              <a:extLst>
                <a:ext uri="{FF2B5EF4-FFF2-40B4-BE49-F238E27FC236}">
                  <a16:creationId xmlns:a16="http://schemas.microsoft.com/office/drawing/2014/main" id="{2C594886-7709-452E-8C17-94142FA57E11}"/>
                </a:ext>
              </a:extLst>
            </p:cNvPr>
            <p:cNvSpPr>
              <a:spLocks noChangeShapeType="1"/>
            </p:cNvSpPr>
            <p:nvPr/>
          </p:nvSpPr>
          <p:spPr bwMode="auto">
            <a:xfrm>
              <a:off x="700" y="1460"/>
              <a:ext cx="17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9" name="Line 25">
              <a:extLst>
                <a:ext uri="{FF2B5EF4-FFF2-40B4-BE49-F238E27FC236}">
                  <a16:creationId xmlns:a16="http://schemas.microsoft.com/office/drawing/2014/main" id="{8915434C-D3B0-437F-9211-E415F09A5804}"/>
                </a:ext>
              </a:extLst>
            </p:cNvPr>
            <p:cNvSpPr>
              <a:spLocks noChangeShapeType="1"/>
            </p:cNvSpPr>
            <p:nvPr/>
          </p:nvSpPr>
          <p:spPr bwMode="auto">
            <a:xfrm>
              <a:off x="2416" y="640"/>
              <a:ext cx="0" cy="8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90" name="Rectangle 26">
              <a:extLst>
                <a:ext uri="{FF2B5EF4-FFF2-40B4-BE49-F238E27FC236}">
                  <a16:creationId xmlns:a16="http://schemas.microsoft.com/office/drawing/2014/main" id="{3D06CAB9-B47E-4982-A4A8-13995F0DA824}"/>
                </a:ext>
              </a:extLst>
            </p:cNvPr>
            <p:cNvSpPr>
              <a:spLocks noChangeArrowheads="1"/>
            </p:cNvSpPr>
            <p:nvPr/>
          </p:nvSpPr>
          <p:spPr bwMode="auto">
            <a:xfrm>
              <a:off x="2369" y="937"/>
              <a:ext cx="96" cy="240"/>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51291" name="Line 27">
              <a:extLst>
                <a:ext uri="{FF2B5EF4-FFF2-40B4-BE49-F238E27FC236}">
                  <a16:creationId xmlns:a16="http://schemas.microsoft.com/office/drawing/2014/main" id="{6BE005FC-0B9E-413A-A446-1E04A809CF81}"/>
                </a:ext>
              </a:extLst>
            </p:cNvPr>
            <p:cNvSpPr>
              <a:spLocks noChangeShapeType="1"/>
            </p:cNvSpPr>
            <p:nvPr/>
          </p:nvSpPr>
          <p:spPr bwMode="auto">
            <a:xfrm>
              <a:off x="1822" y="640"/>
              <a:ext cx="0" cy="3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92" name="Line 28">
              <a:extLst>
                <a:ext uri="{FF2B5EF4-FFF2-40B4-BE49-F238E27FC236}">
                  <a16:creationId xmlns:a16="http://schemas.microsoft.com/office/drawing/2014/main" id="{C7AEAE0D-E46F-40D9-BD63-5ADE982B8A1A}"/>
                </a:ext>
              </a:extLst>
            </p:cNvPr>
            <p:cNvSpPr>
              <a:spLocks noChangeShapeType="1"/>
            </p:cNvSpPr>
            <p:nvPr/>
          </p:nvSpPr>
          <p:spPr bwMode="auto">
            <a:xfrm flipV="1">
              <a:off x="1828" y="1094"/>
              <a:ext cx="0" cy="36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93" name="Line 29">
              <a:extLst>
                <a:ext uri="{FF2B5EF4-FFF2-40B4-BE49-F238E27FC236}">
                  <a16:creationId xmlns:a16="http://schemas.microsoft.com/office/drawing/2014/main" id="{CC39D066-3FA5-419B-9595-527DDB8FA63F}"/>
                </a:ext>
              </a:extLst>
            </p:cNvPr>
            <p:cNvSpPr>
              <a:spLocks noChangeShapeType="1"/>
            </p:cNvSpPr>
            <p:nvPr/>
          </p:nvSpPr>
          <p:spPr bwMode="auto">
            <a:xfrm>
              <a:off x="804" y="1268"/>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51294" name="Group 30">
              <a:extLst>
                <a:ext uri="{FF2B5EF4-FFF2-40B4-BE49-F238E27FC236}">
                  <a16:creationId xmlns:a16="http://schemas.microsoft.com/office/drawing/2014/main" id="{E78C2175-759E-49F0-8375-76928976DB97}"/>
                </a:ext>
              </a:extLst>
            </p:cNvPr>
            <p:cNvGrpSpPr>
              <a:grpSpLocks/>
            </p:cNvGrpSpPr>
            <p:nvPr/>
          </p:nvGrpSpPr>
          <p:grpSpPr bwMode="auto">
            <a:xfrm>
              <a:off x="804" y="808"/>
              <a:ext cx="88" cy="88"/>
              <a:chOff x="1706" y="2449"/>
              <a:chExt cx="88" cy="88"/>
            </a:xfrm>
          </p:grpSpPr>
          <p:sp>
            <p:nvSpPr>
              <p:cNvPr id="651295" name="Line 31">
                <a:extLst>
                  <a:ext uri="{FF2B5EF4-FFF2-40B4-BE49-F238E27FC236}">
                    <a16:creationId xmlns:a16="http://schemas.microsoft.com/office/drawing/2014/main" id="{7E3829B6-EEC3-4A8E-B62D-5F26A438AA51}"/>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96" name="Line 32">
                <a:extLst>
                  <a:ext uri="{FF2B5EF4-FFF2-40B4-BE49-F238E27FC236}">
                    <a16:creationId xmlns:a16="http://schemas.microsoft.com/office/drawing/2014/main" id="{580630F2-7F46-4D6F-A527-3BF4FCB81043}"/>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51297" name="Text Box 33">
              <a:extLst>
                <a:ext uri="{FF2B5EF4-FFF2-40B4-BE49-F238E27FC236}">
                  <a16:creationId xmlns:a16="http://schemas.microsoft.com/office/drawing/2014/main" id="{C137BFB7-C186-4EF5-BE9A-D8991BCD1427}"/>
                </a:ext>
              </a:extLst>
            </p:cNvPr>
            <p:cNvSpPr txBox="1">
              <a:spLocks noChangeArrowheads="1"/>
            </p:cNvSpPr>
            <p:nvPr/>
          </p:nvSpPr>
          <p:spPr bwMode="auto">
            <a:xfrm>
              <a:off x="1147" y="608"/>
              <a:ext cx="4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X</a:t>
              </a:r>
              <a:r>
                <a:rPr kumimoji="1" lang="en-US" altLang="zh-CN" sz="2400" b="1" i="1" baseline="-25000">
                  <a:latin typeface="Times New Roman" panose="02020603050405020304" pitchFamily="18" charset="0"/>
                </a:rPr>
                <a:t>L</a:t>
              </a:r>
              <a:r>
                <a:rPr kumimoji="1" lang="en-US" altLang="zh-CN" sz="2400" b="1" baseline="-25000">
                  <a:latin typeface="Times New Roman" panose="02020603050405020304" pitchFamily="18" charset="0"/>
                </a:rPr>
                <a:t>4</a:t>
              </a:r>
              <a:endParaRPr kumimoji="1" lang="en-US" altLang="zh-CN" sz="2400" b="1" i="1" baseline="-25000">
                <a:latin typeface="Times New Roman" panose="02020603050405020304" pitchFamily="18" charset="0"/>
              </a:endParaRPr>
            </a:p>
          </p:txBody>
        </p:sp>
        <p:sp>
          <p:nvSpPr>
            <p:cNvPr id="651298" name="Text Box 34">
              <a:extLst>
                <a:ext uri="{FF2B5EF4-FFF2-40B4-BE49-F238E27FC236}">
                  <a16:creationId xmlns:a16="http://schemas.microsoft.com/office/drawing/2014/main" id="{9503931E-2856-40CC-BD6C-D850A4D03CE2}"/>
                </a:ext>
              </a:extLst>
            </p:cNvPr>
            <p:cNvSpPr txBox="1">
              <a:spLocks noChangeArrowheads="1"/>
            </p:cNvSpPr>
            <p:nvPr/>
          </p:nvSpPr>
          <p:spPr bwMode="auto">
            <a:xfrm>
              <a:off x="2131" y="91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R</a:t>
              </a:r>
            </a:p>
          </p:txBody>
        </p:sp>
        <p:grpSp>
          <p:nvGrpSpPr>
            <p:cNvPr id="651299" name="Group 35">
              <a:extLst>
                <a:ext uri="{FF2B5EF4-FFF2-40B4-BE49-F238E27FC236}">
                  <a16:creationId xmlns:a16="http://schemas.microsoft.com/office/drawing/2014/main" id="{9CD3CC83-08A2-40EB-A6F7-756942FFA605}"/>
                </a:ext>
              </a:extLst>
            </p:cNvPr>
            <p:cNvGrpSpPr>
              <a:grpSpLocks/>
            </p:cNvGrpSpPr>
            <p:nvPr/>
          </p:nvGrpSpPr>
          <p:grpSpPr bwMode="auto">
            <a:xfrm>
              <a:off x="2532" y="823"/>
              <a:ext cx="88" cy="88"/>
              <a:chOff x="1706" y="2449"/>
              <a:chExt cx="88" cy="88"/>
            </a:xfrm>
          </p:grpSpPr>
          <p:sp>
            <p:nvSpPr>
              <p:cNvPr id="651300" name="Line 36">
                <a:extLst>
                  <a:ext uri="{FF2B5EF4-FFF2-40B4-BE49-F238E27FC236}">
                    <a16:creationId xmlns:a16="http://schemas.microsoft.com/office/drawing/2014/main" id="{EB147252-EFBA-4760-80A2-30E365CBAE15}"/>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301" name="Line 37">
                <a:extLst>
                  <a:ext uri="{FF2B5EF4-FFF2-40B4-BE49-F238E27FC236}">
                    <a16:creationId xmlns:a16="http://schemas.microsoft.com/office/drawing/2014/main" id="{DAB24E2A-E534-4225-B1D3-CF035CCDC4FA}"/>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51302" name="Line 38">
              <a:extLst>
                <a:ext uri="{FF2B5EF4-FFF2-40B4-BE49-F238E27FC236}">
                  <a16:creationId xmlns:a16="http://schemas.microsoft.com/office/drawing/2014/main" id="{8913D725-D5D6-44C6-9249-DDF70210627F}"/>
                </a:ext>
              </a:extLst>
            </p:cNvPr>
            <p:cNvSpPr>
              <a:spLocks noChangeShapeType="1"/>
            </p:cNvSpPr>
            <p:nvPr/>
          </p:nvSpPr>
          <p:spPr bwMode="auto">
            <a:xfrm>
              <a:off x="2535" y="1247"/>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651303" name="Object 39">
              <a:extLst>
                <a:ext uri="{FF2B5EF4-FFF2-40B4-BE49-F238E27FC236}">
                  <a16:creationId xmlns:a16="http://schemas.microsoft.com/office/drawing/2014/main" id="{0F2B46BF-3735-490E-AB8D-4C1274A2F4C3}"/>
                </a:ext>
              </a:extLst>
            </p:cNvPr>
            <p:cNvGraphicFramePr>
              <a:graphicFrameLocks noChangeAspect="1"/>
            </p:cNvGraphicFramePr>
            <p:nvPr/>
          </p:nvGraphicFramePr>
          <p:xfrm>
            <a:off x="829" y="921"/>
            <a:ext cx="311" cy="268"/>
          </p:xfrm>
          <a:graphic>
            <a:graphicData uri="http://schemas.openxmlformats.org/presentationml/2006/ole">
              <mc:AlternateContent xmlns:mc="http://schemas.openxmlformats.org/markup-compatibility/2006">
                <mc:Choice xmlns:v="urn:schemas-microsoft-com:vml" Requires="v">
                  <p:oleObj spid="_x0000_s651352" name="Equation" r:id="rId18" imgW="279360" imgH="241200" progId="Equation.DSMT4">
                    <p:embed/>
                  </p:oleObj>
                </mc:Choice>
                <mc:Fallback>
                  <p:oleObj name="Equation" r:id="rId18" imgW="279360" imgH="241200" progId="Equation.DSMT4">
                    <p:embed/>
                    <p:pic>
                      <p:nvPicPr>
                        <p:cNvPr id="0" name="Object 3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29" y="921"/>
                          <a:ext cx="311"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304" name="Object 40">
              <a:extLst>
                <a:ext uri="{FF2B5EF4-FFF2-40B4-BE49-F238E27FC236}">
                  <a16:creationId xmlns:a16="http://schemas.microsoft.com/office/drawing/2014/main" id="{7F408069-30AD-4C7B-819B-DBAB4A87A946}"/>
                </a:ext>
              </a:extLst>
            </p:cNvPr>
            <p:cNvGraphicFramePr>
              <a:graphicFrameLocks noChangeAspect="1"/>
            </p:cNvGraphicFramePr>
            <p:nvPr/>
          </p:nvGraphicFramePr>
          <p:xfrm>
            <a:off x="2478" y="904"/>
            <a:ext cx="350" cy="302"/>
          </p:xfrm>
          <a:graphic>
            <a:graphicData uri="http://schemas.openxmlformats.org/presentationml/2006/ole">
              <mc:AlternateContent xmlns:mc="http://schemas.openxmlformats.org/markup-compatibility/2006">
                <mc:Choice xmlns:v="urn:schemas-microsoft-com:vml" Requires="v">
                  <p:oleObj spid="_x0000_s651353" name="Equation" r:id="rId20" imgW="279360" imgH="241200" progId="Equation.DSMT4">
                    <p:embed/>
                  </p:oleObj>
                </mc:Choice>
                <mc:Fallback>
                  <p:oleObj name="Equation" r:id="rId20" imgW="279360" imgH="241200" progId="Equation.DSMT4">
                    <p:embed/>
                    <p:pic>
                      <p:nvPicPr>
                        <p:cNvPr id="0" name="Object 4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78" y="904"/>
                          <a:ext cx="350"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1305" name="Text Box 41">
              <a:extLst>
                <a:ext uri="{FF2B5EF4-FFF2-40B4-BE49-F238E27FC236}">
                  <a16:creationId xmlns:a16="http://schemas.microsoft.com/office/drawing/2014/main" id="{982A1B91-093C-4F83-A579-B9BF4FDE8EA7}"/>
                </a:ext>
              </a:extLst>
            </p:cNvPr>
            <p:cNvSpPr txBox="1">
              <a:spLocks noChangeArrowheads="1"/>
            </p:cNvSpPr>
            <p:nvPr/>
          </p:nvSpPr>
          <p:spPr bwMode="auto">
            <a:xfrm>
              <a:off x="1288" y="912"/>
              <a:ext cx="4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X</a:t>
              </a:r>
              <a:r>
                <a:rPr kumimoji="1" lang="en-US" altLang="zh-CN" sz="2400" b="1" i="1" baseline="-25000">
                  <a:latin typeface="Times New Roman" panose="02020603050405020304" pitchFamily="18" charset="0"/>
                </a:rPr>
                <a:t>C</a:t>
              </a:r>
              <a:r>
                <a:rPr kumimoji="1" lang="en-US" altLang="zh-CN" sz="2400" b="1" baseline="-25000">
                  <a:latin typeface="Times New Roman" panose="02020603050405020304" pitchFamily="18" charset="0"/>
                </a:rPr>
                <a:t>4</a:t>
              </a:r>
              <a:endParaRPr kumimoji="1" lang="en-US" altLang="zh-CN" sz="2400" b="1" i="1" baseline="-2500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51270"/>
                                        </p:tgtEl>
                                        <p:attrNameLst>
                                          <p:attrName>style.visibility</p:attrName>
                                        </p:attrNameLst>
                                      </p:cBhvr>
                                      <p:to>
                                        <p:strVal val="visible"/>
                                      </p:to>
                                    </p:set>
                                    <p:animEffect transition="in" filter="dissolve">
                                      <p:cBhvr>
                                        <p:cTn id="7" dur="500"/>
                                        <p:tgtEl>
                                          <p:spTgt spid="6512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51266"/>
                                        </p:tgtEl>
                                        <p:attrNameLst>
                                          <p:attrName>style.visibility</p:attrName>
                                        </p:attrNameLst>
                                      </p:cBhvr>
                                      <p:to>
                                        <p:strVal val="visible"/>
                                      </p:to>
                                    </p:set>
                                    <p:animEffect transition="in" filter="dissolve">
                                      <p:cBhvr>
                                        <p:cTn id="12" dur="500"/>
                                        <p:tgtEl>
                                          <p:spTgt spid="6512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51267"/>
                                        </p:tgtEl>
                                        <p:attrNameLst>
                                          <p:attrName>style.visibility</p:attrName>
                                        </p:attrNameLst>
                                      </p:cBhvr>
                                      <p:to>
                                        <p:strVal val="visible"/>
                                      </p:to>
                                    </p:set>
                                    <p:animEffect transition="in" filter="dissolve">
                                      <p:cBhvr>
                                        <p:cTn id="17" dur="500"/>
                                        <p:tgtEl>
                                          <p:spTgt spid="6512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51268"/>
                                        </p:tgtEl>
                                        <p:attrNameLst>
                                          <p:attrName>style.visibility</p:attrName>
                                        </p:attrNameLst>
                                      </p:cBhvr>
                                      <p:to>
                                        <p:strVal val="visible"/>
                                      </p:to>
                                    </p:set>
                                    <p:animEffect transition="in" filter="dissolve">
                                      <p:cBhvr>
                                        <p:cTn id="22" dur="500"/>
                                        <p:tgtEl>
                                          <p:spTgt spid="6512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51269"/>
                                        </p:tgtEl>
                                        <p:attrNameLst>
                                          <p:attrName>style.visibility</p:attrName>
                                        </p:attrNameLst>
                                      </p:cBhvr>
                                      <p:to>
                                        <p:strVal val="visible"/>
                                      </p:to>
                                    </p:set>
                                    <p:animEffect transition="in" filter="dissolve">
                                      <p:cBhvr>
                                        <p:cTn id="27" dur="500"/>
                                        <p:tgtEl>
                                          <p:spTgt spid="65126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51274"/>
                                        </p:tgtEl>
                                        <p:attrNameLst>
                                          <p:attrName>style.visibility</p:attrName>
                                        </p:attrNameLst>
                                      </p:cBhvr>
                                      <p:to>
                                        <p:strVal val="visible"/>
                                      </p:to>
                                    </p:set>
                                    <p:animEffect transition="in" filter="dissolve">
                                      <p:cBhvr>
                                        <p:cTn id="32" dur="500"/>
                                        <p:tgtEl>
                                          <p:spTgt spid="651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2290" name="Object 2">
            <a:extLst>
              <a:ext uri="{FF2B5EF4-FFF2-40B4-BE49-F238E27FC236}">
                <a16:creationId xmlns:a16="http://schemas.microsoft.com/office/drawing/2014/main" id="{ADFDE524-4F45-40ED-9E54-E4CF09519AFF}"/>
              </a:ext>
            </a:extLst>
          </p:cNvPr>
          <p:cNvGraphicFramePr>
            <a:graphicFrameLocks noChangeAspect="1"/>
          </p:cNvGraphicFramePr>
          <p:nvPr/>
        </p:nvGraphicFramePr>
        <p:xfrm>
          <a:off x="1368425" y="4905375"/>
          <a:ext cx="2208213" cy="519113"/>
        </p:xfrm>
        <a:graphic>
          <a:graphicData uri="http://schemas.openxmlformats.org/presentationml/2006/ole">
            <mc:AlternateContent xmlns:mc="http://schemas.openxmlformats.org/markup-compatibility/2006">
              <mc:Choice xmlns:v="urn:schemas-microsoft-com:vml" Requires="v">
                <p:oleObj spid="_x0000_s652330" name="Equation" r:id="rId4" imgW="1015920" imgH="228600" progId="Equation.3">
                  <p:embed/>
                </p:oleObj>
              </mc:Choice>
              <mc:Fallback>
                <p:oleObj name="Equation" r:id="rId4" imgW="101592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8425" y="4905375"/>
                        <a:ext cx="2208213" cy="519113"/>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2291" name="Object 3">
            <a:extLst>
              <a:ext uri="{FF2B5EF4-FFF2-40B4-BE49-F238E27FC236}">
                <a16:creationId xmlns:a16="http://schemas.microsoft.com/office/drawing/2014/main" id="{7211AE03-B2BC-4CB3-BE7E-061D8BC289B4}"/>
              </a:ext>
            </a:extLst>
          </p:cNvPr>
          <p:cNvGraphicFramePr>
            <a:graphicFrameLocks noChangeAspect="1"/>
          </p:cNvGraphicFramePr>
          <p:nvPr/>
        </p:nvGraphicFramePr>
        <p:xfrm>
          <a:off x="1692275" y="5445125"/>
          <a:ext cx="4776788" cy="454025"/>
        </p:xfrm>
        <a:graphic>
          <a:graphicData uri="http://schemas.openxmlformats.org/presentationml/2006/ole">
            <mc:AlternateContent xmlns:mc="http://schemas.openxmlformats.org/markup-compatibility/2006">
              <mc:Choice xmlns:v="urn:schemas-microsoft-com:vml" Requires="v">
                <p:oleObj spid="_x0000_s652331" name="Equation" r:id="rId6" imgW="2501640" imgH="228600" progId="Equation.3">
                  <p:embed/>
                </p:oleObj>
              </mc:Choice>
              <mc:Fallback>
                <p:oleObj name="Equation" r:id="rId6" imgW="2501640" imgH="228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5445125"/>
                        <a:ext cx="4776788"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2292" name="Object 4">
            <a:extLst>
              <a:ext uri="{FF2B5EF4-FFF2-40B4-BE49-F238E27FC236}">
                <a16:creationId xmlns:a16="http://schemas.microsoft.com/office/drawing/2014/main" id="{AD5EBB22-EE58-4A66-B998-C015AE709623}"/>
              </a:ext>
            </a:extLst>
          </p:cNvPr>
          <p:cNvGraphicFramePr>
            <a:graphicFrameLocks noChangeAspect="1"/>
          </p:cNvGraphicFramePr>
          <p:nvPr/>
        </p:nvGraphicFramePr>
        <p:xfrm>
          <a:off x="1116013" y="765175"/>
          <a:ext cx="3128962" cy="552450"/>
        </p:xfrm>
        <a:graphic>
          <a:graphicData uri="http://schemas.openxmlformats.org/presentationml/2006/ole">
            <mc:AlternateContent xmlns:mc="http://schemas.openxmlformats.org/markup-compatibility/2006">
              <mc:Choice xmlns:v="urn:schemas-microsoft-com:vml" Requires="v">
                <p:oleObj spid="_x0000_s652332" name="Equation" r:id="rId8" imgW="1282680" imgH="228600" progId="Equation.3">
                  <p:embed/>
                </p:oleObj>
              </mc:Choice>
              <mc:Fallback>
                <p:oleObj name="Equation" r:id="rId8" imgW="1282680" imgH="2286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765175"/>
                        <a:ext cx="3128962"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2293" name="Object 5">
            <a:extLst>
              <a:ext uri="{FF2B5EF4-FFF2-40B4-BE49-F238E27FC236}">
                <a16:creationId xmlns:a16="http://schemas.microsoft.com/office/drawing/2014/main" id="{3421DA98-BB51-476E-8F49-3E37D147CF9C}"/>
              </a:ext>
            </a:extLst>
          </p:cNvPr>
          <p:cNvGraphicFramePr>
            <a:graphicFrameLocks noChangeAspect="1"/>
          </p:cNvGraphicFramePr>
          <p:nvPr/>
        </p:nvGraphicFramePr>
        <p:xfrm>
          <a:off x="1655763" y="1449388"/>
          <a:ext cx="7156450" cy="493712"/>
        </p:xfrm>
        <a:graphic>
          <a:graphicData uri="http://schemas.openxmlformats.org/presentationml/2006/ole">
            <mc:AlternateContent xmlns:mc="http://schemas.openxmlformats.org/markup-compatibility/2006">
              <mc:Choice xmlns:v="urn:schemas-microsoft-com:vml" Requires="v">
                <p:oleObj spid="_x0000_s652333" name="Equation" r:id="rId10" imgW="3327120" imgH="228600" progId="Equation.3">
                  <p:embed/>
                </p:oleObj>
              </mc:Choice>
              <mc:Fallback>
                <p:oleObj name="Equation" r:id="rId10" imgW="3327120" imgH="2286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55763" y="1449388"/>
                        <a:ext cx="7156450"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2295" name="Object 7">
            <a:extLst>
              <a:ext uri="{FF2B5EF4-FFF2-40B4-BE49-F238E27FC236}">
                <a16:creationId xmlns:a16="http://schemas.microsoft.com/office/drawing/2014/main" id="{6C369EDC-B0CA-4B77-BEB2-35F1DDF5DABA}"/>
              </a:ext>
            </a:extLst>
          </p:cNvPr>
          <p:cNvGraphicFramePr>
            <a:graphicFrameLocks noChangeAspect="1"/>
          </p:cNvGraphicFramePr>
          <p:nvPr/>
        </p:nvGraphicFramePr>
        <p:xfrm>
          <a:off x="1770063" y="3708400"/>
          <a:ext cx="4276725" cy="498475"/>
        </p:xfrm>
        <a:graphic>
          <a:graphicData uri="http://schemas.openxmlformats.org/presentationml/2006/ole">
            <mc:AlternateContent xmlns:mc="http://schemas.openxmlformats.org/markup-compatibility/2006">
              <mc:Choice xmlns:v="urn:schemas-microsoft-com:vml" Requires="v">
                <p:oleObj spid="_x0000_s652334" name="Equation" r:id="rId12" imgW="2070000" imgH="241200" progId="Equation.3">
                  <p:embed/>
                </p:oleObj>
              </mc:Choice>
              <mc:Fallback>
                <p:oleObj name="Equation" r:id="rId12" imgW="2070000" imgH="241200"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70063" y="3708400"/>
                        <a:ext cx="4276725" cy="4984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2296" name="Object 8">
            <a:extLst>
              <a:ext uri="{FF2B5EF4-FFF2-40B4-BE49-F238E27FC236}">
                <a16:creationId xmlns:a16="http://schemas.microsoft.com/office/drawing/2014/main" id="{01746733-EBEA-42CF-83D1-3E3F89BDFD73}"/>
              </a:ext>
            </a:extLst>
          </p:cNvPr>
          <p:cNvGraphicFramePr>
            <a:graphicFrameLocks noChangeAspect="1"/>
          </p:cNvGraphicFramePr>
          <p:nvPr/>
        </p:nvGraphicFramePr>
        <p:xfrm>
          <a:off x="1331913" y="2636838"/>
          <a:ext cx="3709987" cy="933450"/>
        </p:xfrm>
        <a:graphic>
          <a:graphicData uri="http://schemas.openxmlformats.org/presentationml/2006/ole">
            <mc:AlternateContent xmlns:mc="http://schemas.openxmlformats.org/markup-compatibility/2006">
              <mc:Choice xmlns:v="urn:schemas-microsoft-com:vml" Requires="v">
                <p:oleObj spid="_x0000_s652335" name="Equation" r:id="rId14" imgW="1866600" imgH="469800" progId="Equation.3">
                  <p:embed/>
                </p:oleObj>
              </mc:Choice>
              <mc:Fallback>
                <p:oleObj name="Equation" r:id="rId14" imgW="1866600" imgH="46980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31913" y="2636838"/>
                        <a:ext cx="3709987" cy="9334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2303" name="Rectangle 15">
            <a:extLst>
              <a:ext uri="{FF2B5EF4-FFF2-40B4-BE49-F238E27FC236}">
                <a16:creationId xmlns:a16="http://schemas.microsoft.com/office/drawing/2014/main" id="{DB0929D4-4303-4B0C-A535-FA3CC1261792}"/>
              </a:ext>
            </a:extLst>
          </p:cNvPr>
          <p:cNvSpPr>
            <a:spLocks noChangeArrowheads="1"/>
          </p:cNvSpPr>
          <p:nvPr/>
        </p:nvSpPr>
        <p:spPr bwMode="auto">
          <a:xfrm>
            <a:off x="179388" y="260350"/>
            <a:ext cx="4425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latin typeface="宋体" panose="02010600030101010101" pitchFamily="2" charset="-122"/>
                <a:sym typeface="Wingdings" panose="05000000000000000000" pitchFamily="2" charset="2"/>
              </a:rPr>
              <a:t>电阻</a:t>
            </a:r>
            <a:r>
              <a:rPr kumimoji="1" lang="en-US" altLang="zh-CN" sz="2400" b="1" i="1">
                <a:latin typeface="Times New Roman" panose="02020603050405020304" pitchFamily="18" charset="0"/>
                <a:sym typeface="Wingdings" panose="05000000000000000000" pitchFamily="2" charset="2"/>
              </a:rPr>
              <a:t>R</a:t>
            </a:r>
            <a:r>
              <a:rPr kumimoji="1" lang="zh-CN" altLang="en-US" sz="2400" b="1">
                <a:latin typeface="宋体" panose="02010600030101010101" pitchFamily="2" charset="-122"/>
                <a:sym typeface="Wingdings" panose="05000000000000000000" pitchFamily="2" charset="2"/>
              </a:rPr>
              <a:t>上电压的瞬时值</a:t>
            </a:r>
            <a:r>
              <a:rPr kumimoji="1" lang="zh-CN" altLang="en-US" sz="2400" b="1">
                <a:latin typeface="Times New Roman" panose="02020603050405020304" pitchFamily="18" charset="0"/>
                <a:sym typeface="Wingdings" panose="05000000000000000000" pitchFamily="2" charset="2"/>
              </a:rPr>
              <a:t>为</a:t>
            </a:r>
            <a:endParaRPr kumimoji="1" lang="zh-CN" altLang="en-US" sz="2400" b="1" i="1">
              <a:latin typeface="宋体" panose="02010600030101010101" pitchFamily="2" charset="-122"/>
              <a:sym typeface="Wingdings" panose="05000000000000000000" pitchFamily="2" charset="2"/>
            </a:endParaRPr>
          </a:p>
        </p:txBody>
      </p:sp>
      <p:sp>
        <p:nvSpPr>
          <p:cNvPr id="652304" name="Rectangle 16">
            <a:extLst>
              <a:ext uri="{FF2B5EF4-FFF2-40B4-BE49-F238E27FC236}">
                <a16:creationId xmlns:a16="http://schemas.microsoft.com/office/drawing/2014/main" id="{2DD3AE61-99C3-4D67-A1F8-8DFF5F926F02}"/>
              </a:ext>
            </a:extLst>
          </p:cNvPr>
          <p:cNvSpPr>
            <a:spLocks noChangeArrowheads="1"/>
          </p:cNvSpPr>
          <p:nvPr/>
        </p:nvSpPr>
        <p:spPr bwMode="auto">
          <a:xfrm>
            <a:off x="611188" y="2133600"/>
            <a:ext cx="338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1" lang="zh-CN" altLang="en-US" sz="2400" b="1">
                <a:latin typeface="宋体" panose="02010600030101010101" pitchFamily="2" charset="-122"/>
                <a:sym typeface="Wingdings" panose="05000000000000000000" pitchFamily="2" charset="2"/>
              </a:rPr>
              <a:t>电压</a:t>
            </a:r>
            <a:r>
              <a:rPr kumimoji="1" lang="en-US" altLang="zh-CN" sz="2400" b="1" i="1">
                <a:latin typeface="Times New Roman" panose="02020603050405020304" pitchFamily="18" charset="0"/>
                <a:sym typeface="Wingdings" panose="05000000000000000000" pitchFamily="2" charset="2"/>
              </a:rPr>
              <a:t>u</a:t>
            </a:r>
            <a:r>
              <a:rPr kumimoji="1" lang="en-US" altLang="zh-CN" sz="2400" b="1" i="1" baseline="-25000">
                <a:latin typeface="Times New Roman" panose="02020603050405020304" pitchFamily="18" charset="0"/>
                <a:sym typeface="Wingdings" panose="05000000000000000000" pitchFamily="2" charset="2"/>
              </a:rPr>
              <a:t>R</a:t>
            </a:r>
            <a:r>
              <a:rPr kumimoji="1" lang="zh-CN" altLang="en-US" sz="2400" b="1">
                <a:latin typeface="宋体" panose="02010600030101010101" pitchFamily="2" charset="-122"/>
                <a:sym typeface="Wingdings" panose="05000000000000000000" pitchFamily="2" charset="2"/>
              </a:rPr>
              <a:t>的有效值为</a:t>
            </a:r>
            <a:endParaRPr kumimoji="1" lang="zh-CN" altLang="en-US" sz="2400" b="1" i="1">
              <a:latin typeface="宋体" panose="02010600030101010101" pitchFamily="2" charset="-122"/>
              <a:sym typeface="Wingdings" panose="05000000000000000000" pitchFamily="2" charset="2"/>
            </a:endParaRPr>
          </a:p>
        </p:txBody>
      </p:sp>
      <p:sp>
        <p:nvSpPr>
          <p:cNvPr id="652305" name="Text Box 17">
            <a:extLst>
              <a:ext uri="{FF2B5EF4-FFF2-40B4-BE49-F238E27FC236}">
                <a16:creationId xmlns:a16="http://schemas.microsoft.com/office/drawing/2014/main" id="{3867A314-68B6-44A9-86FD-07D83D0E8184}"/>
              </a:ext>
            </a:extLst>
          </p:cNvPr>
          <p:cNvSpPr txBox="1">
            <a:spLocks noChangeArrowheads="1"/>
          </p:cNvSpPr>
          <p:nvPr/>
        </p:nvSpPr>
        <p:spPr bwMode="auto">
          <a:xfrm>
            <a:off x="611188" y="4292600"/>
            <a:ext cx="414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1" lang="zh-CN" altLang="en-US" sz="2400" b="1">
                <a:latin typeface="宋体" panose="02010600030101010101" pitchFamily="2" charset="-122"/>
                <a:sym typeface="Wingdings" panose="05000000000000000000" pitchFamily="2" charset="2"/>
              </a:rPr>
              <a:t>电阻</a:t>
            </a:r>
            <a:r>
              <a:rPr kumimoji="1" lang="en-US" altLang="zh-CN" sz="2400" b="1" i="1">
                <a:latin typeface="Times New Roman" panose="02020603050405020304" pitchFamily="18" charset="0"/>
                <a:sym typeface="Wingdings" panose="05000000000000000000" pitchFamily="2" charset="2"/>
              </a:rPr>
              <a:t>R</a:t>
            </a:r>
            <a:r>
              <a:rPr kumimoji="1" lang="zh-CN" altLang="en-US" sz="2400" b="1">
                <a:latin typeface="Times New Roman" panose="02020603050405020304" pitchFamily="18" charset="0"/>
                <a:sym typeface="Wingdings" panose="05000000000000000000" pitchFamily="2" charset="2"/>
              </a:rPr>
              <a:t>消耗的的平均功率为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52292"/>
                                        </p:tgtEl>
                                        <p:attrNameLst>
                                          <p:attrName>style.visibility</p:attrName>
                                        </p:attrNameLst>
                                      </p:cBhvr>
                                      <p:to>
                                        <p:strVal val="visible"/>
                                      </p:to>
                                    </p:set>
                                    <p:animEffect transition="in" filter="blinds(horizontal)">
                                      <p:cBhvr>
                                        <p:cTn id="7" dur="500"/>
                                        <p:tgtEl>
                                          <p:spTgt spid="652292"/>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652293"/>
                                        </p:tgtEl>
                                        <p:attrNameLst>
                                          <p:attrName>style.visibility</p:attrName>
                                        </p:attrNameLst>
                                      </p:cBhvr>
                                      <p:to>
                                        <p:strVal val="visible"/>
                                      </p:to>
                                    </p:set>
                                    <p:animEffect transition="in" filter="blinds(horizontal)">
                                      <p:cBhvr>
                                        <p:cTn id="11" dur="500"/>
                                        <p:tgtEl>
                                          <p:spTgt spid="65229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1" fill="hold" grpId="0" nodeType="clickEffect">
                                  <p:stCondLst>
                                    <p:cond delay="0"/>
                                  </p:stCondLst>
                                  <p:childTnLst>
                                    <p:set>
                                      <p:cBhvr>
                                        <p:cTn id="15" dur="1" fill="hold">
                                          <p:stCondLst>
                                            <p:cond delay="0"/>
                                          </p:stCondLst>
                                        </p:cTn>
                                        <p:tgtEl>
                                          <p:spTgt spid="652304"/>
                                        </p:tgtEl>
                                        <p:attrNameLst>
                                          <p:attrName>style.visibility</p:attrName>
                                        </p:attrNameLst>
                                      </p:cBhvr>
                                      <p:to>
                                        <p:strVal val="visible"/>
                                      </p:to>
                                    </p:set>
                                    <p:animEffect transition="in" filter="slide(fromTop)">
                                      <p:cBhvr>
                                        <p:cTn id="16" dur="500"/>
                                        <p:tgtEl>
                                          <p:spTgt spid="65230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652296"/>
                                        </p:tgtEl>
                                        <p:attrNameLst>
                                          <p:attrName>style.visibility</p:attrName>
                                        </p:attrNameLst>
                                      </p:cBhvr>
                                      <p:to>
                                        <p:strVal val="visible"/>
                                      </p:to>
                                    </p:set>
                                    <p:animEffect transition="in" filter="blinds(horizontal)">
                                      <p:cBhvr>
                                        <p:cTn id="21" dur="500"/>
                                        <p:tgtEl>
                                          <p:spTgt spid="652296"/>
                                        </p:tgtEl>
                                      </p:cBhvr>
                                    </p:animEffect>
                                  </p:childTnLst>
                                </p:cTn>
                              </p:par>
                            </p:childTnLst>
                          </p:cTn>
                        </p:par>
                        <p:par>
                          <p:cTn id="22" fill="hold" nodeType="afterGroup">
                            <p:stCondLst>
                              <p:cond delay="500"/>
                            </p:stCondLst>
                            <p:childTnLst>
                              <p:par>
                                <p:cTn id="23" presetID="3" presetClass="entr" presetSubtype="10" fill="hold" nodeType="afterEffect">
                                  <p:stCondLst>
                                    <p:cond delay="100"/>
                                  </p:stCondLst>
                                  <p:childTnLst>
                                    <p:set>
                                      <p:cBhvr>
                                        <p:cTn id="24" dur="1" fill="hold">
                                          <p:stCondLst>
                                            <p:cond delay="0"/>
                                          </p:stCondLst>
                                        </p:cTn>
                                        <p:tgtEl>
                                          <p:spTgt spid="652295"/>
                                        </p:tgtEl>
                                        <p:attrNameLst>
                                          <p:attrName>style.visibility</p:attrName>
                                        </p:attrNameLst>
                                      </p:cBhvr>
                                      <p:to>
                                        <p:strVal val="visible"/>
                                      </p:to>
                                    </p:set>
                                    <p:animEffect transition="in" filter="blinds(horizontal)">
                                      <p:cBhvr>
                                        <p:cTn id="25" dur="500"/>
                                        <p:tgtEl>
                                          <p:spTgt spid="65229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1" fill="hold" grpId="0" nodeType="clickEffect">
                                  <p:stCondLst>
                                    <p:cond delay="0"/>
                                  </p:stCondLst>
                                  <p:childTnLst>
                                    <p:set>
                                      <p:cBhvr>
                                        <p:cTn id="29" dur="1" fill="hold">
                                          <p:stCondLst>
                                            <p:cond delay="0"/>
                                          </p:stCondLst>
                                        </p:cTn>
                                        <p:tgtEl>
                                          <p:spTgt spid="652305"/>
                                        </p:tgtEl>
                                        <p:attrNameLst>
                                          <p:attrName>style.visibility</p:attrName>
                                        </p:attrNameLst>
                                      </p:cBhvr>
                                      <p:to>
                                        <p:strVal val="visible"/>
                                      </p:to>
                                    </p:set>
                                    <p:animEffect transition="in" filter="slide(fromTop)">
                                      <p:cBhvr>
                                        <p:cTn id="30" dur="500"/>
                                        <p:tgtEl>
                                          <p:spTgt spid="65230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652290"/>
                                        </p:tgtEl>
                                        <p:attrNameLst>
                                          <p:attrName>style.visibility</p:attrName>
                                        </p:attrNameLst>
                                      </p:cBhvr>
                                      <p:to>
                                        <p:strVal val="visible"/>
                                      </p:to>
                                    </p:set>
                                    <p:animEffect transition="in" filter="blinds(horizontal)">
                                      <p:cBhvr>
                                        <p:cTn id="35" dur="500"/>
                                        <p:tgtEl>
                                          <p:spTgt spid="652290"/>
                                        </p:tgtEl>
                                      </p:cBhvr>
                                    </p:animEffect>
                                  </p:childTnLst>
                                </p:cTn>
                              </p:par>
                            </p:childTnLst>
                          </p:cTn>
                        </p:par>
                        <p:par>
                          <p:cTn id="36" fill="hold" nodeType="afterGroup">
                            <p:stCondLst>
                              <p:cond delay="500"/>
                            </p:stCondLst>
                            <p:childTnLst>
                              <p:par>
                                <p:cTn id="37" presetID="3" presetClass="entr" presetSubtype="10" fill="hold" nodeType="afterEffect">
                                  <p:stCondLst>
                                    <p:cond delay="0"/>
                                  </p:stCondLst>
                                  <p:childTnLst>
                                    <p:set>
                                      <p:cBhvr>
                                        <p:cTn id="38" dur="1" fill="hold">
                                          <p:stCondLst>
                                            <p:cond delay="0"/>
                                          </p:stCondLst>
                                        </p:cTn>
                                        <p:tgtEl>
                                          <p:spTgt spid="652291"/>
                                        </p:tgtEl>
                                        <p:attrNameLst>
                                          <p:attrName>style.visibility</p:attrName>
                                        </p:attrNameLst>
                                      </p:cBhvr>
                                      <p:to>
                                        <p:strVal val="visible"/>
                                      </p:to>
                                    </p:set>
                                    <p:animEffect transition="in" filter="blinds(horizontal)">
                                      <p:cBhvr>
                                        <p:cTn id="39" dur="500"/>
                                        <p:tgtEl>
                                          <p:spTgt spid="65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304" grpId="0"/>
      <p:bldP spid="65230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628650" y="-8733"/>
            <a:ext cx="7886700" cy="1325563"/>
          </a:xfrm>
        </p:spPr>
        <p:txBody>
          <a:bodyPr/>
          <a:lstStyle/>
          <a:p>
            <a:pPr algn="ctr"/>
            <a:r>
              <a:rPr lang="zh-CN" altLang="en-US" dirty="0"/>
              <a:t>作业</a:t>
            </a:r>
          </a:p>
        </p:txBody>
      </p:sp>
      <p:sp>
        <p:nvSpPr>
          <p:cNvPr id="44035" name="内容占位符 2"/>
          <p:cNvSpPr>
            <a:spLocks noGrp="1"/>
          </p:cNvSpPr>
          <p:nvPr>
            <p:ph idx="1"/>
          </p:nvPr>
        </p:nvSpPr>
        <p:spPr>
          <a:xfrm>
            <a:off x="380372" y="1124744"/>
            <a:ext cx="8294688" cy="5181600"/>
          </a:xfrm>
        </p:spPr>
        <p:txBody>
          <a:bodyPr/>
          <a:lstStyle/>
          <a:p>
            <a:r>
              <a:rPr lang="en-US" altLang="zh-CN" dirty="0"/>
              <a:t>16.2</a:t>
            </a:r>
            <a:r>
              <a:rPr lang="zh-CN" altLang="en-US" dirty="0"/>
              <a:t>节：</a:t>
            </a:r>
            <a:r>
              <a:rPr lang="en-US" altLang="zh-CN" dirty="0"/>
              <a:t>16-2</a:t>
            </a:r>
          </a:p>
          <a:p>
            <a:r>
              <a:rPr lang="en-US" altLang="zh-CN" dirty="0"/>
              <a:t>16.3</a:t>
            </a:r>
            <a:r>
              <a:rPr lang="zh-CN" altLang="en-US" dirty="0"/>
              <a:t>节：</a:t>
            </a:r>
            <a:r>
              <a:rPr lang="en-US" altLang="zh-CN" dirty="0"/>
              <a:t>16-11</a:t>
            </a:r>
            <a:r>
              <a:rPr lang="zh-CN" altLang="en-US" dirty="0"/>
              <a:t>，</a:t>
            </a:r>
            <a:r>
              <a:rPr lang="en-US" altLang="zh-CN" dirty="0"/>
              <a:t>16-16</a:t>
            </a:r>
          </a:p>
          <a:p>
            <a:r>
              <a:rPr lang="en-US" altLang="zh-CN" dirty="0"/>
              <a:t>16.4</a:t>
            </a:r>
            <a:r>
              <a:rPr lang="zh-CN" altLang="en-US" dirty="0"/>
              <a:t>节：</a:t>
            </a:r>
            <a:r>
              <a:rPr lang="en-US" altLang="zh-CN" dirty="0"/>
              <a:t>16-26</a:t>
            </a:r>
          </a:p>
          <a:p>
            <a:r>
              <a:rPr lang="en-US" altLang="zh-CN" dirty="0"/>
              <a:t>16.5</a:t>
            </a:r>
            <a:r>
              <a:rPr lang="zh-CN" altLang="en-US" dirty="0"/>
              <a:t>节：</a:t>
            </a:r>
            <a:r>
              <a:rPr lang="en-US" altLang="zh-CN" dirty="0"/>
              <a:t>16-30</a:t>
            </a:r>
          </a:p>
          <a:p>
            <a:r>
              <a:rPr lang="zh-CN" altLang="en-US" dirty="0"/>
              <a:t>综合</a:t>
            </a:r>
            <a:r>
              <a:rPr lang="zh-CN" altLang="en-US" dirty="0" smtClean="0"/>
              <a:t>：</a:t>
            </a:r>
            <a:r>
              <a:rPr lang="en-US" altLang="zh-CN" dirty="0" smtClean="0"/>
              <a:t>16-38</a:t>
            </a:r>
            <a:endParaRPr lang="en-US" altLang="zh-CN" dirty="0"/>
          </a:p>
          <a:p>
            <a:endParaRPr lang="en-US" altLang="zh-CN" dirty="0"/>
          </a:p>
        </p:txBody>
      </p:sp>
      <p:sp>
        <p:nvSpPr>
          <p:cNvPr id="4" name="日期占位符 3"/>
          <p:cNvSpPr>
            <a:spLocks noGrp="1"/>
          </p:cNvSpPr>
          <p:nvPr>
            <p:ph type="dt" sz="quarter" idx="10"/>
          </p:nvPr>
        </p:nvSpPr>
        <p:spPr/>
        <p:txBody>
          <a:bodyPr/>
          <a:lstStyle/>
          <a:p>
            <a:pPr>
              <a:defRPr/>
            </a:pPr>
            <a:fld id="{D04BC380-5849-4E82-9448-222F2C781241}" type="datetime1">
              <a:rPr lang="zh-CN" altLang="en-US" smtClean="0"/>
              <a:pPr>
                <a:defRPr/>
              </a:pPr>
              <a:t>2019/6/4</a:t>
            </a:fld>
            <a:endParaRPr lang="en-US" altLang="zh-CN"/>
          </a:p>
        </p:txBody>
      </p:sp>
      <p:sp>
        <p:nvSpPr>
          <p:cNvPr id="6" name="灯片编号占位符 5"/>
          <p:cNvSpPr>
            <a:spLocks noGrp="1"/>
          </p:cNvSpPr>
          <p:nvPr>
            <p:ph type="sldNum" sz="quarter" idx="12"/>
          </p:nvPr>
        </p:nvSpPr>
        <p:spPr/>
        <p:txBody>
          <a:bodyPr/>
          <a:lstStyle/>
          <a:p>
            <a:pPr>
              <a:defRPr/>
            </a:pPr>
            <a:fld id="{DABECC24-E164-4786-A8C5-2CB7D75106FC}" type="slidenum">
              <a:rPr lang="en-US" altLang="zh-CN" smtClean="0"/>
              <a:pPr>
                <a:defRPr/>
              </a:pPr>
              <a:t>25</a:t>
            </a:fld>
            <a:endParaRPr lang="en-US" altLang="zh-CN"/>
          </a:p>
        </p:txBody>
      </p:sp>
    </p:spTree>
    <p:extLst>
      <p:ext uri="{BB962C8B-B14F-4D97-AF65-F5344CB8AC3E}">
        <p14:creationId xmlns:p14="http://schemas.microsoft.com/office/powerpoint/2010/main" val="2282676800"/>
      </p:ext>
    </p:extLst>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1" i="0" u="none" strike="noStrike" cap="none" normalizeH="0" baseline="0" smtClean="0">
            <a:ln>
              <a:noFill/>
            </a:ln>
            <a:solidFill>
              <a:schemeClr val="tx1"/>
            </a:solidFill>
            <a:effectLst/>
            <a:latin typeface="幼圆" pitchFamily="49" charset="-122"/>
            <a:ea typeface="幼圆"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1" i="0" u="none" strike="noStrike" cap="none" normalizeH="0" baseline="0" smtClean="0">
            <a:ln>
              <a:noFill/>
            </a:ln>
            <a:solidFill>
              <a:schemeClr val="tx1"/>
            </a:solidFill>
            <a:effectLst/>
            <a:latin typeface="幼圆" pitchFamily="49" charset="-122"/>
            <a:ea typeface="幼圆"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1082</TotalTime>
  <Words>1022</Words>
  <Application>Microsoft Office PowerPoint</Application>
  <PresentationFormat>全屏显示(4:3)</PresentationFormat>
  <Paragraphs>215</Paragraphs>
  <Slides>25</Slides>
  <Notes>23</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2</vt:i4>
      </vt:variant>
      <vt:variant>
        <vt:lpstr>幻灯片标题</vt:lpstr>
      </vt:variant>
      <vt:variant>
        <vt:i4>25</vt:i4>
      </vt:variant>
    </vt:vector>
  </HeadingPairs>
  <TitlesOfParts>
    <vt:vector size="42" baseType="lpstr">
      <vt:lpstr>仿宋_GB2312</vt:lpstr>
      <vt:lpstr>黑体</vt:lpstr>
      <vt:lpstr>华文行楷</vt:lpstr>
      <vt:lpstr>华文楷体</vt:lpstr>
      <vt:lpstr>华文隶书</vt:lpstr>
      <vt:lpstr>华文宋体</vt:lpstr>
      <vt:lpstr>隶书</vt:lpstr>
      <vt:lpstr>宋体</vt:lpstr>
      <vt:lpstr>Arial</vt:lpstr>
      <vt:lpstr>MT Extra</vt:lpstr>
      <vt:lpstr>Symbol</vt:lpstr>
      <vt:lpstr>Times New Roman</vt:lpstr>
      <vt:lpstr>Wingdings</vt:lpstr>
      <vt:lpstr>默认设计模板</vt:lpstr>
      <vt:lpstr>1_默认设计模板</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vt:lpstr>
    </vt:vector>
  </TitlesOfParts>
  <Company>thu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正弦激励下动态电路的稳态分析</dc:title>
  <dc:creator>gpzhu</dc:creator>
  <cp:lastModifiedBy>y y</cp:lastModifiedBy>
  <cp:revision>212</cp:revision>
  <dcterms:created xsi:type="dcterms:W3CDTF">2007-11-19T02:15:52Z</dcterms:created>
  <dcterms:modified xsi:type="dcterms:W3CDTF">2019-06-04T01:00:00Z</dcterms:modified>
</cp:coreProperties>
</file>