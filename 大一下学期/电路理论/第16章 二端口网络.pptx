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3.xml" ContentType="application/vnd.openxmlformats-officedocument.theme+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4.xml" ContentType="application/vnd.openxmlformats-officedocument.theme+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theme/theme5.xml" ContentType="application/vnd.openxmlformats-officedocument.theme+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theme/theme6.xml" ContentType="application/vnd.openxmlformats-officedocument.theme+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theme/theme7.xml" ContentType="application/vnd.openxmlformats-officedocument.theme+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theme/theme8.xml" ContentType="application/vnd.openxmlformats-officedocument.theme+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theme/theme9.xml" ContentType="application/vnd.openxmlformats-officedocument.theme+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theme/theme10.xml" ContentType="application/vnd.openxmlformats-officedocument.theme+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theme/theme11.xml" ContentType="application/vnd.openxmlformats-officedocument.theme+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theme/theme12.xml" ContentType="application/vnd.openxmlformats-officedocument.theme+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theme/theme13.xml" ContentType="application/vnd.openxmlformats-officedocument.theme+xml"/>
  <Override PartName="/ppt/theme/theme14.xml" ContentType="application/vnd.openxmlformats-officedocument.theme+xml"/>
  <Override PartName="/ppt/theme/theme1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 id="2147483673" r:id="rId3"/>
    <p:sldMasterId id="2147483686" r:id="rId4"/>
    <p:sldMasterId id="2147483699" r:id="rId5"/>
    <p:sldMasterId id="2147483712" r:id="rId6"/>
    <p:sldMasterId id="2147483725" r:id="rId7"/>
    <p:sldMasterId id="2147483738" r:id="rId8"/>
    <p:sldMasterId id="2147483751" r:id="rId9"/>
    <p:sldMasterId id="2147483764" r:id="rId10"/>
    <p:sldMasterId id="2147483777" r:id="rId11"/>
    <p:sldMasterId id="2147483790" r:id="rId12"/>
    <p:sldMasterId id="2147483802" r:id="rId13"/>
  </p:sldMasterIdLst>
  <p:notesMasterIdLst>
    <p:notesMasterId r:id="rId75"/>
  </p:notesMasterIdLst>
  <p:handoutMasterIdLst>
    <p:handoutMasterId r:id="rId76"/>
  </p:handoutMasterIdLst>
  <p:sldIdLst>
    <p:sldId id="371" r:id="rId14"/>
    <p:sldId id="258" r:id="rId15"/>
    <p:sldId id="260" r:id="rId16"/>
    <p:sldId id="390" r:id="rId17"/>
    <p:sldId id="261" r:id="rId18"/>
    <p:sldId id="262" r:id="rId19"/>
    <p:sldId id="374" r:id="rId20"/>
    <p:sldId id="373" r:id="rId21"/>
    <p:sldId id="375" r:id="rId22"/>
    <p:sldId id="376" r:id="rId23"/>
    <p:sldId id="377" r:id="rId24"/>
    <p:sldId id="378" r:id="rId25"/>
    <p:sldId id="276" r:id="rId26"/>
    <p:sldId id="379" r:id="rId27"/>
    <p:sldId id="380" r:id="rId28"/>
    <p:sldId id="381" r:id="rId29"/>
    <p:sldId id="384" r:id="rId30"/>
    <p:sldId id="382" r:id="rId31"/>
    <p:sldId id="383" r:id="rId32"/>
    <p:sldId id="385" r:id="rId33"/>
    <p:sldId id="267" r:id="rId34"/>
    <p:sldId id="348" r:id="rId35"/>
    <p:sldId id="349" r:id="rId36"/>
    <p:sldId id="364" r:id="rId37"/>
    <p:sldId id="270" r:id="rId38"/>
    <p:sldId id="350" r:id="rId39"/>
    <p:sldId id="272" r:id="rId40"/>
    <p:sldId id="273" r:id="rId41"/>
    <p:sldId id="274" r:id="rId42"/>
    <p:sldId id="386" r:id="rId43"/>
    <p:sldId id="387" r:id="rId44"/>
    <p:sldId id="388" r:id="rId45"/>
    <p:sldId id="278" r:id="rId46"/>
    <p:sldId id="327" r:id="rId47"/>
    <p:sldId id="281" r:id="rId48"/>
    <p:sldId id="282" r:id="rId49"/>
    <p:sldId id="286" r:id="rId50"/>
    <p:sldId id="287" r:id="rId51"/>
    <p:sldId id="288" r:id="rId52"/>
    <p:sldId id="289" r:id="rId53"/>
    <p:sldId id="290" r:id="rId54"/>
    <p:sldId id="291" r:id="rId55"/>
    <p:sldId id="353" r:id="rId56"/>
    <p:sldId id="293" r:id="rId57"/>
    <p:sldId id="294" r:id="rId58"/>
    <p:sldId id="295" r:id="rId59"/>
    <p:sldId id="296" r:id="rId60"/>
    <p:sldId id="297" r:id="rId61"/>
    <p:sldId id="298" r:id="rId62"/>
    <p:sldId id="391" r:id="rId63"/>
    <p:sldId id="392" r:id="rId64"/>
    <p:sldId id="393" r:id="rId65"/>
    <p:sldId id="394" r:id="rId66"/>
    <p:sldId id="400" r:id="rId67"/>
    <p:sldId id="401" r:id="rId68"/>
    <p:sldId id="402" r:id="rId69"/>
    <p:sldId id="403" r:id="rId70"/>
    <p:sldId id="404" r:id="rId71"/>
    <p:sldId id="405" r:id="rId72"/>
    <p:sldId id="406" r:id="rId73"/>
    <p:sldId id="408" r:id="rId74"/>
  </p:sldIdLst>
  <p:sldSz cx="9144000" cy="6858000" type="screen4x3"/>
  <p:notesSz cx="6661150" cy="9871075"/>
  <p:defaultTextStyle>
    <a:defPPr>
      <a:defRPr lang="zh-CN"/>
    </a:defPPr>
    <a:lvl1pPr algn="ctr" rtl="0" eaLnBrk="0" fontAlgn="base" hangingPunct="0">
      <a:spcBef>
        <a:spcPct val="0"/>
      </a:spcBef>
      <a:spcAft>
        <a:spcPct val="0"/>
      </a:spcAft>
      <a:defRPr kumimoji="1" sz="2400" b="1" kern="1200">
        <a:solidFill>
          <a:schemeClr val="tx1"/>
        </a:solidFill>
        <a:latin typeface="宋体" panose="02010600030101010101" pitchFamily="2" charset="-122"/>
        <a:ea typeface="宋体" panose="02010600030101010101" pitchFamily="2" charset="-122"/>
        <a:cs typeface="+mn-cs"/>
      </a:defRPr>
    </a:lvl1pPr>
    <a:lvl2pPr marL="457200" algn="ctr" rtl="0" eaLnBrk="0" fontAlgn="base" hangingPunct="0">
      <a:spcBef>
        <a:spcPct val="0"/>
      </a:spcBef>
      <a:spcAft>
        <a:spcPct val="0"/>
      </a:spcAft>
      <a:defRPr kumimoji="1" sz="2400" b="1" kern="1200">
        <a:solidFill>
          <a:schemeClr val="tx1"/>
        </a:solidFill>
        <a:latin typeface="宋体" panose="02010600030101010101" pitchFamily="2" charset="-122"/>
        <a:ea typeface="宋体" panose="02010600030101010101" pitchFamily="2" charset="-122"/>
        <a:cs typeface="+mn-cs"/>
      </a:defRPr>
    </a:lvl2pPr>
    <a:lvl3pPr marL="914400" algn="ctr" rtl="0" eaLnBrk="0" fontAlgn="base" hangingPunct="0">
      <a:spcBef>
        <a:spcPct val="0"/>
      </a:spcBef>
      <a:spcAft>
        <a:spcPct val="0"/>
      </a:spcAft>
      <a:defRPr kumimoji="1" sz="2400" b="1" kern="1200">
        <a:solidFill>
          <a:schemeClr val="tx1"/>
        </a:solidFill>
        <a:latin typeface="宋体" panose="02010600030101010101" pitchFamily="2" charset="-122"/>
        <a:ea typeface="宋体" panose="02010600030101010101" pitchFamily="2" charset="-122"/>
        <a:cs typeface="+mn-cs"/>
      </a:defRPr>
    </a:lvl3pPr>
    <a:lvl4pPr marL="1371600" algn="ctr" rtl="0" eaLnBrk="0" fontAlgn="base" hangingPunct="0">
      <a:spcBef>
        <a:spcPct val="0"/>
      </a:spcBef>
      <a:spcAft>
        <a:spcPct val="0"/>
      </a:spcAft>
      <a:defRPr kumimoji="1" sz="2400" b="1" kern="1200">
        <a:solidFill>
          <a:schemeClr val="tx1"/>
        </a:solidFill>
        <a:latin typeface="宋体" panose="02010600030101010101" pitchFamily="2" charset="-122"/>
        <a:ea typeface="宋体" panose="02010600030101010101" pitchFamily="2" charset="-122"/>
        <a:cs typeface="+mn-cs"/>
      </a:defRPr>
    </a:lvl4pPr>
    <a:lvl5pPr marL="1828800" algn="ctr" rtl="0" eaLnBrk="0" fontAlgn="base" hangingPunct="0">
      <a:spcBef>
        <a:spcPct val="0"/>
      </a:spcBef>
      <a:spcAft>
        <a:spcPct val="0"/>
      </a:spcAft>
      <a:defRPr kumimoji="1" sz="2400" b="1" kern="1200">
        <a:solidFill>
          <a:schemeClr val="tx1"/>
        </a:solidFill>
        <a:latin typeface="宋体" panose="02010600030101010101" pitchFamily="2" charset="-122"/>
        <a:ea typeface="宋体" panose="02010600030101010101" pitchFamily="2" charset="-122"/>
        <a:cs typeface="+mn-cs"/>
      </a:defRPr>
    </a:lvl5pPr>
    <a:lvl6pPr marL="2286000" algn="l" defTabSz="914400" rtl="0" eaLnBrk="1" latinLnBrk="0" hangingPunct="1">
      <a:defRPr kumimoji="1" sz="2400" b="1" kern="1200">
        <a:solidFill>
          <a:schemeClr val="tx1"/>
        </a:solidFill>
        <a:latin typeface="宋体" panose="02010600030101010101" pitchFamily="2" charset="-122"/>
        <a:ea typeface="宋体" panose="02010600030101010101" pitchFamily="2" charset="-122"/>
        <a:cs typeface="+mn-cs"/>
      </a:defRPr>
    </a:lvl6pPr>
    <a:lvl7pPr marL="2743200" algn="l" defTabSz="914400" rtl="0" eaLnBrk="1" latinLnBrk="0" hangingPunct="1">
      <a:defRPr kumimoji="1" sz="2400" b="1" kern="1200">
        <a:solidFill>
          <a:schemeClr val="tx1"/>
        </a:solidFill>
        <a:latin typeface="宋体" panose="02010600030101010101" pitchFamily="2" charset="-122"/>
        <a:ea typeface="宋体" panose="02010600030101010101" pitchFamily="2" charset="-122"/>
        <a:cs typeface="+mn-cs"/>
      </a:defRPr>
    </a:lvl7pPr>
    <a:lvl8pPr marL="3200400" algn="l" defTabSz="914400" rtl="0" eaLnBrk="1" latinLnBrk="0" hangingPunct="1">
      <a:defRPr kumimoji="1" sz="2400" b="1" kern="1200">
        <a:solidFill>
          <a:schemeClr val="tx1"/>
        </a:solidFill>
        <a:latin typeface="宋体" panose="02010600030101010101" pitchFamily="2" charset="-122"/>
        <a:ea typeface="宋体" panose="02010600030101010101" pitchFamily="2" charset="-122"/>
        <a:cs typeface="+mn-cs"/>
      </a:defRPr>
    </a:lvl8pPr>
    <a:lvl9pPr marL="3657600" algn="l" defTabSz="914400" rtl="0" eaLnBrk="1" latinLnBrk="0" hangingPunct="1">
      <a:defRPr kumimoji="1" sz="2400" b="1" kern="1200">
        <a:solidFill>
          <a:schemeClr val="tx1"/>
        </a:solidFill>
        <a:latin typeface="宋体" panose="02010600030101010101" pitchFamily="2" charset="-122"/>
        <a:ea typeface="宋体" panose="02010600030101010101" pitchFamily="2" charset="-122"/>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2D200454-40CA-4A62-9FC3-DE9A4176ACB9}">
      <p15:notesGuideLst xmlns:p15="http://schemas.microsoft.com/office/powerpoint/2012/main">
        <p15:guide id="1" orient="horz" pos="3109">
          <p15:clr>
            <a:srgbClr val="A4A3A4"/>
          </p15:clr>
        </p15:guide>
        <p15:guide id="2" pos="2098">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9900"/>
    <a:srgbClr val="996633"/>
    <a:srgbClr val="993366"/>
    <a:srgbClr val="660066"/>
    <a:srgbClr val="CC0000"/>
    <a:srgbClr val="FF3300"/>
    <a:srgbClr val="0033CC"/>
    <a:srgbClr val="666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autoAdjust="0"/>
    <p:restoredTop sz="94660"/>
  </p:normalViewPr>
  <p:slideViewPr>
    <p:cSldViewPr snapToGrid="0">
      <p:cViewPr varScale="1">
        <p:scale>
          <a:sx n="116" d="100"/>
          <a:sy n="116" d="100"/>
        </p:scale>
        <p:origin x="1407" y="57"/>
      </p:cViewPr>
      <p:guideLst>
        <p:guide orient="horz" pos="2880"/>
        <p:guide pos="2160"/>
      </p:guideLst>
    </p:cSldViewPr>
  </p:slideViewPr>
  <p:outlineViewPr>
    <p:cViewPr>
      <p:scale>
        <a:sx n="50" d="100"/>
        <a:sy n="50" d="100"/>
      </p:scale>
      <p:origin x="0" y="0"/>
    </p:cViewPr>
  </p:outlineViewPr>
  <p:notesTextViewPr>
    <p:cViewPr>
      <p:scale>
        <a:sx n="100" d="100"/>
        <a:sy n="100" d="100"/>
      </p:scale>
      <p:origin x="0" y="0"/>
    </p:cViewPr>
  </p:notesTextViewPr>
  <p:sorterViewPr>
    <p:cViewPr>
      <p:scale>
        <a:sx n="66" d="100"/>
        <a:sy n="66" d="100"/>
      </p:scale>
      <p:origin x="0" y="12222"/>
    </p:cViewPr>
  </p:sorterViewPr>
  <p:notesViewPr>
    <p:cSldViewPr snapToGrid="0">
      <p:cViewPr varScale="1">
        <p:scale>
          <a:sx n="37" d="100"/>
          <a:sy n="37" d="100"/>
        </p:scale>
        <p:origin x="-1090" y="-58"/>
      </p:cViewPr>
      <p:guideLst>
        <p:guide orient="horz" pos="3109"/>
        <p:guide pos="2098"/>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13.xml"/><Relationship Id="rId21" Type="http://schemas.openxmlformats.org/officeDocument/2006/relationships/slide" Target="slides/slide8.xml"/><Relationship Id="rId42" Type="http://schemas.openxmlformats.org/officeDocument/2006/relationships/slide" Target="slides/slide29.xml"/><Relationship Id="rId47" Type="http://schemas.openxmlformats.org/officeDocument/2006/relationships/slide" Target="slides/slide34.xml"/><Relationship Id="rId63" Type="http://schemas.openxmlformats.org/officeDocument/2006/relationships/slide" Target="slides/slide50.xml"/><Relationship Id="rId68" Type="http://schemas.openxmlformats.org/officeDocument/2006/relationships/slide" Target="slides/slide55.xml"/><Relationship Id="rId16" Type="http://schemas.openxmlformats.org/officeDocument/2006/relationships/slide" Target="slides/slide3.xml"/><Relationship Id="rId11" Type="http://schemas.openxmlformats.org/officeDocument/2006/relationships/slideMaster" Target="slideMasters/slideMaster11.xml"/><Relationship Id="rId24" Type="http://schemas.openxmlformats.org/officeDocument/2006/relationships/slide" Target="slides/slide11.xml"/><Relationship Id="rId32" Type="http://schemas.openxmlformats.org/officeDocument/2006/relationships/slide" Target="slides/slide19.xml"/><Relationship Id="rId37" Type="http://schemas.openxmlformats.org/officeDocument/2006/relationships/slide" Target="slides/slide24.xml"/><Relationship Id="rId40" Type="http://schemas.openxmlformats.org/officeDocument/2006/relationships/slide" Target="slides/slide27.xml"/><Relationship Id="rId45" Type="http://schemas.openxmlformats.org/officeDocument/2006/relationships/slide" Target="slides/slide32.xml"/><Relationship Id="rId53" Type="http://schemas.openxmlformats.org/officeDocument/2006/relationships/slide" Target="slides/slide40.xml"/><Relationship Id="rId58" Type="http://schemas.openxmlformats.org/officeDocument/2006/relationships/slide" Target="slides/slide45.xml"/><Relationship Id="rId66" Type="http://schemas.openxmlformats.org/officeDocument/2006/relationships/slide" Target="slides/slide53.xml"/><Relationship Id="rId74" Type="http://schemas.openxmlformats.org/officeDocument/2006/relationships/slide" Target="slides/slide61.xml"/><Relationship Id="rId79" Type="http://schemas.openxmlformats.org/officeDocument/2006/relationships/theme" Target="theme/theme1.xml"/><Relationship Id="rId5" Type="http://schemas.openxmlformats.org/officeDocument/2006/relationships/slideMaster" Target="slideMasters/slideMaster5.xml"/><Relationship Id="rId61" Type="http://schemas.openxmlformats.org/officeDocument/2006/relationships/slide" Target="slides/slide48.xml"/><Relationship Id="rId19" Type="http://schemas.openxmlformats.org/officeDocument/2006/relationships/slide" Target="slides/slide6.xml"/><Relationship Id="rId14" Type="http://schemas.openxmlformats.org/officeDocument/2006/relationships/slide" Target="slides/slide1.xml"/><Relationship Id="rId22" Type="http://schemas.openxmlformats.org/officeDocument/2006/relationships/slide" Target="slides/slide9.xml"/><Relationship Id="rId27" Type="http://schemas.openxmlformats.org/officeDocument/2006/relationships/slide" Target="slides/slide14.xml"/><Relationship Id="rId30" Type="http://schemas.openxmlformats.org/officeDocument/2006/relationships/slide" Target="slides/slide17.xml"/><Relationship Id="rId35" Type="http://schemas.openxmlformats.org/officeDocument/2006/relationships/slide" Target="slides/slide22.xml"/><Relationship Id="rId43" Type="http://schemas.openxmlformats.org/officeDocument/2006/relationships/slide" Target="slides/slide30.xml"/><Relationship Id="rId48" Type="http://schemas.openxmlformats.org/officeDocument/2006/relationships/slide" Target="slides/slide35.xml"/><Relationship Id="rId56" Type="http://schemas.openxmlformats.org/officeDocument/2006/relationships/slide" Target="slides/slide43.xml"/><Relationship Id="rId64" Type="http://schemas.openxmlformats.org/officeDocument/2006/relationships/slide" Target="slides/slide51.xml"/><Relationship Id="rId69" Type="http://schemas.openxmlformats.org/officeDocument/2006/relationships/slide" Target="slides/slide56.xml"/><Relationship Id="rId77" Type="http://schemas.openxmlformats.org/officeDocument/2006/relationships/presProps" Target="presProps.xml"/><Relationship Id="rId8" Type="http://schemas.openxmlformats.org/officeDocument/2006/relationships/slideMaster" Target="slideMasters/slideMaster8.xml"/><Relationship Id="rId51" Type="http://schemas.openxmlformats.org/officeDocument/2006/relationships/slide" Target="slides/slide38.xml"/><Relationship Id="rId72" Type="http://schemas.openxmlformats.org/officeDocument/2006/relationships/slide" Target="slides/slide59.xml"/><Relationship Id="rId80" Type="http://schemas.openxmlformats.org/officeDocument/2006/relationships/tableStyles" Target="tableStyles.xml"/><Relationship Id="rId3" Type="http://schemas.openxmlformats.org/officeDocument/2006/relationships/slideMaster" Target="slideMasters/slideMaster3.xml"/><Relationship Id="rId12" Type="http://schemas.openxmlformats.org/officeDocument/2006/relationships/slideMaster" Target="slideMasters/slideMaster12.xml"/><Relationship Id="rId17" Type="http://schemas.openxmlformats.org/officeDocument/2006/relationships/slide" Target="slides/slide4.xml"/><Relationship Id="rId25" Type="http://schemas.openxmlformats.org/officeDocument/2006/relationships/slide" Target="slides/slide12.xml"/><Relationship Id="rId33" Type="http://schemas.openxmlformats.org/officeDocument/2006/relationships/slide" Target="slides/slide20.xml"/><Relationship Id="rId38" Type="http://schemas.openxmlformats.org/officeDocument/2006/relationships/slide" Target="slides/slide25.xml"/><Relationship Id="rId46" Type="http://schemas.openxmlformats.org/officeDocument/2006/relationships/slide" Target="slides/slide33.xml"/><Relationship Id="rId59" Type="http://schemas.openxmlformats.org/officeDocument/2006/relationships/slide" Target="slides/slide46.xml"/><Relationship Id="rId67" Type="http://schemas.openxmlformats.org/officeDocument/2006/relationships/slide" Target="slides/slide54.xml"/><Relationship Id="rId20" Type="http://schemas.openxmlformats.org/officeDocument/2006/relationships/slide" Target="slides/slide7.xml"/><Relationship Id="rId41" Type="http://schemas.openxmlformats.org/officeDocument/2006/relationships/slide" Target="slides/slide28.xml"/><Relationship Id="rId54" Type="http://schemas.openxmlformats.org/officeDocument/2006/relationships/slide" Target="slides/slide41.xml"/><Relationship Id="rId62" Type="http://schemas.openxmlformats.org/officeDocument/2006/relationships/slide" Target="slides/slide49.xml"/><Relationship Id="rId70" Type="http://schemas.openxmlformats.org/officeDocument/2006/relationships/slide" Target="slides/slide57.xml"/><Relationship Id="rId75"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2.xml"/><Relationship Id="rId23" Type="http://schemas.openxmlformats.org/officeDocument/2006/relationships/slide" Target="slides/slide10.xml"/><Relationship Id="rId28" Type="http://schemas.openxmlformats.org/officeDocument/2006/relationships/slide" Target="slides/slide15.xml"/><Relationship Id="rId36" Type="http://schemas.openxmlformats.org/officeDocument/2006/relationships/slide" Target="slides/slide23.xml"/><Relationship Id="rId49" Type="http://schemas.openxmlformats.org/officeDocument/2006/relationships/slide" Target="slides/slide36.xml"/><Relationship Id="rId57" Type="http://schemas.openxmlformats.org/officeDocument/2006/relationships/slide" Target="slides/slide44.xml"/><Relationship Id="rId10" Type="http://schemas.openxmlformats.org/officeDocument/2006/relationships/slideMaster" Target="slideMasters/slideMaster10.xml"/><Relationship Id="rId31" Type="http://schemas.openxmlformats.org/officeDocument/2006/relationships/slide" Target="slides/slide18.xml"/><Relationship Id="rId44" Type="http://schemas.openxmlformats.org/officeDocument/2006/relationships/slide" Target="slides/slide31.xml"/><Relationship Id="rId52" Type="http://schemas.openxmlformats.org/officeDocument/2006/relationships/slide" Target="slides/slide39.xml"/><Relationship Id="rId60" Type="http://schemas.openxmlformats.org/officeDocument/2006/relationships/slide" Target="slides/slide47.xml"/><Relationship Id="rId65" Type="http://schemas.openxmlformats.org/officeDocument/2006/relationships/slide" Target="slides/slide52.xml"/><Relationship Id="rId73" Type="http://schemas.openxmlformats.org/officeDocument/2006/relationships/slide" Target="slides/slide60.xml"/><Relationship Id="rId78" Type="http://schemas.openxmlformats.org/officeDocument/2006/relationships/viewProps" Target="viewProps.xml"/><Relationship Id="rId4" Type="http://schemas.openxmlformats.org/officeDocument/2006/relationships/slideMaster" Target="slideMasters/slideMaster4.xml"/><Relationship Id="rId9" Type="http://schemas.openxmlformats.org/officeDocument/2006/relationships/slideMaster" Target="slideMasters/slideMaster9.xml"/><Relationship Id="rId13" Type="http://schemas.openxmlformats.org/officeDocument/2006/relationships/slideMaster" Target="slideMasters/slideMaster13.xml"/><Relationship Id="rId18" Type="http://schemas.openxmlformats.org/officeDocument/2006/relationships/slide" Target="slides/slide5.xml"/><Relationship Id="rId39" Type="http://schemas.openxmlformats.org/officeDocument/2006/relationships/slide" Target="slides/slide26.xml"/><Relationship Id="rId34" Type="http://schemas.openxmlformats.org/officeDocument/2006/relationships/slide" Target="slides/slide21.xml"/><Relationship Id="rId50" Type="http://schemas.openxmlformats.org/officeDocument/2006/relationships/slide" Target="slides/slide37.xml"/><Relationship Id="rId55" Type="http://schemas.openxmlformats.org/officeDocument/2006/relationships/slide" Target="slides/slide42.xml"/><Relationship Id="rId76" Type="http://schemas.openxmlformats.org/officeDocument/2006/relationships/handoutMaster" Target="handoutMasters/handoutMaster1.xml"/><Relationship Id="rId7" Type="http://schemas.openxmlformats.org/officeDocument/2006/relationships/slideMaster" Target="slideMasters/slideMaster7.xml"/><Relationship Id="rId71" Type="http://schemas.openxmlformats.org/officeDocument/2006/relationships/slide" Target="slides/slide58.xml"/><Relationship Id="rId2" Type="http://schemas.openxmlformats.org/officeDocument/2006/relationships/slideMaster" Target="slideMasters/slideMaster2.xml"/><Relationship Id="rId29" Type="http://schemas.openxmlformats.org/officeDocument/2006/relationships/slide" Target="slides/slide16.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image" Target="../media/image6.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9.wmf"/><Relationship Id="rId7" Type="http://schemas.openxmlformats.org/officeDocument/2006/relationships/image" Target="../media/image13.wmf"/><Relationship Id="rId2" Type="http://schemas.openxmlformats.org/officeDocument/2006/relationships/image" Target="../media/image8.emf"/><Relationship Id="rId1" Type="http://schemas.openxmlformats.org/officeDocument/2006/relationships/image" Target="../media/image7.emf"/><Relationship Id="rId6" Type="http://schemas.openxmlformats.org/officeDocument/2006/relationships/image" Target="../media/image12.wmf"/><Relationship Id="rId5" Type="http://schemas.openxmlformats.org/officeDocument/2006/relationships/image" Target="../media/image11.emf"/><Relationship Id="rId4" Type="http://schemas.openxmlformats.org/officeDocument/2006/relationships/image" Target="../media/image10.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image" Target="../media/image15.emf"/><Relationship Id="rId1" Type="http://schemas.openxmlformats.org/officeDocument/2006/relationships/image" Target="../media/image14.emf"/><Relationship Id="rId5" Type="http://schemas.openxmlformats.org/officeDocument/2006/relationships/image" Target="../media/image18.wmf"/><Relationship Id="rId4" Type="http://schemas.openxmlformats.org/officeDocument/2006/relationships/image" Target="../media/image17.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image" Target="../media/image20.wmf"/><Relationship Id="rId1" Type="http://schemas.openxmlformats.org/officeDocument/2006/relationships/image" Target="../media/image19.emf"/></Relationships>
</file>

<file path=ppt/drawings/_rels/vmlDrawing6.vml.rels><?xml version="1.0" encoding="UTF-8" standalone="yes"?>
<Relationships xmlns="http://schemas.openxmlformats.org/package/2006/relationships"><Relationship Id="rId8" Type="http://schemas.openxmlformats.org/officeDocument/2006/relationships/image" Target="../media/image29.wmf"/><Relationship Id="rId3" Type="http://schemas.openxmlformats.org/officeDocument/2006/relationships/image" Target="../media/image24.wmf"/><Relationship Id="rId7" Type="http://schemas.openxmlformats.org/officeDocument/2006/relationships/image" Target="../media/image28.wmf"/><Relationship Id="rId2" Type="http://schemas.openxmlformats.org/officeDocument/2006/relationships/image" Target="../media/image23.wmf"/><Relationship Id="rId1" Type="http://schemas.openxmlformats.org/officeDocument/2006/relationships/image" Target="../media/image22.emf"/><Relationship Id="rId6" Type="http://schemas.openxmlformats.org/officeDocument/2006/relationships/image" Target="../media/image27.wmf"/><Relationship Id="rId5" Type="http://schemas.openxmlformats.org/officeDocument/2006/relationships/image" Target="../media/image26.wmf"/><Relationship Id="rId10" Type="http://schemas.openxmlformats.org/officeDocument/2006/relationships/image" Target="../media/image31.wmf"/><Relationship Id="rId4" Type="http://schemas.openxmlformats.org/officeDocument/2006/relationships/image" Target="../media/image25.emf"/><Relationship Id="rId9" Type="http://schemas.openxmlformats.org/officeDocument/2006/relationships/image" Target="../media/image30.wmf"/></Relationships>
</file>

<file path=ppt/drawings/_rels/vmlDrawing7.vml.rels><?xml version="1.0" encoding="UTF-8" standalone="yes"?>
<Relationships xmlns="http://schemas.openxmlformats.org/package/2006/relationships"><Relationship Id="rId8" Type="http://schemas.openxmlformats.org/officeDocument/2006/relationships/image" Target="../media/image39.wmf"/><Relationship Id="rId3" Type="http://schemas.openxmlformats.org/officeDocument/2006/relationships/image" Target="../media/image34.wmf"/><Relationship Id="rId7" Type="http://schemas.openxmlformats.org/officeDocument/2006/relationships/image" Target="../media/image38.wmf"/><Relationship Id="rId2" Type="http://schemas.openxmlformats.org/officeDocument/2006/relationships/image" Target="../media/image33.wmf"/><Relationship Id="rId1" Type="http://schemas.openxmlformats.org/officeDocument/2006/relationships/image" Target="../media/image32.emf"/><Relationship Id="rId6" Type="http://schemas.openxmlformats.org/officeDocument/2006/relationships/image" Target="../media/image37.wmf"/><Relationship Id="rId5" Type="http://schemas.openxmlformats.org/officeDocument/2006/relationships/image" Target="../media/image36.wmf"/><Relationship Id="rId10" Type="http://schemas.openxmlformats.org/officeDocument/2006/relationships/image" Target="../media/image41.wmf"/><Relationship Id="rId4" Type="http://schemas.openxmlformats.org/officeDocument/2006/relationships/image" Target="../media/image35.wmf"/><Relationship Id="rId9" Type="http://schemas.openxmlformats.org/officeDocument/2006/relationships/image" Target="../media/image40.w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44.emf"/><Relationship Id="rId7" Type="http://schemas.openxmlformats.org/officeDocument/2006/relationships/image" Target="../media/image48.wmf"/><Relationship Id="rId2" Type="http://schemas.openxmlformats.org/officeDocument/2006/relationships/image" Target="../media/image43.emf"/><Relationship Id="rId1" Type="http://schemas.openxmlformats.org/officeDocument/2006/relationships/image" Target="../media/image42.emf"/><Relationship Id="rId6" Type="http://schemas.openxmlformats.org/officeDocument/2006/relationships/image" Target="../media/image47.wmf"/><Relationship Id="rId5" Type="http://schemas.openxmlformats.org/officeDocument/2006/relationships/image" Target="../media/image46.wmf"/><Relationship Id="rId4" Type="http://schemas.openxmlformats.org/officeDocument/2006/relationships/image" Target="../media/image45.w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51.wmf"/><Relationship Id="rId7" Type="http://schemas.openxmlformats.org/officeDocument/2006/relationships/image" Target="../media/image44.emf"/><Relationship Id="rId2" Type="http://schemas.openxmlformats.org/officeDocument/2006/relationships/image" Target="../media/image50.wmf"/><Relationship Id="rId1" Type="http://schemas.openxmlformats.org/officeDocument/2006/relationships/image" Target="../media/image49.wmf"/><Relationship Id="rId6" Type="http://schemas.openxmlformats.org/officeDocument/2006/relationships/image" Target="../media/image54.emf"/><Relationship Id="rId5" Type="http://schemas.openxmlformats.org/officeDocument/2006/relationships/image" Target="../media/image53.emf"/><Relationship Id="rId4" Type="http://schemas.openxmlformats.org/officeDocument/2006/relationships/image" Target="../media/image52.w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57.emf"/><Relationship Id="rId2" Type="http://schemas.openxmlformats.org/officeDocument/2006/relationships/image" Target="../media/image56.emf"/><Relationship Id="rId1" Type="http://schemas.openxmlformats.org/officeDocument/2006/relationships/image" Target="../media/image55.wmf"/><Relationship Id="rId6" Type="http://schemas.openxmlformats.org/officeDocument/2006/relationships/image" Target="../media/image60.emf"/><Relationship Id="rId5" Type="http://schemas.openxmlformats.org/officeDocument/2006/relationships/image" Target="../media/image59.emf"/><Relationship Id="rId4" Type="http://schemas.openxmlformats.org/officeDocument/2006/relationships/image" Target="../media/image58.e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63.emf"/><Relationship Id="rId2" Type="http://schemas.openxmlformats.org/officeDocument/2006/relationships/image" Target="../media/image62.emf"/><Relationship Id="rId1" Type="http://schemas.openxmlformats.org/officeDocument/2006/relationships/image" Target="../media/image61.emf"/><Relationship Id="rId6" Type="http://schemas.openxmlformats.org/officeDocument/2006/relationships/image" Target="../media/image66.emf"/><Relationship Id="rId5" Type="http://schemas.openxmlformats.org/officeDocument/2006/relationships/image" Target="../media/image65.emf"/><Relationship Id="rId4" Type="http://schemas.openxmlformats.org/officeDocument/2006/relationships/image" Target="../media/image64.emf"/></Relationships>
</file>

<file path=ppt/drawings/_rels/vmlDrawing12.vml.rels><?xml version="1.0" encoding="UTF-8" standalone="yes"?>
<Relationships xmlns="http://schemas.openxmlformats.org/package/2006/relationships"><Relationship Id="rId8" Type="http://schemas.openxmlformats.org/officeDocument/2006/relationships/image" Target="../media/image72.wmf"/><Relationship Id="rId3" Type="http://schemas.openxmlformats.org/officeDocument/2006/relationships/image" Target="../media/image54.emf"/><Relationship Id="rId7" Type="http://schemas.openxmlformats.org/officeDocument/2006/relationships/image" Target="../media/image71.wmf"/><Relationship Id="rId2" Type="http://schemas.openxmlformats.org/officeDocument/2006/relationships/image" Target="../media/image53.emf"/><Relationship Id="rId1" Type="http://schemas.openxmlformats.org/officeDocument/2006/relationships/image" Target="../media/image67.emf"/><Relationship Id="rId6" Type="http://schemas.openxmlformats.org/officeDocument/2006/relationships/image" Target="../media/image70.wmf"/><Relationship Id="rId5" Type="http://schemas.openxmlformats.org/officeDocument/2006/relationships/image" Target="../media/image69.wmf"/><Relationship Id="rId4" Type="http://schemas.openxmlformats.org/officeDocument/2006/relationships/image" Target="../media/image68.wmf"/></Relationships>
</file>

<file path=ppt/drawings/_rels/vmlDrawing13.vml.rels><?xml version="1.0" encoding="UTF-8" standalone="yes"?>
<Relationships xmlns="http://schemas.openxmlformats.org/package/2006/relationships"><Relationship Id="rId8" Type="http://schemas.openxmlformats.org/officeDocument/2006/relationships/image" Target="../media/image80.wmf"/><Relationship Id="rId3" Type="http://schemas.openxmlformats.org/officeDocument/2006/relationships/image" Target="../media/image75.wmf"/><Relationship Id="rId7" Type="http://schemas.openxmlformats.org/officeDocument/2006/relationships/image" Target="../media/image79.wmf"/><Relationship Id="rId2" Type="http://schemas.openxmlformats.org/officeDocument/2006/relationships/image" Target="../media/image74.wmf"/><Relationship Id="rId1" Type="http://schemas.openxmlformats.org/officeDocument/2006/relationships/image" Target="../media/image73.wmf"/><Relationship Id="rId6" Type="http://schemas.openxmlformats.org/officeDocument/2006/relationships/image" Target="../media/image78.wmf"/><Relationship Id="rId5" Type="http://schemas.openxmlformats.org/officeDocument/2006/relationships/image" Target="../media/image77.emf"/><Relationship Id="rId4" Type="http://schemas.openxmlformats.org/officeDocument/2006/relationships/image" Target="../media/image76.wmf"/><Relationship Id="rId9" Type="http://schemas.openxmlformats.org/officeDocument/2006/relationships/image" Target="../media/image81.wmf"/></Relationships>
</file>

<file path=ppt/drawings/_rels/vmlDrawing14.vml.rels><?xml version="1.0" encoding="UTF-8" standalone="yes"?>
<Relationships xmlns="http://schemas.openxmlformats.org/package/2006/relationships"><Relationship Id="rId8" Type="http://schemas.openxmlformats.org/officeDocument/2006/relationships/image" Target="../media/image89.wmf"/><Relationship Id="rId3" Type="http://schemas.openxmlformats.org/officeDocument/2006/relationships/image" Target="../media/image84.emf"/><Relationship Id="rId7" Type="http://schemas.openxmlformats.org/officeDocument/2006/relationships/image" Target="../media/image88.wmf"/><Relationship Id="rId2" Type="http://schemas.openxmlformats.org/officeDocument/2006/relationships/image" Target="../media/image83.wmf"/><Relationship Id="rId1" Type="http://schemas.openxmlformats.org/officeDocument/2006/relationships/image" Target="../media/image82.wmf"/><Relationship Id="rId6" Type="http://schemas.openxmlformats.org/officeDocument/2006/relationships/image" Target="../media/image87.wmf"/><Relationship Id="rId5" Type="http://schemas.openxmlformats.org/officeDocument/2006/relationships/image" Target="../media/image86.wmf"/><Relationship Id="rId4" Type="http://schemas.openxmlformats.org/officeDocument/2006/relationships/image" Target="../media/image85.wmf"/></Relationships>
</file>

<file path=ppt/drawings/_rels/vmlDrawing15.vml.rels><?xml version="1.0" encoding="UTF-8" standalone="yes"?>
<Relationships xmlns="http://schemas.openxmlformats.org/package/2006/relationships"><Relationship Id="rId3" Type="http://schemas.openxmlformats.org/officeDocument/2006/relationships/image" Target="../media/image92.wmf"/><Relationship Id="rId2" Type="http://schemas.openxmlformats.org/officeDocument/2006/relationships/image" Target="../media/image91.wmf"/><Relationship Id="rId1" Type="http://schemas.openxmlformats.org/officeDocument/2006/relationships/image" Target="../media/image90.emf"/><Relationship Id="rId5" Type="http://schemas.openxmlformats.org/officeDocument/2006/relationships/image" Target="../media/image94.wmf"/><Relationship Id="rId4" Type="http://schemas.openxmlformats.org/officeDocument/2006/relationships/image" Target="../media/image93.wmf"/></Relationships>
</file>

<file path=ppt/drawings/_rels/vmlDrawing16.vml.rels><?xml version="1.0" encoding="UTF-8" standalone="yes"?>
<Relationships xmlns="http://schemas.openxmlformats.org/package/2006/relationships"><Relationship Id="rId8" Type="http://schemas.openxmlformats.org/officeDocument/2006/relationships/image" Target="../media/image102.wmf"/><Relationship Id="rId3" Type="http://schemas.openxmlformats.org/officeDocument/2006/relationships/image" Target="../media/image97.wmf"/><Relationship Id="rId7" Type="http://schemas.openxmlformats.org/officeDocument/2006/relationships/image" Target="../media/image101.wmf"/><Relationship Id="rId2" Type="http://schemas.openxmlformats.org/officeDocument/2006/relationships/image" Target="../media/image96.wmf"/><Relationship Id="rId1" Type="http://schemas.openxmlformats.org/officeDocument/2006/relationships/image" Target="../media/image95.wmf"/><Relationship Id="rId6" Type="http://schemas.openxmlformats.org/officeDocument/2006/relationships/image" Target="../media/image100.wmf"/><Relationship Id="rId11" Type="http://schemas.openxmlformats.org/officeDocument/2006/relationships/image" Target="../media/image105.wmf"/><Relationship Id="rId5" Type="http://schemas.openxmlformats.org/officeDocument/2006/relationships/image" Target="../media/image99.wmf"/><Relationship Id="rId10" Type="http://schemas.openxmlformats.org/officeDocument/2006/relationships/image" Target="../media/image104.wmf"/><Relationship Id="rId4" Type="http://schemas.openxmlformats.org/officeDocument/2006/relationships/image" Target="../media/image98.wmf"/><Relationship Id="rId9" Type="http://schemas.openxmlformats.org/officeDocument/2006/relationships/image" Target="../media/image103.wmf"/></Relationships>
</file>

<file path=ppt/drawings/_rels/vmlDrawing17.vml.rels><?xml version="1.0" encoding="UTF-8" standalone="yes"?>
<Relationships xmlns="http://schemas.openxmlformats.org/package/2006/relationships"><Relationship Id="rId8" Type="http://schemas.openxmlformats.org/officeDocument/2006/relationships/image" Target="../media/image47.wmf"/><Relationship Id="rId3" Type="http://schemas.openxmlformats.org/officeDocument/2006/relationships/image" Target="../media/image108.wmf"/><Relationship Id="rId7" Type="http://schemas.openxmlformats.org/officeDocument/2006/relationships/image" Target="../media/image46.wmf"/><Relationship Id="rId2" Type="http://schemas.openxmlformats.org/officeDocument/2006/relationships/image" Target="../media/image107.emf"/><Relationship Id="rId1" Type="http://schemas.openxmlformats.org/officeDocument/2006/relationships/image" Target="../media/image106.emf"/><Relationship Id="rId6" Type="http://schemas.openxmlformats.org/officeDocument/2006/relationships/image" Target="../media/image45.wmf"/><Relationship Id="rId5" Type="http://schemas.openxmlformats.org/officeDocument/2006/relationships/image" Target="../media/image110.wmf"/><Relationship Id="rId4" Type="http://schemas.openxmlformats.org/officeDocument/2006/relationships/image" Target="../media/image109.wmf"/><Relationship Id="rId9" Type="http://schemas.openxmlformats.org/officeDocument/2006/relationships/image" Target="../media/image48.wmf"/></Relationships>
</file>

<file path=ppt/drawings/_rels/vmlDrawing18.vml.rels><?xml version="1.0" encoding="UTF-8" standalone="yes"?>
<Relationships xmlns="http://schemas.openxmlformats.org/package/2006/relationships"><Relationship Id="rId3" Type="http://schemas.openxmlformats.org/officeDocument/2006/relationships/image" Target="../media/image113.wmf"/><Relationship Id="rId2" Type="http://schemas.openxmlformats.org/officeDocument/2006/relationships/image" Target="../media/image112.wmf"/><Relationship Id="rId1" Type="http://schemas.openxmlformats.org/officeDocument/2006/relationships/image" Target="../media/image111.wmf"/><Relationship Id="rId6" Type="http://schemas.openxmlformats.org/officeDocument/2006/relationships/image" Target="../media/image116.wmf"/><Relationship Id="rId5" Type="http://schemas.openxmlformats.org/officeDocument/2006/relationships/image" Target="../media/image115.wmf"/><Relationship Id="rId4" Type="http://schemas.openxmlformats.org/officeDocument/2006/relationships/image" Target="../media/image114.wmf"/></Relationships>
</file>

<file path=ppt/drawings/_rels/vmlDrawing19.vml.rels><?xml version="1.0" encoding="UTF-8" standalone="yes"?>
<Relationships xmlns="http://schemas.openxmlformats.org/package/2006/relationships"><Relationship Id="rId3" Type="http://schemas.openxmlformats.org/officeDocument/2006/relationships/image" Target="../media/image119.wmf"/><Relationship Id="rId2" Type="http://schemas.openxmlformats.org/officeDocument/2006/relationships/image" Target="../media/image118.wmf"/><Relationship Id="rId1" Type="http://schemas.openxmlformats.org/officeDocument/2006/relationships/image" Target="../media/image117.wmf"/><Relationship Id="rId5" Type="http://schemas.openxmlformats.org/officeDocument/2006/relationships/image" Target="../media/image121.wmf"/><Relationship Id="rId4" Type="http://schemas.openxmlformats.org/officeDocument/2006/relationships/image" Target="../media/image120.wmf"/></Relationships>
</file>

<file path=ppt/drawings/_rels/vmlDrawing20.vml.rels><?xml version="1.0" encoding="UTF-8" standalone="yes"?>
<Relationships xmlns="http://schemas.openxmlformats.org/package/2006/relationships"><Relationship Id="rId8" Type="http://schemas.openxmlformats.org/officeDocument/2006/relationships/image" Target="../media/image108.wmf"/><Relationship Id="rId13" Type="http://schemas.openxmlformats.org/officeDocument/2006/relationships/image" Target="../media/image133.wmf"/><Relationship Id="rId3" Type="http://schemas.openxmlformats.org/officeDocument/2006/relationships/image" Target="../media/image124.emf"/><Relationship Id="rId7" Type="http://schemas.openxmlformats.org/officeDocument/2006/relationships/image" Target="../media/image128.wmf"/><Relationship Id="rId12" Type="http://schemas.openxmlformats.org/officeDocument/2006/relationships/image" Target="../media/image132.wmf"/><Relationship Id="rId17" Type="http://schemas.openxmlformats.org/officeDocument/2006/relationships/image" Target="../media/image137.wmf"/><Relationship Id="rId2" Type="http://schemas.openxmlformats.org/officeDocument/2006/relationships/image" Target="../media/image123.wmf"/><Relationship Id="rId16" Type="http://schemas.openxmlformats.org/officeDocument/2006/relationships/image" Target="../media/image136.wmf"/><Relationship Id="rId1" Type="http://schemas.openxmlformats.org/officeDocument/2006/relationships/image" Target="../media/image122.wmf"/><Relationship Id="rId6" Type="http://schemas.openxmlformats.org/officeDocument/2006/relationships/image" Target="../media/image127.wmf"/><Relationship Id="rId11" Type="http://schemas.openxmlformats.org/officeDocument/2006/relationships/image" Target="../media/image131.wmf"/><Relationship Id="rId5" Type="http://schemas.openxmlformats.org/officeDocument/2006/relationships/image" Target="../media/image126.emf"/><Relationship Id="rId15" Type="http://schemas.openxmlformats.org/officeDocument/2006/relationships/image" Target="../media/image135.wmf"/><Relationship Id="rId10" Type="http://schemas.openxmlformats.org/officeDocument/2006/relationships/image" Target="../media/image130.wmf"/><Relationship Id="rId4" Type="http://schemas.openxmlformats.org/officeDocument/2006/relationships/image" Target="../media/image125.wmf"/><Relationship Id="rId9" Type="http://schemas.openxmlformats.org/officeDocument/2006/relationships/image" Target="../media/image129.wmf"/><Relationship Id="rId14" Type="http://schemas.openxmlformats.org/officeDocument/2006/relationships/image" Target="../media/image134.wmf"/></Relationships>
</file>

<file path=ppt/drawings/_rels/vmlDrawing21.vml.rels><?xml version="1.0" encoding="UTF-8" standalone="yes"?>
<Relationships xmlns="http://schemas.openxmlformats.org/package/2006/relationships"><Relationship Id="rId3" Type="http://schemas.openxmlformats.org/officeDocument/2006/relationships/image" Target="../media/image140.wmf"/><Relationship Id="rId2" Type="http://schemas.openxmlformats.org/officeDocument/2006/relationships/image" Target="../media/image139.wmf"/><Relationship Id="rId1" Type="http://schemas.openxmlformats.org/officeDocument/2006/relationships/image" Target="../media/image138.emf"/><Relationship Id="rId5" Type="http://schemas.openxmlformats.org/officeDocument/2006/relationships/image" Target="../media/image142.wmf"/><Relationship Id="rId4" Type="http://schemas.openxmlformats.org/officeDocument/2006/relationships/image" Target="../media/image141.wmf"/></Relationships>
</file>

<file path=ppt/drawings/_rels/vmlDrawing22.vml.rels><?xml version="1.0" encoding="UTF-8" standalone="yes"?>
<Relationships xmlns="http://schemas.openxmlformats.org/package/2006/relationships"><Relationship Id="rId8" Type="http://schemas.openxmlformats.org/officeDocument/2006/relationships/image" Target="../media/image150.wmf"/><Relationship Id="rId3" Type="http://schemas.openxmlformats.org/officeDocument/2006/relationships/image" Target="../media/image145.wmf"/><Relationship Id="rId7" Type="http://schemas.openxmlformats.org/officeDocument/2006/relationships/image" Target="../media/image149.wmf"/><Relationship Id="rId2" Type="http://schemas.openxmlformats.org/officeDocument/2006/relationships/image" Target="../media/image144.emf"/><Relationship Id="rId1" Type="http://schemas.openxmlformats.org/officeDocument/2006/relationships/image" Target="../media/image143.emf"/><Relationship Id="rId6" Type="http://schemas.openxmlformats.org/officeDocument/2006/relationships/image" Target="../media/image148.wmf"/><Relationship Id="rId5" Type="http://schemas.openxmlformats.org/officeDocument/2006/relationships/image" Target="../media/image147.wmf"/><Relationship Id="rId10" Type="http://schemas.openxmlformats.org/officeDocument/2006/relationships/image" Target="../media/image152.wmf"/><Relationship Id="rId4" Type="http://schemas.openxmlformats.org/officeDocument/2006/relationships/image" Target="../media/image146.wmf"/><Relationship Id="rId9" Type="http://schemas.openxmlformats.org/officeDocument/2006/relationships/image" Target="../media/image151.wmf"/></Relationships>
</file>

<file path=ppt/drawings/_rels/vmlDrawing23.vml.rels><?xml version="1.0" encoding="UTF-8" standalone="yes"?>
<Relationships xmlns="http://schemas.openxmlformats.org/package/2006/relationships"><Relationship Id="rId8" Type="http://schemas.openxmlformats.org/officeDocument/2006/relationships/image" Target="../media/image159.wmf"/><Relationship Id="rId13" Type="http://schemas.openxmlformats.org/officeDocument/2006/relationships/image" Target="../media/image164.wmf"/><Relationship Id="rId18" Type="http://schemas.openxmlformats.org/officeDocument/2006/relationships/image" Target="../media/image169.wmf"/><Relationship Id="rId3" Type="http://schemas.openxmlformats.org/officeDocument/2006/relationships/image" Target="../media/image155.emf"/><Relationship Id="rId7" Type="http://schemas.openxmlformats.org/officeDocument/2006/relationships/image" Target="../media/image108.wmf"/><Relationship Id="rId12" Type="http://schemas.openxmlformats.org/officeDocument/2006/relationships/image" Target="../media/image163.wmf"/><Relationship Id="rId17" Type="http://schemas.openxmlformats.org/officeDocument/2006/relationships/image" Target="../media/image168.wmf"/><Relationship Id="rId2" Type="http://schemas.openxmlformats.org/officeDocument/2006/relationships/image" Target="../media/image154.wmf"/><Relationship Id="rId16" Type="http://schemas.openxmlformats.org/officeDocument/2006/relationships/image" Target="../media/image167.wmf"/><Relationship Id="rId20" Type="http://schemas.openxmlformats.org/officeDocument/2006/relationships/image" Target="../media/image171.wmf"/><Relationship Id="rId1" Type="http://schemas.openxmlformats.org/officeDocument/2006/relationships/image" Target="../media/image153.wmf"/><Relationship Id="rId6" Type="http://schemas.openxmlformats.org/officeDocument/2006/relationships/image" Target="../media/image158.wmf"/><Relationship Id="rId11" Type="http://schemas.openxmlformats.org/officeDocument/2006/relationships/image" Target="../media/image162.wmf"/><Relationship Id="rId5" Type="http://schemas.openxmlformats.org/officeDocument/2006/relationships/image" Target="../media/image157.wmf"/><Relationship Id="rId15" Type="http://schemas.openxmlformats.org/officeDocument/2006/relationships/image" Target="../media/image166.wmf"/><Relationship Id="rId10" Type="http://schemas.openxmlformats.org/officeDocument/2006/relationships/image" Target="../media/image161.wmf"/><Relationship Id="rId19" Type="http://schemas.openxmlformats.org/officeDocument/2006/relationships/image" Target="../media/image170.wmf"/><Relationship Id="rId4" Type="http://schemas.openxmlformats.org/officeDocument/2006/relationships/image" Target="../media/image156.emf"/><Relationship Id="rId9" Type="http://schemas.openxmlformats.org/officeDocument/2006/relationships/image" Target="../media/image160.wmf"/><Relationship Id="rId14" Type="http://schemas.openxmlformats.org/officeDocument/2006/relationships/image" Target="../media/image165.wmf"/></Relationships>
</file>

<file path=ppt/drawings/_rels/vmlDrawing24.vml.rels><?xml version="1.0" encoding="UTF-8" standalone="yes"?>
<Relationships xmlns="http://schemas.openxmlformats.org/package/2006/relationships"><Relationship Id="rId8" Type="http://schemas.openxmlformats.org/officeDocument/2006/relationships/image" Target="../media/image169.wmf"/><Relationship Id="rId3" Type="http://schemas.openxmlformats.org/officeDocument/2006/relationships/image" Target="../media/image174.wmf"/><Relationship Id="rId7" Type="http://schemas.openxmlformats.org/officeDocument/2006/relationships/image" Target="../media/image168.wmf"/><Relationship Id="rId2" Type="http://schemas.openxmlformats.org/officeDocument/2006/relationships/image" Target="../media/image173.wmf"/><Relationship Id="rId1" Type="http://schemas.openxmlformats.org/officeDocument/2006/relationships/image" Target="../media/image172.wmf"/><Relationship Id="rId6" Type="http://schemas.openxmlformats.org/officeDocument/2006/relationships/image" Target="../media/image167.wmf"/><Relationship Id="rId5" Type="http://schemas.openxmlformats.org/officeDocument/2006/relationships/image" Target="../media/image176.emf"/><Relationship Id="rId10" Type="http://schemas.openxmlformats.org/officeDocument/2006/relationships/image" Target="../media/image171.wmf"/><Relationship Id="rId4" Type="http://schemas.openxmlformats.org/officeDocument/2006/relationships/image" Target="../media/image175.wmf"/><Relationship Id="rId9" Type="http://schemas.openxmlformats.org/officeDocument/2006/relationships/image" Target="../media/image170.wmf"/></Relationships>
</file>

<file path=ppt/drawings/_rels/vmlDrawing25.vml.rels><?xml version="1.0" encoding="UTF-8" standalone="yes"?>
<Relationships xmlns="http://schemas.openxmlformats.org/package/2006/relationships"><Relationship Id="rId3" Type="http://schemas.openxmlformats.org/officeDocument/2006/relationships/image" Target="../media/image179.wmf"/><Relationship Id="rId2" Type="http://schemas.openxmlformats.org/officeDocument/2006/relationships/image" Target="../media/image178.emf"/><Relationship Id="rId1" Type="http://schemas.openxmlformats.org/officeDocument/2006/relationships/image" Target="../media/image177.emf"/><Relationship Id="rId6" Type="http://schemas.openxmlformats.org/officeDocument/2006/relationships/image" Target="../media/image182.wmf"/><Relationship Id="rId5" Type="http://schemas.openxmlformats.org/officeDocument/2006/relationships/image" Target="../media/image181.wmf"/><Relationship Id="rId4" Type="http://schemas.openxmlformats.org/officeDocument/2006/relationships/image" Target="../media/image180.wmf"/></Relationships>
</file>

<file path=ppt/drawings/_rels/vmlDrawing26.vml.rels><?xml version="1.0" encoding="UTF-8" standalone="yes"?>
<Relationships xmlns="http://schemas.openxmlformats.org/package/2006/relationships"><Relationship Id="rId8" Type="http://schemas.openxmlformats.org/officeDocument/2006/relationships/image" Target="../media/image120.wmf"/><Relationship Id="rId13" Type="http://schemas.openxmlformats.org/officeDocument/2006/relationships/image" Target="../media/image192.wmf"/><Relationship Id="rId3" Type="http://schemas.openxmlformats.org/officeDocument/2006/relationships/image" Target="../media/image185.wmf"/><Relationship Id="rId7" Type="http://schemas.openxmlformats.org/officeDocument/2006/relationships/image" Target="../media/image189.wmf"/><Relationship Id="rId12" Type="http://schemas.openxmlformats.org/officeDocument/2006/relationships/image" Target="../media/image191.wmf"/><Relationship Id="rId2" Type="http://schemas.openxmlformats.org/officeDocument/2006/relationships/image" Target="../media/image184.wmf"/><Relationship Id="rId1" Type="http://schemas.openxmlformats.org/officeDocument/2006/relationships/image" Target="../media/image183.wmf"/><Relationship Id="rId6" Type="http://schemas.openxmlformats.org/officeDocument/2006/relationships/image" Target="../media/image188.wmf"/><Relationship Id="rId11" Type="http://schemas.openxmlformats.org/officeDocument/2006/relationships/image" Target="../media/image190.wmf"/><Relationship Id="rId5" Type="http://schemas.openxmlformats.org/officeDocument/2006/relationships/image" Target="../media/image187.wmf"/><Relationship Id="rId10" Type="http://schemas.openxmlformats.org/officeDocument/2006/relationships/image" Target="../media/image113.wmf"/><Relationship Id="rId4" Type="http://schemas.openxmlformats.org/officeDocument/2006/relationships/image" Target="../media/image186.wmf"/><Relationship Id="rId9" Type="http://schemas.openxmlformats.org/officeDocument/2006/relationships/image" Target="../media/image121.wmf"/><Relationship Id="rId14" Type="http://schemas.openxmlformats.org/officeDocument/2006/relationships/image" Target="../media/image177.emf"/></Relationships>
</file>

<file path=ppt/drawings/_rels/vmlDrawing27.vml.rels><?xml version="1.0" encoding="UTF-8" standalone="yes"?>
<Relationships xmlns="http://schemas.openxmlformats.org/package/2006/relationships"><Relationship Id="rId8" Type="http://schemas.openxmlformats.org/officeDocument/2006/relationships/image" Target="../media/image200.wmf"/><Relationship Id="rId3" Type="http://schemas.openxmlformats.org/officeDocument/2006/relationships/image" Target="../media/image195.wmf"/><Relationship Id="rId7" Type="http://schemas.openxmlformats.org/officeDocument/2006/relationships/image" Target="../media/image199.wmf"/><Relationship Id="rId2" Type="http://schemas.openxmlformats.org/officeDocument/2006/relationships/image" Target="../media/image194.wmf"/><Relationship Id="rId1" Type="http://schemas.openxmlformats.org/officeDocument/2006/relationships/image" Target="../media/image193.wmf"/><Relationship Id="rId6" Type="http://schemas.openxmlformats.org/officeDocument/2006/relationships/image" Target="../media/image198.wmf"/><Relationship Id="rId5" Type="http://schemas.openxmlformats.org/officeDocument/2006/relationships/image" Target="../media/image197.wmf"/><Relationship Id="rId4" Type="http://schemas.openxmlformats.org/officeDocument/2006/relationships/image" Target="../media/image196.emf"/><Relationship Id="rId9" Type="http://schemas.openxmlformats.org/officeDocument/2006/relationships/image" Target="../media/image201.wmf"/></Relationships>
</file>

<file path=ppt/drawings/_rels/vmlDrawing28.vml.rels><?xml version="1.0" encoding="UTF-8" standalone="yes"?>
<Relationships xmlns="http://schemas.openxmlformats.org/package/2006/relationships"><Relationship Id="rId3" Type="http://schemas.openxmlformats.org/officeDocument/2006/relationships/image" Target="../media/image46.wmf"/><Relationship Id="rId7" Type="http://schemas.openxmlformats.org/officeDocument/2006/relationships/image" Target="../media/image204.wmf"/><Relationship Id="rId2" Type="http://schemas.openxmlformats.org/officeDocument/2006/relationships/image" Target="../media/image45.wmf"/><Relationship Id="rId1" Type="http://schemas.openxmlformats.org/officeDocument/2006/relationships/image" Target="../media/image202.wmf"/><Relationship Id="rId6" Type="http://schemas.openxmlformats.org/officeDocument/2006/relationships/image" Target="../media/image203.wmf"/><Relationship Id="rId5" Type="http://schemas.openxmlformats.org/officeDocument/2006/relationships/image" Target="../media/image48.wmf"/><Relationship Id="rId4" Type="http://schemas.openxmlformats.org/officeDocument/2006/relationships/image" Target="../media/image47.wmf"/></Relationships>
</file>

<file path=ppt/drawings/_rels/vmlDrawing29.vml.rels><?xml version="1.0" encoding="UTF-8" standalone="yes"?>
<Relationships xmlns="http://schemas.openxmlformats.org/package/2006/relationships"><Relationship Id="rId8" Type="http://schemas.openxmlformats.org/officeDocument/2006/relationships/image" Target="../media/image113.wmf"/><Relationship Id="rId3" Type="http://schemas.openxmlformats.org/officeDocument/2006/relationships/image" Target="../media/image207.wmf"/><Relationship Id="rId7" Type="http://schemas.openxmlformats.org/officeDocument/2006/relationships/image" Target="../media/image121.wmf"/><Relationship Id="rId12" Type="http://schemas.openxmlformats.org/officeDocument/2006/relationships/image" Target="../media/image202.wmf"/><Relationship Id="rId2" Type="http://schemas.openxmlformats.org/officeDocument/2006/relationships/image" Target="../media/image206.wmf"/><Relationship Id="rId1" Type="http://schemas.openxmlformats.org/officeDocument/2006/relationships/image" Target="../media/image205.wmf"/><Relationship Id="rId6" Type="http://schemas.openxmlformats.org/officeDocument/2006/relationships/image" Target="../media/image120.wmf"/><Relationship Id="rId11" Type="http://schemas.openxmlformats.org/officeDocument/2006/relationships/image" Target="../media/image192.wmf"/><Relationship Id="rId5" Type="http://schemas.openxmlformats.org/officeDocument/2006/relationships/image" Target="../media/image189.wmf"/><Relationship Id="rId10" Type="http://schemas.openxmlformats.org/officeDocument/2006/relationships/image" Target="../media/image209.wmf"/><Relationship Id="rId4" Type="http://schemas.openxmlformats.org/officeDocument/2006/relationships/image" Target="../media/image208.wmf"/><Relationship Id="rId9" Type="http://schemas.openxmlformats.org/officeDocument/2006/relationships/image" Target="../media/image114.wmf"/></Relationships>
</file>

<file path=ppt/drawings/_rels/vmlDrawing30.vml.rels><?xml version="1.0" encoding="UTF-8" standalone="yes"?>
<Relationships xmlns="http://schemas.openxmlformats.org/package/2006/relationships"><Relationship Id="rId8" Type="http://schemas.openxmlformats.org/officeDocument/2006/relationships/image" Target="../media/image217.wmf"/><Relationship Id="rId3" Type="http://schemas.openxmlformats.org/officeDocument/2006/relationships/image" Target="../media/image212.wmf"/><Relationship Id="rId7" Type="http://schemas.openxmlformats.org/officeDocument/2006/relationships/image" Target="../media/image216.wmf"/><Relationship Id="rId2" Type="http://schemas.openxmlformats.org/officeDocument/2006/relationships/image" Target="../media/image211.emf"/><Relationship Id="rId1" Type="http://schemas.openxmlformats.org/officeDocument/2006/relationships/image" Target="../media/image210.wmf"/><Relationship Id="rId6" Type="http://schemas.openxmlformats.org/officeDocument/2006/relationships/image" Target="../media/image215.wmf"/><Relationship Id="rId5" Type="http://schemas.openxmlformats.org/officeDocument/2006/relationships/image" Target="../media/image214.wmf"/><Relationship Id="rId4" Type="http://schemas.openxmlformats.org/officeDocument/2006/relationships/image" Target="../media/image213.wmf"/></Relationships>
</file>

<file path=ppt/drawings/_rels/vmlDrawing31.vml.rels><?xml version="1.0" encoding="UTF-8" standalone="yes"?>
<Relationships xmlns="http://schemas.openxmlformats.org/package/2006/relationships"><Relationship Id="rId3" Type="http://schemas.openxmlformats.org/officeDocument/2006/relationships/image" Target="../media/image220.wmf"/><Relationship Id="rId2" Type="http://schemas.openxmlformats.org/officeDocument/2006/relationships/image" Target="../media/image219.wmf"/><Relationship Id="rId1" Type="http://schemas.openxmlformats.org/officeDocument/2006/relationships/image" Target="../media/image218.wmf"/><Relationship Id="rId4" Type="http://schemas.openxmlformats.org/officeDocument/2006/relationships/image" Target="../media/image221.wmf"/></Relationships>
</file>

<file path=ppt/drawings/_rels/vmlDrawing32.vml.rels><?xml version="1.0" encoding="UTF-8" standalone="yes"?>
<Relationships xmlns="http://schemas.openxmlformats.org/package/2006/relationships"><Relationship Id="rId8" Type="http://schemas.openxmlformats.org/officeDocument/2006/relationships/image" Target="../media/image229.wmf"/><Relationship Id="rId3" Type="http://schemas.openxmlformats.org/officeDocument/2006/relationships/image" Target="../media/image224.wmf"/><Relationship Id="rId7" Type="http://schemas.openxmlformats.org/officeDocument/2006/relationships/image" Target="../media/image228.wmf"/><Relationship Id="rId2" Type="http://schemas.openxmlformats.org/officeDocument/2006/relationships/image" Target="../media/image223.wmf"/><Relationship Id="rId1" Type="http://schemas.openxmlformats.org/officeDocument/2006/relationships/image" Target="../media/image222.wmf"/><Relationship Id="rId6" Type="http://schemas.openxmlformats.org/officeDocument/2006/relationships/image" Target="../media/image227.wmf"/><Relationship Id="rId5" Type="http://schemas.openxmlformats.org/officeDocument/2006/relationships/image" Target="../media/image226.wmf"/><Relationship Id="rId10" Type="http://schemas.openxmlformats.org/officeDocument/2006/relationships/image" Target="../media/image231.wmf"/><Relationship Id="rId4" Type="http://schemas.openxmlformats.org/officeDocument/2006/relationships/image" Target="../media/image225.wmf"/><Relationship Id="rId9" Type="http://schemas.openxmlformats.org/officeDocument/2006/relationships/image" Target="../media/image230.wmf"/></Relationships>
</file>

<file path=ppt/drawings/_rels/vmlDrawing33.vml.rels><?xml version="1.0" encoding="UTF-8" standalone="yes"?>
<Relationships xmlns="http://schemas.openxmlformats.org/package/2006/relationships"><Relationship Id="rId3" Type="http://schemas.openxmlformats.org/officeDocument/2006/relationships/image" Target="../media/image234.wmf"/><Relationship Id="rId7" Type="http://schemas.openxmlformats.org/officeDocument/2006/relationships/image" Target="../media/image238.wmf"/><Relationship Id="rId2" Type="http://schemas.openxmlformats.org/officeDocument/2006/relationships/image" Target="../media/image233.wmf"/><Relationship Id="rId1" Type="http://schemas.openxmlformats.org/officeDocument/2006/relationships/image" Target="../media/image232.wmf"/><Relationship Id="rId6" Type="http://schemas.openxmlformats.org/officeDocument/2006/relationships/image" Target="../media/image237.wmf"/><Relationship Id="rId5" Type="http://schemas.openxmlformats.org/officeDocument/2006/relationships/image" Target="../media/image236.wmf"/><Relationship Id="rId4" Type="http://schemas.openxmlformats.org/officeDocument/2006/relationships/image" Target="../media/image235.wmf"/></Relationships>
</file>

<file path=ppt/drawings/_rels/vmlDrawing34.vml.rels><?xml version="1.0" encoding="UTF-8" standalone="yes"?>
<Relationships xmlns="http://schemas.openxmlformats.org/package/2006/relationships"><Relationship Id="rId8" Type="http://schemas.openxmlformats.org/officeDocument/2006/relationships/image" Target="../media/image246.wmf"/><Relationship Id="rId3" Type="http://schemas.openxmlformats.org/officeDocument/2006/relationships/image" Target="../media/image241.emf"/><Relationship Id="rId7" Type="http://schemas.openxmlformats.org/officeDocument/2006/relationships/image" Target="../media/image245.wmf"/><Relationship Id="rId2" Type="http://schemas.openxmlformats.org/officeDocument/2006/relationships/image" Target="../media/image240.wmf"/><Relationship Id="rId1" Type="http://schemas.openxmlformats.org/officeDocument/2006/relationships/image" Target="../media/image239.wmf"/><Relationship Id="rId6" Type="http://schemas.openxmlformats.org/officeDocument/2006/relationships/image" Target="../media/image244.wmf"/><Relationship Id="rId11" Type="http://schemas.openxmlformats.org/officeDocument/2006/relationships/image" Target="../media/image249.wmf"/><Relationship Id="rId5" Type="http://schemas.openxmlformats.org/officeDocument/2006/relationships/image" Target="../media/image243.emf"/><Relationship Id="rId10" Type="http://schemas.openxmlformats.org/officeDocument/2006/relationships/image" Target="../media/image248.wmf"/><Relationship Id="rId4" Type="http://schemas.openxmlformats.org/officeDocument/2006/relationships/image" Target="../media/image242.emf"/><Relationship Id="rId9" Type="http://schemas.openxmlformats.org/officeDocument/2006/relationships/image" Target="../media/image247.wmf"/></Relationships>
</file>

<file path=ppt/drawings/_rels/vmlDrawing35.vml.rels><?xml version="1.0" encoding="UTF-8" standalone="yes"?>
<Relationships xmlns="http://schemas.openxmlformats.org/package/2006/relationships"><Relationship Id="rId3" Type="http://schemas.openxmlformats.org/officeDocument/2006/relationships/image" Target="../media/image252.wmf"/><Relationship Id="rId2" Type="http://schemas.openxmlformats.org/officeDocument/2006/relationships/image" Target="../media/image251.wmf"/><Relationship Id="rId1" Type="http://schemas.openxmlformats.org/officeDocument/2006/relationships/image" Target="../media/image250.wmf"/><Relationship Id="rId4" Type="http://schemas.openxmlformats.org/officeDocument/2006/relationships/image" Target="../media/image253.wmf"/></Relationships>
</file>

<file path=ppt/drawings/_rels/vmlDrawing36.vml.rels><?xml version="1.0" encoding="UTF-8" standalone="yes"?>
<Relationships xmlns="http://schemas.openxmlformats.org/package/2006/relationships"><Relationship Id="rId8" Type="http://schemas.openxmlformats.org/officeDocument/2006/relationships/image" Target="../media/image260.wmf"/><Relationship Id="rId3" Type="http://schemas.openxmlformats.org/officeDocument/2006/relationships/image" Target="../media/image255.wmf"/><Relationship Id="rId7" Type="http://schemas.openxmlformats.org/officeDocument/2006/relationships/image" Target="../media/image259.wmf"/><Relationship Id="rId12" Type="http://schemas.openxmlformats.org/officeDocument/2006/relationships/image" Target="../media/image264.wmf"/><Relationship Id="rId2" Type="http://schemas.openxmlformats.org/officeDocument/2006/relationships/image" Target="../media/image254.wmf"/><Relationship Id="rId1" Type="http://schemas.openxmlformats.org/officeDocument/2006/relationships/image" Target="../media/image108.wmf"/><Relationship Id="rId6" Type="http://schemas.openxmlformats.org/officeDocument/2006/relationships/image" Target="../media/image258.wmf"/><Relationship Id="rId11" Type="http://schemas.openxmlformats.org/officeDocument/2006/relationships/image" Target="../media/image263.wmf"/><Relationship Id="rId5" Type="http://schemas.openxmlformats.org/officeDocument/2006/relationships/image" Target="../media/image257.wmf"/><Relationship Id="rId10" Type="http://schemas.openxmlformats.org/officeDocument/2006/relationships/image" Target="../media/image262.wmf"/><Relationship Id="rId4" Type="http://schemas.openxmlformats.org/officeDocument/2006/relationships/image" Target="../media/image256.wmf"/><Relationship Id="rId9" Type="http://schemas.openxmlformats.org/officeDocument/2006/relationships/image" Target="../media/image261.wmf"/></Relationships>
</file>

<file path=ppt/drawings/_rels/vmlDrawing37.vml.rels><?xml version="1.0" encoding="UTF-8" standalone="yes"?>
<Relationships xmlns="http://schemas.openxmlformats.org/package/2006/relationships"><Relationship Id="rId3" Type="http://schemas.openxmlformats.org/officeDocument/2006/relationships/image" Target="../media/image267.wmf"/><Relationship Id="rId2" Type="http://schemas.openxmlformats.org/officeDocument/2006/relationships/image" Target="../media/image266.wmf"/><Relationship Id="rId1" Type="http://schemas.openxmlformats.org/officeDocument/2006/relationships/image" Target="../media/image265.wmf"/><Relationship Id="rId4" Type="http://schemas.openxmlformats.org/officeDocument/2006/relationships/image" Target="../media/image268.wmf"/></Relationships>
</file>

<file path=ppt/drawings/_rels/vmlDrawing38.vml.rels><?xml version="1.0" encoding="UTF-8" standalone="yes"?>
<Relationships xmlns="http://schemas.openxmlformats.org/package/2006/relationships"><Relationship Id="rId3" Type="http://schemas.openxmlformats.org/officeDocument/2006/relationships/image" Target="../media/image271.wmf"/><Relationship Id="rId7" Type="http://schemas.openxmlformats.org/officeDocument/2006/relationships/image" Target="../media/image275.wmf"/><Relationship Id="rId2" Type="http://schemas.openxmlformats.org/officeDocument/2006/relationships/image" Target="../media/image270.wmf"/><Relationship Id="rId1" Type="http://schemas.openxmlformats.org/officeDocument/2006/relationships/image" Target="../media/image269.wmf"/><Relationship Id="rId6" Type="http://schemas.openxmlformats.org/officeDocument/2006/relationships/image" Target="../media/image274.wmf"/><Relationship Id="rId5" Type="http://schemas.openxmlformats.org/officeDocument/2006/relationships/image" Target="../media/image273.wmf"/><Relationship Id="rId4" Type="http://schemas.openxmlformats.org/officeDocument/2006/relationships/image" Target="../media/image272.wmf"/></Relationships>
</file>

<file path=ppt/drawings/_rels/vmlDrawing39.vml.rels><?xml version="1.0" encoding="UTF-8" standalone="yes"?>
<Relationships xmlns="http://schemas.openxmlformats.org/package/2006/relationships"><Relationship Id="rId8" Type="http://schemas.openxmlformats.org/officeDocument/2006/relationships/image" Target="../media/image283.wmf"/><Relationship Id="rId3" Type="http://schemas.openxmlformats.org/officeDocument/2006/relationships/image" Target="../media/image278.wmf"/><Relationship Id="rId7" Type="http://schemas.openxmlformats.org/officeDocument/2006/relationships/image" Target="../media/image282.wmf"/><Relationship Id="rId2" Type="http://schemas.openxmlformats.org/officeDocument/2006/relationships/image" Target="../media/image277.wmf"/><Relationship Id="rId1" Type="http://schemas.openxmlformats.org/officeDocument/2006/relationships/image" Target="../media/image276.wmf"/><Relationship Id="rId6" Type="http://schemas.openxmlformats.org/officeDocument/2006/relationships/image" Target="../media/image281.wmf"/><Relationship Id="rId5" Type="http://schemas.openxmlformats.org/officeDocument/2006/relationships/image" Target="../media/image280.wmf"/><Relationship Id="rId4" Type="http://schemas.openxmlformats.org/officeDocument/2006/relationships/image" Target="../media/image279.wmf"/><Relationship Id="rId9" Type="http://schemas.openxmlformats.org/officeDocument/2006/relationships/image" Target="../media/image284.wmf"/></Relationships>
</file>

<file path=ppt/drawings/_rels/vmlDrawing40.vml.rels><?xml version="1.0" encoding="UTF-8" standalone="yes"?>
<Relationships xmlns="http://schemas.openxmlformats.org/package/2006/relationships"><Relationship Id="rId8" Type="http://schemas.openxmlformats.org/officeDocument/2006/relationships/image" Target="../media/image292.wmf"/><Relationship Id="rId13" Type="http://schemas.openxmlformats.org/officeDocument/2006/relationships/image" Target="../media/image297.emf"/><Relationship Id="rId3" Type="http://schemas.openxmlformats.org/officeDocument/2006/relationships/image" Target="../media/image287.wmf"/><Relationship Id="rId7" Type="http://schemas.openxmlformats.org/officeDocument/2006/relationships/image" Target="../media/image291.wmf"/><Relationship Id="rId12" Type="http://schemas.openxmlformats.org/officeDocument/2006/relationships/image" Target="../media/image296.wmf"/><Relationship Id="rId2" Type="http://schemas.openxmlformats.org/officeDocument/2006/relationships/image" Target="../media/image286.wmf"/><Relationship Id="rId16" Type="http://schemas.openxmlformats.org/officeDocument/2006/relationships/image" Target="../media/image300.emf"/><Relationship Id="rId1" Type="http://schemas.openxmlformats.org/officeDocument/2006/relationships/image" Target="../media/image285.wmf"/><Relationship Id="rId6" Type="http://schemas.openxmlformats.org/officeDocument/2006/relationships/image" Target="../media/image290.wmf"/><Relationship Id="rId11" Type="http://schemas.openxmlformats.org/officeDocument/2006/relationships/image" Target="../media/image295.wmf"/><Relationship Id="rId5" Type="http://schemas.openxmlformats.org/officeDocument/2006/relationships/image" Target="../media/image289.wmf"/><Relationship Id="rId15" Type="http://schemas.openxmlformats.org/officeDocument/2006/relationships/image" Target="../media/image299.emf"/><Relationship Id="rId10" Type="http://schemas.openxmlformats.org/officeDocument/2006/relationships/image" Target="../media/image294.wmf"/><Relationship Id="rId4" Type="http://schemas.openxmlformats.org/officeDocument/2006/relationships/image" Target="../media/image288.wmf"/><Relationship Id="rId9" Type="http://schemas.openxmlformats.org/officeDocument/2006/relationships/image" Target="../media/image293.wmf"/><Relationship Id="rId14" Type="http://schemas.openxmlformats.org/officeDocument/2006/relationships/image" Target="../media/image298.emf"/></Relationships>
</file>

<file path=ppt/drawings/_rels/vmlDrawing41.vml.rels><?xml version="1.0" encoding="UTF-8" standalone="yes"?>
<Relationships xmlns="http://schemas.openxmlformats.org/package/2006/relationships"><Relationship Id="rId8" Type="http://schemas.openxmlformats.org/officeDocument/2006/relationships/image" Target="../media/image306.emf"/><Relationship Id="rId13" Type="http://schemas.openxmlformats.org/officeDocument/2006/relationships/image" Target="../media/image309.emf"/><Relationship Id="rId18" Type="http://schemas.openxmlformats.org/officeDocument/2006/relationships/image" Target="../media/image310.emf"/><Relationship Id="rId3" Type="http://schemas.openxmlformats.org/officeDocument/2006/relationships/image" Target="../media/image291.wmf"/><Relationship Id="rId7" Type="http://schemas.openxmlformats.org/officeDocument/2006/relationships/image" Target="../media/image305.wmf"/><Relationship Id="rId12" Type="http://schemas.openxmlformats.org/officeDocument/2006/relationships/image" Target="../media/image308.emf"/><Relationship Id="rId17" Type="http://schemas.openxmlformats.org/officeDocument/2006/relationships/image" Target="../media/image296.wmf"/><Relationship Id="rId2" Type="http://schemas.openxmlformats.org/officeDocument/2006/relationships/image" Target="../media/image302.wmf"/><Relationship Id="rId16" Type="http://schemas.openxmlformats.org/officeDocument/2006/relationships/image" Target="../media/image295.wmf"/><Relationship Id="rId1" Type="http://schemas.openxmlformats.org/officeDocument/2006/relationships/image" Target="../media/image301.wmf"/><Relationship Id="rId6" Type="http://schemas.openxmlformats.org/officeDocument/2006/relationships/image" Target="../media/image304.emf"/><Relationship Id="rId11" Type="http://schemas.openxmlformats.org/officeDocument/2006/relationships/image" Target="../media/image290.wmf"/><Relationship Id="rId5" Type="http://schemas.openxmlformats.org/officeDocument/2006/relationships/image" Target="../media/image303.emf"/><Relationship Id="rId15" Type="http://schemas.openxmlformats.org/officeDocument/2006/relationships/image" Target="../media/image294.wmf"/><Relationship Id="rId10" Type="http://schemas.openxmlformats.org/officeDocument/2006/relationships/image" Target="../media/image289.wmf"/><Relationship Id="rId19" Type="http://schemas.openxmlformats.org/officeDocument/2006/relationships/image" Target="../media/image311.emf"/><Relationship Id="rId4" Type="http://schemas.openxmlformats.org/officeDocument/2006/relationships/image" Target="../media/image292.wmf"/><Relationship Id="rId9" Type="http://schemas.openxmlformats.org/officeDocument/2006/relationships/image" Target="../media/image307.emf"/><Relationship Id="rId14" Type="http://schemas.openxmlformats.org/officeDocument/2006/relationships/image" Target="../media/image293.wmf"/></Relationships>
</file>

<file path=ppt/drawings/_rels/vmlDrawing42.vml.rels><?xml version="1.0" encoding="UTF-8" standalone="yes"?>
<Relationships xmlns="http://schemas.openxmlformats.org/package/2006/relationships"><Relationship Id="rId2" Type="http://schemas.openxmlformats.org/officeDocument/2006/relationships/image" Target="../media/image313.emf"/><Relationship Id="rId1" Type="http://schemas.openxmlformats.org/officeDocument/2006/relationships/image" Target="../media/image312.wmf"/></Relationships>
</file>

<file path=ppt/drawings/_rels/vmlDrawing43.vml.rels><?xml version="1.0" encoding="UTF-8" standalone="yes"?>
<Relationships xmlns="http://schemas.openxmlformats.org/package/2006/relationships"><Relationship Id="rId3" Type="http://schemas.openxmlformats.org/officeDocument/2006/relationships/image" Target="../media/image316.wmf"/><Relationship Id="rId2" Type="http://schemas.openxmlformats.org/officeDocument/2006/relationships/image" Target="../media/image315.wmf"/><Relationship Id="rId1" Type="http://schemas.openxmlformats.org/officeDocument/2006/relationships/image" Target="../media/image314.wmf"/><Relationship Id="rId4" Type="http://schemas.openxmlformats.org/officeDocument/2006/relationships/image" Target="../media/image317.wmf"/></Relationships>
</file>

<file path=ppt/drawings/_rels/vmlDrawing44.vml.rels><?xml version="1.0" encoding="UTF-8" standalone="yes"?>
<Relationships xmlns="http://schemas.openxmlformats.org/package/2006/relationships"><Relationship Id="rId8" Type="http://schemas.openxmlformats.org/officeDocument/2006/relationships/image" Target="../media/image324.wmf"/><Relationship Id="rId13" Type="http://schemas.openxmlformats.org/officeDocument/2006/relationships/image" Target="../media/image295.wmf"/><Relationship Id="rId3" Type="http://schemas.openxmlformats.org/officeDocument/2006/relationships/image" Target="../media/image320.emf"/><Relationship Id="rId7" Type="http://schemas.openxmlformats.org/officeDocument/2006/relationships/image" Target="../media/image289.wmf"/><Relationship Id="rId12" Type="http://schemas.openxmlformats.org/officeDocument/2006/relationships/image" Target="../media/image326.wmf"/><Relationship Id="rId2" Type="http://schemas.openxmlformats.org/officeDocument/2006/relationships/image" Target="../media/image319.emf"/><Relationship Id="rId1" Type="http://schemas.openxmlformats.org/officeDocument/2006/relationships/image" Target="../media/image318.emf"/><Relationship Id="rId6" Type="http://schemas.openxmlformats.org/officeDocument/2006/relationships/image" Target="../media/image323.wmf"/><Relationship Id="rId11" Type="http://schemas.openxmlformats.org/officeDocument/2006/relationships/image" Target="../media/image325.wmf"/><Relationship Id="rId5" Type="http://schemas.openxmlformats.org/officeDocument/2006/relationships/image" Target="../media/image322.wmf"/><Relationship Id="rId10" Type="http://schemas.openxmlformats.org/officeDocument/2006/relationships/image" Target="../media/image292.wmf"/><Relationship Id="rId4" Type="http://schemas.openxmlformats.org/officeDocument/2006/relationships/image" Target="../media/image321.emf"/><Relationship Id="rId9" Type="http://schemas.openxmlformats.org/officeDocument/2006/relationships/image" Target="../media/image291.wmf"/><Relationship Id="rId14" Type="http://schemas.openxmlformats.org/officeDocument/2006/relationships/image" Target="../media/image327.wmf"/></Relationships>
</file>

<file path=ppt/drawings/_rels/vmlDrawing45.vml.rels><?xml version="1.0" encoding="UTF-8" standalone="yes"?>
<Relationships xmlns="http://schemas.openxmlformats.org/package/2006/relationships"><Relationship Id="rId2" Type="http://schemas.openxmlformats.org/officeDocument/2006/relationships/image" Target="../media/image329.wmf"/><Relationship Id="rId1" Type="http://schemas.openxmlformats.org/officeDocument/2006/relationships/image" Target="../media/image328.wmf"/></Relationships>
</file>

<file path=ppt/drawings/_rels/vmlDrawing46.vml.rels><?xml version="1.0" encoding="UTF-8" standalone="yes"?>
<Relationships xmlns="http://schemas.openxmlformats.org/package/2006/relationships"><Relationship Id="rId3" Type="http://schemas.openxmlformats.org/officeDocument/2006/relationships/image" Target="../media/image332.wmf"/><Relationship Id="rId2" Type="http://schemas.openxmlformats.org/officeDocument/2006/relationships/image" Target="../media/image331.wmf"/><Relationship Id="rId1" Type="http://schemas.openxmlformats.org/officeDocument/2006/relationships/image" Target="../media/image330.emf"/><Relationship Id="rId5" Type="http://schemas.openxmlformats.org/officeDocument/2006/relationships/image" Target="../media/image334.wmf"/><Relationship Id="rId4" Type="http://schemas.openxmlformats.org/officeDocument/2006/relationships/image" Target="../media/image333.wmf"/></Relationships>
</file>

<file path=ppt/drawings/_rels/vmlDrawing47.vml.rels><?xml version="1.0" encoding="UTF-8" standalone="yes"?>
<Relationships xmlns="http://schemas.openxmlformats.org/package/2006/relationships"><Relationship Id="rId3" Type="http://schemas.openxmlformats.org/officeDocument/2006/relationships/image" Target="../media/image337.wmf"/><Relationship Id="rId2" Type="http://schemas.openxmlformats.org/officeDocument/2006/relationships/image" Target="../media/image336.wmf"/><Relationship Id="rId1" Type="http://schemas.openxmlformats.org/officeDocument/2006/relationships/image" Target="../media/image335.wmf"/><Relationship Id="rId5" Type="http://schemas.openxmlformats.org/officeDocument/2006/relationships/image" Target="../media/image339.wmf"/><Relationship Id="rId4" Type="http://schemas.openxmlformats.org/officeDocument/2006/relationships/image" Target="../media/image338.wmf"/></Relationships>
</file>

<file path=ppt/drawings/_rels/vmlDrawing48.vml.rels><?xml version="1.0" encoding="UTF-8" standalone="yes"?>
<Relationships xmlns="http://schemas.openxmlformats.org/package/2006/relationships"><Relationship Id="rId8" Type="http://schemas.openxmlformats.org/officeDocument/2006/relationships/image" Target="../media/image324.wmf"/><Relationship Id="rId13" Type="http://schemas.openxmlformats.org/officeDocument/2006/relationships/image" Target="../media/image295.wmf"/><Relationship Id="rId3" Type="http://schemas.openxmlformats.org/officeDocument/2006/relationships/image" Target="../media/image342.wmf"/><Relationship Id="rId7" Type="http://schemas.openxmlformats.org/officeDocument/2006/relationships/image" Target="../media/image289.wmf"/><Relationship Id="rId12" Type="http://schemas.openxmlformats.org/officeDocument/2006/relationships/image" Target="../media/image326.wmf"/><Relationship Id="rId2" Type="http://schemas.openxmlformats.org/officeDocument/2006/relationships/image" Target="../media/image341.wmf"/><Relationship Id="rId1" Type="http://schemas.openxmlformats.org/officeDocument/2006/relationships/image" Target="../media/image340.wmf"/><Relationship Id="rId6" Type="http://schemas.openxmlformats.org/officeDocument/2006/relationships/image" Target="../media/image345.wmf"/><Relationship Id="rId11" Type="http://schemas.openxmlformats.org/officeDocument/2006/relationships/image" Target="../media/image325.wmf"/><Relationship Id="rId5" Type="http://schemas.openxmlformats.org/officeDocument/2006/relationships/image" Target="../media/image344.wmf"/><Relationship Id="rId10" Type="http://schemas.openxmlformats.org/officeDocument/2006/relationships/image" Target="../media/image292.wmf"/><Relationship Id="rId4" Type="http://schemas.openxmlformats.org/officeDocument/2006/relationships/image" Target="../media/image343.wmf"/><Relationship Id="rId9" Type="http://schemas.openxmlformats.org/officeDocument/2006/relationships/image" Target="../media/image291.wmf"/><Relationship Id="rId14" Type="http://schemas.openxmlformats.org/officeDocument/2006/relationships/image" Target="../media/image327.wmf"/></Relationships>
</file>

<file path=ppt/drawings/_rels/vmlDrawing49.vml.rels><?xml version="1.0" encoding="UTF-8" standalone="yes"?>
<Relationships xmlns="http://schemas.openxmlformats.org/package/2006/relationships"><Relationship Id="rId8" Type="http://schemas.openxmlformats.org/officeDocument/2006/relationships/image" Target="../media/image324.wmf"/><Relationship Id="rId13" Type="http://schemas.openxmlformats.org/officeDocument/2006/relationships/image" Target="../media/image295.wmf"/><Relationship Id="rId3" Type="http://schemas.openxmlformats.org/officeDocument/2006/relationships/image" Target="../media/image342.wmf"/><Relationship Id="rId7" Type="http://schemas.openxmlformats.org/officeDocument/2006/relationships/image" Target="../media/image289.wmf"/><Relationship Id="rId12" Type="http://schemas.openxmlformats.org/officeDocument/2006/relationships/image" Target="../media/image326.wmf"/><Relationship Id="rId2" Type="http://schemas.openxmlformats.org/officeDocument/2006/relationships/image" Target="../media/image347.wmf"/><Relationship Id="rId1" Type="http://schemas.openxmlformats.org/officeDocument/2006/relationships/image" Target="../media/image346.wmf"/><Relationship Id="rId6" Type="http://schemas.openxmlformats.org/officeDocument/2006/relationships/image" Target="../media/image345.wmf"/><Relationship Id="rId11" Type="http://schemas.openxmlformats.org/officeDocument/2006/relationships/image" Target="../media/image325.wmf"/><Relationship Id="rId5" Type="http://schemas.openxmlformats.org/officeDocument/2006/relationships/image" Target="../media/image344.wmf"/><Relationship Id="rId10" Type="http://schemas.openxmlformats.org/officeDocument/2006/relationships/image" Target="../media/image292.wmf"/><Relationship Id="rId4" Type="http://schemas.openxmlformats.org/officeDocument/2006/relationships/image" Target="../media/image343.wmf"/><Relationship Id="rId9" Type="http://schemas.openxmlformats.org/officeDocument/2006/relationships/image" Target="../media/image291.wmf"/><Relationship Id="rId14" Type="http://schemas.openxmlformats.org/officeDocument/2006/relationships/image" Target="../media/image327.wmf"/></Relationships>
</file>

<file path=ppt/drawings/_rels/vmlDrawing50.vml.rels><?xml version="1.0" encoding="UTF-8" standalone="yes"?>
<Relationships xmlns="http://schemas.openxmlformats.org/package/2006/relationships"><Relationship Id="rId2" Type="http://schemas.openxmlformats.org/officeDocument/2006/relationships/image" Target="../media/image349.emf"/><Relationship Id="rId1" Type="http://schemas.openxmlformats.org/officeDocument/2006/relationships/image" Target="../media/image348.wmf"/></Relationships>
</file>

<file path=ppt/drawings/_rels/vmlDrawing51.vml.rels><?xml version="1.0" encoding="UTF-8" standalone="yes"?>
<Relationships xmlns="http://schemas.openxmlformats.org/package/2006/relationships"><Relationship Id="rId1" Type="http://schemas.openxmlformats.org/officeDocument/2006/relationships/image" Target="../media/image350.emf"/></Relationships>
</file>

<file path=ppt/drawings/_rels/vmlDrawing52.vml.rels><?xml version="1.0" encoding="UTF-8" standalone="yes"?>
<Relationships xmlns="http://schemas.openxmlformats.org/package/2006/relationships"><Relationship Id="rId8" Type="http://schemas.openxmlformats.org/officeDocument/2006/relationships/image" Target="../media/image358.emf"/><Relationship Id="rId3" Type="http://schemas.openxmlformats.org/officeDocument/2006/relationships/image" Target="../media/image353.wmf"/><Relationship Id="rId7" Type="http://schemas.openxmlformats.org/officeDocument/2006/relationships/image" Target="../media/image357.emf"/><Relationship Id="rId2" Type="http://schemas.openxmlformats.org/officeDocument/2006/relationships/image" Target="../media/image352.wmf"/><Relationship Id="rId1" Type="http://schemas.openxmlformats.org/officeDocument/2006/relationships/image" Target="../media/image351.wmf"/><Relationship Id="rId6" Type="http://schemas.openxmlformats.org/officeDocument/2006/relationships/image" Target="../media/image356.wmf"/><Relationship Id="rId5" Type="http://schemas.openxmlformats.org/officeDocument/2006/relationships/image" Target="../media/image355.wmf"/><Relationship Id="rId4" Type="http://schemas.openxmlformats.org/officeDocument/2006/relationships/image" Target="../media/image354.wmf"/><Relationship Id="rId9" Type="http://schemas.openxmlformats.org/officeDocument/2006/relationships/image" Target="../media/image359.wmf"/></Relationships>
</file>

<file path=ppt/drawings/_rels/vmlDrawing53.vml.rels><?xml version="1.0" encoding="UTF-8" standalone="yes"?>
<Relationships xmlns="http://schemas.openxmlformats.org/package/2006/relationships"><Relationship Id="rId3" Type="http://schemas.openxmlformats.org/officeDocument/2006/relationships/image" Target="../media/image362.wmf"/><Relationship Id="rId2" Type="http://schemas.openxmlformats.org/officeDocument/2006/relationships/image" Target="../media/image361.emf"/><Relationship Id="rId1" Type="http://schemas.openxmlformats.org/officeDocument/2006/relationships/image" Target="../media/image360.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1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2886075" cy="4937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4458" tIns="47229" rIns="94458" bIns="47229" numCol="1" anchor="t" anchorCtr="0" compatLnSpc="1">
            <a:prstTxWarp prst="textNoShape">
              <a:avLst/>
            </a:prstTxWarp>
          </a:bodyPr>
          <a:lstStyle>
            <a:lvl1pPr algn="l" defTabSz="946150" eaLnBrk="1" hangingPunct="1">
              <a:defRPr sz="1200" b="0">
                <a:latin typeface="Times New Roman" panose="02020603050405020304" pitchFamily="18" charset="0"/>
              </a:defRPr>
            </a:lvl1pPr>
          </a:lstStyle>
          <a:p>
            <a:endParaRPr lang="en-US" altLang="zh-CN"/>
          </a:p>
        </p:txBody>
      </p:sp>
      <p:sp>
        <p:nvSpPr>
          <p:cNvPr id="3075" name="Rectangle 3"/>
          <p:cNvSpPr>
            <a:spLocks noGrp="1" noChangeArrowheads="1"/>
          </p:cNvSpPr>
          <p:nvPr>
            <p:ph type="dt" sz="quarter" idx="1"/>
          </p:nvPr>
        </p:nvSpPr>
        <p:spPr bwMode="auto">
          <a:xfrm>
            <a:off x="3775075" y="0"/>
            <a:ext cx="2886075" cy="4937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4458" tIns="47229" rIns="94458" bIns="47229" numCol="1" anchor="t" anchorCtr="0" compatLnSpc="1">
            <a:prstTxWarp prst="textNoShape">
              <a:avLst/>
            </a:prstTxWarp>
          </a:bodyPr>
          <a:lstStyle>
            <a:lvl1pPr algn="r" defTabSz="946150" eaLnBrk="1" hangingPunct="1">
              <a:defRPr sz="1200" b="0">
                <a:latin typeface="Times New Roman" panose="02020603050405020304" pitchFamily="18" charset="0"/>
              </a:defRPr>
            </a:lvl1pPr>
          </a:lstStyle>
          <a:p>
            <a:endParaRPr lang="en-US" altLang="zh-CN"/>
          </a:p>
        </p:txBody>
      </p:sp>
      <p:sp>
        <p:nvSpPr>
          <p:cNvPr id="3076" name="Rectangle 4"/>
          <p:cNvSpPr>
            <a:spLocks noGrp="1" noChangeArrowheads="1"/>
          </p:cNvSpPr>
          <p:nvPr>
            <p:ph type="ftr" sz="quarter" idx="2"/>
          </p:nvPr>
        </p:nvSpPr>
        <p:spPr bwMode="auto">
          <a:xfrm>
            <a:off x="0" y="9377363"/>
            <a:ext cx="2886075" cy="4937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4458" tIns="47229" rIns="94458" bIns="47229" numCol="1" anchor="b" anchorCtr="0" compatLnSpc="1">
            <a:prstTxWarp prst="textNoShape">
              <a:avLst/>
            </a:prstTxWarp>
          </a:bodyPr>
          <a:lstStyle>
            <a:lvl1pPr algn="l" defTabSz="946150" eaLnBrk="1" hangingPunct="1">
              <a:defRPr sz="1200" b="0">
                <a:latin typeface="Times New Roman" panose="02020603050405020304" pitchFamily="18" charset="0"/>
              </a:defRPr>
            </a:lvl1pPr>
          </a:lstStyle>
          <a:p>
            <a:endParaRPr lang="en-US" altLang="zh-CN"/>
          </a:p>
        </p:txBody>
      </p:sp>
      <p:sp>
        <p:nvSpPr>
          <p:cNvPr id="3077" name="Rectangle 5"/>
          <p:cNvSpPr>
            <a:spLocks noGrp="1" noChangeArrowheads="1"/>
          </p:cNvSpPr>
          <p:nvPr>
            <p:ph type="sldNum" sz="quarter" idx="3"/>
          </p:nvPr>
        </p:nvSpPr>
        <p:spPr bwMode="auto">
          <a:xfrm>
            <a:off x="3775075" y="9377363"/>
            <a:ext cx="2886075" cy="4937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4458" tIns="47229" rIns="94458" bIns="47229" numCol="1" anchor="b" anchorCtr="0" compatLnSpc="1">
            <a:prstTxWarp prst="textNoShape">
              <a:avLst/>
            </a:prstTxWarp>
          </a:bodyPr>
          <a:lstStyle>
            <a:lvl1pPr algn="r" defTabSz="946150" eaLnBrk="1" hangingPunct="1">
              <a:defRPr sz="1200" b="0">
                <a:latin typeface="Times New Roman" panose="02020603050405020304" pitchFamily="18" charset="0"/>
              </a:defRPr>
            </a:lvl1pPr>
          </a:lstStyle>
          <a:p>
            <a:fld id="{FE164281-4A45-43A2-99BB-6E01D2F687F6}" type="slidenum">
              <a:rPr lang="en-US" altLang="zh-CN"/>
              <a:pPr/>
              <a:t>‹#›</a:t>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hdr" sz="quarter"/>
          </p:nvPr>
        </p:nvSpPr>
        <p:spPr bwMode="auto">
          <a:xfrm>
            <a:off x="0" y="0"/>
            <a:ext cx="2886075" cy="4937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4458" tIns="47229" rIns="94458" bIns="47229" numCol="1" anchor="t" anchorCtr="0" compatLnSpc="1">
            <a:prstTxWarp prst="textNoShape">
              <a:avLst/>
            </a:prstTxWarp>
          </a:bodyPr>
          <a:lstStyle>
            <a:lvl1pPr algn="l" defTabSz="946150" eaLnBrk="1" hangingPunct="1">
              <a:defRPr sz="1200" b="0">
                <a:latin typeface="Times New Roman" panose="02020603050405020304" pitchFamily="18" charset="0"/>
              </a:defRPr>
            </a:lvl1pPr>
          </a:lstStyle>
          <a:p>
            <a:endParaRPr lang="en-US" altLang="zh-CN"/>
          </a:p>
        </p:txBody>
      </p:sp>
      <p:sp>
        <p:nvSpPr>
          <p:cNvPr id="2051" name="Rectangle 3"/>
          <p:cNvSpPr>
            <a:spLocks noGrp="1" noChangeArrowheads="1"/>
          </p:cNvSpPr>
          <p:nvPr>
            <p:ph type="dt" idx="1"/>
          </p:nvPr>
        </p:nvSpPr>
        <p:spPr bwMode="auto">
          <a:xfrm>
            <a:off x="3775075" y="0"/>
            <a:ext cx="2886075" cy="4937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4458" tIns="47229" rIns="94458" bIns="47229" numCol="1" anchor="t" anchorCtr="0" compatLnSpc="1">
            <a:prstTxWarp prst="textNoShape">
              <a:avLst/>
            </a:prstTxWarp>
          </a:bodyPr>
          <a:lstStyle>
            <a:lvl1pPr algn="r" defTabSz="946150" eaLnBrk="1" hangingPunct="1">
              <a:defRPr sz="1200" b="0">
                <a:latin typeface="Times New Roman" panose="02020603050405020304" pitchFamily="18" charset="0"/>
              </a:defRPr>
            </a:lvl1pPr>
          </a:lstStyle>
          <a:p>
            <a:endParaRPr lang="en-US" altLang="zh-CN"/>
          </a:p>
        </p:txBody>
      </p:sp>
      <p:sp>
        <p:nvSpPr>
          <p:cNvPr id="2052" name="Rectangle 4"/>
          <p:cNvSpPr>
            <a:spLocks noGrp="1" noRot="1" noChangeAspect="1" noChangeArrowheads="1"/>
          </p:cNvSpPr>
          <p:nvPr>
            <p:ph type="sldImg" idx="2"/>
          </p:nvPr>
        </p:nvSpPr>
        <p:spPr bwMode="auto">
          <a:xfrm>
            <a:off x="866775" y="739775"/>
            <a:ext cx="4935538" cy="3702050"/>
          </a:xfrm>
          <a:prstGeom prst="rect">
            <a:avLst/>
          </a:prstGeom>
          <a:noFill/>
          <a:ln w="9525">
            <a:solidFill>
              <a:srgbClr val="000000"/>
            </a:solidFill>
            <a:miter lim="800000"/>
            <a:headEnd/>
            <a:tailEnd/>
          </a:ln>
        </p:spPr>
      </p:sp>
      <p:sp>
        <p:nvSpPr>
          <p:cNvPr id="2053" name="Rectangle 5"/>
          <p:cNvSpPr>
            <a:spLocks noGrp="1" noChangeArrowheads="1"/>
          </p:cNvSpPr>
          <p:nvPr>
            <p:ph type="body" sz="quarter" idx="3"/>
          </p:nvPr>
        </p:nvSpPr>
        <p:spPr bwMode="auto">
          <a:xfrm>
            <a:off x="889000" y="4687888"/>
            <a:ext cx="4883150" cy="44434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4458" tIns="47229" rIns="94458" bIns="47229" numCol="1" anchor="t" anchorCtr="0" compatLnSpc="1">
            <a:prstTxWarp prst="textNoShape">
              <a:avLst/>
            </a:prstTxWarp>
          </a:bodyPr>
          <a:lstStyle/>
          <a:p>
            <a:pPr lvl="0"/>
            <a:r>
              <a:rPr lang="zh-CN" altLang="en-US"/>
              <a:t>单击以编辑母版文本样式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2054" name="Rectangle 6"/>
          <p:cNvSpPr>
            <a:spLocks noGrp="1" noChangeArrowheads="1"/>
          </p:cNvSpPr>
          <p:nvPr>
            <p:ph type="ftr" sz="quarter" idx="4"/>
          </p:nvPr>
        </p:nvSpPr>
        <p:spPr bwMode="auto">
          <a:xfrm>
            <a:off x="0" y="9377363"/>
            <a:ext cx="2886075" cy="4937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4458" tIns="47229" rIns="94458" bIns="47229" numCol="1" anchor="b" anchorCtr="0" compatLnSpc="1">
            <a:prstTxWarp prst="textNoShape">
              <a:avLst/>
            </a:prstTxWarp>
          </a:bodyPr>
          <a:lstStyle>
            <a:lvl1pPr algn="l" defTabSz="946150" eaLnBrk="1" hangingPunct="1">
              <a:defRPr sz="1200" b="0">
                <a:latin typeface="Times New Roman" panose="02020603050405020304" pitchFamily="18" charset="0"/>
              </a:defRPr>
            </a:lvl1pPr>
          </a:lstStyle>
          <a:p>
            <a:endParaRPr lang="en-US" altLang="zh-CN"/>
          </a:p>
        </p:txBody>
      </p:sp>
      <p:sp>
        <p:nvSpPr>
          <p:cNvPr id="2055" name="Rectangle 7"/>
          <p:cNvSpPr>
            <a:spLocks noGrp="1" noChangeArrowheads="1"/>
          </p:cNvSpPr>
          <p:nvPr>
            <p:ph type="sldNum" sz="quarter" idx="5"/>
          </p:nvPr>
        </p:nvSpPr>
        <p:spPr bwMode="auto">
          <a:xfrm>
            <a:off x="3775075" y="9377363"/>
            <a:ext cx="2886075" cy="4937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4458" tIns="47229" rIns="94458" bIns="47229" numCol="1" anchor="b" anchorCtr="0" compatLnSpc="1">
            <a:prstTxWarp prst="textNoShape">
              <a:avLst/>
            </a:prstTxWarp>
          </a:bodyPr>
          <a:lstStyle>
            <a:lvl1pPr algn="r" defTabSz="946150" eaLnBrk="1" hangingPunct="1">
              <a:defRPr sz="1200" b="0">
                <a:latin typeface="Times New Roman" panose="02020603050405020304" pitchFamily="18" charset="0"/>
              </a:defRPr>
            </a:lvl1pPr>
          </a:lstStyle>
          <a:p>
            <a:fld id="{981BB69A-A2D2-47DB-8478-06DF8C013879}" type="slidenum">
              <a:rPr lang="en-US" altLang="zh-CN"/>
              <a:pPr/>
              <a:t>‹#›</a:t>
            </a:fld>
            <a:endParaRPr lang="en-US" altLang="zh-CN"/>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1pPr>
    <a:lvl2pPr marL="457200" algn="l" rtl="0" fontAlgn="base">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2pPr>
    <a:lvl3pPr marL="914400" algn="l" rtl="0" fontAlgn="base">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3pPr>
    <a:lvl4pPr marL="1371600" algn="l" rtl="0" fontAlgn="base">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4pPr>
    <a:lvl5pPr marL="1828800" algn="l" rtl="0" fontAlgn="base">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B74140C-1C80-48D4-9B87-78E0C16256B4}" type="slidenum">
              <a:rPr lang="en-US" altLang="zh-CN"/>
              <a:pPr/>
              <a:t>35</a:t>
            </a:fld>
            <a:endParaRPr lang="en-US" altLang="zh-CN"/>
          </a:p>
        </p:txBody>
      </p:sp>
      <p:sp>
        <p:nvSpPr>
          <p:cNvPr id="36866" name="Rectangle 2"/>
          <p:cNvSpPr>
            <a:spLocks noGrp="1" noRot="1" noChangeAspect="1" noChangeArrowheads="1"/>
          </p:cNvSpPr>
          <p:nvPr>
            <p:ph type="sldImg"/>
          </p:nvPr>
        </p:nvSpPr>
        <p:spPr>
          <a:ln/>
        </p:spPr>
      </p:sp>
      <p:sp>
        <p:nvSpPr>
          <p:cNvPr id="36867"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C9EBE14-9D5E-4A07-9916-72A60C397376}" type="slidenum">
              <a:rPr lang="en-US" altLang="zh-CN"/>
              <a:pPr/>
              <a:t>36</a:t>
            </a:fld>
            <a:endParaRPr lang="en-US" altLang="zh-CN"/>
          </a:p>
        </p:txBody>
      </p:sp>
      <p:sp>
        <p:nvSpPr>
          <p:cNvPr id="38914" name="Rectangle 2"/>
          <p:cNvSpPr>
            <a:spLocks noGrp="1" noRot="1" noChangeAspect="1" noChangeArrowheads="1"/>
          </p:cNvSpPr>
          <p:nvPr>
            <p:ph type="sldImg"/>
          </p:nvPr>
        </p:nvSpPr>
        <p:spPr>
          <a:ln/>
        </p:spPr>
      </p:sp>
      <p:sp>
        <p:nvSpPr>
          <p:cNvPr id="38915" name="Rectangle 3"/>
          <p:cNvSpPr>
            <a:spLocks noGrp="1" noChangeArrowheads="1"/>
          </p:cNvSpPr>
          <p:nvPr>
            <p:ph type="body" idx="1"/>
          </p:nvPr>
        </p:nvSpPr>
        <p:spPr/>
        <p:txBody>
          <a:bodyPr/>
          <a:lstStyle/>
          <a:p>
            <a:endParaRPr lang="zh-CN"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488C6AF6-BE31-4C5E-B6A9-F2D3CC043FD3}" type="slidenum">
              <a:rPr lang="en-US" altLang="zh-CN"/>
              <a:pPr/>
              <a:t>‹#›</a:t>
            </a:fld>
            <a:endParaRPr lang="en-US" altLang="zh-CN"/>
          </a:p>
        </p:txBody>
      </p:sp>
    </p:spTree>
    <p:extLst>
      <p:ext uri="{BB962C8B-B14F-4D97-AF65-F5344CB8AC3E}">
        <p14:creationId xmlns:p14="http://schemas.microsoft.com/office/powerpoint/2010/main" val="28253858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94049658-E74F-407B-B40A-865F84266788}" type="slidenum">
              <a:rPr lang="en-US" altLang="zh-CN"/>
              <a:pPr/>
              <a:t>‹#›</a:t>
            </a:fld>
            <a:endParaRPr lang="en-US" altLang="zh-CN"/>
          </a:p>
        </p:txBody>
      </p:sp>
    </p:spTree>
    <p:extLst>
      <p:ext uri="{BB962C8B-B14F-4D97-AF65-F5344CB8AC3E}">
        <p14:creationId xmlns:p14="http://schemas.microsoft.com/office/powerpoint/2010/main" val="35898541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编辑母版文本样式</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F17BE9A3-4E76-4215-B3DD-43CF65C2C9D8}" type="slidenum">
              <a:rPr lang="en-US" altLang="zh-CN"/>
              <a:pPr/>
              <a:t>‹#›</a:t>
            </a:fld>
            <a:endParaRPr lang="en-US" altLang="zh-CN"/>
          </a:p>
        </p:txBody>
      </p:sp>
    </p:spTree>
    <p:extLst>
      <p:ext uri="{BB962C8B-B14F-4D97-AF65-F5344CB8AC3E}">
        <p14:creationId xmlns:p14="http://schemas.microsoft.com/office/powerpoint/2010/main" val="6092270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85800" y="1981200"/>
            <a:ext cx="3810000" cy="4114800"/>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981200"/>
            <a:ext cx="3810000" cy="4114800"/>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8CE6B4A4-7202-462B-A394-A99007EF5DFF}" type="slidenum">
              <a:rPr lang="en-US" altLang="zh-CN"/>
              <a:pPr/>
              <a:t>‹#›</a:t>
            </a:fld>
            <a:endParaRPr lang="en-US" altLang="zh-CN"/>
          </a:p>
        </p:txBody>
      </p:sp>
    </p:spTree>
    <p:extLst>
      <p:ext uri="{BB962C8B-B14F-4D97-AF65-F5344CB8AC3E}">
        <p14:creationId xmlns:p14="http://schemas.microsoft.com/office/powerpoint/2010/main" val="34255464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p:nvPr>
        </p:nvSpPr>
        <p:spPr>
          <a:xfrm>
            <a:off x="630238" y="2505075"/>
            <a:ext cx="386873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p:nvPr>
        </p:nvSpPr>
        <p:spPr>
          <a:xfrm>
            <a:off x="4629150" y="2505075"/>
            <a:ext cx="38877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lvl1pPr>
              <a:defRPr/>
            </a:lvl1pPr>
          </a:lstStyle>
          <a:p>
            <a:endParaRPr lang="en-US" altLang="zh-CN"/>
          </a:p>
        </p:txBody>
      </p:sp>
      <p:sp>
        <p:nvSpPr>
          <p:cNvPr id="8" name="页脚占位符 7"/>
          <p:cNvSpPr>
            <a:spLocks noGrp="1"/>
          </p:cNvSpPr>
          <p:nvPr>
            <p:ph type="ftr" sz="quarter" idx="11"/>
          </p:nvPr>
        </p:nvSpPr>
        <p:spPr/>
        <p:txBody>
          <a:bodyPr/>
          <a:lstStyle>
            <a:lvl1pPr>
              <a:defRPr/>
            </a:lvl1pPr>
          </a:lstStyle>
          <a:p>
            <a:endParaRPr lang="en-US" altLang="zh-CN"/>
          </a:p>
        </p:txBody>
      </p:sp>
      <p:sp>
        <p:nvSpPr>
          <p:cNvPr id="9" name="灯片编号占位符 8"/>
          <p:cNvSpPr>
            <a:spLocks noGrp="1"/>
          </p:cNvSpPr>
          <p:nvPr>
            <p:ph type="sldNum" sz="quarter" idx="12"/>
          </p:nvPr>
        </p:nvSpPr>
        <p:spPr/>
        <p:txBody>
          <a:bodyPr/>
          <a:lstStyle>
            <a:lvl1pPr>
              <a:defRPr/>
            </a:lvl1pPr>
          </a:lstStyle>
          <a:p>
            <a:fld id="{74DF15D1-4852-4A95-93C0-CE0C2E33C07A}" type="slidenum">
              <a:rPr lang="en-US" altLang="zh-CN"/>
              <a:pPr/>
              <a:t>‹#›</a:t>
            </a:fld>
            <a:endParaRPr lang="en-US" altLang="zh-CN"/>
          </a:p>
        </p:txBody>
      </p:sp>
    </p:spTree>
    <p:extLst>
      <p:ext uri="{BB962C8B-B14F-4D97-AF65-F5344CB8AC3E}">
        <p14:creationId xmlns:p14="http://schemas.microsoft.com/office/powerpoint/2010/main" val="33249598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lvl1pPr>
              <a:defRPr/>
            </a:lvl1pPr>
          </a:lstStyle>
          <a:p>
            <a:endParaRPr lang="en-US" altLang="zh-CN"/>
          </a:p>
        </p:txBody>
      </p:sp>
      <p:sp>
        <p:nvSpPr>
          <p:cNvPr id="4" name="页脚占位符 3"/>
          <p:cNvSpPr>
            <a:spLocks noGrp="1"/>
          </p:cNvSpPr>
          <p:nvPr>
            <p:ph type="ftr" sz="quarter" idx="11"/>
          </p:nvPr>
        </p:nvSpPr>
        <p:spPr/>
        <p:txBody>
          <a:bodyPr/>
          <a:lstStyle>
            <a:lvl1pPr>
              <a:defRPr/>
            </a:lvl1pPr>
          </a:lstStyle>
          <a:p>
            <a:endParaRPr lang="en-US" altLang="zh-CN"/>
          </a:p>
        </p:txBody>
      </p:sp>
      <p:sp>
        <p:nvSpPr>
          <p:cNvPr id="5" name="灯片编号占位符 4"/>
          <p:cNvSpPr>
            <a:spLocks noGrp="1"/>
          </p:cNvSpPr>
          <p:nvPr>
            <p:ph type="sldNum" sz="quarter" idx="12"/>
          </p:nvPr>
        </p:nvSpPr>
        <p:spPr/>
        <p:txBody>
          <a:bodyPr/>
          <a:lstStyle>
            <a:lvl1pPr>
              <a:defRPr/>
            </a:lvl1pPr>
          </a:lstStyle>
          <a:p>
            <a:fld id="{D83549CB-079B-475B-879E-6AAFE50F7FD7}" type="slidenum">
              <a:rPr lang="en-US" altLang="zh-CN"/>
              <a:pPr/>
              <a:t>‹#›</a:t>
            </a:fld>
            <a:endParaRPr lang="en-US" altLang="zh-CN"/>
          </a:p>
        </p:txBody>
      </p:sp>
    </p:spTree>
    <p:extLst>
      <p:ext uri="{BB962C8B-B14F-4D97-AF65-F5344CB8AC3E}">
        <p14:creationId xmlns:p14="http://schemas.microsoft.com/office/powerpoint/2010/main" val="39072448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endParaRPr lang="en-US" altLang="zh-CN"/>
          </a:p>
        </p:txBody>
      </p:sp>
      <p:sp>
        <p:nvSpPr>
          <p:cNvPr id="3" name="页脚占位符 2"/>
          <p:cNvSpPr>
            <a:spLocks noGrp="1"/>
          </p:cNvSpPr>
          <p:nvPr>
            <p:ph type="ftr" sz="quarter" idx="11"/>
          </p:nvPr>
        </p:nvSpPr>
        <p:spPr/>
        <p:txBody>
          <a:bodyPr/>
          <a:lstStyle>
            <a:lvl1pPr>
              <a:defRPr/>
            </a:lvl1pPr>
          </a:lstStyle>
          <a:p>
            <a:endParaRPr lang="en-US" altLang="zh-CN"/>
          </a:p>
        </p:txBody>
      </p:sp>
      <p:sp>
        <p:nvSpPr>
          <p:cNvPr id="4" name="灯片编号占位符 3"/>
          <p:cNvSpPr>
            <a:spLocks noGrp="1"/>
          </p:cNvSpPr>
          <p:nvPr>
            <p:ph type="sldNum" sz="quarter" idx="12"/>
          </p:nvPr>
        </p:nvSpPr>
        <p:spPr/>
        <p:txBody>
          <a:bodyPr/>
          <a:lstStyle>
            <a:lvl1pPr>
              <a:defRPr/>
            </a:lvl1pPr>
          </a:lstStyle>
          <a:p>
            <a:fld id="{B20CA1D2-2C25-45D7-B67C-38E6252D5FA5}" type="slidenum">
              <a:rPr lang="en-US" altLang="zh-CN"/>
              <a:pPr/>
              <a:t>‹#›</a:t>
            </a:fld>
            <a:endParaRPr lang="en-US" altLang="zh-CN"/>
          </a:p>
        </p:txBody>
      </p:sp>
    </p:spTree>
    <p:extLst>
      <p:ext uri="{BB962C8B-B14F-4D97-AF65-F5344CB8AC3E}">
        <p14:creationId xmlns:p14="http://schemas.microsoft.com/office/powerpoint/2010/main" val="1752877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119130E5-B03E-4958-8DF4-AC4F213B06B8}" type="slidenum">
              <a:rPr lang="en-US" altLang="zh-CN"/>
              <a:pPr/>
              <a:t>‹#›</a:t>
            </a:fld>
            <a:endParaRPr lang="en-US" altLang="zh-CN"/>
          </a:p>
        </p:txBody>
      </p:sp>
    </p:spTree>
    <p:extLst>
      <p:ext uri="{BB962C8B-B14F-4D97-AF65-F5344CB8AC3E}">
        <p14:creationId xmlns:p14="http://schemas.microsoft.com/office/powerpoint/2010/main" val="28481404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9CBF608E-93CA-4F0C-9E82-B257D9BB22A8}" type="slidenum">
              <a:rPr lang="en-US" altLang="zh-CN"/>
              <a:pPr/>
              <a:t>‹#›</a:t>
            </a:fld>
            <a:endParaRPr lang="en-US" altLang="zh-CN"/>
          </a:p>
        </p:txBody>
      </p:sp>
    </p:spTree>
    <p:extLst>
      <p:ext uri="{BB962C8B-B14F-4D97-AF65-F5344CB8AC3E}">
        <p14:creationId xmlns:p14="http://schemas.microsoft.com/office/powerpoint/2010/main" val="12386423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FC819B93-5540-473B-8165-548A14C2FD66}" type="slidenum">
              <a:rPr lang="en-US" altLang="zh-CN"/>
              <a:pPr/>
              <a:t>‹#›</a:t>
            </a:fld>
            <a:endParaRPr lang="en-US" altLang="zh-CN"/>
          </a:p>
        </p:txBody>
      </p:sp>
    </p:spTree>
    <p:extLst>
      <p:ext uri="{BB962C8B-B14F-4D97-AF65-F5344CB8AC3E}">
        <p14:creationId xmlns:p14="http://schemas.microsoft.com/office/powerpoint/2010/main" val="8345233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609600"/>
            <a:ext cx="1943100" cy="54864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85800" y="609600"/>
            <a:ext cx="5676900" cy="5486400"/>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341B25AF-09A0-4A05-9208-108F2F402D5F}" type="slidenum">
              <a:rPr lang="en-US" altLang="zh-CN"/>
              <a:pPr/>
              <a:t>‹#›</a:t>
            </a:fld>
            <a:endParaRPr lang="en-US" altLang="zh-CN"/>
          </a:p>
        </p:txBody>
      </p:sp>
    </p:spTree>
    <p:extLst>
      <p:ext uri="{BB962C8B-B14F-4D97-AF65-F5344CB8AC3E}">
        <p14:creationId xmlns:p14="http://schemas.microsoft.com/office/powerpoint/2010/main" val="95024959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B16D1BC2-D00D-44F4-9072-003C6FE30E2B}" type="datetime1">
              <a:rPr kumimoji="1" lang="zh-CN" altLang="en-US" sz="1400" b="0" i="0" u="none" strike="noStrike" kern="1200" cap="none" spc="0" normalizeH="0" baseline="0" noProof="0">
                <a:ln>
                  <a:noFill/>
                </a:ln>
                <a:solidFill>
                  <a:srgbClr val="FF6600"/>
                </a:solidFill>
                <a:effectLst/>
                <a:uLnTx/>
                <a:uFillTx/>
                <a:latin typeface="Times New Roman"/>
                <a:ea typeface="宋体"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2019/6/4</a:t>
            </a:fld>
            <a:endPar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endParaRPr>
          </a:p>
        </p:txBody>
      </p:sp>
      <p:sp>
        <p:nvSpPr>
          <p:cNvPr id="5"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rPr>
              <a:t>电路理论－颜秋容</a:t>
            </a:r>
          </a:p>
        </p:txBody>
      </p:sp>
      <p:sp>
        <p:nvSpPr>
          <p:cNvPr id="6"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B5DE1015-25BD-4395-9621-4AD0C928FE22}" type="slidenum">
              <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297588275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799BC5AC-985A-4E57-BE6A-093144F5E41B}" type="datetime1">
              <a:rPr kumimoji="1" lang="zh-CN" altLang="en-US" sz="1400" b="0" i="0" u="none" strike="noStrike" kern="1200" cap="none" spc="0" normalizeH="0" baseline="0" noProof="0">
                <a:ln>
                  <a:noFill/>
                </a:ln>
                <a:solidFill>
                  <a:srgbClr val="FF6600"/>
                </a:solidFill>
                <a:effectLst/>
                <a:uLnTx/>
                <a:uFillTx/>
                <a:latin typeface="Times New Roman"/>
                <a:ea typeface="宋体"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2019/6/4</a:t>
            </a:fld>
            <a:endPar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endParaRPr>
          </a:p>
        </p:txBody>
      </p:sp>
      <p:sp>
        <p:nvSpPr>
          <p:cNvPr id="5"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rPr>
              <a:t>电路理论－颜秋容</a:t>
            </a:r>
          </a:p>
        </p:txBody>
      </p:sp>
      <p:sp>
        <p:nvSpPr>
          <p:cNvPr id="6"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204FC1C4-8DED-49C6-8070-3155BBDC5F6E}" type="slidenum">
              <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203075467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177BE4F4-E0A2-4B20-83A2-1AAED6E58250}" type="datetime1">
              <a:rPr kumimoji="1" lang="zh-CN" altLang="en-US" sz="1400" b="0" i="0" u="none" strike="noStrike" kern="1200" cap="none" spc="0" normalizeH="0" baseline="0" noProof="0">
                <a:ln>
                  <a:noFill/>
                </a:ln>
                <a:solidFill>
                  <a:srgbClr val="FF6600"/>
                </a:solidFill>
                <a:effectLst/>
                <a:uLnTx/>
                <a:uFillTx/>
                <a:latin typeface="Times New Roman"/>
                <a:ea typeface="宋体"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2019/6/4</a:t>
            </a:fld>
            <a:endPar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endParaRPr>
          </a:p>
        </p:txBody>
      </p:sp>
      <p:sp>
        <p:nvSpPr>
          <p:cNvPr id="5"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rPr>
              <a:t>电路理论－颜秋容</a:t>
            </a:r>
          </a:p>
        </p:txBody>
      </p:sp>
      <p:sp>
        <p:nvSpPr>
          <p:cNvPr id="6"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3900DD60-942C-47BE-9E65-B4BE07C487DD}" type="slidenum">
              <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181333237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381000" y="914400"/>
            <a:ext cx="4152900" cy="5181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86300" y="914400"/>
            <a:ext cx="4152900" cy="5181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23B80A5C-563D-4A82-B780-C1271CD6C6DA}" type="datetime1">
              <a:rPr kumimoji="1" lang="zh-CN" altLang="en-US" sz="1400" b="0" i="0" u="none" strike="noStrike" kern="1200" cap="none" spc="0" normalizeH="0" baseline="0" noProof="0">
                <a:ln>
                  <a:noFill/>
                </a:ln>
                <a:solidFill>
                  <a:srgbClr val="FF6600"/>
                </a:solidFill>
                <a:effectLst/>
                <a:uLnTx/>
                <a:uFillTx/>
                <a:latin typeface="Times New Roman"/>
                <a:ea typeface="宋体"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2019/6/4</a:t>
            </a:fld>
            <a:endPar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endParaRPr>
          </a:p>
        </p:txBody>
      </p:sp>
      <p:sp>
        <p:nvSpPr>
          <p:cNvPr id="6"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rPr>
              <a:t>电路理论－颜秋容</a:t>
            </a:r>
          </a:p>
        </p:txBody>
      </p:sp>
      <p:sp>
        <p:nvSpPr>
          <p:cNvPr id="7"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4D0D34DC-26A5-49B6-8405-CABE10593668}" type="slidenum">
              <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414515550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C889C1EB-47D2-4219-89FC-5C807993217F}" type="datetime1">
              <a:rPr kumimoji="1" lang="zh-CN" altLang="en-US" sz="1400" b="0" i="0" u="none" strike="noStrike" kern="1200" cap="none" spc="0" normalizeH="0" baseline="0" noProof="0">
                <a:ln>
                  <a:noFill/>
                </a:ln>
                <a:solidFill>
                  <a:srgbClr val="FF6600"/>
                </a:solidFill>
                <a:effectLst/>
                <a:uLnTx/>
                <a:uFillTx/>
                <a:latin typeface="Times New Roman"/>
                <a:ea typeface="宋体"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2019/6/4</a:t>
            </a:fld>
            <a:endPar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endParaRPr>
          </a:p>
        </p:txBody>
      </p:sp>
      <p:sp>
        <p:nvSpPr>
          <p:cNvPr id="8"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rPr>
              <a:t>电路理论－颜秋容</a:t>
            </a:r>
          </a:p>
        </p:txBody>
      </p:sp>
      <p:sp>
        <p:nvSpPr>
          <p:cNvPr id="9"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51222BD8-26EF-42A6-BDD4-708A5A8161EC}" type="slidenum">
              <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365850227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E87A9998-3DEB-4DEC-B83B-0C658D32ECC5}" type="datetime1">
              <a:rPr kumimoji="1" lang="zh-CN" altLang="en-US" sz="1400" b="0" i="0" u="none" strike="noStrike" kern="1200" cap="none" spc="0" normalizeH="0" baseline="0" noProof="0">
                <a:ln>
                  <a:noFill/>
                </a:ln>
                <a:solidFill>
                  <a:srgbClr val="FF6600"/>
                </a:solidFill>
                <a:effectLst/>
                <a:uLnTx/>
                <a:uFillTx/>
                <a:latin typeface="Times New Roman"/>
                <a:ea typeface="宋体"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2019/6/4</a:t>
            </a:fld>
            <a:endPar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endParaRPr>
          </a:p>
        </p:txBody>
      </p:sp>
      <p:sp>
        <p:nvSpPr>
          <p:cNvPr id="4"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rPr>
              <a:t>电路理论－颜秋容</a:t>
            </a:r>
          </a:p>
        </p:txBody>
      </p:sp>
      <p:sp>
        <p:nvSpPr>
          <p:cNvPr id="5"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87468569-79FE-4D71-9928-EF5A2F701864}" type="slidenum">
              <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260576399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667A3524-3B20-4A1E-A1FC-E0D0AD896E8A}" type="datetime1">
              <a:rPr kumimoji="1" lang="zh-CN" altLang="en-US" sz="1400" b="0" i="0" u="none" strike="noStrike" kern="1200" cap="none" spc="0" normalizeH="0" baseline="0" noProof="0">
                <a:ln>
                  <a:noFill/>
                </a:ln>
                <a:solidFill>
                  <a:srgbClr val="FF6600"/>
                </a:solidFill>
                <a:effectLst/>
                <a:uLnTx/>
                <a:uFillTx/>
                <a:latin typeface="Times New Roman"/>
                <a:ea typeface="宋体"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2019/6/4</a:t>
            </a:fld>
            <a:endPar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endParaRPr>
          </a:p>
        </p:txBody>
      </p:sp>
      <p:sp>
        <p:nvSpPr>
          <p:cNvPr id="3"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rPr>
              <a:t>电路理论－颜秋容</a:t>
            </a:r>
          </a:p>
        </p:txBody>
      </p:sp>
      <p:sp>
        <p:nvSpPr>
          <p:cNvPr id="4"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7CA8CB9E-9F10-447C-9D43-C91D93EFBF6E}" type="slidenum">
              <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2525411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960F7FD5-28F9-455F-A9B5-E03C14EB5A38}" type="datetime1">
              <a:rPr kumimoji="1" lang="zh-CN" altLang="en-US" sz="1400" b="0" i="0" u="none" strike="noStrike" kern="1200" cap="none" spc="0" normalizeH="0" baseline="0" noProof="0">
                <a:ln>
                  <a:noFill/>
                </a:ln>
                <a:solidFill>
                  <a:srgbClr val="FF6600"/>
                </a:solidFill>
                <a:effectLst/>
                <a:uLnTx/>
                <a:uFillTx/>
                <a:latin typeface="Times New Roman"/>
                <a:ea typeface="宋体"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2019/6/4</a:t>
            </a:fld>
            <a:endPar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endParaRPr>
          </a:p>
        </p:txBody>
      </p:sp>
      <p:sp>
        <p:nvSpPr>
          <p:cNvPr id="6"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rPr>
              <a:t>电路理论－颜秋容</a:t>
            </a:r>
          </a:p>
        </p:txBody>
      </p:sp>
      <p:sp>
        <p:nvSpPr>
          <p:cNvPr id="7"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BB720FC4-EAD3-4A82-9FEF-C3BA7A0BAED5}" type="slidenum">
              <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144384238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B7EFCFB6-55FA-4A68-B7F1-210D97CD2110}" type="datetime1">
              <a:rPr kumimoji="1" lang="zh-CN" altLang="en-US" sz="1400" b="0" i="0" u="none" strike="noStrike" kern="1200" cap="none" spc="0" normalizeH="0" baseline="0" noProof="0">
                <a:ln>
                  <a:noFill/>
                </a:ln>
                <a:solidFill>
                  <a:srgbClr val="FF6600"/>
                </a:solidFill>
                <a:effectLst/>
                <a:uLnTx/>
                <a:uFillTx/>
                <a:latin typeface="Times New Roman"/>
                <a:ea typeface="宋体"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2019/6/4</a:t>
            </a:fld>
            <a:endPar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endParaRPr>
          </a:p>
        </p:txBody>
      </p:sp>
      <p:sp>
        <p:nvSpPr>
          <p:cNvPr id="6"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rPr>
              <a:t>电路理论－颜秋容</a:t>
            </a:r>
          </a:p>
        </p:txBody>
      </p:sp>
      <p:sp>
        <p:nvSpPr>
          <p:cNvPr id="7"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EE6C5081-FE86-4B0F-A176-A6F7C9F7D670}" type="slidenum">
              <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73523990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56F19382-6816-45B0-AEF2-FC5D72725164}" type="datetime1">
              <a:rPr kumimoji="1" lang="zh-CN" altLang="en-US" sz="1400" b="0" i="0" u="none" strike="noStrike" kern="1200" cap="none" spc="0" normalizeH="0" baseline="0" noProof="0">
                <a:ln>
                  <a:noFill/>
                </a:ln>
                <a:solidFill>
                  <a:srgbClr val="FF6600"/>
                </a:solidFill>
                <a:effectLst/>
                <a:uLnTx/>
                <a:uFillTx/>
                <a:latin typeface="Times New Roman"/>
                <a:ea typeface="宋体"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2019/6/4</a:t>
            </a:fld>
            <a:endPar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endParaRPr>
          </a:p>
        </p:txBody>
      </p:sp>
      <p:sp>
        <p:nvSpPr>
          <p:cNvPr id="5"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rPr>
              <a:t>电路理论－颜秋容</a:t>
            </a:r>
          </a:p>
        </p:txBody>
      </p:sp>
      <p:sp>
        <p:nvSpPr>
          <p:cNvPr id="6"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458DB81A-DD3D-4E9F-A0C3-9C102D20354D}" type="slidenum">
              <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206576707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24650" y="304800"/>
            <a:ext cx="2114550" cy="57912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381000" y="304800"/>
            <a:ext cx="6191250" cy="57912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A0EF7183-F2F4-4BDC-B658-468E462F47B4}" type="datetime1">
              <a:rPr kumimoji="1" lang="zh-CN" altLang="en-US" sz="1400" b="0" i="0" u="none" strike="noStrike" kern="1200" cap="none" spc="0" normalizeH="0" baseline="0" noProof="0">
                <a:ln>
                  <a:noFill/>
                </a:ln>
                <a:solidFill>
                  <a:srgbClr val="FF6600"/>
                </a:solidFill>
                <a:effectLst/>
                <a:uLnTx/>
                <a:uFillTx/>
                <a:latin typeface="Times New Roman"/>
                <a:ea typeface="宋体"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2019/6/4</a:t>
            </a:fld>
            <a:endPar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endParaRPr>
          </a:p>
        </p:txBody>
      </p:sp>
      <p:sp>
        <p:nvSpPr>
          <p:cNvPr id="5"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rPr>
              <a:t>电路理论－颜秋容</a:t>
            </a:r>
          </a:p>
        </p:txBody>
      </p:sp>
      <p:sp>
        <p:nvSpPr>
          <p:cNvPr id="6"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61611FED-AFB4-4EA1-A444-8844AB516A9C}" type="slidenum">
              <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112881599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381000" y="304800"/>
            <a:ext cx="8458200" cy="457200"/>
          </a:xfrm>
        </p:spPr>
        <p:txBody>
          <a:bodyPr/>
          <a:lstStyle/>
          <a:p>
            <a:r>
              <a:rPr lang="zh-CN" altLang="en-US"/>
              <a:t>单击此处编辑母版标题样式</a:t>
            </a:r>
          </a:p>
        </p:txBody>
      </p:sp>
      <p:sp>
        <p:nvSpPr>
          <p:cNvPr id="3" name="内容占位符 2"/>
          <p:cNvSpPr>
            <a:spLocks noGrp="1"/>
          </p:cNvSpPr>
          <p:nvPr>
            <p:ph sz="quarter" idx="1"/>
          </p:nvPr>
        </p:nvSpPr>
        <p:spPr>
          <a:xfrm>
            <a:off x="381000" y="914400"/>
            <a:ext cx="4152900" cy="25146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686300" y="914400"/>
            <a:ext cx="4152900" cy="25146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381000" y="3581400"/>
            <a:ext cx="4152900" cy="25146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内容占位符 5"/>
          <p:cNvSpPr>
            <a:spLocks noGrp="1"/>
          </p:cNvSpPr>
          <p:nvPr>
            <p:ph sz="quarter" idx="4"/>
          </p:nvPr>
        </p:nvSpPr>
        <p:spPr>
          <a:xfrm>
            <a:off x="4686300" y="3581400"/>
            <a:ext cx="4152900" cy="25146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FF1E1C7B-C90F-4BFE-B027-8C4E668AB028}" type="datetime1">
              <a:rPr kumimoji="1" lang="zh-CN" altLang="en-US" sz="1400" b="0" i="0" u="none" strike="noStrike" kern="1200" cap="none" spc="0" normalizeH="0" baseline="0" noProof="0">
                <a:ln>
                  <a:noFill/>
                </a:ln>
                <a:solidFill>
                  <a:srgbClr val="FF6600"/>
                </a:solidFill>
                <a:effectLst/>
                <a:uLnTx/>
                <a:uFillTx/>
                <a:latin typeface="Times New Roman"/>
                <a:ea typeface="宋体"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2019/6/4</a:t>
            </a:fld>
            <a:endPar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endParaRPr>
          </a:p>
        </p:txBody>
      </p:sp>
      <p:sp>
        <p:nvSpPr>
          <p:cNvPr id="8"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rPr>
              <a:t>电路理论－颜秋容</a:t>
            </a:r>
          </a:p>
        </p:txBody>
      </p:sp>
      <p:sp>
        <p:nvSpPr>
          <p:cNvPr id="9"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C687025D-5E2E-4C69-A50F-2079DEA94073}" type="slidenum">
              <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303501242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B16D1BC2-D00D-44F4-9072-003C6FE30E2B}" type="datetime1">
              <a:rPr kumimoji="1" lang="zh-CN" altLang="en-US" sz="1400" b="0" i="0" u="none" strike="noStrike" kern="1200" cap="none" spc="0" normalizeH="0" baseline="0" noProof="0">
                <a:ln>
                  <a:noFill/>
                </a:ln>
                <a:solidFill>
                  <a:srgbClr val="FF6600"/>
                </a:solidFill>
                <a:effectLst/>
                <a:uLnTx/>
                <a:uFillTx/>
                <a:latin typeface="Times New Roman"/>
                <a:ea typeface="宋体"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2019/6/4</a:t>
            </a:fld>
            <a:endPar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endParaRPr>
          </a:p>
        </p:txBody>
      </p:sp>
      <p:sp>
        <p:nvSpPr>
          <p:cNvPr id="5"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rPr>
              <a:t>电路理论－颜秋容</a:t>
            </a:r>
          </a:p>
        </p:txBody>
      </p:sp>
      <p:sp>
        <p:nvSpPr>
          <p:cNvPr id="6"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B5DE1015-25BD-4395-9621-4AD0C928FE22}" type="slidenum">
              <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184947251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799BC5AC-985A-4E57-BE6A-093144F5E41B}" type="datetime1">
              <a:rPr kumimoji="1" lang="zh-CN" altLang="en-US" sz="1400" b="0" i="0" u="none" strike="noStrike" kern="1200" cap="none" spc="0" normalizeH="0" baseline="0" noProof="0">
                <a:ln>
                  <a:noFill/>
                </a:ln>
                <a:solidFill>
                  <a:srgbClr val="FF6600"/>
                </a:solidFill>
                <a:effectLst/>
                <a:uLnTx/>
                <a:uFillTx/>
                <a:latin typeface="Times New Roman"/>
                <a:ea typeface="宋体"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2019/6/4</a:t>
            </a:fld>
            <a:endPar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endParaRPr>
          </a:p>
        </p:txBody>
      </p:sp>
      <p:sp>
        <p:nvSpPr>
          <p:cNvPr id="5"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rPr>
              <a:t>电路理论－颜秋容</a:t>
            </a:r>
          </a:p>
        </p:txBody>
      </p:sp>
      <p:sp>
        <p:nvSpPr>
          <p:cNvPr id="6"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204FC1C4-8DED-49C6-8070-3155BBDC5F6E}" type="slidenum">
              <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420190480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177BE4F4-E0A2-4B20-83A2-1AAED6E58250}" type="datetime1">
              <a:rPr kumimoji="1" lang="zh-CN" altLang="en-US" sz="1400" b="0" i="0" u="none" strike="noStrike" kern="1200" cap="none" spc="0" normalizeH="0" baseline="0" noProof="0">
                <a:ln>
                  <a:noFill/>
                </a:ln>
                <a:solidFill>
                  <a:srgbClr val="FF6600"/>
                </a:solidFill>
                <a:effectLst/>
                <a:uLnTx/>
                <a:uFillTx/>
                <a:latin typeface="Times New Roman"/>
                <a:ea typeface="宋体"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2019/6/4</a:t>
            </a:fld>
            <a:endPar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endParaRPr>
          </a:p>
        </p:txBody>
      </p:sp>
      <p:sp>
        <p:nvSpPr>
          <p:cNvPr id="5"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rPr>
              <a:t>电路理论－颜秋容</a:t>
            </a:r>
          </a:p>
        </p:txBody>
      </p:sp>
      <p:sp>
        <p:nvSpPr>
          <p:cNvPr id="6"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3900DD60-942C-47BE-9E65-B4BE07C487DD}" type="slidenum">
              <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237257412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381000" y="914400"/>
            <a:ext cx="4152900" cy="5181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86300" y="914400"/>
            <a:ext cx="4152900" cy="5181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23B80A5C-563D-4A82-B780-C1271CD6C6DA}" type="datetime1">
              <a:rPr kumimoji="1" lang="zh-CN" altLang="en-US" sz="1400" b="0" i="0" u="none" strike="noStrike" kern="1200" cap="none" spc="0" normalizeH="0" baseline="0" noProof="0">
                <a:ln>
                  <a:noFill/>
                </a:ln>
                <a:solidFill>
                  <a:srgbClr val="FF6600"/>
                </a:solidFill>
                <a:effectLst/>
                <a:uLnTx/>
                <a:uFillTx/>
                <a:latin typeface="Times New Roman"/>
                <a:ea typeface="宋体"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2019/6/4</a:t>
            </a:fld>
            <a:endPar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endParaRPr>
          </a:p>
        </p:txBody>
      </p:sp>
      <p:sp>
        <p:nvSpPr>
          <p:cNvPr id="6"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rPr>
              <a:t>电路理论－颜秋容</a:t>
            </a:r>
          </a:p>
        </p:txBody>
      </p:sp>
      <p:sp>
        <p:nvSpPr>
          <p:cNvPr id="7"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4D0D34DC-26A5-49B6-8405-CABE10593668}" type="slidenum">
              <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97975103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C889C1EB-47D2-4219-89FC-5C807993217F}" type="datetime1">
              <a:rPr kumimoji="1" lang="zh-CN" altLang="en-US" sz="1400" b="0" i="0" u="none" strike="noStrike" kern="1200" cap="none" spc="0" normalizeH="0" baseline="0" noProof="0">
                <a:ln>
                  <a:noFill/>
                </a:ln>
                <a:solidFill>
                  <a:srgbClr val="FF6600"/>
                </a:solidFill>
                <a:effectLst/>
                <a:uLnTx/>
                <a:uFillTx/>
                <a:latin typeface="Times New Roman"/>
                <a:ea typeface="宋体"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2019/6/4</a:t>
            </a:fld>
            <a:endPar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endParaRPr>
          </a:p>
        </p:txBody>
      </p:sp>
      <p:sp>
        <p:nvSpPr>
          <p:cNvPr id="8"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rPr>
              <a:t>电路理论－颜秋容</a:t>
            </a:r>
          </a:p>
        </p:txBody>
      </p:sp>
      <p:sp>
        <p:nvSpPr>
          <p:cNvPr id="9"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51222BD8-26EF-42A6-BDD4-708A5A8161EC}" type="slidenum">
              <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4360259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E87A9998-3DEB-4DEC-B83B-0C658D32ECC5}" type="datetime1">
              <a:rPr kumimoji="1" lang="zh-CN" altLang="en-US" sz="1400" b="0" i="0" u="none" strike="noStrike" kern="1200" cap="none" spc="0" normalizeH="0" baseline="0" noProof="0">
                <a:ln>
                  <a:noFill/>
                </a:ln>
                <a:solidFill>
                  <a:srgbClr val="FF6600"/>
                </a:solidFill>
                <a:effectLst/>
                <a:uLnTx/>
                <a:uFillTx/>
                <a:latin typeface="Times New Roman"/>
                <a:ea typeface="宋体"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2019/6/4</a:t>
            </a:fld>
            <a:endPar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endParaRPr>
          </a:p>
        </p:txBody>
      </p:sp>
      <p:sp>
        <p:nvSpPr>
          <p:cNvPr id="4"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rPr>
              <a:t>电路理论－颜秋容</a:t>
            </a:r>
          </a:p>
        </p:txBody>
      </p:sp>
      <p:sp>
        <p:nvSpPr>
          <p:cNvPr id="5"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87468569-79FE-4D71-9928-EF5A2F701864}" type="slidenum">
              <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99551778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667A3524-3B20-4A1E-A1FC-E0D0AD896E8A}" type="datetime1">
              <a:rPr kumimoji="1" lang="zh-CN" altLang="en-US" sz="1400" b="0" i="0" u="none" strike="noStrike" kern="1200" cap="none" spc="0" normalizeH="0" baseline="0" noProof="0">
                <a:ln>
                  <a:noFill/>
                </a:ln>
                <a:solidFill>
                  <a:srgbClr val="FF6600"/>
                </a:solidFill>
                <a:effectLst/>
                <a:uLnTx/>
                <a:uFillTx/>
                <a:latin typeface="Times New Roman"/>
                <a:ea typeface="宋体"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2019/6/4</a:t>
            </a:fld>
            <a:endPar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endParaRPr>
          </a:p>
        </p:txBody>
      </p:sp>
      <p:sp>
        <p:nvSpPr>
          <p:cNvPr id="3"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rPr>
              <a:t>电路理论－颜秋容</a:t>
            </a:r>
          </a:p>
        </p:txBody>
      </p:sp>
      <p:sp>
        <p:nvSpPr>
          <p:cNvPr id="4"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7CA8CB9E-9F10-447C-9D43-C91D93EFBF6E}" type="slidenum">
              <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40261477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960F7FD5-28F9-455F-A9B5-E03C14EB5A38}" type="datetime1">
              <a:rPr kumimoji="1" lang="zh-CN" altLang="en-US" sz="1400" b="0" i="0" u="none" strike="noStrike" kern="1200" cap="none" spc="0" normalizeH="0" baseline="0" noProof="0">
                <a:ln>
                  <a:noFill/>
                </a:ln>
                <a:solidFill>
                  <a:srgbClr val="FF6600"/>
                </a:solidFill>
                <a:effectLst/>
                <a:uLnTx/>
                <a:uFillTx/>
                <a:latin typeface="Times New Roman"/>
                <a:ea typeface="宋体"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2019/6/4</a:t>
            </a:fld>
            <a:endPar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endParaRPr>
          </a:p>
        </p:txBody>
      </p:sp>
      <p:sp>
        <p:nvSpPr>
          <p:cNvPr id="6"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rPr>
              <a:t>电路理论－颜秋容</a:t>
            </a:r>
          </a:p>
        </p:txBody>
      </p:sp>
      <p:sp>
        <p:nvSpPr>
          <p:cNvPr id="7"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BB720FC4-EAD3-4A82-9FEF-C3BA7A0BAED5}" type="slidenum">
              <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264700987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B7EFCFB6-55FA-4A68-B7F1-210D97CD2110}" type="datetime1">
              <a:rPr kumimoji="1" lang="zh-CN" altLang="en-US" sz="1400" b="0" i="0" u="none" strike="noStrike" kern="1200" cap="none" spc="0" normalizeH="0" baseline="0" noProof="0">
                <a:ln>
                  <a:noFill/>
                </a:ln>
                <a:solidFill>
                  <a:srgbClr val="FF6600"/>
                </a:solidFill>
                <a:effectLst/>
                <a:uLnTx/>
                <a:uFillTx/>
                <a:latin typeface="Times New Roman"/>
                <a:ea typeface="宋体"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2019/6/4</a:t>
            </a:fld>
            <a:endPar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endParaRPr>
          </a:p>
        </p:txBody>
      </p:sp>
      <p:sp>
        <p:nvSpPr>
          <p:cNvPr id="6"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rPr>
              <a:t>电路理论－颜秋容</a:t>
            </a:r>
          </a:p>
        </p:txBody>
      </p:sp>
      <p:sp>
        <p:nvSpPr>
          <p:cNvPr id="7"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EE6C5081-FE86-4B0F-A176-A6F7C9F7D670}" type="slidenum">
              <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216856980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56F19382-6816-45B0-AEF2-FC5D72725164}" type="datetime1">
              <a:rPr kumimoji="1" lang="zh-CN" altLang="en-US" sz="1400" b="0" i="0" u="none" strike="noStrike" kern="1200" cap="none" spc="0" normalizeH="0" baseline="0" noProof="0">
                <a:ln>
                  <a:noFill/>
                </a:ln>
                <a:solidFill>
                  <a:srgbClr val="FF6600"/>
                </a:solidFill>
                <a:effectLst/>
                <a:uLnTx/>
                <a:uFillTx/>
                <a:latin typeface="Times New Roman"/>
                <a:ea typeface="宋体"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2019/6/4</a:t>
            </a:fld>
            <a:endPar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endParaRPr>
          </a:p>
        </p:txBody>
      </p:sp>
      <p:sp>
        <p:nvSpPr>
          <p:cNvPr id="5"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rPr>
              <a:t>电路理论－颜秋容</a:t>
            </a:r>
          </a:p>
        </p:txBody>
      </p:sp>
      <p:sp>
        <p:nvSpPr>
          <p:cNvPr id="6"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458DB81A-DD3D-4E9F-A0C3-9C102D20354D}" type="slidenum">
              <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68879863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24650" y="304800"/>
            <a:ext cx="2114550" cy="57912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381000" y="304800"/>
            <a:ext cx="6191250" cy="57912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A0EF7183-F2F4-4BDC-B658-468E462F47B4}" type="datetime1">
              <a:rPr kumimoji="1" lang="zh-CN" altLang="en-US" sz="1400" b="0" i="0" u="none" strike="noStrike" kern="1200" cap="none" spc="0" normalizeH="0" baseline="0" noProof="0">
                <a:ln>
                  <a:noFill/>
                </a:ln>
                <a:solidFill>
                  <a:srgbClr val="FF6600"/>
                </a:solidFill>
                <a:effectLst/>
                <a:uLnTx/>
                <a:uFillTx/>
                <a:latin typeface="Times New Roman"/>
                <a:ea typeface="宋体"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2019/6/4</a:t>
            </a:fld>
            <a:endPar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endParaRPr>
          </a:p>
        </p:txBody>
      </p:sp>
      <p:sp>
        <p:nvSpPr>
          <p:cNvPr id="5"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rPr>
              <a:t>电路理论－颜秋容</a:t>
            </a:r>
          </a:p>
        </p:txBody>
      </p:sp>
      <p:sp>
        <p:nvSpPr>
          <p:cNvPr id="6"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61611FED-AFB4-4EA1-A444-8844AB516A9C}" type="slidenum">
              <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388006561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381000" y="304800"/>
            <a:ext cx="8458200" cy="457200"/>
          </a:xfrm>
        </p:spPr>
        <p:txBody>
          <a:bodyPr/>
          <a:lstStyle/>
          <a:p>
            <a:r>
              <a:rPr lang="zh-CN" altLang="en-US"/>
              <a:t>单击此处编辑母版标题样式</a:t>
            </a:r>
          </a:p>
        </p:txBody>
      </p:sp>
      <p:sp>
        <p:nvSpPr>
          <p:cNvPr id="3" name="内容占位符 2"/>
          <p:cNvSpPr>
            <a:spLocks noGrp="1"/>
          </p:cNvSpPr>
          <p:nvPr>
            <p:ph sz="quarter" idx="1"/>
          </p:nvPr>
        </p:nvSpPr>
        <p:spPr>
          <a:xfrm>
            <a:off x="381000" y="914400"/>
            <a:ext cx="4152900" cy="25146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686300" y="914400"/>
            <a:ext cx="4152900" cy="25146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381000" y="3581400"/>
            <a:ext cx="4152900" cy="25146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内容占位符 5"/>
          <p:cNvSpPr>
            <a:spLocks noGrp="1"/>
          </p:cNvSpPr>
          <p:nvPr>
            <p:ph sz="quarter" idx="4"/>
          </p:nvPr>
        </p:nvSpPr>
        <p:spPr>
          <a:xfrm>
            <a:off x="4686300" y="3581400"/>
            <a:ext cx="4152900" cy="25146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FF1E1C7B-C90F-4BFE-B027-8C4E668AB028}" type="datetime1">
              <a:rPr kumimoji="1" lang="zh-CN" altLang="en-US" sz="1400" b="0" i="0" u="none" strike="noStrike" kern="1200" cap="none" spc="0" normalizeH="0" baseline="0" noProof="0">
                <a:ln>
                  <a:noFill/>
                </a:ln>
                <a:solidFill>
                  <a:srgbClr val="FF6600"/>
                </a:solidFill>
                <a:effectLst/>
                <a:uLnTx/>
                <a:uFillTx/>
                <a:latin typeface="Times New Roman"/>
                <a:ea typeface="宋体"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2019/6/4</a:t>
            </a:fld>
            <a:endPar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endParaRPr>
          </a:p>
        </p:txBody>
      </p:sp>
      <p:sp>
        <p:nvSpPr>
          <p:cNvPr id="8"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rPr>
              <a:t>电路理论－颜秋容</a:t>
            </a:r>
          </a:p>
        </p:txBody>
      </p:sp>
      <p:sp>
        <p:nvSpPr>
          <p:cNvPr id="9"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C687025D-5E2E-4C69-A50F-2079DEA94073}" type="slidenum">
              <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119174690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B16D1BC2-D00D-44F4-9072-003C6FE30E2B}" type="datetime1">
              <a:rPr kumimoji="1" lang="zh-CN" altLang="en-US" sz="1400" b="0" i="0" u="none" strike="noStrike" kern="1200" cap="none" spc="0" normalizeH="0" baseline="0" noProof="0">
                <a:ln>
                  <a:noFill/>
                </a:ln>
                <a:solidFill>
                  <a:srgbClr val="FF6600"/>
                </a:solidFill>
                <a:effectLst/>
                <a:uLnTx/>
                <a:uFillTx/>
                <a:latin typeface="Times New Roman"/>
                <a:ea typeface="宋体"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2019/6/4</a:t>
            </a:fld>
            <a:endPar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endParaRPr>
          </a:p>
        </p:txBody>
      </p:sp>
      <p:sp>
        <p:nvSpPr>
          <p:cNvPr id="5"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rPr>
              <a:t>电路理论－颜秋容</a:t>
            </a:r>
          </a:p>
        </p:txBody>
      </p:sp>
      <p:sp>
        <p:nvSpPr>
          <p:cNvPr id="6"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B5DE1015-25BD-4395-9621-4AD0C928FE22}" type="slidenum">
              <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150221304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799BC5AC-985A-4E57-BE6A-093144F5E41B}" type="datetime1">
              <a:rPr kumimoji="1" lang="zh-CN" altLang="en-US" sz="1400" b="0" i="0" u="none" strike="noStrike" kern="1200" cap="none" spc="0" normalizeH="0" baseline="0" noProof="0">
                <a:ln>
                  <a:noFill/>
                </a:ln>
                <a:solidFill>
                  <a:srgbClr val="FF6600"/>
                </a:solidFill>
                <a:effectLst/>
                <a:uLnTx/>
                <a:uFillTx/>
                <a:latin typeface="Times New Roman"/>
                <a:ea typeface="宋体"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2019/6/4</a:t>
            </a:fld>
            <a:endPar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endParaRPr>
          </a:p>
        </p:txBody>
      </p:sp>
      <p:sp>
        <p:nvSpPr>
          <p:cNvPr id="5"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rPr>
              <a:t>电路理论－颜秋容</a:t>
            </a:r>
          </a:p>
        </p:txBody>
      </p:sp>
      <p:sp>
        <p:nvSpPr>
          <p:cNvPr id="6"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204FC1C4-8DED-49C6-8070-3155BBDC5F6E}" type="slidenum">
              <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176298012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177BE4F4-E0A2-4B20-83A2-1AAED6E58250}" type="datetime1">
              <a:rPr kumimoji="1" lang="zh-CN" altLang="en-US" sz="1400" b="0" i="0" u="none" strike="noStrike" kern="1200" cap="none" spc="0" normalizeH="0" baseline="0" noProof="0">
                <a:ln>
                  <a:noFill/>
                </a:ln>
                <a:solidFill>
                  <a:srgbClr val="FF6600"/>
                </a:solidFill>
                <a:effectLst/>
                <a:uLnTx/>
                <a:uFillTx/>
                <a:latin typeface="Times New Roman"/>
                <a:ea typeface="宋体"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2019/6/4</a:t>
            </a:fld>
            <a:endPar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endParaRPr>
          </a:p>
        </p:txBody>
      </p:sp>
      <p:sp>
        <p:nvSpPr>
          <p:cNvPr id="5"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rPr>
              <a:t>电路理论－颜秋容</a:t>
            </a:r>
          </a:p>
        </p:txBody>
      </p:sp>
      <p:sp>
        <p:nvSpPr>
          <p:cNvPr id="6"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3900DD60-942C-47BE-9E65-B4BE07C487DD}" type="slidenum">
              <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44493846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381000" y="914400"/>
            <a:ext cx="4152900" cy="5181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86300" y="914400"/>
            <a:ext cx="4152900" cy="5181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23B80A5C-563D-4A82-B780-C1271CD6C6DA}" type="datetime1">
              <a:rPr kumimoji="1" lang="zh-CN" altLang="en-US" sz="1400" b="0" i="0" u="none" strike="noStrike" kern="1200" cap="none" spc="0" normalizeH="0" baseline="0" noProof="0">
                <a:ln>
                  <a:noFill/>
                </a:ln>
                <a:solidFill>
                  <a:srgbClr val="FF6600"/>
                </a:solidFill>
                <a:effectLst/>
                <a:uLnTx/>
                <a:uFillTx/>
                <a:latin typeface="Times New Roman"/>
                <a:ea typeface="宋体"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2019/6/4</a:t>
            </a:fld>
            <a:endPar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endParaRPr>
          </a:p>
        </p:txBody>
      </p:sp>
      <p:sp>
        <p:nvSpPr>
          <p:cNvPr id="6"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rPr>
              <a:t>电路理论－颜秋容</a:t>
            </a:r>
          </a:p>
        </p:txBody>
      </p:sp>
      <p:sp>
        <p:nvSpPr>
          <p:cNvPr id="7"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4D0D34DC-26A5-49B6-8405-CABE10593668}" type="slidenum">
              <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33330596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C889C1EB-47D2-4219-89FC-5C807993217F}" type="datetime1">
              <a:rPr kumimoji="1" lang="zh-CN" altLang="en-US" sz="1400" b="0" i="0" u="none" strike="noStrike" kern="1200" cap="none" spc="0" normalizeH="0" baseline="0" noProof="0">
                <a:ln>
                  <a:noFill/>
                </a:ln>
                <a:solidFill>
                  <a:srgbClr val="FF6600"/>
                </a:solidFill>
                <a:effectLst/>
                <a:uLnTx/>
                <a:uFillTx/>
                <a:latin typeface="Times New Roman"/>
                <a:ea typeface="宋体"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2019/6/4</a:t>
            </a:fld>
            <a:endPar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endParaRPr>
          </a:p>
        </p:txBody>
      </p:sp>
      <p:sp>
        <p:nvSpPr>
          <p:cNvPr id="8"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rPr>
              <a:t>电路理论－颜秋容</a:t>
            </a:r>
          </a:p>
        </p:txBody>
      </p:sp>
      <p:sp>
        <p:nvSpPr>
          <p:cNvPr id="9"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51222BD8-26EF-42A6-BDD4-708A5A8161EC}" type="slidenum">
              <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4215289934"/>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E87A9998-3DEB-4DEC-B83B-0C658D32ECC5}" type="datetime1">
              <a:rPr kumimoji="1" lang="zh-CN" altLang="en-US" sz="1400" b="0" i="0" u="none" strike="noStrike" kern="1200" cap="none" spc="0" normalizeH="0" baseline="0" noProof="0">
                <a:ln>
                  <a:noFill/>
                </a:ln>
                <a:solidFill>
                  <a:srgbClr val="FF6600"/>
                </a:solidFill>
                <a:effectLst/>
                <a:uLnTx/>
                <a:uFillTx/>
                <a:latin typeface="Times New Roman"/>
                <a:ea typeface="宋体"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2019/6/4</a:t>
            </a:fld>
            <a:endPar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endParaRPr>
          </a:p>
        </p:txBody>
      </p:sp>
      <p:sp>
        <p:nvSpPr>
          <p:cNvPr id="4"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rPr>
              <a:t>电路理论－颜秋容</a:t>
            </a:r>
          </a:p>
        </p:txBody>
      </p:sp>
      <p:sp>
        <p:nvSpPr>
          <p:cNvPr id="5"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87468569-79FE-4D71-9928-EF5A2F701864}" type="slidenum">
              <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3650045338"/>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667A3524-3B20-4A1E-A1FC-E0D0AD896E8A}" type="datetime1">
              <a:rPr kumimoji="1" lang="zh-CN" altLang="en-US" sz="1400" b="0" i="0" u="none" strike="noStrike" kern="1200" cap="none" spc="0" normalizeH="0" baseline="0" noProof="0">
                <a:ln>
                  <a:noFill/>
                </a:ln>
                <a:solidFill>
                  <a:srgbClr val="FF6600"/>
                </a:solidFill>
                <a:effectLst/>
                <a:uLnTx/>
                <a:uFillTx/>
                <a:latin typeface="Times New Roman"/>
                <a:ea typeface="宋体"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2019/6/4</a:t>
            </a:fld>
            <a:endPar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endParaRPr>
          </a:p>
        </p:txBody>
      </p:sp>
      <p:sp>
        <p:nvSpPr>
          <p:cNvPr id="3"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rPr>
              <a:t>电路理论－颜秋容</a:t>
            </a:r>
          </a:p>
        </p:txBody>
      </p:sp>
      <p:sp>
        <p:nvSpPr>
          <p:cNvPr id="4"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7CA8CB9E-9F10-447C-9D43-C91D93EFBF6E}" type="slidenum">
              <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2486809572"/>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960F7FD5-28F9-455F-A9B5-E03C14EB5A38}" type="datetime1">
              <a:rPr kumimoji="1" lang="zh-CN" altLang="en-US" sz="1400" b="0" i="0" u="none" strike="noStrike" kern="1200" cap="none" spc="0" normalizeH="0" baseline="0" noProof="0">
                <a:ln>
                  <a:noFill/>
                </a:ln>
                <a:solidFill>
                  <a:srgbClr val="FF6600"/>
                </a:solidFill>
                <a:effectLst/>
                <a:uLnTx/>
                <a:uFillTx/>
                <a:latin typeface="Times New Roman"/>
                <a:ea typeface="宋体"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2019/6/4</a:t>
            </a:fld>
            <a:endPar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endParaRPr>
          </a:p>
        </p:txBody>
      </p:sp>
      <p:sp>
        <p:nvSpPr>
          <p:cNvPr id="6"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rPr>
              <a:t>电路理论－颜秋容</a:t>
            </a:r>
          </a:p>
        </p:txBody>
      </p:sp>
      <p:sp>
        <p:nvSpPr>
          <p:cNvPr id="7"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BB720FC4-EAD3-4A82-9FEF-C3BA7A0BAED5}" type="slidenum">
              <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90864144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B7EFCFB6-55FA-4A68-B7F1-210D97CD2110}" type="datetime1">
              <a:rPr kumimoji="1" lang="zh-CN" altLang="en-US" sz="1400" b="0" i="0" u="none" strike="noStrike" kern="1200" cap="none" spc="0" normalizeH="0" baseline="0" noProof="0">
                <a:ln>
                  <a:noFill/>
                </a:ln>
                <a:solidFill>
                  <a:srgbClr val="FF6600"/>
                </a:solidFill>
                <a:effectLst/>
                <a:uLnTx/>
                <a:uFillTx/>
                <a:latin typeface="Times New Roman"/>
                <a:ea typeface="宋体"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2019/6/4</a:t>
            </a:fld>
            <a:endPar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endParaRPr>
          </a:p>
        </p:txBody>
      </p:sp>
      <p:sp>
        <p:nvSpPr>
          <p:cNvPr id="6"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rPr>
              <a:t>电路理论－颜秋容</a:t>
            </a:r>
          </a:p>
        </p:txBody>
      </p:sp>
      <p:sp>
        <p:nvSpPr>
          <p:cNvPr id="7"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EE6C5081-FE86-4B0F-A176-A6F7C9F7D670}" type="slidenum">
              <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2714487000"/>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56F19382-6816-45B0-AEF2-FC5D72725164}" type="datetime1">
              <a:rPr kumimoji="1" lang="zh-CN" altLang="en-US" sz="1400" b="0" i="0" u="none" strike="noStrike" kern="1200" cap="none" spc="0" normalizeH="0" baseline="0" noProof="0">
                <a:ln>
                  <a:noFill/>
                </a:ln>
                <a:solidFill>
                  <a:srgbClr val="FF6600"/>
                </a:solidFill>
                <a:effectLst/>
                <a:uLnTx/>
                <a:uFillTx/>
                <a:latin typeface="Times New Roman"/>
                <a:ea typeface="宋体"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2019/6/4</a:t>
            </a:fld>
            <a:endPar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endParaRPr>
          </a:p>
        </p:txBody>
      </p:sp>
      <p:sp>
        <p:nvSpPr>
          <p:cNvPr id="5"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rPr>
              <a:t>电路理论－颜秋容</a:t>
            </a:r>
          </a:p>
        </p:txBody>
      </p:sp>
      <p:sp>
        <p:nvSpPr>
          <p:cNvPr id="6"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458DB81A-DD3D-4E9F-A0C3-9C102D20354D}" type="slidenum">
              <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250445942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24650" y="304800"/>
            <a:ext cx="2114550" cy="57912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381000" y="304800"/>
            <a:ext cx="6191250" cy="57912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A0EF7183-F2F4-4BDC-B658-468E462F47B4}" type="datetime1">
              <a:rPr kumimoji="1" lang="zh-CN" altLang="en-US" sz="1400" b="0" i="0" u="none" strike="noStrike" kern="1200" cap="none" spc="0" normalizeH="0" baseline="0" noProof="0">
                <a:ln>
                  <a:noFill/>
                </a:ln>
                <a:solidFill>
                  <a:srgbClr val="FF6600"/>
                </a:solidFill>
                <a:effectLst/>
                <a:uLnTx/>
                <a:uFillTx/>
                <a:latin typeface="Times New Roman"/>
                <a:ea typeface="宋体"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2019/6/4</a:t>
            </a:fld>
            <a:endPar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endParaRPr>
          </a:p>
        </p:txBody>
      </p:sp>
      <p:sp>
        <p:nvSpPr>
          <p:cNvPr id="5"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rPr>
              <a:t>电路理论－颜秋容</a:t>
            </a:r>
          </a:p>
        </p:txBody>
      </p:sp>
      <p:sp>
        <p:nvSpPr>
          <p:cNvPr id="6"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61611FED-AFB4-4EA1-A444-8844AB516A9C}" type="slidenum">
              <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29297398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381000" y="304800"/>
            <a:ext cx="8458200" cy="457200"/>
          </a:xfrm>
        </p:spPr>
        <p:txBody>
          <a:bodyPr/>
          <a:lstStyle/>
          <a:p>
            <a:r>
              <a:rPr lang="zh-CN" altLang="en-US"/>
              <a:t>单击此处编辑母版标题样式</a:t>
            </a:r>
          </a:p>
        </p:txBody>
      </p:sp>
      <p:sp>
        <p:nvSpPr>
          <p:cNvPr id="3" name="内容占位符 2"/>
          <p:cNvSpPr>
            <a:spLocks noGrp="1"/>
          </p:cNvSpPr>
          <p:nvPr>
            <p:ph sz="quarter" idx="1"/>
          </p:nvPr>
        </p:nvSpPr>
        <p:spPr>
          <a:xfrm>
            <a:off x="381000" y="914400"/>
            <a:ext cx="4152900" cy="25146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686300" y="914400"/>
            <a:ext cx="4152900" cy="25146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381000" y="3581400"/>
            <a:ext cx="4152900" cy="25146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内容占位符 5"/>
          <p:cNvSpPr>
            <a:spLocks noGrp="1"/>
          </p:cNvSpPr>
          <p:nvPr>
            <p:ph sz="quarter" idx="4"/>
          </p:nvPr>
        </p:nvSpPr>
        <p:spPr>
          <a:xfrm>
            <a:off x="4686300" y="3581400"/>
            <a:ext cx="4152900" cy="25146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FF1E1C7B-C90F-4BFE-B027-8C4E668AB028}" type="datetime1">
              <a:rPr kumimoji="1" lang="zh-CN" altLang="en-US" sz="1400" b="0" i="0" u="none" strike="noStrike" kern="1200" cap="none" spc="0" normalizeH="0" baseline="0" noProof="0">
                <a:ln>
                  <a:noFill/>
                </a:ln>
                <a:solidFill>
                  <a:srgbClr val="FF6600"/>
                </a:solidFill>
                <a:effectLst/>
                <a:uLnTx/>
                <a:uFillTx/>
                <a:latin typeface="Times New Roman"/>
                <a:ea typeface="宋体"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2019/6/4</a:t>
            </a:fld>
            <a:endPar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endParaRPr>
          </a:p>
        </p:txBody>
      </p:sp>
      <p:sp>
        <p:nvSpPr>
          <p:cNvPr id="8"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rPr>
              <a:t>电路理论－颜秋容</a:t>
            </a:r>
          </a:p>
        </p:txBody>
      </p:sp>
      <p:sp>
        <p:nvSpPr>
          <p:cNvPr id="9"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C687025D-5E2E-4C69-A50F-2079DEA94073}" type="slidenum">
              <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3544760317"/>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B16D1BC2-D00D-44F4-9072-003C6FE30E2B}" type="datetime1">
              <a:rPr kumimoji="1" lang="zh-CN" altLang="en-US" sz="1400" b="0" i="0" u="none" strike="noStrike" kern="1200" cap="none" spc="0" normalizeH="0" baseline="0" noProof="0">
                <a:ln>
                  <a:noFill/>
                </a:ln>
                <a:solidFill>
                  <a:srgbClr val="FF6600"/>
                </a:solidFill>
                <a:effectLst/>
                <a:uLnTx/>
                <a:uFillTx/>
                <a:latin typeface="Times New Roman"/>
                <a:ea typeface="宋体"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2019/6/4</a:t>
            </a:fld>
            <a:endPar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endParaRPr>
          </a:p>
        </p:txBody>
      </p:sp>
      <p:sp>
        <p:nvSpPr>
          <p:cNvPr id="5"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rPr>
              <a:t>电路理论－颜秋容</a:t>
            </a:r>
          </a:p>
        </p:txBody>
      </p:sp>
      <p:sp>
        <p:nvSpPr>
          <p:cNvPr id="6"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B5DE1015-25BD-4395-9621-4AD0C928FE22}" type="slidenum">
              <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1323599248"/>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799BC5AC-985A-4E57-BE6A-093144F5E41B}" type="datetime1">
              <a:rPr kumimoji="1" lang="zh-CN" altLang="en-US" sz="1400" b="0" i="0" u="none" strike="noStrike" kern="1200" cap="none" spc="0" normalizeH="0" baseline="0" noProof="0">
                <a:ln>
                  <a:noFill/>
                </a:ln>
                <a:solidFill>
                  <a:srgbClr val="FF6600"/>
                </a:solidFill>
                <a:effectLst/>
                <a:uLnTx/>
                <a:uFillTx/>
                <a:latin typeface="Times New Roman"/>
                <a:ea typeface="宋体"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2019/6/4</a:t>
            </a:fld>
            <a:endPar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endParaRPr>
          </a:p>
        </p:txBody>
      </p:sp>
      <p:sp>
        <p:nvSpPr>
          <p:cNvPr id="5"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rPr>
              <a:t>电路理论－颜秋容</a:t>
            </a:r>
          </a:p>
        </p:txBody>
      </p:sp>
      <p:sp>
        <p:nvSpPr>
          <p:cNvPr id="6"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204FC1C4-8DED-49C6-8070-3155BBDC5F6E}" type="slidenum">
              <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694058991"/>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177BE4F4-E0A2-4B20-83A2-1AAED6E58250}" type="datetime1">
              <a:rPr kumimoji="1" lang="zh-CN" altLang="en-US" sz="1400" b="0" i="0" u="none" strike="noStrike" kern="1200" cap="none" spc="0" normalizeH="0" baseline="0" noProof="0">
                <a:ln>
                  <a:noFill/>
                </a:ln>
                <a:solidFill>
                  <a:srgbClr val="FF6600"/>
                </a:solidFill>
                <a:effectLst/>
                <a:uLnTx/>
                <a:uFillTx/>
                <a:latin typeface="Times New Roman"/>
                <a:ea typeface="宋体"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2019/6/4</a:t>
            </a:fld>
            <a:endPar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endParaRPr>
          </a:p>
        </p:txBody>
      </p:sp>
      <p:sp>
        <p:nvSpPr>
          <p:cNvPr id="5"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rPr>
              <a:t>电路理论－颜秋容</a:t>
            </a:r>
          </a:p>
        </p:txBody>
      </p:sp>
      <p:sp>
        <p:nvSpPr>
          <p:cNvPr id="6"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3900DD60-942C-47BE-9E65-B4BE07C487DD}" type="slidenum">
              <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88853584"/>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381000" y="914400"/>
            <a:ext cx="4152900" cy="5181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86300" y="914400"/>
            <a:ext cx="4152900" cy="5181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23B80A5C-563D-4A82-B780-C1271CD6C6DA}" type="datetime1">
              <a:rPr kumimoji="1" lang="zh-CN" altLang="en-US" sz="1400" b="0" i="0" u="none" strike="noStrike" kern="1200" cap="none" spc="0" normalizeH="0" baseline="0" noProof="0">
                <a:ln>
                  <a:noFill/>
                </a:ln>
                <a:solidFill>
                  <a:srgbClr val="FF6600"/>
                </a:solidFill>
                <a:effectLst/>
                <a:uLnTx/>
                <a:uFillTx/>
                <a:latin typeface="Times New Roman"/>
                <a:ea typeface="宋体"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2019/6/4</a:t>
            </a:fld>
            <a:endPar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endParaRPr>
          </a:p>
        </p:txBody>
      </p:sp>
      <p:sp>
        <p:nvSpPr>
          <p:cNvPr id="6"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rPr>
              <a:t>电路理论－颜秋容</a:t>
            </a:r>
          </a:p>
        </p:txBody>
      </p:sp>
      <p:sp>
        <p:nvSpPr>
          <p:cNvPr id="7"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4D0D34DC-26A5-49B6-8405-CABE10593668}" type="slidenum">
              <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4089732674"/>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C889C1EB-47D2-4219-89FC-5C807993217F}" type="datetime1">
              <a:rPr kumimoji="1" lang="zh-CN" altLang="en-US" sz="1400" b="0" i="0" u="none" strike="noStrike" kern="1200" cap="none" spc="0" normalizeH="0" baseline="0" noProof="0">
                <a:ln>
                  <a:noFill/>
                </a:ln>
                <a:solidFill>
                  <a:srgbClr val="FF6600"/>
                </a:solidFill>
                <a:effectLst/>
                <a:uLnTx/>
                <a:uFillTx/>
                <a:latin typeface="Times New Roman"/>
                <a:ea typeface="宋体"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2019/6/4</a:t>
            </a:fld>
            <a:endPar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endParaRPr>
          </a:p>
        </p:txBody>
      </p:sp>
      <p:sp>
        <p:nvSpPr>
          <p:cNvPr id="8"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rPr>
              <a:t>电路理论－颜秋容</a:t>
            </a:r>
          </a:p>
        </p:txBody>
      </p:sp>
      <p:sp>
        <p:nvSpPr>
          <p:cNvPr id="9"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51222BD8-26EF-42A6-BDD4-708A5A8161EC}" type="slidenum">
              <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3573200121"/>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E87A9998-3DEB-4DEC-B83B-0C658D32ECC5}" type="datetime1">
              <a:rPr kumimoji="1" lang="zh-CN" altLang="en-US" sz="1400" b="0" i="0" u="none" strike="noStrike" kern="1200" cap="none" spc="0" normalizeH="0" baseline="0" noProof="0">
                <a:ln>
                  <a:noFill/>
                </a:ln>
                <a:solidFill>
                  <a:srgbClr val="FF6600"/>
                </a:solidFill>
                <a:effectLst/>
                <a:uLnTx/>
                <a:uFillTx/>
                <a:latin typeface="Times New Roman"/>
                <a:ea typeface="宋体"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2019/6/4</a:t>
            </a:fld>
            <a:endPar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endParaRPr>
          </a:p>
        </p:txBody>
      </p:sp>
      <p:sp>
        <p:nvSpPr>
          <p:cNvPr id="4"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rPr>
              <a:t>电路理论－颜秋容</a:t>
            </a:r>
          </a:p>
        </p:txBody>
      </p:sp>
      <p:sp>
        <p:nvSpPr>
          <p:cNvPr id="5"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87468569-79FE-4D71-9928-EF5A2F701864}" type="slidenum">
              <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2990317700"/>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667A3524-3B20-4A1E-A1FC-E0D0AD896E8A}" type="datetime1">
              <a:rPr kumimoji="1" lang="zh-CN" altLang="en-US" sz="1400" b="0" i="0" u="none" strike="noStrike" kern="1200" cap="none" spc="0" normalizeH="0" baseline="0" noProof="0">
                <a:ln>
                  <a:noFill/>
                </a:ln>
                <a:solidFill>
                  <a:srgbClr val="FF6600"/>
                </a:solidFill>
                <a:effectLst/>
                <a:uLnTx/>
                <a:uFillTx/>
                <a:latin typeface="Times New Roman"/>
                <a:ea typeface="宋体"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2019/6/4</a:t>
            </a:fld>
            <a:endPar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endParaRPr>
          </a:p>
        </p:txBody>
      </p:sp>
      <p:sp>
        <p:nvSpPr>
          <p:cNvPr id="3"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rPr>
              <a:t>电路理论－颜秋容</a:t>
            </a:r>
          </a:p>
        </p:txBody>
      </p:sp>
      <p:sp>
        <p:nvSpPr>
          <p:cNvPr id="4"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7CA8CB9E-9F10-447C-9D43-C91D93EFBF6E}" type="slidenum">
              <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2515148344"/>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960F7FD5-28F9-455F-A9B5-E03C14EB5A38}" type="datetime1">
              <a:rPr kumimoji="1" lang="zh-CN" altLang="en-US" sz="1400" b="0" i="0" u="none" strike="noStrike" kern="1200" cap="none" spc="0" normalizeH="0" baseline="0" noProof="0">
                <a:ln>
                  <a:noFill/>
                </a:ln>
                <a:solidFill>
                  <a:srgbClr val="FF6600"/>
                </a:solidFill>
                <a:effectLst/>
                <a:uLnTx/>
                <a:uFillTx/>
                <a:latin typeface="Times New Roman"/>
                <a:ea typeface="宋体"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2019/6/4</a:t>
            </a:fld>
            <a:endPar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endParaRPr>
          </a:p>
        </p:txBody>
      </p:sp>
      <p:sp>
        <p:nvSpPr>
          <p:cNvPr id="6"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rPr>
              <a:t>电路理论－颜秋容</a:t>
            </a:r>
          </a:p>
        </p:txBody>
      </p:sp>
      <p:sp>
        <p:nvSpPr>
          <p:cNvPr id="7"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BB720FC4-EAD3-4A82-9FEF-C3BA7A0BAED5}" type="slidenum">
              <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3377368829"/>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B7EFCFB6-55FA-4A68-B7F1-210D97CD2110}" type="datetime1">
              <a:rPr kumimoji="1" lang="zh-CN" altLang="en-US" sz="1400" b="0" i="0" u="none" strike="noStrike" kern="1200" cap="none" spc="0" normalizeH="0" baseline="0" noProof="0">
                <a:ln>
                  <a:noFill/>
                </a:ln>
                <a:solidFill>
                  <a:srgbClr val="FF6600"/>
                </a:solidFill>
                <a:effectLst/>
                <a:uLnTx/>
                <a:uFillTx/>
                <a:latin typeface="Times New Roman"/>
                <a:ea typeface="宋体"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2019/6/4</a:t>
            </a:fld>
            <a:endPar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endParaRPr>
          </a:p>
        </p:txBody>
      </p:sp>
      <p:sp>
        <p:nvSpPr>
          <p:cNvPr id="6"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rPr>
              <a:t>电路理论－颜秋容</a:t>
            </a:r>
          </a:p>
        </p:txBody>
      </p:sp>
      <p:sp>
        <p:nvSpPr>
          <p:cNvPr id="7"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EE6C5081-FE86-4B0F-A176-A6F7C9F7D670}" type="slidenum">
              <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3141790575"/>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56F19382-6816-45B0-AEF2-FC5D72725164}" type="datetime1">
              <a:rPr kumimoji="1" lang="zh-CN" altLang="en-US" sz="1400" b="0" i="0" u="none" strike="noStrike" kern="1200" cap="none" spc="0" normalizeH="0" baseline="0" noProof="0">
                <a:ln>
                  <a:noFill/>
                </a:ln>
                <a:solidFill>
                  <a:srgbClr val="FF6600"/>
                </a:solidFill>
                <a:effectLst/>
                <a:uLnTx/>
                <a:uFillTx/>
                <a:latin typeface="Times New Roman"/>
                <a:ea typeface="宋体"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2019/6/4</a:t>
            </a:fld>
            <a:endPar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endParaRPr>
          </a:p>
        </p:txBody>
      </p:sp>
      <p:sp>
        <p:nvSpPr>
          <p:cNvPr id="5"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rPr>
              <a:t>电路理论－颜秋容</a:t>
            </a:r>
          </a:p>
        </p:txBody>
      </p:sp>
      <p:sp>
        <p:nvSpPr>
          <p:cNvPr id="6"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458DB81A-DD3D-4E9F-A0C3-9C102D20354D}" type="slidenum">
              <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2783948145"/>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24650" y="304800"/>
            <a:ext cx="2114550" cy="57912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381000" y="304800"/>
            <a:ext cx="6191250" cy="57912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A0EF7183-F2F4-4BDC-B658-468E462F47B4}" type="datetime1">
              <a:rPr kumimoji="1" lang="zh-CN" altLang="en-US" sz="1400" b="0" i="0" u="none" strike="noStrike" kern="1200" cap="none" spc="0" normalizeH="0" baseline="0" noProof="0">
                <a:ln>
                  <a:noFill/>
                </a:ln>
                <a:solidFill>
                  <a:srgbClr val="FF6600"/>
                </a:solidFill>
                <a:effectLst/>
                <a:uLnTx/>
                <a:uFillTx/>
                <a:latin typeface="Times New Roman"/>
                <a:ea typeface="宋体"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2019/6/4</a:t>
            </a:fld>
            <a:endPar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endParaRPr>
          </a:p>
        </p:txBody>
      </p:sp>
      <p:sp>
        <p:nvSpPr>
          <p:cNvPr id="5"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rPr>
              <a:t>电路理论－颜秋容</a:t>
            </a:r>
          </a:p>
        </p:txBody>
      </p:sp>
      <p:sp>
        <p:nvSpPr>
          <p:cNvPr id="6"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61611FED-AFB4-4EA1-A444-8844AB516A9C}" type="slidenum">
              <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1203519122"/>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381000" y="304800"/>
            <a:ext cx="8458200" cy="457200"/>
          </a:xfrm>
        </p:spPr>
        <p:txBody>
          <a:bodyPr/>
          <a:lstStyle/>
          <a:p>
            <a:r>
              <a:rPr lang="zh-CN" altLang="en-US"/>
              <a:t>单击此处编辑母版标题样式</a:t>
            </a:r>
          </a:p>
        </p:txBody>
      </p:sp>
      <p:sp>
        <p:nvSpPr>
          <p:cNvPr id="3" name="内容占位符 2"/>
          <p:cNvSpPr>
            <a:spLocks noGrp="1"/>
          </p:cNvSpPr>
          <p:nvPr>
            <p:ph sz="quarter" idx="1"/>
          </p:nvPr>
        </p:nvSpPr>
        <p:spPr>
          <a:xfrm>
            <a:off x="381000" y="914400"/>
            <a:ext cx="4152900" cy="25146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686300" y="914400"/>
            <a:ext cx="4152900" cy="25146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381000" y="3581400"/>
            <a:ext cx="4152900" cy="25146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内容占位符 5"/>
          <p:cNvSpPr>
            <a:spLocks noGrp="1"/>
          </p:cNvSpPr>
          <p:nvPr>
            <p:ph sz="quarter" idx="4"/>
          </p:nvPr>
        </p:nvSpPr>
        <p:spPr>
          <a:xfrm>
            <a:off x="4686300" y="3581400"/>
            <a:ext cx="4152900" cy="25146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FF1E1C7B-C90F-4BFE-B027-8C4E668AB028}" type="datetime1">
              <a:rPr kumimoji="1" lang="zh-CN" altLang="en-US" sz="1400" b="0" i="0" u="none" strike="noStrike" kern="1200" cap="none" spc="0" normalizeH="0" baseline="0" noProof="0">
                <a:ln>
                  <a:noFill/>
                </a:ln>
                <a:solidFill>
                  <a:srgbClr val="FF6600"/>
                </a:solidFill>
                <a:effectLst/>
                <a:uLnTx/>
                <a:uFillTx/>
                <a:latin typeface="Times New Roman"/>
                <a:ea typeface="宋体"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2019/6/4</a:t>
            </a:fld>
            <a:endPar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endParaRPr>
          </a:p>
        </p:txBody>
      </p:sp>
      <p:sp>
        <p:nvSpPr>
          <p:cNvPr id="8"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rPr>
              <a:t>电路理论－颜秋容</a:t>
            </a:r>
          </a:p>
        </p:txBody>
      </p:sp>
      <p:sp>
        <p:nvSpPr>
          <p:cNvPr id="9"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C687025D-5E2E-4C69-A50F-2079DEA94073}" type="slidenum">
              <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2409685209"/>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B16D1BC2-D00D-44F4-9072-003C6FE30E2B}" type="datetime1">
              <a:rPr kumimoji="1" lang="zh-CN" altLang="en-US" sz="1400" b="0" i="0" u="none" strike="noStrike" kern="1200" cap="none" spc="0" normalizeH="0" baseline="0" noProof="0">
                <a:ln>
                  <a:noFill/>
                </a:ln>
                <a:solidFill>
                  <a:srgbClr val="FF6600"/>
                </a:solidFill>
                <a:effectLst/>
                <a:uLnTx/>
                <a:uFillTx/>
                <a:latin typeface="Times New Roman"/>
                <a:ea typeface="宋体"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2019/6/4</a:t>
            </a:fld>
            <a:endPar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endParaRPr>
          </a:p>
        </p:txBody>
      </p:sp>
      <p:sp>
        <p:nvSpPr>
          <p:cNvPr id="5"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rPr>
              <a:t>电路理论－颜秋容</a:t>
            </a:r>
          </a:p>
        </p:txBody>
      </p:sp>
      <p:sp>
        <p:nvSpPr>
          <p:cNvPr id="6"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B5DE1015-25BD-4395-9621-4AD0C928FE22}" type="slidenum">
              <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633697847"/>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799BC5AC-985A-4E57-BE6A-093144F5E41B}" type="datetime1">
              <a:rPr kumimoji="1" lang="zh-CN" altLang="en-US" sz="1400" b="0" i="0" u="none" strike="noStrike" kern="1200" cap="none" spc="0" normalizeH="0" baseline="0" noProof="0">
                <a:ln>
                  <a:noFill/>
                </a:ln>
                <a:solidFill>
                  <a:srgbClr val="FF6600"/>
                </a:solidFill>
                <a:effectLst/>
                <a:uLnTx/>
                <a:uFillTx/>
                <a:latin typeface="Times New Roman"/>
                <a:ea typeface="宋体"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2019/6/4</a:t>
            </a:fld>
            <a:endPar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endParaRPr>
          </a:p>
        </p:txBody>
      </p:sp>
      <p:sp>
        <p:nvSpPr>
          <p:cNvPr id="5"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rPr>
              <a:t>电路理论－颜秋容</a:t>
            </a:r>
          </a:p>
        </p:txBody>
      </p:sp>
      <p:sp>
        <p:nvSpPr>
          <p:cNvPr id="6"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204FC1C4-8DED-49C6-8070-3155BBDC5F6E}" type="slidenum">
              <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3188124330"/>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177BE4F4-E0A2-4B20-83A2-1AAED6E58250}" type="datetime1">
              <a:rPr kumimoji="1" lang="zh-CN" altLang="en-US" sz="1400" b="0" i="0" u="none" strike="noStrike" kern="1200" cap="none" spc="0" normalizeH="0" baseline="0" noProof="0">
                <a:ln>
                  <a:noFill/>
                </a:ln>
                <a:solidFill>
                  <a:srgbClr val="FF6600"/>
                </a:solidFill>
                <a:effectLst/>
                <a:uLnTx/>
                <a:uFillTx/>
                <a:latin typeface="Times New Roman"/>
                <a:ea typeface="宋体"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2019/6/4</a:t>
            </a:fld>
            <a:endPar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endParaRPr>
          </a:p>
        </p:txBody>
      </p:sp>
      <p:sp>
        <p:nvSpPr>
          <p:cNvPr id="5"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rPr>
              <a:t>电路理论－颜秋容</a:t>
            </a:r>
          </a:p>
        </p:txBody>
      </p:sp>
      <p:sp>
        <p:nvSpPr>
          <p:cNvPr id="6"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3900DD60-942C-47BE-9E65-B4BE07C487DD}" type="slidenum">
              <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3072292902"/>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381000" y="914400"/>
            <a:ext cx="4152900" cy="5181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86300" y="914400"/>
            <a:ext cx="4152900" cy="5181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23B80A5C-563D-4A82-B780-C1271CD6C6DA}" type="datetime1">
              <a:rPr kumimoji="1" lang="zh-CN" altLang="en-US" sz="1400" b="0" i="0" u="none" strike="noStrike" kern="1200" cap="none" spc="0" normalizeH="0" baseline="0" noProof="0">
                <a:ln>
                  <a:noFill/>
                </a:ln>
                <a:solidFill>
                  <a:srgbClr val="FF6600"/>
                </a:solidFill>
                <a:effectLst/>
                <a:uLnTx/>
                <a:uFillTx/>
                <a:latin typeface="Times New Roman"/>
                <a:ea typeface="宋体"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2019/6/4</a:t>
            </a:fld>
            <a:endPar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endParaRPr>
          </a:p>
        </p:txBody>
      </p:sp>
      <p:sp>
        <p:nvSpPr>
          <p:cNvPr id="6"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rPr>
              <a:t>电路理论－颜秋容</a:t>
            </a:r>
          </a:p>
        </p:txBody>
      </p:sp>
      <p:sp>
        <p:nvSpPr>
          <p:cNvPr id="7"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4D0D34DC-26A5-49B6-8405-CABE10593668}" type="slidenum">
              <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152881379"/>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C889C1EB-47D2-4219-89FC-5C807993217F}" type="datetime1">
              <a:rPr kumimoji="1" lang="zh-CN" altLang="en-US" sz="1400" b="0" i="0" u="none" strike="noStrike" kern="1200" cap="none" spc="0" normalizeH="0" baseline="0" noProof="0">
                <a:ln>
                  <a:noFill/>
                </a:ln>
                <a:solidFill>
                  <a:srgbClr val="FF6600"/>
                </a:solidFill>
                <a:effectLst/>
                <a:uLnTx/>
                <a:uFillTx/>
                <a:latin typeface="Times New Roman"/>
                <a:ea typeface="宋体"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2019/6/4</a:t>
            </a:fld>
            <a:endPar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endParaRPr>
          </a:p>
        </p:txBody>
      </p:sp>
      <p:sp>
        <p:nvSpPr>
          <p:cNvPr id="8"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rPr>
              <a:t>电路理论－颜秋容</a:t>
            </a:r>
          </a:p>
        </p:txBody>
      </p:sp>
      <p:sp>
        <p:nvSpPr>
          <p:cNvPr id="9"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51222BD8-26EF-42A6-BDD4-708A5A8161EC}" type="slidenum">
              <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345403332"/>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E87A9998-3DEB-4DEC-B83B-0C658D32ECC5}" type="datetime1">
              <a:rPr kumimoji="1" lang="zh-CN" altLang="en-US" sz="1400" b="0" i="0" u="none" strike="noStrike" kern="1200" cap="none" spc="0" normalizeH="0" baseline="0" noProof="0">
                <a:ln>
                  <a:noFill/>
                </a:ln>
                <a:solidFill>
                  <a:srgbClr val="FF6600"/>
                </a:solidFill>
                <a:effectLst/>
                <a:uLnTx/>
                <a:uFillTx/>
                <a:latin typeface="Times New Roman"/>
                <a:ea typeface="宋体"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2019/6/4</a:t>
            </a:fld>
            <a:endPar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endParaRPr>
          </a:p>
        </p:txBody>
      </p:sp>
      <p:sp>
        <p:nvSpPr>
          <p:cNvPr id="4"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rPr>
              <a:t>电路理论－颜秋容</a:t>
            </a:r>
          </a:p>
        </p:txBody>
      </p:sp>
      <p:sp>
        <p:nvSpPr>
          <p:cNvPr id="5"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87468569-79FE-4D71-9928-EF5A2F701864}" type="slidenum">
              <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4101738690"/>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667A3524-3B20-4A1E-A1FC-E0D0AD896E8A}" type="datetime1">
              <a:rPr kumimoji="1" lang="zh-CN" altLang="en-US" sz="1400" b="0" i="0" u="none" strike="noStrike" kern="1200" cap="none" spc="0" normalizeH="0" baseline="0" noProof="0">
                <a:ln>
                  <a:noFill/>
                </a:ln>
                <a:solidFill>
                  <a:srgbClr val="FF6600"/>
                </a:solidFill>
                <a:effectLst/>
                <a:uLnTx/>
                <a:uFillTx/>
                <a:latin typeface="Times New Roman"/>
                <a:ea typeface="宋体"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2019/6/4</a:t>
            </a:fld>
            <a:endPar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endParaRPr>
          </a:p>
        </p:txBody>
      </p:sp>
      <p:sp>
        <p:nvSpPr>
          <p:cNvPr id="3"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rPr>
              <a:t>电路理论－颜秋容</a:t>
            </a:r>
          </a:p>
        </p:txBody>
      </p:sp>
      <p:sp>
        <p:nvSpPr>
          <p:cNvPr id="4"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7CA8CB9E-9F10-447C-9D43-C91D93EFBF6E}" type="slidenum">
              <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3490002040"/>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960F7FD5-28F9-455F-A9B5-E03C14EB5A38}" type="datetime1">
              <a:rPr kumimoji="1" lang="zh-CN" altLang="en-US" sz="1400" b="0" i="0" u="none" strike="noStrike" kern="1200" cap="none" spc="0" normalizeH="0" baseline="0" noProof="0">
                <a:ln>
                  <a:noFill/>
                </a:ln>
                <a:solidFill>
                  <a:srgbClr val="FF6600"/>
                </a:solidFill>
                <a:effectLst/>
                <a:uLnTx/>
                <a:uFillTx/>
                <a:latin typeface="Times New Roman"/>
                <a:ea typeface="宋体"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2019/6/4</a:t>
            </a:fld>
            <a:endPar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endParaRPr>
          </a:p>
        </p:txBody>
      </p:sp>
      <p:sp>
        <p:nvSpPr>
          <p:cNvPr id="6"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rPr>
              <a:t>电路理论－颜秋容</a:t>
            </a:r>
          </a:p>
        </p:txBody>
      </p:sp>
      <p:sp>
        <p:nvSpPr>
          <p:cNvPr id="7"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BB720FC4-EAD3-4A82-9FEF-C3BA7A0BAED5}" type="slidenum">
              <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1632174187"/>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B7EFCFB6-55FA-4A68-B7F1-210D97CD2110}" type="datetime1">
              <a:rPr kumimoji="1" lang="zh-CN" altLang="en-US" sz="1400" b="0" i="0" u="none" strike="noStrike" kern="1200" cap="none" spc="0" normalizeH="0" baseline="0" noProof="0">
                <a:ln>
                  <a:noFill/>
                </a:ln>
                <a:solidFill>
                  <a:srgbClr val="FF6600"/>
                </a:solidFill>
                <a:effectLst/>
                <a:uLnTx/>
                <a:uFillTx/>
                <a:latin typeface="Times New Roman"/>
                <a:ea typeface="宋体"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2019/6/4</a:t>
            </a:fld>
            <a:endPar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endParaRPr>
          </a:p>
        </p:txBody>
      </p:sp>
      <p:sp>
        <p:nvSpPr>
          <p:cNvPr id="6"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rPr>
              <a:t>电路理论－颜秋容</a:t>
            </a:r>
          </a:p>
        </p:txBody>
      </p:sp>
      <p:sp>
        <p:nvSpPr>
          <p:cNvPr id="7"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EE6C5081-FE86-4B0F-A176-A6F7C9F7D670}" type="slidenum">
              <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241217159"/>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56F19382-6816-45B0-AEF2-FC5D72725164}" type="datetime1">
              <a:rPr kumimoji="1" lang="zh-CN" altLang="en-US" sz="1400" b="0" i="0" u="none" strike="noStrike" kern="1200" cap="none" spc="0" normalizeH="0" baseline="0" noProof="0">
                <a:ln>
                  <a:noFill/>
                </a:ln>
                <a:solidFill>
                  <a:srgbClr val="FF6600"/>
                </a:solidFill>
                <a:effectLst/>
                <a:uLnTx/>
                <a:uFillTx/>
                <a:latin typeface="Times New Roman"/>
                <a:ea typeface="宋体"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2019/6/4</a:t>
            </a:fld>
            <a:endPar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endParaRPr>
          </a:p>
        </p:txBody>
      </p:sp>
      <p:sp>
        <p:nvSpPr>
          <p:cNvPr id="5"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rPr>
              <a:t>电路理论－颜秋容</a:t>
            </a:r>
          </a:p>
        </p:txBody>
      </p:sp>
      <p:sp>
        <p:nvSpPr>
          <p:cNvPr id="6"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458DB81A-DD3D-4E9F-A0C3-9C102D20354D}" type="slidenum">
              <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449604374"/>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24650" y="304800"/>
            <a:ext cx="2114550" cy="57912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381000" y="304800"/>
            <a:ext cx="6191250" cy="57912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A0EF7183-F2F4-4BDC-B658-468E462F47B4}" type="datetime1">
              <a:rPr kumimoji="1" lang="zh-CN" altLang="en-US" sz="1400" b="0" i="0" u="none" strike="noStrike" kern="1200" cap="none" spc="0" normalizeH="0" baseline="0" noProof="0">
                <a:ln>
                  <a:noFill/>
                </a:ln>
                <a:solidFill>
                  <a:srgbClr val="FF6600"/>
                </a:solidFill>
                <a:effectLst/>
                <a:uLnTx/>
                <a:uFillTx/>
                <a:latin typeface="Times New Roman"/>
                <a:ea typeface="宋体"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2019/6/4</a:t>
            </a:fld>
            <a:endPar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endParaRPr>
          </a:p>
        </p:txBody>
      </p:sp>
      <p:sp>
        <p:nvSpPr>
          <p:cNvPr id="5"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rPr>
              <a:t>电路理论－颜秋容</a:t>
            </a:r>
          </a:p>
        </p:txBody>
      </p:sp>
      <p:sp>
        <p:nvSpPr>
          <p:cNvPr id="6"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61611FED-AFB4-4EA1-A444-8844AB516A9C}" type="slidenum">
              <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3980241301"/>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381000" y="304800"/>
            <a:ext cx="8458200" cy="457200"/>
          </a:xfrm>
        </p:spPr>
        <p:txBody>
          <a:bodyPr/>
          <a:lstStyle/>
          <a:p>
            <a:r>
              <a:rPr lang="zh-CN" altLang="en-US"/>
              <a:t>单击此处编辑母版标题样式</a:t>
            </a:r>
          </a:p>
        </p:txBody>
      </p:sp>
      <p:sp>
        <p:nvSpPr>
          <p:cNvPr id="3" name="内容占位符 2"/>
          <p:cNvSpPr>
            <a:spLocks noGrp="1"/>
          </p:cNvSpPr>
          <p:nvPr>
            <p:ph sz="quarter" idx="1"/>
          </p:nvPr>
        </p:nvSpPr>
        <p:spPr>
          <a:xfrm>
            <a:off x="381000" y="914400"/>
            <a:ext cx="4152900" cy="25146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686300" y="914400"/>
            <a:ext cx="4152900" cy="25146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381000" y="3581400"/>
            <a:ext cx="4152900" cy="25146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内容占位符 5"/>
          <p:cNvSpPr>
            <a:spLocks noGrp="1"/>
          </p:cNvSpPr>
          <p:nvPr>
            <p:ph sz="quarter" idx="4"/>
          </p:nvPr>
        </p:nvSpPr>
        <p:spPr>
          <a:xfrm>
            <a:off x="4686300" y="3581400"/>
            <a:ext cx="4152900" cy="25146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FF1E1C7B-C90F-4BFE-B027-8C4E668AB028}" type="datetime1">
              <a:rPr kumimoji="1" lang="zh-CN" altLang="en-US" sz="1400" b="0" i="0" u="none" strike="noStrike" kern="1200" cap="none" spc="0" normalizeH="0" baseline="0" noProof="0">
                <a:ln>
                  <a:noFill/>
                </a:ln>
                <a:solidFill>
                  <a:srgbClr val="FF6600"/>
                </a:solidFill>
                <a:effectLst/>
                <a:uLnTx/>
                <a:uFillTx/>
                <a:latin typeface="Times New Roman"/>
                <a:ea typeface="宋体"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2019/6/4</a:t>
            </a:fld>
            <a:endPar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endParaRPr>
          </a:p>
        </p:txBody>
      </p:sp>
      <p:sp>
        <p:nvSpPr>
          <p:cNvPr id="8"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rPr>
              <a:t>电路理论－颜秋容</a:t>
            </a:r>
          </a:p>
        </p:txBody>
      </p:sp>
      <p:sp>
        <p:nvSpPr>
          <p:cNvPr id="9"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C687025D-5E2E-4C69-A50F-2079DEA94073}" type="slidenum">
              <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2179790333"/>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B16D1BC2-D00D-44F4-9072-003C6FE30E2B}" type="datetime1">
              <a:rPr kumimoji="1" lang="zh-CN" altLang="en-US" sz="1400" b="0" i="0" u="none" strike="noStrike" kern="1200" cap="none" spc="0" normalizeH="0" baseline="0" noProof="0">
                <a:ln>
                  <a:noFill/>
                </a:ln>
                <a:solidFill>
                  <a:srgbClr val="FF6600"/>
                </a:solidFill>
                <a:effectLst/>
                <a:uLnTx/>
                <a:uFillTx/>
                <a:latin typeface="Times New Roman"/>
                <a:ea typeface="宋体"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2019/6/4</a:t>
            </a:fld>
            <a:endPar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endParaRPr>
          </a:p>
        </p:txBody>
      </p:sp>
      <p:sp>
        <p:nvSpPr>
          <p:cNvPr id="5"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rPr>
              <a:t>电路理论－颜秋容</a:t>
            </a:r>
          </a:p>
        </p:txBody>
      </p:sp>
      <p:sp>
        <p:nvSpPr>
          <p:cNvPr id="6"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B5DE1015-25BD-4395-9621-4AD0C928FE22}" type="slidenum">
              <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3050091628"/>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799BC5AC-985A-4E57-BE6A-093144F5E41B}" type="datetime1">
              <a:rPr kumimoji="1" lang="zh-CN" altLang="en-US" sz="1400" b="0" i="0" u="none" strike="noStrike" kern="1200" cap="none" spc="0" normalizeH="0" baseline="0" noProof="0">
                <a:ln>
                  <a:noFill/>
                </a:ln>
                <a:solidFill>
                  <a:srgbClr val="FF6600"/>
                </a:solidFill>
                <a:effectLst/>
                <a:uLnTx/>
                <a:uFillTx/>
                <a:latin typeface="Times New Roman"/>
                <a:ea typeface="宋体"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2019/6/4</a:t>
            </a:fld>
            <a:endPar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endParaRPr>
          </a:p>
        </p:txBody>
      </p:sp>
      <p:sp>
        <p:nvSpPr>
          <p:cNvPr id="5"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rPr>
              <a:t>电路理论－颜秋容</a:t>
            </a:r>
          </a:p>
        </p:txBody>
      </p:sp>
      <p:sp>
        <p:nvSpPr>
          <p:cNvPr id="6"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204FC1C4-8DED-49C6-8070-3155BBDC5F6E}" type="slidenum">
              <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683838492"/>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177BE4F4-E0A2-4B20-83A2-1AAED6E58250}" type="datetime1">
              <a:rPr kumimoji="1" lang="zh-CN" altLang="en-US" sz="1400" b="0" i="0" u="none" strike="noStrike" kern="1200" cap="none" spc="0" normalizeH="0" baseline="0" noProof="0">
                <a:ln>
                  <a:noFill/>
                </a:ln>
                <a:solidFill>
                  <a:srgbClr val="FF6600"/>
                </a:solidFill>
                <a:effectLst/>
                <a:uLnTx/>
                <a:uFillTx/>
                <a:latin typeface="Times New Roman"/>
                <a:ea typeface="宋体"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2019/6/4</a:t>
            </a:fld>
            <a:endPar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endParaRPr>
          </a:p>
        </p:txBody>
      </p:sp>
      <p:sp>
        <p:nvSpPr>
          <p:cNvPr id="5"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rPr>
              <a:t>电路理论－颜秋容</a:t>
            </a:r>
          </a:p>
        </p:txBody>
      </p:sp>
      <p:sp>
        <p:nvSpPr>
          <p:cNvPr id="6"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3900DD60-942C-47BE-9E65-B4BE07C487DD}" type="slidenum">
              <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2540028736"/>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381000" y="914400"/>
            <a:ext cx="4152900" cy="5181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86300" y="914400"/>
            <a:ext cx="4152900" cy="5181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23B80A5C-563D-4A82-B780-C1271CD6C6DA}" type="datetime1">
              <a:rPr kumimoji="1" lang="zh-CN" altLang="en-US" sz="1400" b="0" i="0" u="none" strike="noStrike" kern="1200" cap="none" spc="0" normalizeH="0" baseline="0" noProof="0">
                <a:ln>
                  <a:noFill/>
                </a:ln>
                <a:solidFill>
                  <a:srgbClr val="FF6600"/>
                </a:solidFill>
                <a:effectLst/>
                <a:uLnTx/>
                <a:uFillTx/>
                <a:latin typeface="Times New Roman"/>
                <a:ea typeface="宋体"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2019/6/4</a:t>
            </a:fld>
            <a:endPar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endParaRPr>
          </a:p>
        </p:txBody>
      </p:sp>
      <p:sp>
        <p:nvSpPr>
          <p:cNvPr id="6"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rPr>
              <a:t>电路理论－颜秋容</a:t>
            </a:r>
          </a:p>
        </p:txBody>
      </p:sp>
      <p:sp>
        <p:nvSpPr>
          <p:cNvPr id="7"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4D0D34DC-26A5-49B6-8405-CABE10593668}" type="slidenum">
              <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705624500"/>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C889C1EB-47D2-4219-89FC-5C807993217F}" type="datetime1">
              <a:rPr kumimoji="1" lang="zh-CN" altLang="en-US" sz="1400" b="0" i="0" u="none" strike="noStrike" kern="1200" cap="none" spc="0" normalizeH="0" baseline="0" noProof="0">
                <a:ln>
                  <a:noFill/>
                </a:ln>
                <a:solidFill>
                  <a:srgbClr val="FF6600"/>
                </a:solidFill>
                <a:effectLst/>
                <a:uLnTx/>
                <a:uFillTx/>
                <a:latin typeface="Times New Roman"/>
                <a:ea typeface="宋体"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2019/6/4</a:t>
            </a:fld>
            <a:endPar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endParaRPr>
          </a:p>
        </p:txBody>
      </p:sp>
      <p:sp>
        <p:nvSpPr>
          <p:cNvPr id="8"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rPr>
              <a:t>电路理论－颜秋容</a:t>
            </a:r>
          </a:p>
        </p:txBody>
      </p:sp>
      <p:sp>
        <p:nvSpPr>
          <p:cNvPr id="9"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51222BD8-26EF-42A6-BDD4-708A5A8161EC}" type="slidenum">
              <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1634312001"/>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E87A9998-3DEB-4DEC-B83B-0C658D32ECC5}" type="datetime1">
              <a:rPr kumimoji="1" lang="zh-CN" altLang="en-US" sz="1400" b="0" i="0" u="none" strike="noStrike" kern="1200" cap="none" spc="0" normalizeH="0" baseline="0" noProof="0">
                <a:ln>
                  <a:noFill/>
                </a:ln>
                <a:solidFill>
                  <a:srgbClr val="FF6600"/>
                </a:solidFill>
                <a:effectLst/>
                <a:uLnTx/>
                <a:uFillTx/>
                <a:latin typeface="Times New Roman"/>
                <a:ea typeface="宋体"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2019/6/4</a:t>
            </a:fld>
            <a:endPar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endParaRPr>
          </a:p>
        </p:txBody>
      </p:sp>
      <p:sp>
        <p:nvSpPr>
          <p:cNvPr id="4"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rPr>
              <a:t>电路理论－颜秋容</a:t>
            </a:r>
          </a:p>
        </p:txBody>
      </p:sp>
      <p:sp>
        <p:nvSpPr>
          <p:cNvPr id="5"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87468569-79FE-4D71-9928-EF5A2F701864}" type="slidenum">
              <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642560002"/>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667A3524-3B20-4A1E-A1FC-E0D0AD896E8A}" type="datetime1">
              <a:rPr kumimoji="1" lang="zh-CN" altLang="en-US" sz="1400" b="0" i="0" u="none" strike="noStrike" kern="1200" cap="none" spc="0" normalizeH="0" baseline="0" noProof="0">
                <a:ln>
                  <a:noFill/>
                </a:ln>
                <a:solidFill>
                  <a:srgbClr val="FF6600"/>
                </a:solidFill>
                <a:effectLst/>
                <a:uLnTx/>
                <a:uFillTx/>
                <a:latin typeface="Times New Roman"/>
                <a:ea typeface="宋体"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2019/6/4</a:t>
            </a:fld>
            <a:endPar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endParaRPr>
          </a:p>
        </p:txBody>
      </p:sp>
      <p:sp>
        <p:nvSpPr>
          <p:cNvPr id="3"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rPr>
              <a:t>电路理论－颜秋容</a:t>
            </a:r>
          </a:p>
        </p:txBody>
      </p:sp>
      <p:sp>
        <p:nvSpPr>
          <p:cNvPr id="4"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7CA8CB9E-9F10-447C-9D43-C91D93EFBF6E}" type="slidenum">
              <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2512720524"/>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960F7FD5-28F9-455F-A9B5-E03C14EB5A38}" type="datetime1">
              <a:rPr kumimoji="1" lang="zh-CN" altLang="en-US" sz="1400" b="0" i="0" u="none" strike="noStrike" kern="1200" cap="none" spc="0" normalizeH="0" baseline="0" noProof="0">
                <a:ln>
                  <a:noFill/>
                </a:ln>
                <a:solidFill>
                  <a:srgbClr val="FF6600"/>
                </a:solidFill>
                <a:effectLst/>
                <a:uLnTx/>
                <a:uFillTx/>
                <a:latin typeface="Times New Roman"/>
                <a:ea typeface="宋体"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2019/6/4</a:t>
            </a:fld>
            <a:endPar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endParaRPr>
          </a:p>
        </p:txBody>
      </p:sp>
      <p:sp>
        <p:nvSpPr>
          <p:cNvPr id="6"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rPr>
              <a:t>电路理论－颜秋容</a:t>
            </a:r>
          </a:p>
        </p:txBody>
      </p:sp>
      <p:sp>
        <p:nvSpPr>
          <p:cNvPr id="7"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BB720FC4-EAD3-4A82-9FEF-C3BA7A0BAED5}" type="slidenum">
              <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2360859833"/>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B7EFCFB6-55FA-4A68-B7F1-210D97CD2110}" type="datetime1">
              <a:rPr kumimoji="1" lang="zh-CN" altLang="en-US" sz="1400" b="0" i="0" u="none" strike="noStrike" kern="1200" cap="none" spc="0" normalizeH="0" baseline="0" noProof="0">
                <a:ln>
                  <a:noFill/>
                </a:ln>
                <a:solidFill>
                  <a:srgbClr val="FF6600"/>
                </a:solidFill>
                <a:effectLst/>
                <a:uLnTx/>
                <a:uFillTx/>
                <a:latin typeface="Times New Roman"/>
                <a:ea typeface="宋体"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2019/6/4</a:t>
            </a:fld>
            <a:endPar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endParaRPr>
          </a:p>
        </p:txBody>
      </p:sp>
      <p:sp>
        <p:nvSpPr>
          <p:cNvPr id="6"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rPr>
              <a:t>电路理论－颜秋容</a:t>
            </a:r>
          </a:p>
        </p:txBody>
      </p:sp>
      <p:sp>
        <p:nvSpPr>
          <p:cNvPr id="7"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EE6C5081-FE86-4B0F-A176-A6F7C9F7D670}" type="slidenum">
              <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3895270789"/>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56F19382-6816-45B0-AEF2-FC5D72725164}" type="datetime1">
              <a:rPr kumimoji="1" lang="zh-CN" altLang="en-US" sz="1400" b="0" i="0" u="none" strike="noStrike" kern="1200" cap="none" spc="0" normalizeH="0" baseline="0" noProof="0">
                <a:ln>
                  <a:noFill/>
                </a:ln>
                <a:solidFill>
                  <a:srgbClr val="FF6600"/>
                </a:solidFill>
                <a:effectLst/>
                <a:uLnTx/>
                <a:uFillTx/>
                <a:latin typeface="Times New Roman"/>
                <a:ea typeface="宋体"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2019/6/4</a:t>
            </a:fld>
            <a:endPar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endParaRPr>
          </a:p>
        </p:txBody>
      </p:sp>
      <p:sp>
        <p:nvSpPr>
          <p:cNvPr id="5"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rPr>
              <a:t>电路理论－颜秋容</a:t>
            </a:r>
          </a:p>
        </p:txBody>
      </p:sp>
      <p:sp>
        <p:nvSpPr>
          <p:cNvPr id="6"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458DB81A-DD3D-4E9F-A0C3-9C102D20354D}" type="slidenum">
              <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3468186907"/>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24650" y="304800"/>
            <a:ext cx="2114550" cy="57912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381000" y="304800"/>
            <a:ext cx="6191250" cy="57912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A0EF7183-F2F4-4BDC-B658-468E462F47B4}" type="datetime1">
              <a:rPr kumimoji="1" lang="zh-CN" altLang="en-US" sz="1400" b="0" i="0" u="none" strike="noStrike" kern="1200" cap="none" spc="0" normalizeH="0" baseline="0" noProof="0">
                <a:ln>
                  <a:noFill/>
                </a:ln>
                <a:solidFill>
                  <a:srgbClr val="FF6600"/>
                </a:solidFill>
                <a:effectLst/>
                <a:uLnTx/>
                <a:uFillTx/>
                <a:latin typeface="Times New Roman"/>
                <a:ea typeface="宋体"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2019/6/4</a:t>
            </a:fld>
            <a:endPar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endParaRPr>
          </a:p>
        </p:txBody>
      </p:sp>
      <p:sp>
        <p:nvSpPr>
          <p:cNvPr id="5"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rPr>
              <a:t>电路理论－颜秋容</a:t>
            </a:r>
          </a:p>
        </p:txBody>
      </p:sp>
      <p:sp>
        <p:nvSpPr>
          <p:cNvPr id="6"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61611FED-AFB4-4EA1-A444-8844AB516A9C}" type="slidenum">
              <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1534357618"/>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381000" y="304800"/>
            <a:ext cx="8458200" cy="457200"/>
          </a:xfrm>
        </p:spPr>
        <p:txBody>
          <a:bodyPr/>
          <a:lstStyle/>
          <a:p>
            <a:r>
              <a:rPr lang="zh-CN" altLang="en-US"/>
              <a:t>单击此处编辑母版标题样式</a:t>
            </a:r>
          </a:p>
        </p:txBody>
      </p:sp>
      <p:sp>
        <p:nvSpPr>
          <p:cNvPr id="3" name="内容占位符 2"/>
          <p:cNvSpPr>
            <a:spLocks noGrp="1"/>
          </p:cNvSpPr>
          <p:nvPr>
            <p:ph sz="quarter" idx="1"/>
          </p:nvPr>
        </p:nvSpPr>
        <p:spPr>
          <a:xfrm>
            <a:off x="381000" y="914400"/>
            <a:ext cx="4152900" cy="25146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686300" y="914400"/>
            <a:ext cx="4152900" cy="25146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381000" y="3581400"/>
            <a:ext cx="4152900" cy="25146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内容占位符 5"/>
          <p:cNvSpPr>
            <a:spLocks noGrp="1"/>
          </p:cNvSpPr>
          <p:nvPr>
            <p:ph sz="quarter" idx="4"/>
          </p:nvPr>
        </p:nvSpPr>
        <p:spPr>
          <a:xfrm>
            <a:off x="4686300" y="3581400"/>
            <a:ext cx="4152900" cy="25146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FF1E1C7B-C90F-4BFE-B027-8C4E668AB028}" type="datetime1">
              <a:rPr kumimoji="1" lang="zh-CN" altLang="en-US" sz="1400" b="0" i="0" u="none" strike="noStrike" kern="1200" cap="none" spc="0" normalizeH="0" baseline="0" noProof="0">
                <a:ln>
                  <a:noFill/>
                </a:ln>
                <a:solidFill>
                  <a:srgbClr val="FF6600"/>
                </a:solidFill>
                <a:effectLst/>
                <a:uLnTx/>
                <a:uFillTx/>
                <a:latin typeface="Times New Roman"/>
                <a:ea typeface="宋体"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2019/6/4</a:t>
            </a:fld>
            <a:endPar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endParaRPr>
          </a:p>
        </p:txBody>
      </p:sp>
      <p:sp>
        <p:nvSpPr>
          <p:cNvPr id="8"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rPr>
              <a:t>电路理论－颜秋容</a:t>
            </a:r>
          </a:p>
        </p:txBody>
      </p:sp>
      <p:sp>
        <p:nvSpPr>
          <p:cNvPr id="9"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C687025D-5E2E-4C69-A50F-2079DEA94073}" type="slidenum">
              <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904205802"/>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B16D1BC2-D00D-44F4-9072-003C6FE30E2B}" type="datetime1">
              <a:rPr kumimoji="1" lang="zh-CN" altLang="en-US" sz="1400" b="0" i="0" u="none" strike="noStrike" kern="1200" cap="none" spc="0" normalizeH="0" baseline="0" noProof="0">
                <a:ln>
                  <a:noFill/>
                </a:ln>
                <a:solidFill>
                  <a:srgbClr val="FF6600"/>
                </a:solidFill>
                <a:effectLst/>
                <a:uLnTx/>
                <a:uFillTx/>
                <a:latin typeface="Times New Roman"/>
                <a:ea typeface="宋体"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2019/6/4</a:t>
            </a:fld>
            <a:endPar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endParaRPr>
          </a:p>
        </p:txBody>
      </p:sp>
      <p:sp>
        <p:nvSpPr>
          <p:cNvPr id="5"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rPr>
              <a:t>电路理论－颜秋容</a:t>
            </a:r>
          </a:p>
        </p:txBody>
      </p:sp>
      <p:sp>
        <p:nvSpPr>
          <p:cNvPr id="6"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B5DE1015-25BD-4395-9621-4AD0C928FE22}" type="slidenum">
              <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1449575804"/>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799BC5AC-985A-4E57-BE6A-093144F5E41B}" type="datetime1">
              <a:rPr kumimoji="1" lang="zh-CN" altLang="en-US" sz="1400" b="0" i="0" u="none" strike="noStrike" kern="1200" cap="none" spc="0" normalizeH="0" baseline="0" noProof="0">
                <a:ln>
                  <a:noFill/>
                </a:ln>
                <a:solidFill>
                  <a:srgbClr val="FF6600"/>
                </a:solidFill>
                <a:effectLst/>
                <a:uLnTx/>
                <a:uFillTx/>
                <a:latin typeface="Times New Roman"/>
                <a:ea typeface="宋体"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2019/6/4</a:t>
            </a:fld>
            <a:endPar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endParaRPr>
          </a:p>
        </p:txBody>
      </p:sp>
      <p:sp>
        <p:nvSpPr>
          <p:cNvPr id="5"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rPr>
              <a:t>电路理论－颜秋容</a:t>
            </a:r>
          </a:p>
        </p:txBody>
      </p:sp>
      <p:sp>
        <p:nvSpPr>
          <p:cNvPr id="6"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204FC1C4-8DED-49C6-8070-3155BBDC5F6E}" type="slidenum">
              <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1390186499"/>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177BE4F4-E0A2-4B20-83A2-1AAED6E58250}" type="datetime1">
              <a:rPr kumimoji="1" lang="zh-CN" altLang="en-US" sz="1400" b="0" i="0" u="none" strike="noStrike" kern="1200" cap="none" spc="0" normalizeH="0" baseline="0" noProof="0">
                <a:ln>
                  <a:noFill/>
                </a:ln>
                <a:solidFill>
                  <a:srgbClr val="FF6600"/>
                </a:solidFill>
                <a:effectLst/>
                <a:uLnTx/>
                <a:uFillTx/>
                <a:latin typeface="Times New Roman"/>
                <a:ea typeface="宋体"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2019/6/4</a:t>
            </a:fld>
            <a:endPar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endParaRPr>
          </a:p>
        </p:txBody>
      </p:sp>
      <p:sp>
        <p:nvSpPr>
          <p:cNvPr id="5"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rPr>
              <a:t>电路理论－颜秋容</a:t>
            </a:r>
          </a:p>
        </p:txBody>
      </p:sp>
      <p:sp>
        <p:nvSpPr>
          <p:cNvPr id="6"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3900DD60-942C-47BE-9E65-B4BE07C487DD}" type="slidenum">
              <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991502761"/>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381000" y="914400"/>
            <a:ext cx="4152900" cy="5181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86300" y="914400"/>
            <a:ext cx="4152900" cy="5181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23B80A5C-563D-4A82-B780-C1271CD6C6DA}" type="datetime1">
              <a:rPr kumimoji="1" lang="zh-CN" altLang="en-US" sz="1400" b="0" i="0" u="none" strike="noStrike" kern="1200" cap="none" spc="0" normalizeH="0" baseline="0" noProof="0">
                <a:ln>
                  <a:noFill/>
                </a:ln>
                <a:solidFill>
                  <a:srgbClr val="FF6600"/>
                </a:solidFill>
                <a:effectLst/>
                <a:uLnTx/>
                <a:uFillTx/>
                <a:latin typeface="Times New Roman"/>
                <a:ea typeface="宋体"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2019/6/4</a:t>
            </a:fld>
            <a:endPar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endParaRPr>
          </a:p>
        </p:txBody>
      </p:sp>
      <p:sp>
        <p:nvSpPr>
          <p:cNvPr id="6"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rPr>
              <a:t>电路理论－颜秋容</a:t>
            </a:r>
          </a:p>
        </p:txBody>
      </p:sp>
      <p:sp>
        <p:nvSpPr>
          <p:cNvPr id="7"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4D0D34DC-26A5-49B6-8405-CABE10593668}" type="slidenum">
              <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1175803418"/>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C889C1EB-47D2-4219-89FC-5C807993217F}" type="datetime1">
              <a:rPr kumimoji="1" lang="zh-CN" altLang="en-US" sz="1400" b="0" i="0" u="none" strike="noStrike" kern="1200" cap="none" spc="0" normalizeH="0" baseline="0" noProof="0">
                <a:ln>
                  <a:noFill/>
                </a:ln>
                <a:solidFill>
                  <a:srgbClr val="FF6600"/>
                </a:solidFill>
                <a:effectLst/>
                <a:uLnTx/>
                <a:uFillTx/>
                <a:latin typeface="Times New Roman"/>
                <a:ea typeface="宋体"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2019/6/4</a:t>
            </a:fld>
            <a:endPar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endParaRPr>
          </a:p>
        </p:txBody>
      </p:sp>
      <p:sp>
        <p:nvSpPr>
          <p:cNvPr id="8"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rPr>
              <a:t>电路理论－颜秋容</a:t>
            </a:r>
          </a:p>
        </p:txBody>
      </p:sp>
      <p:sp>
        <p:nvSpPr>
          <p:cNvPr id="9"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51222BD8-26EF-42A6-BDD4-708A5A8161EC}" type="slidenum">
              <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1177754793"/>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E87A9998-3DEB-4DEC-B83B-0C658D32ECC5}" type="datetime1">
              <a:rPr kumimoji="1" lang="zh-CN" altLang="en-US" sz="1400" b="0" i="0" u="none" strike="noStrike" kern="1200" cap="none" spc="0" normalizeH="0" baseline="0" noProof="0">
                <a:ln>
                  <a:noFill/>
                </a:ln>
                <a:solidFill>
                  <a:srgbClr val="FF6600"/>
                </a:solidFill>
                <a:effectLst/>
                <a:uLnTx/>
                <a:uFillTx/>
                <a:latin typeface="Times New Roman"/>
                <a:ea typeface="宋体"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2019/6/4</a:t>
            </a:fld>
            <a:endPar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endParaRPr>
          </a:p>
        </p:txBody>
      </p:sp>
      <p:sp>
        <p:nvSpPr>
          <p:cNvPr id="4"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rPr>
              <a:t>电路理论－颜秋容</a:t>
            </a:r>
          </a:p>
        </p:txBody>
      </p:sp>
      <p:sp>
        <p:nvSpPr>
          <p:cNvPr id="5"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87468569-79FE-4D71-9928-EF5A2F701864}" type="slidenum">
              <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2144602368"/>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667A3524-3B20-4A1E-A1FC-E0D0AD896E8A}" type="datetime1">
              <a:rPr kumimoji="1" lang="zh-CN" altLang="en-US" sz="1400" b="0" i="0" u="none" strike="noStrike" kern="1200" cap="none" spc="0" normalizeH="0" baseline="0" noProof="0">
                <a:ln>
                  <a:noFill/>
                </a:ln>
                <a:solidFill>
                  <a:srgbClr val="FF6600"/>
                </a:solidFill>
                <a:effectLst/>
                <a:uLnTx/>
                <a:uFillTx/>
                <a:latin typeface="Times New Roman"/>
                <a:ea typeface="宋体"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2019/6/4</a:t>
            </a:fld>
            <a:endPar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endParaRPr>
          </a:p>
        </p:txBody>
      </p:sp>
      <p:sp>
        <p:nvSpPr>
          <p:cNvPr id="3"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rPr>
              <a:t>电路理论－颜秋容</a:t>
            </a:r>
          </a:p>
        </p:txBody>
      </p:sp>
      <p:sp>
        <p:nvSpPr>
          <p:cNvPr id="4"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7CA8CB9E-9F10-447C-9D43-C91D93EFBF6E}" type="slidenum">
              <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3336786893"/>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960F7FD5-28F9-455F-A9B5-E03C14EB5A38}" type="datetime1">
              <a:rPr kumimoji="1" lang="zh-CN" altLang="en-US" sz="1400" b="0" i="0" u="none" strike="noStrike" kern="1200" cap="none" spc="0" normalizeH="0" baseline="0" noProof="0">
                <a:ln>
                  <a:noFill/>
                </a:ln>
                <a:solidFill>
                  <a:srgbClr val="FF6600"/>
                </a:solidFill>
                <a:effectLst/>
                <a:uLnTx/>
                <a:uFillTx/>
                <a:latin typeface="Times New Roman"/>
                <a:ea typeface="宋体"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2019/6/4</a:t>
            </a:fld>
            <a:endPar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endParaRPr>
          </a:p>
        </p:txBody>
      </p:sp>
      <p:sp>
        <p:nvSpPr>
          <p:cNvPr id="6"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rPr>
              <a:t>电路理论－颜秋容</a:t>
            </a:r>
          </a:p>
        </p:txBody>
      </p:sp>
      <p:sp>
        <p:nvSpPr>
          <p:cNvPr id="7"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BB720FC4-EAD3-4A82-9FEF-C3BA7A0BAED5}" type="slidenum">
              <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1165582710"/>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B7EFCFB6-55FA-4A68-B7F1-210D97CD2110}" type="datetime1">
              <a:rPr kumimoji="1" lang="zh-CN" altLang="en-US" sz="1400" b="0" i="0" u="none" strike="noStrike" kern="1200" cap="none" spc="0" normalizeH="0" baseline="0" noProof="0">
                <a:ln>
                  <a:noFill/>
                </a:ln>
                <a:solidFill>
                  <a:srgbClr val="FF6600"/>
                </a:solidFill>
                <a:effectLst/>
                <a:uLnTx/>
                <a:uFillTx/>
                <a:latin typeface="Times New Roman"/>
                <a:ea typeface="宋体"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2019/6/4</a:t>
            </a:fld>
            <a:endPar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endParaRPr>
          </a:p>
        </p:txBody>
      </p:sp>
      <p:sp>
        <p:nvSpPr>
          <p:cNvPr id="6"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rPr>
              <a:t>电路理论－颜秋容</a:t>
            </a:r>
          </a:p>
        </p:txBody>
      </p:sp>
      <p:sp>
        <p:nvSpPr>
          <p:cNvPr id="7"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EE6C5081-FE86-4B0F-A176-A6F7C9F7D670}" type="slidenum">
              <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900288332"/>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56F19382-6816-45B0-AEF2-FC5D72725164}" type="datetime1">
              <a:rPr kumimoji="1" lang="zh-CN" altLang="en-US" sz="1400" b="0" i="0" u="none" strike="noStrike" kern="1200" cap="none" spc="0" normalizeH="0" baseline="0" noProof="0">
                <a:ln>
                  <a:noFill/>
                </a:ln>
                <a:solidFill>
                  <a:srgbClr val="FF6600"/>
                </a:solidFill>
                <a:effectLst/>
                <a:uLnTx/>
                <a:uFillTx/>
                <a:latin typeface="Times New Roman"/>
                <a:ea typeface="宋体"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2019/6/4</a:t>
            </a:fld>
            <a:endPar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endParaRPr>
          </a:p>
        </p:txBody>
      </p:sp>
      <p:sp>
        <p:nvSpPr>
          <p:cNvPr id="5"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rPr>
              <a:t>电路理论－颜秋容</a:t>
            </a:r>
          </a:p>
        </p:txBody>
      </p:sp>
      <p:sp>
        <p:nvSpPr>
          <p:cNvPr id="6"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458DB81A-DD3D-4E9F-A0C3-9C102D20354D}" type="slidenum">
              <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3616752911"/>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24650" y="304800"/>
            <a:ext cx="2114550" cy="57912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381000" y="304800"/>
            <a:ext cx="6191250" cy="57912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A0EF7183-F2F4-4BDC-B658-468E462F47B4}" type="datetime1">
              <a:rPr kumimoji="1" lang="zh-CN" altLang="en-US" sz="1400" b="0" i="0" u="none" strike="noStrike" kern="1200" cap="none" spc="0" normalizeH="0" baseline="0" noProof="0">
                <a:ln>
                  <a:noFill/>
                </a:ln>
                <a:solidFill>
                  <a:srgbClr val="FF6600"/>
                </a:solidFill>
                <a:effectLst/>
                <a:uLnTx/>
                <a:uFillTx/>
                <a:latin typeface="Times New Roman"/>
                <a:ea typeface="宋体"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2019/6/4</a:t>
            </a:fld>
            <a:endPar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endParaRPr>
          </a:p>
        </p:txBody>
      </p:sp>
      <p:sp>
        <p:nvSpPr>
          <p:cNvPr id="5"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rPr>
              <a:t>电路理论－颜秋容</a:t>
            </a:r>
          </a:p>
        </p:txBody>
      </p:sp>
      <p:sp>
        <p:nvSpPr>
          <p:cNvPr id="6"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61611FED-AFB4-4EA1-A444-8844AB516A9C}" type="slidenum">
              <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3491045371"/>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381000" y="304800"/>
            <a:ext cx="8458200" cy="457200"/>
          </a:xfrm>
        </p:spPr>
        <p:txBody>
          <a:bodyPr/>
          <a:lstStyle/>
          <a:p>
            <a:r>
              <a:rPr lang="zh-CN" altLang="en-US"/>
              <a:t>单击此处编辑母版标题样式</a:t>
            </a:r>
          </a:p>
        </p:txBody>
      </p:sp>
      <p:sp>
        <p:nvSpPr>
          <p:cNvPr id="3" name="内容占位符 2"/>
          <p:cNvSpPr>
            <a:spLocks noGrp="1"/>
          </p:cNvSpPr>
          <p:nvPr>
            <p:ph sz="quarter" idx="1"/>
          </p:nvPr>
        </p:nvSpPr>
        <p:spPr>
          <a:xfrm>
            <a:off x="381000" y="914400"/>
            <a:ext cx="4152900" cy="25146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686300" y="914400"/>
            <a:ext cx="4152900" cy="25146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381000" y="3581400"/>
            <a:ext cx="4152900" cy="25146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内容占位符 5"/>
          <p:cNvSpPr>
            <a:spLocks noGrp="1"/>
          </p:cNvSpPr>
          <p:nvPr>
            <p:ph sz="quarter" idx="4"/>
          </p:nvPr>
        </p:nvSpPr>
        <p:spPr>
          <a:xfrm>
            <a:off x="4686300" y="3581400"/>
            <a:ext cx="4152900" cy="25146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FF1E1C7B-C90F-4BFE-B027-8C4E668AB028}" type="datetime1">
              <a:rPr kumimoji="1" lang="zh-CN" altLang="en-US" sz="1400" b="0" i="0" u="none" strike="noStrike" kern="1200" cap="none" spc="0" normalizeH="0" baseline="0" noProof="0">
                <a:ln>
                  <a:noFill/>
                </a:ln>
                <a:solidFill>
                  <a:srgbClr val="FF6600"/>
                </a:solidFill>
                <a:effectLst/>
                <a:uLnTx/>
                <a:uFillTx/>
                <a:latin typeface="Times New Roman"/>
                <a:ea typeface="宋体"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2019/6/4</a:t>
            </a:fld>
            <a:endPar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endParaRPr>
          </a:p>
        </p:txBody>
      </p:sp>
      <p:sp>
        <p:nvSpPr>
          <p:cNvPr id="8"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rPr>
              <a:t>电路理论－颜秋容</a:t>
            </a:r>
          </a:p>
        </p:txBody>
      </p:sp>
      <p:sp>
        <p:nvSpPr>
          <p:cNvPr id="9"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C687025D-5E2E-4C69-A50F-2079DEA94073}" type="slidenum">
              <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1177010206"/>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95FAC519-EFD4-41F1-B718-E5841C7DA133}" type="datetime1">
              <a:rPr kumimoji="1" lang="zh-CN" altLang="en-US" sz="1400" b="0" i="0" u="none" strike="noStrike" kern="1200" cap="none" spc="0" normalizeH="0" baseline="0" noProof="0">
                <a:ln>
                  <a:noFill/>
                </a:ln>
                <a:solidFill>
                  <a:srgbClr val="FF6600"/>
                </a:solidFill>
                <a:effectLst/>
                <a:uLnTx/>
                <a:uFillTx/>
                <a:latin typeface="Times New Roman"/>
                <a:ea typeface="宋体" panose="02010600030101010101" pitchFamily="2"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2019/6/4</a:t>
            </a:fld>
            <a:endParaRPr kumimoji="1" lang="en-US" altLang="zh-CN" sz="1400" b="0" i="0" u="none" strike="noStrike" kern="1200" cap="none" spc="0" normalizeH="0" baseline="0" noProof="0">
              <a:ln>
                <a:noFill/>
              </a:ln>
              <a:solidFill>
                <a:srgbClr val="FF6600"/>
              </a:solidFill>
              <a:effectLst/>
              <a:uLnTx/>
              <a:uFillTx/>
              <a:latin typeface="Times New Roman"/>
              <a:ea typeface="宋体" panose="02010600030101010101" pitchFamily="2" charset="-122"/>
              <a:cs typeface="+mn-cs"/>
            </a:endParaRPr>
          </a:p>
        </p:txBody>
      </p:sp>
      <p:sp>
        <p:nvSpPr>
          <p:cNvPr id="5"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en-US" altLang="zh-CN" sz="1400" b="0" i="0" u="none" strike="noStrike" kern="1200" cap="none" spc="0" normalizeH="0" baseline="0" noProof="0">
              <a:ln>
                <a:noFill/>
              </a:ln>
              <a:solidFill>
                <a:srgbClr val="FF6600"/>
              </a:solidFill>
              <a:effectLst/>
              <a:uLnTx/>
              <a:uFillTx/>
              <a:latin typeface="Times New Roman"/>
              <a:ea typeface="宋体" panose="02010600030101010101" pitchFamily="2" charset="-122"/>
              <a:cs typeface="+mn-cs"/>
            </a:endParaRPr>
          </a:p>
        </p:txBody>
      </p:sp>
      <p:sp>
        <p:nvSpPr>
          <p:cNvPr id="6"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1136C9B7-ED85-45B6-8375-7B876F3B2E06}" type="slidenum">
              <a:rPr kumimoji="1" lang="en-US" altLang="zh-CN" sz="1400" b="0" i="0" u="none" strike="noStrike" kern="1200" cap="none" spc="0" normalizeH="0" baseline="0" noProof="0">
                <a:ln>
                  <a:noFill/>
                </a:ln>
                <a:solidFill>
                  <a:srgbClr val="FF6600"/>
                </a:solidFill>
                <a:effectLst/>
                <a:uLnTx/>
                <a:uFillTx/>
                <a:latin typeface="Times New Roman"/>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1" lang="en-US" altLang="zh-CN" sz="1400" b="0" i="0" u="none" strike="noStrike" kern="1200" cap="none" spc="0" normalizeH="0" baseline="0" noProof="0">
              <a:ln>
                <a:noFill/>
              </a:ln>
              <a:solidFill>
                <a:srgbClr val="FF6600"/>
              </a:solidFill>
              <a:effectLst/>
              <a:uLnTx/>
              <a:uFillTx/>
              <a:latin typeface="Times New Roman"/>
              <a:ea typeface="宋体" panose="02010600030101010101" pitchFamily="2" charset="-122"/>
              <a:cs typeface="+mn-cs"/>
            </a:endParaRPr>
          </a:p>
        </p:txBody>
      </p:sp>
    </p:spTree>
    <p:extLst>
      <p:ext uri="{BB962C8B-B14F-4D97-AF65-F5344CB8AC3E}">
        <p14:creationId xmlns:p14="http://schemas.microsoft.com/office/powerpoint/2010/main" val="2634855139"/>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516FE481-48C3-4A71-8545-13D67B3A7819}" type="datetime1">
              <a:rPr kumimoji="1" lang="zh-CN" altLang="en-US" sz="1400" b="0" i="0" u="none" strike="noStrike" kern="1200" cap="none" spc="0" normalizeH="0" baseline="0" noProof="0">
                <a:ln>
                  <a:noFill/>
                </a:ln>
                <a:solidFill>
                  <a:srgbClr val="FF6600"/>
                </a:solidFill>
                <a:effectLst/>
                <a:uLnTx/>
                <a:uFillTx/>
                <a:latin typeface="Times New Roman"/>
                <a:ea typeface="宋体" panose="02010600030101010101" pitchFamily="2"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2019/6/4</a:t>
            </a:fld>
            <a:endParaRPr kumimoji="1" lang="en-US" altLang="zh-CN" sz="1400" b="0" i="0" u="none" strike="noStrike" kern="1200" cap="none" spc="0" normalizeH="0" baseline="0" noProof="0">
              <a:ln>
                <a:noFill/>
              </a:ln>
              <a:solidFill>
                <a:srgbClr val="FF6600"/>
              </a:solidFill>
              <a:effectLst/>
              <a:uLnTx/>
              <a:uFillTx/>
              <a:latin typeface="Times New Roman"/>
              <a:ea typeface="宋体" panose="02010600030101010101" pitchFamily="2" charset="-122"/>
              <a:cs typeface="+mn-cs"/>
            </a:endParaRPr>
          </a:p>
        </p:txBody>
      </p:sp>
      <p:sp>
        <p:nvSpPr>
          <p:cNvPr id="5"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en-US" altLang="zh-CN" sz="1400" b="0" i="0" u="none" strike="noStrike" kern="1200" cap="none" spc="0" normalizeH="0" baseline="0" noProof="0">
              <a:ln>
                <a:noFill/>
              </a:ln>
              <a:solidFill>
                <a:srgbClr val="FF6600"/>
              </a:solidFill>
              <a:effectLst/>
              <a:uLnTx/>
              <a:uFillTx/>
              <a:latin typeface="Times New Roman"/>
              <a:ea typeface="宋体" panose="02010600030101010101" pitchFamily="2" charset="-122"/>
              <a:cs typeface="+mn-cs"/>
            </a:endParaRPr>
          </a:p>
        </p:txBody>
      </p:sp>
      <p:sp>
        <p:nvSpPr>
          <p:cNvPr id="6"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53B6E714-9487-4D44-ACDD-E0F114BE8D0E}" type="slidenum">
              <a:rPr kumimoji="1" lang="en-US" altLang="zh-CN" sz="1400" b="0" i="0" u="none" strike="noStrike" kern="1200" cap="none" spc="0" normalizeH="0" baseline="0" noProof="0">
                <a:ln>
                  <a:noFill/>
                </a:ln>
                <a:solidFill>
                  <a:srgbClr val="FF6600"/>
                </a:solidFill>
                <a:effectLst/>
                <a:uLnTx/>
                <a:uFillTx/>
                <a:latin typeface="Times New Roman"/>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1" lang="en-US" altLang="zh-CN" sz="1400" b="0" i="0" u="none" strike="noStrike" kern="1200" cap="none" spc="0" normalizeH="0" baseline="0" noProof="0">
              <a:ln>
                <a:noFill/>
              </a:ln>
              <a:solidFill>
                <a:srgbClr val="FF6600"/>
              </a:solidFill>
              <a:effectLst/>
              <a:uLnTx/>
              <a:uFillTx/>
              <a:latin typeface="Times New Roman"/>
              <a:ea typeface="宋体" panose="02010600030101010101" pitchFamily="2" charset="-122"/>
              <a:cs typeface="+mn-cs"/>
            </a:endParaRPr>
          </a:p>
        </p:txBody>
      </p:sp>
    </p:spTree>
    <p:extLst>
      <p:ext uri="{BB962C8B-B14F-4D97-AF65-F5344CB8AC3E}">
        <p14:creationId xmlns:p14="http://schemas.microsoft.com/office/powerpoint/2010/main" val="330846675"/>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单击此处编辑母版文本样式</a:t>
            </a:r>
          </a:p>
        </p:txBody>
      </p:sp>
      <p:sp>
        <p:nvSpPr>
          <p:cNvPr id="4"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8A62501C-FD8E-4599-8CEF-6EEFBCCAF42D}" type="datetime1">
              <a:rPr kumimoji="1" lang="zh-CN" altLang="en-US" sz="1400" b="0" i="0" u="none" strike="noStrike" kern="1200" cap="none" spc="0" normalizeH="0" baseline="0" noProof="0">
                <a:ln>
                  <a:noFill/>
                </a:ln>
                <a:solidFill>
                  <a:srgbClr val="FF6600"/>
                </a:solidFill>
                <a:effectLst/>
                <a:uLnTx/>
                <a:uFillTx/>
                <a:latin typeface="Times New Roman"/>
                <a:ea typeface="宋体" panose="02010600030101010101" pitchFamily="2"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2019/6/4</a:t>
            </a:fld>
            <a:endParaRPr kumimoji="1" lang="en-US" altLang="zh-CN" sz="1400" b="0" i="0" u="none" strike="noStrike" kern="1200" cap="none" spc="0" normalizeH="0" baseline="0" noProof="0">
              <a:ln>
                <a:noFill/>
              </a:ln>
              <a:solidFill>
                <a:srgbClr val="FF6600"/>
              </a:solidFill>
              <a:effectLst/>
              <a:uLnTx/>
              <a:uFillTx/>
              <a:latin typeface="Times New Roman"/>
              <a:ea typeface="宋体" panose="02010600030101010101" pitchFamily="2" charset="-122"/>
              <a:cs typeface="+mn-cs"/>
            </a:endParaRPr>
          </a:p>
        </p:txBody>
      </p:sp>
      <p:sp>
        <p:nvSpPr>
          <p:cNvPr id="5"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en-US" altLang="zh-CN" sz="1400" b="0" i="0" u="none" strike="noStrike" kern="1200" cap="none" spc="0" normalizeH="0" baseline="0" noProof="0">
              <a:ln>
                <a:noFill/>
              </a:ln>
              <a:solidFill>
                <a:srgbClr val="FF6600"/>
              </a:solidFill>
              <a:effectLst/>
              <a:uLnTx/>
              <a:uFillTx/>
              <a:latin typeface="Times New Roman"/>
              <a:ea typeface="宋体" panose="02010600030101010101" pitchFamily="2" charset="-122"/>
              <a:cs typeface="+mn-cs"/>
            </a:endParaRPr>
          </a:p>
        </p:txBody>
      </p:sp>
      <p:sp>
        <p:nvSpPr>
          <p:cNvPr id="6"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B92FDF83-68CE-4BFD-90EA-EA151E74D3DE}" type="slidenum">
              <a:rPr kumimoji="1" lang="en-US" altLang="zh-CN" sz="1400" b="0" i="0" u="none" strike="noStrike" kern="1200" cap="none" spc="0" normalizeH="0" baseline="0" noProof="0">
                <a:ln>
                  <a:noFill/>
                </a:ln>
                <a:solidFill>
                  <a:srgbClr val="FF6600"/>
                </a:solidFill>
                <a:effectLst/>
                <a:uLnTx/>
                <a:uFillTx/>
                <a:latin typeface="Times New Roman"/>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1" lang="en-US" altLang="zh-CN" sz="1400" b="0" i="0" u="none" strike="noStrike" kern="1200" cap="none" spc="0" normalizeH="0" baseline="0" noProof="0">
              <a:ln>
                <a:noFill/>
              </a:ln>
              <a:solidFill>
                <a:srgbClr val="FF6600"/>
              </a:solidFill>
              <a:effectLst/>
              <a:uLnTx/>
              <a:uFillTx/>
              <a:latin typeface="Times New Roman"/>
              <a:ea typeface="宋体" panose="02010600030101010101" pitchFamily="2" charset="-122"/>
              <a:cs typeface="+mn-cs"/>
            </a:endParaRPr>
          </a:p>
        </p:txBody>
      </p:sp>
    </p:spTree>
    <p:extLst>
      <p:ext uri="{BB962C8B-B14F-4D97-AF65-F5344CB8AC3E}">
        <p14:creationId xmlns:p14="http://schemas.microsoft.com/office/powerpoint/2010/main" val="2675616568"/>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381000" y="914400"/>
            <a:ext cx="4152900" cy="51816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86300" y="914400"/>
            <a:ext cx="4152900" cy="51816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26B0D209-5B4E-4DC5-A8ED-1F367F5E4CBA}" type="datetime1">
              <a:rPr kumimoji="1" lang="zh-CN" altLang="en-US" sz="1400" b="0" i="0" u="none" strike="noStrike" kern="1200" cap="none" spc="0" normalizeH="0" baseline="0" noProof="0">
                <a:ln>
                  <a:noFill/>
                </a:ln>
                <a:solidFill>
                  <a:srgbClr val="FF6600"/>
                </a:solidFill>
                <a:effectLst/>
                <a:uLnTx/>
                <a:uFillTx/>
                <a:latin typeface="Times New Roman"/>
                <a:ea typeface="宋体" panose="02010600030101010101" pitchFamily="2"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2019/6/4</a:t>
            </a:fld>
            <a:endParaRPr kumimoji="1" lang="en-US" altLang="zh-CN" sz="1400" b="0" i="0" u="none" strike="noStrike" kern="1200" cap="none" spc="0" normalizeH="0" baseline="0" noProof="0">
              <a:ln>
                <a:noFill/>
              </a:ln>
              <a:solidFill>
                <a:srgbClr val="FF6600"/>
              </a:solidFill>
              <a:effectLst/>
              <a:uLnTx/>
              <a:uFillTx/>
              <a:latin typeface="Times New Roman"/>
              <a:ea typeface="宋体" panose="02010600030101010101" pitchFamily="2" charset="-122"/>
              <a:cs typeface="+mn-cs"/>
            </a:endParaRPr>
          </a:p>
        </p:txBody>
      </p:sp>
      <p:sp>
        <p:nvSpPr>
          <p:cNvPr id="6"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en-US" altLang="zh-CN" sz="1400" b="0" i="0" u="none" strike="noStrike" kern="1200" cap="none" spc="0" normalizeH="0" baseline="0" noProof="0">
              <a:ln>
                <a:noFill/>
              </a:ln>
              <a:solidFill>
                <a:srgbClr val="FF6600"/>
              </a:solidFill>
              <a:effectLst/>
              <a:uLnTx/>
              <a:uFillTx/>
              <a:latin typeface="Times New Roman"/>
              <a:ea typeface="宋体" panose="02010600030101010101" pitchFamily="2" charset="-122"/>
              <a:cs typeface="+mn-cs"/>
            </a:endParaRPr>
          </a:p>
        </p:txBody>
      </p:sp>
      <p:sp>
        <p:nvSpPr>
          <p:cNvPr id="7"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9BFDE407-323F-4ED2-BB88-EB44B599A8FC}" type="slidenum">
              <a:rPr kumimoji="1" lang="en-US" altLang="zh-CN" sz="1400" b="0" i="0" u="none" strike="noStrike" kern="1200" cap="none" spc="0" normalizeH="0" baseline="0" noProof="0">
                <a:ln>
                  <a:noFill/>
                </a:ln>
                <a:solidFill>
                  <a:srgbClr val="FF6600"/>
                </a:solidFill>
                <a:effectLst/>
                <a:uLnTx/>
                <a:uFillTx/>
                <a:latin typeface="Times New Roman"/>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1" lang="en-US" altLang="zh-CN" sz="1400" b="0" i="0" u="none" strike="noStrike" kern="1200" cap="none" spc="0" normalizeH="0" baseline="0" noProof="0">
              <a:ln>
                <a:noFill/>
              </a:ln>
              <a:solidFill>
                <a:srgbClr val="FF6600"/>
              </a:solidFill>
              <a:effectLst/>
              <a:uLnTx/>
              <a:uFillTx/>
              <a:latin typeface="Times New Roman"/>
              <a:ea typeface="宋体" panose="02010600030101010101" pitchFamily="2" charset="-122"/>
              <a:cs typeface="+mn-cs"/>
            </a:endParaRPr>
          </a:p>
        </p:txBody>
      </p:sp>
    </p:spTree>
    <p:extLst>
      <p:ext uri="{BB962C8B-B14F-4D97-AF65-F5344CB8AC3E}">
        <p14:creationId xmlns:p14="http://schemas.microsoft.com/office/powerpoint/2010/main" val="3020826410"/>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30238" y="2505075"/>
            <a:ext cx="386873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29150" y="2505075"/>
            <a:ext cx="38877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27DF6E96-2D41-4E13-88C4-F45E11E81C66}" type="datetime1">
              <a:rPr kumimoji="1" lang="zh-CN" altLang="en-US" sz="1400" b="0" i="0" u="none" strike="noStrike" kern="1200" cap="none" spc="0" normalizeH="0" baseline="0" noProof="0">
                <a:ln>
                  <a:noFill/>
                </a:ln>
                <a:solidFill>
                  <a:srgbClr val="FF6600"/>
                </a:solidFill>
                <a:effectLst/>
                <a:uLnTx/>
                <a:uFillTx/>
                <a:latin typeface="Times New Roman"/>
                <a:ea typeface="宋体" panose="02010600030101010101" pitchFamily="2"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2019/6/4</a:t>
            </a:fld>
            <a:endParaRPr kumimoji="1" lang="en-US" altLang="zh-CN" sz="1400" b="0" i="0" u="none" strike="noStrike" kern="1200" cap="none" spc="0" normalizeH="0" baseline="0" noProof="0">
              <a:ln>
                <a:noFill/>
              </a:ln>
              <a:solidFill>
                <a:srgbClr val="FF6600"/>
              </a:solidFill>
              <a:effectLst/>
              <a:uLnTx/>
              <a:uFillTx/>
              <a:latin typeface="Times New Roman"/>
              <a:ea typeface="宋体" panose="02010600030101010101" pitchFamily="2" charset="-122"/>
              <a:cs typeface="+mn-cs"/>
            </a:endParaRPr>
          </a:p>
        </p:txBody>
      </p:sp>
      <p:sp>
        <p:nvSpPr>
          <p:cNvPr id="8"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en-US" altLang="zh-CN" sz="1400" b="0" i="0" u="none" strike="noStrike" kern="1200" cap="none" spc="0" normalizeH="0" baseline="0" noProof="0">
              <a:ln>
                <a:noFill/>
              </a:ln>
              <a:solidFill>
                <a:srgbClr val="FF6600"/>
              </a:solidFill>
              <a:effectLst/>
              <a:uLnTx/>
              <a:uFillTx/>
              <a:latin typeface="Times New Roman"/>
              <a:ea typeface="宋体" panose="02010600030101010101" pitchFamily="2" charset="-122"/>
              <a:cs typeface="+mn-cs"/>
            </a:endParaRPr>
          </a:p>
        </p:txBody>
      </p:sp>
      <p:sp>
        <p:nvSpPr>
          <p:cNvPr id="9"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AECCBFCB-3C31-454C-8848-1DB18DDF50AE}" type="slidenum">
              <a:rPr kumimoji="1" lang="en-US" altLang="zh-CN" sz="1400" b="0" i="0" u="none" strike="noStrike" kern="1200" cap="none" spc="0" normalizeH="0" baseline="0" noProof="0">
                <a:ln>
                  <a:noFill/>
                </a:ln>
                <a:solidFill>
                  <a:srgbClr val="FF6600"/>
                </a:solidFill>
                <a:effectLst/>
                <a:uLnTx/>
                <a:uFillTx/>
                <a:latin typeface="Times New Roman"/>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1" lang="en-US" altLang="zh-CN" sz="1400" b="0" i="0" u="none" strike="noStrike" kern="1200" cap="none" spc="0" normalizeH="0" baseline="0" noProof="0">
              <a:ln>
                <a:noFill/>
              </a:ln>
              <a:solidFill>
                <a:srgbClr val="FF6600"/>
              </a:solidFill>
              <a:effectLst/>
              <a:uLnTx/>
              <a:uFillTx/>
              <a:latin typeface="Times New Roman"/>
              <a:ea typeface="宋体" panose="02010600030101010101" pitchFamily="2" charset="-122"/>
              <a:cs typeface="+mn-cs"/>
            </a:endParaRPr>
          </a:p>
        </p:txBody>
      </p:sp>
    </p:spTree>
    <p:extLst>
      <p:ext uri="{BB962C8B-B14F-4D97-AF65-F5344CB8AC3E}">
        <p14:creationId xmlns:p14="http://schemas.microsoft.com/office/powerpoint/2010/main" val="2175930508"/>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08D874B8-D9F3-41A7-B98B-EBD5006C1633}" type="datetime1">
              <a:rPr kumimoji="1" lang="zh-CN" altLang="en-US" sz="1400" b="0" i="0" u="none" strike="noStrike" kern="1200" cap="none" spc="0" normalizeH="0" baseline="0" noProof="0">
                <a:ln>
                  <a:noFill/>
                </a:ln>
                <a:solidFill>
                  <a:srgbClr val="FF6600"/>
                </a:solidFill>
                <a:effectLst/>
                <a:uLnTx/>
                <a:uFillTx/>
                <a:latin typeface="Times New Roman"/>
                <a:ea typeface="宋体" panose="02010600030101010101" pitchFamily="2"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2019/6/4</a:t>
            </a:fld>
            <a:endParaRPr kumimoji="1" lang="en-US" altLang="zh-CN" sz="1400" b="0" i="0" u="none" strike="noStrike" kern="1200" cap="none" spc="0" normalizeH="0" baseline="0" noProof="0">
              <a:ln>
                <a:noFill/>
              </a:ln>
              <a:solidFill>
                <a:srgbClr val="FF6600"/>
              </a:solidFill>
              <a:effectLst/>
              <a:uLnTx/>
              <a:uFillTx/>
              <a:latin typeface="Times New Roman"/>
              <a:ea typeface="宋体" panose="02010600030101010101" pitchFamily="2" charset="-122"/>
              <a:cs typeface="+mn-cs"/>
            </a:endParaRPr>
          </a:p>
        </p:txBody>
      </p:sp>
      <p:sp>
        <p:nvSpPr>
          <p:cNvPr id="4"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en-US" altLang="zh-CN" sz="1400" b="0" i="0" u="none" strike="noStrike" kern="1200" cap="none" spc="0" normalizeH="0" baseline="0" noProof="0">
              <a:ln>
                <a:noFill/>
              </a:ln>
              <a:solidFill>
                <a:srgbClr val="FF6600"/>
              </a:solidFill>
              <a:effectLst/>
              <a:uLnTx/>
              <a:uFillTx/>
              <a:latin typeface="Times New Roman"/>
              <a:ea typeface="宋体" panose="02010600030101010101" pitchFamily="2" charset="-122"/>
              <a:cs typeface="+mn-cs"/>
            </a:endParaRPr>
          </a:p>
        </p:txBody>
      </p:sp>
      <p:sp>
        <p:nvSpPr>
          <p:cNvPr id="5"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784245F5-E5A1-4D59-A4F1-471136F367D1}" type="slidenum">
              <a:rPr kumimoji="1" lang="en-US" altLang="zh-CN" sz="1400" b="0" i="0" u="none" strike="noStrike" kern="1200" cap="none" spc="0" normalizeH="0" baseline="0" noProof="0">
                <a:ln>
                  <a:noFill/>
                </a:ln>
                <a:solidFill>
                  <a:srgbClr val="FF6600"/>
                </a:solidFill>
                <a:effectLst/>
                <a:uLnTx/>
                <a:uFillTx/>
                <a:latin typeface="Times New Roman"/>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1" lang="en-US" altLang="zh-CN" sz="1400" b="0" i="0" u="none" strike="noStrike" kern="1200" cap="none" spc="0" normalizeH="0" baseline="0" noProof="0">
              <a:ln>
                <a:noFill/>
              </a:ln>
              <a:solidFill>
                <a:srgbClr val="FF6600"/>
              </a:solidFill>
              <a:effectLst/>
              <a:uLnTx/>
              <a:uFillTx/>
              <a:latin typeface="Times New Roman"/>
              <a:ea typeface="宋体" panose="02010600030101010101" pitchFamily="2" charset="-122"/>
              <a:cs typeface="+mn-cs"/>
            </a:endParaRPr>
          </a:p>
        </p:txBody>
      </p:sp>
    </p:spTree>
    <p:extLst>
      <p:ext uri="{BB962C8B-B14F-4D97-AF65-F5344CB8AC3E}">
        <p14:creationId xmlns:p14="http://schemas.microsoft.com/office/powerpoint/2010/main" val="2697724294"/>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5E020615-ED72-432F-91DD-A8E3097427B1}" type="datetime1">
              <a:rPr kumimoji="1" lang="zh-CN" altLang="en-US" sz="1400" b="0" i="0" u="none" strike="noStrike" kern="1200" cap="none" spc="0" normalizeH="0" baseline="0" noProof="0">
                <a:ln>
                  <a:noFill/>
                </a:ln>
                <a:solidFill>
                  <a:srgbClr val="FF6600"/>
                </a:solidFill>
                <a:effectLst/>
                <a:uLnTx/>
                <a:uFillTx/>
                <a:latin typeface="Times New Roman"/>
                <a:ea typeface="宋体" panose="02010600030101010101" pitchFamily="2"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2019/6/4</a:t>
            </a:fld>
            <a:endParaRPr kumimoji="1" lang="en-US" altLang="zh-CN" sz="1400" b="0" i="0" u="none" strike="noStrike" kern="1200" cap="none" spc="0" normalizeH="0" baseline="0" noProof="0">
              <a:ln>
                <a:noFill/>
              </a:ln>
              <a:solidFill>
                <a:srgbClr val="FF6600"/>
              </a:solidFill>
              <a:effectLst/>
              <a:uLnTx/>
              <a:uFillTx/>
              <a:latin typeface="Times New Roman"/>
              <a:ea typeface="宋体" panose="02010600030101010101" pitchFamily="2" charset="-122"/>
              <a:cs typeface="+mn-cs"/>
            </a:endParaRPr>
          </a:p>
        </p:txBody>
      </p:sp>
      <p:sp>
        <p:nvSpPr>
          <p:cNvPr id="3"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en-US" altLang="zh-CN" sz="1400" b="0" i="0" u="none" strike="noStrike" kern="1200" cap="none" spc="0" normalizeH="0" baseline="0" noProof="0">
              <a:ln>
                <a:noFill/>
              </a:ln>
              <a:solidFill>
                <a:srgbClr val="FF6600"/>
              </a:solidFill>
              <a:effectLst/>
              <a:uLnTx/>
              <a:uFillTx/>
              <a:latin typeface="Times New Roman"/>
              <a:ea typeface="宋体" panose="02010600030101010101" pitchFamily="2" charset="-122"/>
              <a:cs typeface="+mn-cs"/>
            </a:endParaRPr>
          </a:p>
        </p:txBody>
      </p:sp>
      <p:sp>
        <p:nvSpPr>
          <p:cNvPr id="4"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B4B5B99C-C018-46FE-A410-7164F4757571}" type="slidenum">
              <a:rPr kumimoji="1" lang="en-US" altLang="zh-CN" sz="1400" b="0" i="0" u="none" strike="noStrike" kern="1200" cap="none" spc="0" normalizeH="0" baseline="0" noProof="0">
                <a:ln>
                  <a:noFill/>
                </a:ln>
                <a:solidFill>
                  <a:srgbClr val="FF6600"/>
                </a:solidFill>
                <a:effectLst/>
                <a:uLnTx/>
                <a:uFillTx/>
                <a:latin typeface="Times New Roman"/>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1" lang="en-US" altLang="zh-CN" sz="1400" b="0" i="0" u="none" strike="noStrike" kern="1200" cap="none" spc="0" normalizeH="0" baseline="0" noProof="0">
              <a:ln>
                <a:noFill/>
              </a:ln>
              <a:solidFill>
                <a:srgbClr val="FF6600"/>
              </a:solidFill>
              <a:effectLst/>
              <a:uLnTx/>
              <a:uFillTx/>
              <a:latin typeface="Times New Roman"/>
              <a:ea typeface="宋体" panose="02010600030101010101" pitchFamily="2" charset="-122"/>
              <a:cs typeface="+mn-cs"/>
            </a:endParaRPr>
          </a:p>
        </p:txBody>
      </p:sp>
    </p:spTree>
    <p:extLst>
      <p:ext uri="{BB962C8B-B14F-4D97-AF65-F5344CB8AC3E}">
        <p14:creationId xmlns:p14="http://schemas.microsoft.com/office/powerpoint/2010/main" val="1154328604"/>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057ED544-5352-4C27-BA0D-E3A9D5691900}" type="datetime1">
              <a:rPr kumimoji="1" lang="zh-CN" altLang="en-US" sz="1400" b="0" i="0" u="none" strike="noStrike" kern="1200" cap="none" spc="0" normalizeH="0" baseline="0" noProof="0">
                <a:ln>
                  <a:noFill/>
                </a:ln>
                <a:solidFill>
                  <a:srgbClr val="FF6600"/>
                </a:solidFill>
                <a:effectLst/>
                <a:uLnTx/>
                <a:uFillTx/>
                <a:latin typeface="Times New Roman"/>
                <a:ea typeface="宋体" panose="02010600030101010101" pitchFamily="2"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2019/6/4</a:t>
            </a:fld>
            <a:endParaRPr kumimoji="1" lang="en-US" altLang="zh-CN" sz="1400" b="0" i="0" u="none" strike="noStrike" kern="1200" cap="none" spc="0" normalizeH="0" baseline="0" noProof="0">
              <a:ln>
                <a:noFill/>
              </a:ln>
              <a:solidFill>
                <a:srgbClr val="FF6600"/>
              </a:solidFill>
              <a:effectLst/>
              <a:uLnTx/>
              <a:uFillTx/>
              <a:latin typeface="Times New Roman"/>
              <a:ea typeface="宋体" panose="02010600030101010101" pitchFamily="2" charset="-122"/>
              <a:cs typeface="+mn-cs"/>
            </a:endParaRPr>
          </a:p>
        </p:txBody>
      </p:sp>
      <p:sp>
        <p:nvSpPr>
          <p:cNvPr id="6"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en-US" altLang="zh-CN" sz="1400" b="0" i="0" u="none" strike="noStrike" kern="1200" cap="none" spc="0" normalizeH="0" baseline="0" noProof="0">
              <a:ln>
                <a:noFill/>
              </a:ln>
              <a:solidFill>
                <a:srgbClr val="FF6600"/>
              </a:solidFill>
              <a:effectLst/>
              <a:uLnTx/>
              <a:uFillTx/>
              <a:latin typeface="Times New Roman"/>
              <a:ea typeface="宋体" panose="02010600030101010101" pitchFamily="2" charset="-122"/>
              <a:cs typeface="+mn-cs"/>
            </a:endParaRPr>
          </a:p>
        </p:txBody>
      </p:sp>
      <p:sp>
        <p:nvSpPr>
          <p:cNvPr id="7"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5B3C4129-F22E-42F4-8843-AA344F1C91E7}" type="slidenum">
              <a:rPr kumimoji="1" lang="en-US" altLang="zh-CN" sz="1400" b="0" i="0" u="none" strike="noStrike" kern="1200" cap="none" spc="0" normalizeH="0" baseline="0" noProof="0">
                <a:ln>
                  <a:noFill/>
                </a:ln>
                <a:solidFill>
                  <a:srgbClr val="FF6600"/>
                </a:solidFill>
                <a:effectLst/>
                <a:uLnTx/>
                <a:uFillTx/>
                <a:latin typeface="Times New Roman"/>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1" lang="en-US" altLang="zh-CN" sz="1400" b="0" i="0" u="none" strike="noStrike" kern="1200" cap="none" spc="0" normalizeH="0" baseline="0" noProof="0">
              <a:ln>
                <a:noFill/>
              </a:ln>
              <a:solidFill>
                <a:srgbClr val="FF6600"/>
              </a:solidFill>
              <a:effectLst/>
              <a:uLnTx/>
              <a:uFillTx/>
              <a:latin typeface="Times New Roman"/>
              <a:ea typeface="宋体" panose="02010600030101010101" pitchFamily="2" charset="-122"/>
              <a:cs typeface="+mn-cs"/>
            </a:endParaRPr>
          </a:p>
        </p:txBody>
      </p:sp>
    </p:spTree>
    <p:extLst>
      <p:ext uri="{BB962C8B-B14F-4D97-AF65-F5344CB8AC3E}">
        <p14:creationId xmlns:p14="http://schemas.microsoft.com/office/powerpoint/2010/main" val="1560365709"/>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FCC8DFB1-61AF-4776-94F4-58C6A1CBF725}" type="datetime1">
              <a:rPr kumimoji="1" lang="zh-CN" altLang="en-US" sz="1400" b="0" i="0" u="none" strike="noStrike" kern="1200" cap="none" spc="0" normalizeH="0" baseline="0" noProof="0">
                <a:ln>
                  <a:noFill/>
                </a:ln>
                <a:solidFill>
                  <a:srgbClr val="FF6600"/>
                </a:solidFill>
                <a:effectLst/>
                <a:uLnTx/>
                <a:uFillTx/>
                <a:latin typeface="Times New Roman"/>
                <a:ea typeface="宋体" panose="02010600030101010101" pitchFamily="2"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2019/6/4</a:t>
            </a:fld>
            <a:endParaRPr kumimoji="1" lang="en-US" altLang="zh-CN" sz="1400" b="0" i="0" u="none" strike="noStrike" kern="1200" cap="none" spc="0" normalizeH="0" baseline="0" noProof="0">
              <a:ln>
                <a:noFill/>
              </a:ln>
              <a:solidFill>
                <a:srgbClr val="FF6600"/>
              </a:solidFill>
              <a:effectLst/>
              <a:uLnTx/>
              <a:uFillTx/>
              <a:latin typeface="Times New Roman"/>
              <a:ea typeface="宋体" panose="02010600030101010101" pitchFamily="2" charset="-122"/>
              <a:cs typeface="+mn-cs"/>
            </a:endParaRPr>
          </a:p>
        </p:txBody>
      </p:sp>
      <p:sp>
        <p:nvSpPr>
          <p:cNvPr id="6"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en-US" altLang="zh-CN" sz="1400" b="0" i="0" u="none" strike="noStrike" kern="1200" cap="none" spc="0" normalizeH="0" baseline="0" noProof="0">
              <a:ln>
                <a:noFill/>
              </a:ln>
              <a:solidFill>
                <a:srgbClr val="FF6600"/>
              </a:solidFill>
              <a:effectLst/>
              <a:uLnTx/>
              <a:uFillTx/>
              <a:latin typeface="Times New Roman"/>
              <a:ea typeface="宋体" panose="02010600030101010101" pitchFamily="2" charset="-122"/>
              <a:cs typeface="+mn-cs"/>
            </a:endParaRPr>
          </a:p>
        </p:txBody>
      </p:sp>
      <p:sp>
        <p:nvSpPr>
          <p:cNvPr id="7"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CF97BF40-FBBB-4F7B-BC66-F3C89D298346}" type="slidenum">
              <a:rPr kumimoji="1" lang="en-US" altLang="zh-CN" sz="1400" b="0" i="0" u="none" strike="noStrike" kern="1200" cap="none" spc="0" normalizeH="0" baseline="0" noProof="0">
                <a:ln>
                  <a:noFill/>
                </a:ln>
                <a:solidFill>
                  <a:srgbClr val="FF6600"/>
                </a:solidFill>
                <a:effectLst/>
                <a:uLnTx/>
                <a:uFillTx/>
                <a:latin typeface="Times New Roman"/>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1" lang="en-US" altLang="zh-CN" sz="1400" b="0" i="0" u="none" strike="noStrike" kern="1200" cap="none" spc="0" normalizeH="0" baseline="0" noProof="0">
              <a:ln>
                <a:noFill/>
              </a:ln>
              <a:solidFill>
                <a:srgbClr val="FF6600"/>
              </a:solidFill>
              <a:effectLst/>
              <a:uLnTx/>
              <a:uFillTx/>
              <a:latin typeface="Times New Roman"/>
              <a:ea typeface="宋体" panose="02010600030101010101" pitchFamily="2" charset="-122"/>
              <a:cs typeface="+mn-cs"/>
            </a:endParaRPr>
          </a:p>
        </p:txBody>
      </p:sp>
    </p:spTree>
    <p:extLst>
      <p:ext uri="{BB962C8B-B14F-4D97-AF65-F5344CB8AC3E}">
        <p14:creationId xmlns:p14="http://schemas.microsoft.com/office/powerpoint/2010/main" val="1348404398"/>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4F92A564-4304-47A5-9BC4-C134168F3C40}" type="datetime1">
              <a:rPr kumimoji="1" lang="zh-CN" altLang="en-US" sz="1400" b="0" i="0" u="none" strike="noStrike" kern="1200" cap="none" spc="0" normalizeH="0" baseline="0" noProof="0">
                <a:ln>
                  <a:noFill/>
                </a:ln>
                <a:solidFill>
                  <a:srgbClr val="FF6600"/>
                </a:solidFill>
                <a:effectLst/>
                <a:uLnTx/>
                <a:uFillTx/>
                <a:latin typeface="Times New Roman"/>
                <a:ea typeface="宋体" panose="02010600030101010101" pitchFamily="2"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2019/6/4</a:t>
            </a:fld>
            <a:endParaRPr kumimoji="1" lang="en-US" altLang="zh-CN" sz="1400" b="0" i="0" u="none" strike="noStrike" kern="1200" cap="none" spc="0" normalizeH="0" baseline="0" noProof="0">
              <a:ln>
                <a:noFill/>
              </a:ln>
              <a:solidFill>
                <a:srgbClr val="FF6600"/>
              </a:solidFill>
              <a:effectLst/>
              <a:uLnTx/>
              <a:uFillTx/>
              <a:latin typeface="Times New Roman"/>
              <a:ea typeface="宋体" panose="02010600030101010101" pitchFamily="2" charset="-122"/>
              <a:cs typeface="+mn-cs"/>
            </a:endParaRPr>
          </a:p>
        </p:txBody>
      </p:sp>
      <p:sp>
        <p:nvSpPr>
          <p:cNvPr id="5"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en-US" altLang="zh-CN" sz="1400" b="0" i="0" u="none" strike="noStrike" kern="1200" cap="none" spc="0" normalizeH="0" baseline="0" noProof="0">
              <a:ln>
                <a:noFill/>
              </a:ln>
              <a:solidFill>
                <a:srgbClr val="FF6600"/>
              </a:solidFill>
              <a:effectLst/>
              <a:uLnTx/>
              <a:uFillTx/>
              <a:latin typeface="Times New Roman"/>
              <a:ea typeface="宋体" panose="02010600030101010101" pitchFamily="2" charset="-122"/>
              <a:cs typeface="+mn-cs"/>
            </a:endParaRPr>
          </a:p>
        </p:txBody>
      </p:sp>
      <p:sp>
        <p:nvSpPr>
          <p:cNvPr id="6"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D9431DA4-186B-40D2-8488-45EB5B3034B1}" type="slidenum">
              <a:rPr kumimoji="1" lang="en-US" altLang="zh-CN" sz="1400" b="0" i="0" u="none" strike="noStrike" kern="1200" cap="none" spc="0" normalizeH="0" baseline="0" noProof="0">
                <a:ln>
                  <a:noFill/>
                </a:ln>
                <a:solidFill>
                  <a:srgbClr val="FF6600"/>
                </a:solidFill>
                <a:effectLst/>
                <a:uLnTx/>
                <a:uFillTx/>
                <a:latin typeface="Times New Roman"/>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1" lang="en-US" altLang="zh-CN" sz="1400" b="0" i="0" u="none" strike="noStrike" kern="1200" cap="none" spc="0" normalizeH="0" baseline="0" noProof="0">
              <a:ln>
                <a:noFill/>
              </a:ln>
              <a:solidFill>
                <a:srgbClr val="FF6600"/>
              </a:solidFill>
              <a:effectLst/>
              <a:uLnTx/>
              <a:uFillTx/>
              <a:latin typeface="Times New Roman"/>
              <a:ea typeface="宋体" panose="02010600030101010101" pitchFamily="2" charset="-122"/>
              <a:cs typeface="+mn-cs"/>
            </a:endParaRPr>
          </a:p>
        </p:txBody>
      </p:sp>
    </p:spTree>
    <p:extLst>
      <p:ext uri="{BB962C8B-B14F-4D97-AF65-F5344CB8AC3E}">
        <p14:creationId xmlns:p14="http://schemas.microsoft.com/office/powerpoint/2010/main" val="2040054815"/>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24650" y="188913"/>
            <a:ext cx="2114550" cy="5907087"/>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381000" y="188913"/>
            <a:ext cx="6191250" cy="5907087"/>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7CEC0EE7-7792-4A75-9FE5-2F65A560FB5E}" type="datetime1">
              <a:rPr kumimoji="1" lang="zh-CN" altLang="en-US" sz="1400" b="0" i="0" u="none" strike="noStrike" kern="1200" cap="none" spc="0" normalizeH="0" baseline="0" noProof="0">
                <a:ln>
                  <a:noFill/>
                </a:ln>
                <a:solidFill>
                  <a:srgbClr val="FF6600"/>
                </a:solidFill>
                <a:effectLst/>
                <a:uLnTx/>
                <a:uFillTx/>
                <a:latin typeface="Times New Roman"/>
                <a:ea typeface="宋体" panose="02010600030101010101" pitchFamily="2"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2019/6/4</a:t>
            </a:fld>
            <a:endParaRPr kumimoji="1" lang="en-US" altLang="zh-CN" sz="1400" b="0" i="0" u="none" strike="noStrike" kern="1200" cap="none" spc="0" normalizeH="0" baseline="0" noProof="0">
              <a:ln>
                <a:noFill/>
              </a:ln>
              <a:solidFill>
                <a:srgbClr val="FF6600"/>
              </a:solidFill>
              <a:effectLst/>
              <a:uLnTx/>
              <a:uFillTx/>
              <a:latin typeface="Times New Roman"/>
              <a:ea typeface="宋体" panose="02010600030101010101" pitchFamily="2" charset="-122"/>
              <a:cs typeface="+mn-cs"/>
            </a:endParaRPr>
          </a:p>
        </p:txBody>
      </p:sp>
      <p:sp>
        <p:nvSpPr>
          <p:cNvPr id="5"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en-US" altLang="zh-CN" sz="1400" b="0" i="0" u="none" strike="noStrike" kern="1200" cap="none" spc="0" normalizeH="0" baseline="0" noProof="0">
              <a:ln>
                <a:noFill/>
              </a:ln>
              <a:solidFill>
                <a:srgbClr val="FF6600"/>
              </a:solidFill>
              <a:effectLst/>
              <a:uLnTx/>
              <a:uFillTx/>
              <a:latin typeface="Times New Roman"/>
              <a:ea typeface="宋体" panose="02010600030101010101" pitchFamily="2" charset="-122"/>
              <a:cs typeface="+mn-cs"/>
            </a:endParaRPr>
          </a:p>
        </p:txBody>
      </p:sp>
      <p:sp>
        <p:nvSpPr>
          <p:cNvPr id="6"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27EFADCF-5FA2-4856-AB77-E8E8993F3F87}" type="slidenum">
              <a:rPr kumimoji="1" lang="en-US" altLang="zh-CN" sz="1400" b="0" i="0" u="none" strike="noStrike" kern="1200" cap="none" spc="0" normalizeH="0" baseline="0" noProof="0">
                <a:ln>
                  <a:noFill/>
                </a:ln>
                <a:solidFill>
                  <a:srgbClr val="FF6600"/>
                </a:solidFill>
                <a:effectLst/>
                <a:uLnTx/>
                <a:uFillTx/>
                <a:latin typeface="Times New Roman"/>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1" lang="en-US" altLang="zh-CN" sz="1400" b="0" i="0" u="none" strike="noStrike" kern="1200" cap="none" spc="0" normalizeH="0" baseline="0" noProof="0">
              <a:ln>
                <a:noFill/>
              </a:ln>
              <a:solidFill>
                <a:srgbClr val="FF6600"/>
              </a:solidFill>
              <a:effectLst/>
              <a:uLnTx/>
              <a:uFillTx/>
              <a:latin typeface="Times New Roman"/>
              <a:ea typeface="宋体" panose="02010600030101010101" pitchFamily="2" charset="-122"/>
              <a:cs typeface="+mn-cs"/>
            </a:endParaRPr>
          </a:p>
        </p:txBody>
      </p:sp>
    </p:spTree>
    <p:extLst>
      <p:ext uri="{BB962C8B-B14F-4D97-AF65-F5344CB8AC3E}">
        <p14:creationId xmlns:p14="http://schemas.microsoft.com/office/powerpoint/2010/main" val="3115206611"/>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381000" y="188913"/>
            <a:ext cx="8458200" cy="590708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AE437256-BD72-491A-8F9F-0340AE91D9A6}" type="datetime1">
              <a:rPr kumimoji="1" lang="zh-CN" altLang="en-US" sz="1400" b="0" i="0" u="none" strike="noStrike" kern="1200" cap="none" spc="0" normalizeH="0" baseline="0" noProof="0">
                <a:ln>
                  <a:noFill/>
                </a:ln>
                <a:solidFill>
                  <a:srgbClr val="FF6600"/>
                </a:solidFill>
                <a:effectLst/>
                <a:uLnTx/>
                <a:uFillTx/>
                <a:latin typeface="Times New Roman"/>
                <a:ea typeface="宋体" panose="02010600030101010101" pitchFamily="2"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2019/6/4</a:t>
            </a:fld>
            <a:endParaRPr kumimoji="1" lang="en-US" altLang="zh-CN" sz="1400" b="0" i="0" u="none" strike="noStrike" kern="1200" cap="none" spc="0" normalizeH="0" baseline="0" noProof="0">
              <a:ln>
                <a:noFill/>
              </a:ln>
              <a:solidFill>
                <a:srgbClr val="FF6600"/>
              </a:solidFill>
              <a:effectLst/>
              <a:uLnTx/>
              <a:uFillTx/>
              <a:latin typeface="Times New Roman"/>
              <a:ea typeface="宋体" panose="02010600030101010101" pitchFamily="2" charset="-122"/>
              <a:cs typeface="+mn-cs"/>
            </a:endParaRPr>
          </a:p>
        </p:txBody>
      </p:sp>
      <p:sp>
        <p:nvSpPr>
          <p:cNvPr id="4"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en-US" altLang="zh-CN" sz="1400" b="0" i="0" u="none" strike="noStrike" kern="1200" cap="none" spc="0" normalizeH="0" baseline="0" noProof="0">
              <a:ln>
                <a:noFill/>
              </a:ln>
              <a:solidFill>
                <a:srgbClr val="FF6600"/>
              </a:solidFill>
              <a:effectLst/>
              <a:uLnTx/>
              <a:uFillTx/>
              <a:latin typeface="Times New Roman"/>
              <a:ea typeface="宋体" panose="02010600030101010101" pitchFamily="2" charset="-122"/>
              <a:cs typeface="+mn-cs"/>
            </a:endParaRPr>
          </a:p>
        </p:txBody>
      </p:sp>
      <p:sp>
        <p:nvSpPr>
          <p:cNvPr id="5"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C9A72347-2492-4308-90CF-9DA0E0662EAC}" type="slidenum">
              <a:rPr kumimoji="1" lang="en-US" altLang="zh-CN" sz="1400" b="0" i="0" u="none" strike="noStrike" kern="1200" cap="none" spc="0" normalizeH="0" baseline="0" noProof="0">
                <a:ln>
                  <a:noFill/>
                </a:ln>
                <a:solidFill>
                  <a:srgbClr val="FF6600"/>
                </a:solidFill>
                <a:effectLst/>
                <a:uLnTx/>
                <a:uFillTx/>
                <a:latin typeface="Times New Roman"/>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1" lang="en-US" altLang="zh-CN" sz="1400" b="0" i="0" u="none" strike="noStrike" kern="1200" cap="none" spc="0" normalizeH="0" baseline="0" noProof="0">
              <a:ln>
                <a:noFill/>
              </a:ln>
              <a:solidFill>
                <a:srgbClr val="FF6600"/>
              </a:solidFill>
              <a:effectLst/>
              <a:uLnTx/>
              <a:uFillTx/>
              <a:latin typeface="Times New Roman"/>
              <a:ea typeface="宋体" panose="02010600030101010101" pitchFamily="2" charset="-122"/>
              <a:cs typeface="+mn-cs"/>
            </a:endParaRPr>
          </a:p>
        </p:txBody>
      </p:sp>
    </p:spTree>
    <p:extLst>
      <p:ext uri="{BB962C8B-B14F-4D97-AF65-F5344CB8AC3E}">
        <p14:creationId xmlns:p14="http://schemas.microsoft.com/office/powerpoint/2010/main" val="262103929"/>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B16D1BC2-D00D-44F4-9072-003C6FE30E2B}" type="datetime1">
              <a:rPr kumimoji="1" lang="zh-CN" altLang="en-US" sz="1400" b="0" i="0" u="none" strike="noStrike" kern="1200" cap="none" spc="0" normalizeH="0" baseline="0" noProof="0">
                <a:ln>
                  <a:noFill/>
                </a:ln>
                <a:solidFill>
                  <a:srgbClr val="FF6600"/>
                </a:solidFill>
                <a:effectLst/>
                <a:uLnTx/>
                <a:uFillTx/>
                <a:latin typeface="Times New Roman"/>
                <a:ea typeface="宋体"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2019/6/4</a:t>
            </a:fld>
            <a:endPar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endParaRPr>
          </a:p>
        </p:txBody>
      </p:sp>
      <p:sp>
        <p:nvSpPr>
          <p:cNvPr id="5"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rPr>
              <a:t>电路理论－颜秋容</a:t>
            </a:r>
          </a:p>
        </p:txBody>
      </p:sp>
      <p:sp>
        <p:nvSpPr>
          <p:cNvPr id="6"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B5DE1015-25BD-4395-9621-4AD0C928FE22}" type="slidenum">
              <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914419931"/>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799BC5AC-985A-4E57-BE6A-093144F5E41B}" type="datetime1">
              <a:rPr kumimoji="1" lang="zh-CN" altLang="en-US" sz="1400" b="0" i="0" u="none" strike="noStrike" kern="1200" cap="none" spc="0" normalizeH="0" baseline="0" noProof="0">
                <a:ln>
                  <a:noFill/>
                </a:ln>
                <a:solidFill>
                  <a:srgbClr val="FF6600"/>
                </a:solidFill>
                <a:effectLst/>
                <a:uLnTx/>
                <a:uFillTx/>
                <a:latin typeface="Times New Roman"/>
                <a:ea typeface="宋体"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2019/6/4</a:t>
            </a:fld>
            <a:endPar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endParaRPr>
          </a:p>
        </p:txBody>
      </p:sp>
      <p:sp>
        <p:nvSpPr>
          <p:cNvPr id="5"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rPr>
              <a:t>电路理论－颜秋容</a:t>
            </a:r>
          </a:p>
        </p:txBody>
      </p:sp>
      <p:sp>
        <p:nvSpPr>
          <p:cNvPr id="6"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204FC1C4-8DED-49C6-8070-3155BBDC5F6E}" type="slidenum">
              <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1433741936"/>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177BE4F4-E0A2-4B20-83A2-1AAED6E58250}" type="datetime1">
              <a:rPr kumimoji="1" lang="zh-CN" altLang="en-US" sz="1400" b="0" i="0" u="none" strike="noStrike" kern="1200" cap="none" spc="0" normalizeH="0" baseline="0" noProof="0">
                <a:ln>
                  <a:noFill/>
                </a:ln>
                <a:solidFill>
                  <a:srgbClr val="FF6600"/>
                </a:solidFill>
                <a:effectLst/>
                <a:uLnTx/>
                <a:uFillTx/>
                <a:latin typeface="Times New Roman"/>
                <a:ea typeface="宋体"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2019/6/4</a:t>
            </a:fld>
            <a:endPar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endParaRPr>
          </a:p>
        </p:txBody>
      </p:sp>
      <p:sp>
        <p:nvSpPr>
          <p:cNvPr id="5"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rPr>
              <a:t>电路理论－颜秋容</a:t>
            </a:r>
          </a:p>
        </p:txBody>
      </p:sp>
      <p:sp>
        <p:nvSpPr>
          <p:cNvPr id="6"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3900DD60-942C-47BE-9E65-B4BE07C487DD}" type="slidenum">
              <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817244083"/>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381000" y="914400"/>
            <a:ext cx="4152900" cy="5181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86300" y="914400"/>
            <a:ext cx="4152900" cy="5181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23B80A5C-563D-4A82-B780-C1271CD6C6DA}" type="datetime1">
              <a:rPr kumimoji="1" lang="zh-CN" altLang="en-US" sz="1400" b="0" i="0" u="none" strike="noStrike" kern="1200" cap="none" spc="0" normalizeH="0" baseline="0" noProof="0">
                <a:ln>
                  <a:noFill/>
                </a:ln>
                <a:solidFill>
                  <a:srgbClr val="FF6600"/>
                </a:solidFill>
                <a:effectLst/>
                <a:uLnTx/>
                <a:uFillTx/>
                <a:latin typeface="Times New Roman"/>
                <a:ea typeface="宋体"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2019/6/4</a:t>
            </a:fld>
            <a:endPar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endParaRPr>
          </a:p>
        </p:txBody>
      </p:sp>
      <p:sp>
        <p:nvSpPr>
          <p:cNvPr id="6"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rPr>
              <a:t>电路理论－颜秋容</a:t>
            </a:r>
          </a:p>
        </p:txBody>
      </p:sp>
      <p:sp>
        <p:nvSpPr>
          <p:cNvPr id="7"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4D0D34DC-26A5-49B6-8405-CABE10593668}" type="slidenum">
              <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3516675286"/>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C889C1EB-47D2-4219-89FC-5C807993217F}" type="datetime1">
              <a:rPr kumimoji="1" lang="zh-CN" altLang="en-US" sz="1400" b="0" i="0" u="none" strike="noStrike" kern="1200" cap="none" spc="0" normalizeH="0" baseline="0" noProof="0">
                <a:ln>
                  <a:noFill/>
                </a:ln>
                <a:solidFill>
                  <a:srgbClr val="FF6600"/>
                </a:solidFill>
                <a:effectLst/>
                <a:uLnTx/>
                <a:uFillTx/>
                <a:latin typeface="Times New Roman"/>
                <a:ea typeface="宋体"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2019/6/4</a:t>
            </a:fld>
            <a:endPar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endParaRPr>
          </a:p>
        </p:txBody>
      </p:sp>
      <p:sp>
        <p:nvSpPr>
          <p:cNvPr id="8"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rPr>
              <a:t>电路理论－颜秋容</a:t>
            </a:r>
          </a:p>
        </p:txBody>
      </p:sp>
      <p:sp>
        <p:nvSpPr>
          <p:cNvPr id="9"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51222BD8-26EF-42A6-BDD4-708A5A8161EC}" type="slidenum">
              <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1652757844"/>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E87A9998-3DEB-4DEC-B83B-0C658D32ECC5}" type="datetime1">
              <a:rPr kumimoji="1" lang="zh-CN" altLang="en-US" sz="1400" b="0" i="0" u="none" strike="noStrike" kern="1200" cap="none" spc="0" normalizeH="0" baseline="0" noProof="0">
                <a:ln>
                  <a:noFill/>
                </a:ln>
                <a:solidFill>
                  <a:srgbClr val="FF6600"/>
                </a:solidFill>
                <a:effectLst/>
                <a:uLnTx/>
                <a:uFillTx/>
                <a:latin typeface="Times New Roman"/>
                <a:ea typeface="宋体"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2019/6/4</a:t>
            </a:fld>
            <a:endPar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endParaRPr>
          </a:p>
        </p:txBody>
      </p:sp>
      <p:sp>
        <p:nvSpPr>
          <p:cNvPr id="4"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rPr>
              <a:t>电路理论－颜秋容</a:t>
            </a:r>
          </a:p>
        </p:txBody>
      </p:sp>
      <p:sp>
        <p:nvSpPr>
          <p:cNvPr id="5"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87468569-79FE-4D71-9928-EF5A2F701864}" type="slidenum">
              <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4152171696"/>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667A3524-3B20-4A1E-A1FC-E0D0AD896E8A}" type="datetime1">
              <a:rPr kumimoji="1" lang="zh-CN" altLang="en-US" sz="1400" b="0" i="0" u="none" strike="noStrike" kern="1200" cap="none" spc="0" normalizeH="0" baseline="0" noProof="0">
                <a:ln>
                  <a:noFill/>
                </a:ln>
                <a:solidFill>
                  <a:srgbClr val="FF6600"/>
                </a:solidFill>
                <a:effectLst/>
                <a:uLnTx/>
                <a:uFillTx/>
                <a:latin typeface="Times New Roman"/>
                <a:ea typeface="宋体"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2019/6/4</a:t>
            </a:fld>
            <a:endPar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endParaRPr>
          </a:p>
        </p:txBody>
      </p:sp>
      <p:sp>
        <p:nvSpPr>
          <p:cNvPr id="3"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rPr>
              <a:t>电路理论－颜秋容</a:t>
            </a:r>
          </a:p>
        </p:txBody>
      </p:sp>
      <p:sp>
        <p:nvSpPr>
          <p:cNvPr id="4"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7CA8CB9E-9F10-447C-9D43-C91D93EFBF6E}" type="slidenum">
              <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156203133"/>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960F7FD5-28F9-455F-A9B5-E03C14EB5A38}" type="datetime1">
              <a:rPr kumimoji="1" lang="zh-CN" altLang="en-US" sz="1400" b="0" i="0" u="none" strike="noStrike" kern="1200" cap="none" spc="0" normalizeH="0" baseline="0" noProof="0">
                <a:ln>
                  <a:noFill/>
                </a:ln>
                <a:solidFill>
                  <a:srgbClr val="FF6600"/>
                </a:solidFill>
                <a:effectLst/>
                <a:uLnTx/>
                <a:uFillTx/>
                <a:latin typeface="Times New Roman"/>
                <a:ea typeface="宋体"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2019/6/4</a:t>
            </a:fld>
            <a:endPar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endParaRPr>
          </a:p>
        </p:txBody>
      </p:sp>
      <p:sp>
        <p:nvSpPr>
          <p:cNvPr id="6"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rPr>
              <a:t>电路理论－颜秋容</a:t>
            </a:r>
          </a:p>
        </p:txBody>
      </p:sp>
      <p:sp>
        <p:nvSpPr>
          <p:cNvPr id="7"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BB720FC4-EAD3-4A82-9FEF-C3BA7A0BAED5}" type="slidenum">
              <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2805380690"/>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B7EFCFB6-55FA-4A68-B7F1-210D97CD2110}" type="datetime1">
              <a:rPr kumimoji="1" lang="zh-CN" altLang="en-US" sz="1400" b="0" i="0" u="none" strike="noStrike" kern="1200" cap="none" spc="0" normalizeH="0" baseline="0" noProof="0">
                <a:ln>
                  <a:noFill/>
                </a:ln>
                <a:solidFill>
                  <a:srgbClr val="FF6600"/>
                </a:solidFill>
                <a:effectLst/>
                <a:uLnTx/>
                <a:uFillTx/>
                <a:latin typeface="Times New Roman"/>
                <a:ea typeface="宋体"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2019/6/4</a:t>
            </a:fld>
            <a:endPar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endParaRPr>
          </a:p>
        </p:txBody>
      </p:sp>
      <p:sp>
        <p:nvSpPr>
          <p:cNvPr id="6"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rPr>
              <a:t>电路理论－颜秋容</a:t>
            </a:r>
          </a:p>
        </p:txBody>
      </p:sp>
      <p:sp>
        <p:nvSpPr>
          <p:cNvPr id="7"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EE6C5081-FE86-4B0F-A176-A6F7C9F7D670}" type="slidenum">
              <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1157839186"/>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56F19382-6816-45B0-AEF2-FC5D72725164}" type="datetime1">
              <a:rPr kumimoji="1" lang="zh-CN" altLang="en-US" sz="1400" b="0" i="0" u="none" strike="noStrike" kern="1200" cap="none" spc="0" normalizeH="0" baseline="0" noProof="0">
                <a:ln>
                  <a:noFill/>
                </a:ln>
                <a:solidFill>
                  <a:srgbClr val="FF6600"/>
                </a:solidFill>
                <a:effectLst/>
                <a:uLnTx/>
                <a:uFillTx/>
                <a:latin typeface="Times New Roman"/>
                <a:ea typeface="宋体"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2019/6/4</a:t>
            </a:fld>
            <a:endPar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endParaRPr>
          </a:p>
        </p:txBody>
      </p:sp>
      <p:sp>
        <p:nvSpPr>
          <p:cNvPr id="5"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rPr>
              <a:t>电路理论－颜秋容</a:t>
            </a:r>
          </a:p>
        </p:txBody>
      </p:sp>
      <p:sp>
        <p:nvSpPr>
          <p:cNvPr id="6"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458DB81A-DD3D-4E9F-A0C3-9C102D20354D}" type="slidenum">
              <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414426152"/>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24650" y="304800"/>
            <a:ext cx="2114550" cy="57912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381000" y="304800"/>
            <a:ext cx="6191250" cy="57912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A0EF7183-F2F4-4BDC-B658-468E462F47B4}" type="datetime1">
              <a:rPr kumimoji="1" lang="zh-CN" altLang="en-US" sz="1400" b="0" i="0" u="none" strike="noStrike" kern="1200" cap="none" spc="0" normalizeH="0" baseline="0" noProof="0">
                <a:ln>
                  <a:noFill/>
                </a:ln>
                <a:solidFill>
                  <a:srgbClr val="FF6600"/>
                </a:solidFill>
                <a:effectLst/>
                <a:uLnTx/>
                <a:uFillTx/>
                <a:latin typeface="Times New Roman"/>
                <a:ea typeface="宋体"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2019/6/4</a:t>
            </a:fld>
            <a:endPar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endParaRPr>
          </a:p>
        </p:txBody>
      </p:sp>
      <p:sp>
        <p:nvSpPr>
          <p:cNvPr id="5"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rPr>
              <a:t>电路理论－颜秋容</a:t>
            </a:r>
          </a:p>
        </p:txBody>
      </p:sp>
      <p:sp>
        <p:nvSpPr>
          <p:cNvPr id="6"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61611FED-AFB4-4EA1-A444-8844AB516A9C}" type="slidenum">
              <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563494286"/>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381000" y="304800"/>
            <a:ext cx="8458200" cy="457200"/>
          </a:xfrm>
        </p:spPr>
        <p:txBody>
          <a:bodyPr/>
          <a:lstStyle/>
          <a:p>
            <a:r>
              <a:rPr lang="zh-CN" altLang="en-US"/>
              <a:t>单击此处编辑母版标题样式</a:t>
            </a:r>
          </a:p>
        </p:txBody>
      </p:sp>
      <p:sp>
        <p:nvSpPr>
          <p:cNvPr id="3" name="内容占位符 2"/>
          <p:cNvSpPr>
            <a:spLocks noGrp="1"/>
          </p:cNvSpPr>
          <p:nvPr>
            <p:ph sz="quarter" idx="1"/>
          </p:nvPr>
        </p:nvSpPr>
        <p:spPr>
          <a:xfrm>
            <a:off x="381000" y="914400"/>
            <a:ext cx="4152900" cy="25146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686300" y="914400"/>
            <a:ext cx="4152900" cy="25146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381000" y="3581400"/>
            <a:ext cx="4152900" cy="25146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内容占位符 5"/>
          <p:cNvSpPr>
            <a:spLocks noGrp="1"/>
          </p:cNvSpPr>
          <p:nvPr>
            <p:ph sz="quarter" idx="4"/>
          </p:nvPr>
        </p:nvSpPr>
        <p:spPr>
          <a:xfrm>
            <a:off x="4686300" y="3581400"/>
            <a:ext cx="4152900" cy="25146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FF1E1C7B-C90F-4BFE-B027-8C4E668AB028}" type="datetime1">
              <a:rPr kumimoji="1" lang="zh-CN" altLang="en-US" sz="1400" b="0" i="0" u="none" strike="noStrike" kern="1200" cap="none" spc="0" normalizeH="0" baseline="0" noProof="0">
                <a:ln>
                  <a:noFill/>
                </a:ln>
                <a:solidFill>
                  <a:srgbClr val="FF6600"/>
                </a:solidFill>
                <a:effectLst/>
                <a:uLnTx/>
                <a:uFillTx/>
                <a:latin typeface="Times New Roman"/>
                <a:ea typeface="宋体"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2019/6/4</a:t>
            </a:fld>
            <a:endPar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endParaRPr>
          </a:p>
        </p:txBody>
      </p:sp>
      <p:sp>
        <p:nvSpPr>
          <p:cNvPr id="8"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rPr>
              <a:t>电路理论－颜秋容</a:t>
            </a:r>
          </a:p>
        </p:txBody>
      </p:sp>
      <p:sp>
        <p:nvSpPr>
          <p:cNvPr id="9"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C687025D-5E2E-4C69-A50F-2079DEA94073}" type="slidenum">
              <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558584532"/>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B16D1BC2-D00D-44F4-9072-003C6FE30E2B}" type="datetime1">
              <a:rPr kumimoji="1" lang="zh-CN" altLang="en-US" sz="1400" b="0" i="0" u="none" strike="noStrike" kern="1200" cap="none" spc="0" normalizeH="0" baseline="0" noProof="0">
                <a:ln>
                  <a:noFill/>
                </a:ln>
                <a:solidFill>
                  <a:srgbClr val="FF6600"/>
                </a:solidFill>
                <a:effectLst/>
                <a:uLnTx/>
                <a:uFillTx/>
                <a:latin typeface="Times New Roman"/>
                <a:ea typeface="宋体"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2019/6/4</a:t>
            </a:fld>
            <a:endPar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endParaRPr>
          </a:p>
        </p:txBody>
      </p:sp>
      <p:sp>
        <p:nvSpPr>
          <p:cNvPr id="5"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rPr>
              <a:t>电路理论－颜秋容</a:t>
            </a:r>
          </a:p>
        </p:txBody>
      </p:sp>
      <p:sp>
        <p:nvSpPr>
          <p:cNvPr id="6"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B5DE1015-25BD-4395-9621-4AD0C928FE22}" type="slidenum">
              <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610200610"/>
      </p:ext>
    </p:extLst>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799BC5AC-985A-4E57-BE6A-093144F5E41B}" type="datetime1">
              <a:rPr kumimoji="1" lang="zh-CN" altLang="en-US" sz="1400" b="0" i="0" u="none" strike="noStrike" kern="1200" cap="none" spc="0" normalizeH="0" baseline="0" noProof="0">
                <a:ln>
                  <a:noFill/>
                </a:ln>
                <a:solidFill>
                  <a:srgbClr val="FF6600"/>
                </a:solidFill>
                <a:effectLst/>
                <a:uLnTx/>
                <a:uFillTx/>
                <a:latin typeface="Times New Roman"/>
                <a:ea typeface="宋体"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2019/6/4</a:t>
            </a:fld>
            <a:endPar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endParaRPr>
          </a:p>
        </p:txBody>
      </p:sp>
      <p:sp>
        <p:nvSpPr>
          <p:cNvPr id="5"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rPr>
              <a:t>电路理论－颜秋容</a:t>
            </a:r>
          </a:p>
        </p:txBody>
      </p:sp>
      <p:sp>
        <p:nvSpPr>
          <p:cNvPr id="6"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204FC1C4-8DED-49C6-8070-3155BBDC5F6E}" type="slidenum">
              <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4075492748"/>
      </p:ext>
    </p:extLst>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177BE4F4-E0A2-4B20-83A2-1AAED6E58250}" type="datetime1">
              <a:rPr kumimoji="1" lang="zh-CN" altLang="en-US" sz="1400" b="0" i="0" u="none" strike="noStrike" kern="1200" cap="none" spc="0" normalizeH="0" baseline="0" noProof="0">
                <a:ln>
                  <a:noFill/>
                </a:ln>
                <a:solidFill>
                  <a:srgbClr val="FF6600"/>
                </a:solidFill>
                <a:effectLst/>
                <a:uLnTx/>
                <a:uFillTx/>
                <a:latin typeface="Times New Roman"/>
                <a:ea typeface="宋体"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2019/6/4</a:t>
            </a:fld>
            <a:endPar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endParaRPr>
          </a:p>
        </p:txBody>
      </p:sp>
      <p:sp>
        <p:nvSpPr>
          <p:cNvPr id="5"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rPr>
              <a:t>电路理论－颜秋容</a:t>
            </a:r>
          </a:p>
        </p:txBody>
      </p:sp>
      <p:sp>
        <p:nvSpPr>
          <p:cNvPr id="6"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3900DD60-942C-47BE-9E65-B4BE07C487DD}" type="slidenum">
              <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458376654"/>
      </p:ext>
    </p:extLst>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381000" y="914400"/>
            <a:ext cx="4152900" cy="5181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86300" y="914400"/>
            <a:ext cx="4152900" cy="5181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23B80A5C-563D-4A82-B780-C1271CD6C6DA}" type="datetime1">
              <a:rPr kumimoji="1" lang="zh-CN" altLang="en-US" sz="1400" b="0" i="0" u="none" strike="noStrike" kern="1200" cap="none" spc="0" normalizeH="0" baseline="0" noProof="0">
                <a:ln>
                  <a:noFill/>
                </a:ln>
                <a:solidFill>
                  <a:srgbClr val="FF6600"/>
                </a:solidFill>
                <a:effectLst/>
                <a:uLnTx/>
                <a:uFillTx/>
                <a:latin typeface="Times New Roman"/>
                <a:ea typeface="宋体"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2019/6/4</a:t>
            </a:fld>
            <a:endPar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endParaRPr>
          </a:p>
        </p:txBody>
      </p:sp>
      <p:sp>
        <p:nvSpPr>
          <p:cNvPr id="6"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rPr>
              <a:t>电路理论－颜秋容</a:t>
            </a:r>
          </a:p>
        </p:txBody>
      </p:sp>
      <p:sp>
        <p:nvSpPr>
          <p:cNvPr id="7"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4D0D34DC-26A5-49B6-8405-CABE10593668}" type="slidenum">
              <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2352293329"/>
      </p:ext>
    </p:extLst>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C889C1EB-47D2-4219-89FC-5C807993217F}" type="datetime1">
              <a:rPr kumimoji="1" lang="zh-CN" altLang="en-US" sz="1400" b="0" i="0" u="none" strike="noStrike" kern="1200" cap="none" spc="0" normalizeH="0" baseline="0" noProof="0">
                <a:ln>
                  <a:noFill/>
                </a:ln>
                <a:solidFill>
                  <a:srgbClr val="FF6600"/>
                </a:solidFill>
                <a:effectLst/>
                <a:uLnTx/>
                <a:uFillTx/>
                <a:latin typeface="Times New Roman"/>
                <a:ea typeface="宋体"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2019/6/4</a:t>
            </a:fld>
            <a:endPar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endParaRPr>
          </a:p>
        </p:txBody>
      </p:sp>
      <p:sp>
        <p:nvSpPr>
          <p:cNvPr id="8"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rPr>
              <a:t>电路理论－颜秋容</a:t>
            </a:r>
          </a:p>
        </p:txBody>
      </p:sp>
      <p:sp>
        <p:nvSpPr>
          <p:cNvPr id="9"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51222BD8-26EF-42A6-BDD4-708A5A8161EC}" type="slidenum">
              <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174415315"/>
      </p:ext>
    </p:extLst>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E87A9998-3DEB-4DEC-B83B-0C658D32ECC5}" type="datetime1">
              <a:rPr kumimoji="1" lang="zh-CN" altLang="en-US" sz="1400" b="0" i="0" u="none" strike="noStrike" kern="1200" cap="none" spc="0" normalizeH="0" baseline="0" noProof="0">
                <a:ln>
                  <a:noFill/>
                </a:ln>
                <a:solidFill>
                  <a:srgbClr val="FF6600"/>
                </a:solidFill>
                <a:effectLst/>
                <a:uLnTx/>
                <a:uFillTx/>
                <a:latin typeface="Times New Roman"/>
                <a:ea typeface="宋体"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2019/6/4</a:t>
            </a:fld>
            <a:endPar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endParaRPr>
          </a:p>
        </p:txBody>
      </p:sp>
      <p:sp>
        <p:nvSpPr>
          <p:cNvPr id="4"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rPr>
              <a:t>电路理论－颜秋容</a:t>
            </a:r>
          </a:p>
        </p:txBody>
      </p:sp>
      <p:sp>
        <p:nvSpPr>
          <p:cNvPr id="5"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87468569-79FE-4D71-9928-EF5A2F701864}" type="slidenum">
              <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2582809904"/>
      </p:ext>
    </p:extLst>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667A3524-3B20-4A1E-A1FC-E0D0AD896E8A}" type="datetime1">
              <a:rPr kumimoji="1" lang="zh-CN" altLang="en-US" sz="1400" b="0" i="0" u="none" strike="noStrike" kern="1200" cap="none" spc="0" normalizeH="0" baseline="0" noProof="0">
                <a:ln>
                  <a:noFill/>
                </a:ln>
                <a:solidFill>
                  <a:srgbClr val="FF6600"/>
                </a:solidFill>
                <a:effectLst/>
                <a:uLnTx/>
                <a:uFillTx/>
                <a:latin typeface="Times New Roman"/>
                <a:ea typeface="宋体"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2019/6/4</a:t>
            </a:fld>
            <a:endPar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endParaRPr>
          </a:p>
        </p:txBody>
      </p:sp>
      <p:sp>
        <p:nvSpPr>
          <p:cNvPr id="3"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rPr>
              <a:t>电路理论－颜秋容</a:t>
            </a:r>
          </a:p>
        </p:txBody>
      </p:sp>
      <p:sp>
        <p:nvSpPr>
          <p:cNvPr id="4"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7CA8CB9E-9F10-447C-9D43-C91D93EFBF6E}" type="slidenum">
              <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3440058453"/>
      </p:ext>
    </p:extLst>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960F7FD5-28F9-455F-A9B5-E03C14EB5A38}" type="datetime1">
              <a:rPr kumimoji="1" lang="zh-CN" altLang="en-US" sz="1400" b="0" i="0" u="none" strike="noStrike" kern="1200" cap="none" spc="0" normalizeH="0" baseline="0" noProof="0">
                <a:ln>
                  <a:noFill/>
                </a:ln>
                <a:solidFill>
                  <a:srgbClr val="FF6600"/>
                </a:solidFill>
                <a:effectLst/>
                <a:uLnTx/>
                <a:uFillTx/>
                <a:latin typeface="Times New Roman"/>
                <a:ea typeface="宋体"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2019/6/4</a:t>
            </a:fld>
            <a:endPar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endParaRPr>
          </a:p>
        </p:txBody>
      </p:sp>
      <p:sp>
        <p:nvSpPr>
          <p:cNvPr id="6"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rPr>
              <a:t>电路理论－颜秋容</a:t>
            </a:r>
          </a:p>
        </p:txBody>
      </p:sp>
      <p:sp>
        <p:nvSpPr>
          <p:cNvPr id="7"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BB720FC4-EAD3-4A82-9FEF-C3BA7A0BAED5}" type="slidenum">
              <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3526225966"/>
      </p:ext>
    </p:extLst>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B7EFCFB6-55FA-4A68-B7F1-210D97CD2110}" type="datetime1">
              <a:rPr kumimoji="1" lang="zh-CN" altLang="en-US" sz="1400" b="0" i="0" u="none" strike="noStrike" kern="1200" cap="none" spc="0" normalizeH="0" baseline="0" noProof="0">
                <a:ln>
                  <a:noFill/>
                </a:ln>
                <a:solidFill>
                  <a:srgbClr val="FF6600"/>
                </a:solidFill>
                <a:effectLst/>
                <a:uLnTx/>
                <a:uFillTx/>
                <a:latin typeface="Times New Roman"/>
                <a:ea typeface="宋体"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2019/6/4</a:t>
            </a:fld>
            <a:endPar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endParaRPr>
          </a:p>
        </p:txBody>
      </p:sp>
      <p:sp>
        <p:nvSpPr>
          <p:cNvPr id="6"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rPr>
              <a:t>电路理论－颜秋容</a:t>
            </a:r>
          </a:p>
        </p:txBody>
      </p:sp>
      <p:sp>
        <p:nvSpPr>
          <p:cNvPr id="7"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EE6C5081-FE86-4B0F-A176-A6F7C9F7D670}" type="slidenum">
              <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1997363260"/>
      </p:ext>
    </p:extLst>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56F19382-6816-45B0-AEF2-FC5D72725164}" type="datetime1">
              <a:rPr kumimoji="1" lang="zh-CN" altLang="en-US" sz="1400" b="0" i="0" u="none" strike="noStrike" kern="1200" cap="none" spc="0" normalizeH="0" baseline="0" noProof="0">
                <a:ln>
                  <a:noFill/>
                </a:ln>
                <a:solidFill>
                  <a:srgbClr val="FF6600"/>
                </a:solidFill>
                <a:effectLst/>
                <a:uLnTx/>
                <a:uFillTx/>
                <a:latin typeface="Times New Roman"/>
                <a:ea typeface="宋体"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2019/6/4</a:t>
            </a:fld>
            <a:endPar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endParaRPr>
          </a:p>
        </p:txBody>
      </p:sp>
      <p:sp>
        <p:nvSpPr>
          <p:cNvPr id="5"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rPr>
              <a:t>电路理论－颜秋容</a:t>
            </a:r>
          </a:p>
        </p:txBody>
      </p:sp>
      <p:sp>
        <p:nvSpPr>
          <p:cNvPr id="6"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458DB81A-DD3D-4E9F-A0C3-9C102D20354D}" type="slidenum">
              <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2473706561"/>
      </p:ext>
    </p:extLst>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24650" y="304800"/>
            <a:ext cx="2114550" cy="57912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381000" y="304800"/>
            <a:ext cx="6191250" cy="57912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A0EF7183-F2F4-4BDC-B658-468E462F47B4}" type="datetime1">
              <a:rPr kumimoji="1" lang="zh-CN" altLang="en-US" sz="1400" b="0" i="0" u="none" strike="noStrike" kern="1200" cap="none" spc="0" normalizeH="0" baseline="0" noProof="0">
                <a:ln>
                  <a:noFill/>
                </a:ln>
                <a:solidFill>
                  <a:srgbClr val="FF6600"/>
                </a:solidFill>
                <a:effectLst/>
                <a:uLnTx/>
                <a:uFillTx/>
                <a:latin typeface="Times New Roman"/>
                <a:ea typeface="宋体"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2019/6/4</a:t>
            </a:fld>
            <a:endPar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endParaRPr>
          </a:p>
        </p:txBody>
      </p:sp>
      <p:sp>
        <p:nvSpPr>
          <p:cNvPr id="5"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rPr>
              <a:t>电路理论－颜秋容</a:t>
            </a:r>
          </a:p>
        </p:txBody>
      </p:sp>
      <p:sp>
        <p:nvSpPr>
          <p:cNvPr id="6"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61611FED-AFB4-4EA1-A444-8844AB516A9C}" type="slidenum">
              <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445471000"/>
      </p:ext>
    </p:extLst>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381000" y="304800"/>
            <a:ext cx="8458200" cy="457200"/>
          </a:xfrm>
        </p:spPr>
        <p:txBody>
          <a:bodyPr/>
          <a:lstStyle/>
          <a:p>
            <a:r>
              <a:rPr lang="zh-CN" altLang="en-US"/>
              <a:t>单击此处编辑母版标题样式</a:t>
            </a:r>
          </a:p>
        </p:txBody>
      </p:sp>
      <p:sp>
        <p:nvSpPr>
          <p:cNvPr id="3" name="内容占位符 2"/>
          <p:cNvSpPr>
            <a:spLocks noGrp="1"/>
          </p:cNvSpPr>
          <p:nvPr>
            <p:ph sz="quarter" idx="1"/>
          </p:nvPr>
        </p:nvSpPr>
        <p:spPr>
          <a:xfrm>
            <a:off x="381000" y="914400"/>
            <a:ext cx="4152900" cy="25146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686300" y="914400"/>
            <a:ext cx="4152900" cy="25146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381000" y="3581400"/>
            <a:ext cx="4152900" cy="25146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内容占位符 5"/>
          <p:cNvSpPr>
            <a:spLocks noGrp="1"/>
          </p:cNvSpPr>
          <p:nvPr>
            <p:ph sz="quarter" idx="4"/>
          </p:nvPr>
        </p:nvSpPr>
        <p:spPr>
          <a:xfrm>
            <a:off x="4686300" y="3581400"/>
            <a:ext cx="4152900" cy="25146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FF1E1C7B-C90F-4BFE-B027-8C4E668AB028}" type="datetime1">
              <a:rPr kumimoji="1" lang="zh-CN" altLang="en-US" sz="1400" b="0" i="0" u="none" strike="noStrike" kern="1200" cap="none" spc="0" normalizeH="0" baseline="0" noProof="0">
                <a:ln>
                  <a:noFill/>
                </a:ln>
                <a:solidFill>
                  <a:srgbClr val="FF6600"/>
                </a:solidFill>
                <a:effectLst/>
                <a:uLnTx/>
                <a:uFillTx/>
                <a:latin typeface="Times New Roman"/>
                <a:ea typeface="宋体"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2019/6/4</a:t>
            </a:fld>
            <a:endPar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endParaRPr>
          </a:p>
        </p:txBody>
      </p:sp>
      <p:sp>
        <p:nvSpPr>
          <p:cNvPr id="8"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rPr>
              <a:t>电路理论－颜秋容</a:t>
            </a:r>
          </a:p>
        </p:txBody>
      </p:sp>
      <p:sp>
        <p:nvSpPr>
          <p:cNvPr id="9"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C687025D-5E2E-4C69-A50F-2079DEA94073}" type="slidenum">
              <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1677535310"/>
      </p:ext>
    </p:extLst>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单击以编辑母版副标题样式</a:t>
            </a:r>
            <a:endParaRPr lang="zh-CN" altLang="en-US"/>
          </a:p>
        </p:txBody>
      </p:sp>
      <p:sp>
        <p:nvSpPr>
          <p:cNvPr id="4" name="日期占位符 3"/>
          <p:cNvSpPr>
            <a:spLocks noGrp="1"/>
          </p:cNvSpPr>
          <p:nvPr>
            <p:ph type="dt" sz="half" idx="10"/>
          </p:nvPr>
        </p:nvSpPr>
        <p:spPr/>
        <p:txBody>
          <a:bodyPr/>
          <a:lstStyle>
            <a:lvl1pPr>
              <a:defRPr/>
            </a:lvl1pP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en-US" altLang="zh-CN" sz="1400" b="0" i="0" u="none" strike="noStrike" kern="1200" cap="none" spc="0" normalizeH="0" baseline="0" noProof="0" smtClean="0">
              <a:ln>
                <a:noFill/>
              </a:ln>
              <a:solidFill>
                <a:srgbClr val="000000"/>
              </a:solidFill>
              <a:effectLst/>
              <a:uLnTx/>
              <a:uFillTx/>
              <a:latin typeface="Times New Roman"/>
              <a:ea typeface="宋体" panose="02010600030101010101" pitchFamily="2" charset="-122"/>
              <a:cs typeface="+mn-cs"/>
            </a:endParaRPr>
          </a:p>
        </p:txBody>
      </p:sp>
      <p:sp>
        <p:nvSpPr>
          <p:cNvPr id="5" name="页脚占位符 4"/>
          <p:cNvSpPr>
            <a:spLocks noGrp="1"/>
          </p:cNvSpPr>
          <p:nvPr>
            <p:ph type="ftr" sz="quarter" idx="11"/>
          </p:nvPr>
        </p:nvSpPr>
        <p:spPr/>
        <p:txBody>
          <a:bodyPr/>
          <a:lstStyle>
            <a:lvl1pPr>
              <a:defRPr/>
            </a:lvl1pPr>
          </a:lstStyle>
          <a:p>
            <a:pPr marL="0" marR="0" lvl="0" indent="0" algn="ctr" defTabSz="914400" rtl="0" eaLnBrk="1" fontAlgn="base" latinLnBrk="0" hangingPunct="1">
              <a:lnSpc>
                <a:spcPct val="100000"/>
              </a:lnSpc>
              <a:spcBef>
                <a:spcPct val="50000"/>
              </a:spcBef>
              <a:spcAft>
                <a:spcPct val="0"/>
              </a:spcAft>
              <a:buClrTx/>
              <a:buSzTx/>
              <a:buFontTx/>
              <a:buNone/>
              <a:tabLst/>
              <a:defRPr/>
            </a:pPr>
            <a:endParaRPr kumimoji="1" lang="en-US" altLang="zh-CN" sz="1400" b="0" i="0" u="none" strike="noStrike" kern="1200" cap="none" spc="0" normalizeH="0" baseline="0" noProof="0" smtClean="0">
              <a:ln>
                <a:noFill/>
              </a:ln>
              <a:solidFill>
                <a:srgbClr val="000000"/>
              </a:solidFill>
              <a:effectLst/>
              <a:uLnTx/>
              <a:uFillTx/>
              <a:latin typeface="Times New Roman"/>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50000"/>
              </a:spcBef>
              <a:spcAft>
                <a:spcPct val="0"/>
              </a:spcAft>
              <a:buClrTx/>
              <a:buSzTx/>
              <a:buFontTx/>
              <a:buNone/>
              <a:tabLst/>
              <a:defRPr/>
            </a:pPr>
            <a:fld id="{BE33342D-A50E-4B69-ADC2-79D55A9FEFC9}" type="slidenum">
              <a:rPr kumimoji="1" lang="en-US" altLang="zh-CN" sz="1400" b="0" i="0" u="none" strike="noStrike" kern="1200" cap="none" spc="0" normalizeH="0" baseline="0" noProof="0" smtClean="0">
                <a:ln>
                  <a:noFill/>
                </a:ln>
                <a:solidFill>
                  <a:srgbClr val="000000"/>
                </a:solidFill>
                <a:effectLst/>
                <a:uLnTx/>
                <a:uFillTx/>
                <a:latin typeface="Times New Roman"/>
                <a:ea typeface="宋体" panose="02010600030101010101" pitchFamily="2" charset="-122"/>
                <a:cs typeface="+mn-cs"/>
              </a:rPr>
              <a:pPr marL="0" marR="0" lvl="0" indent="0" algn="r" defTabSz="914400" rtl="0" eaLnBrk="1" fontAlgn="base" latinLnBrk="0" hangingPunct="1">
                <a:lnSpc>
                  <a:spcPct val="100000"/>
                </a:lnSpc>
                <a:spcBef>
                  <a:spcPct val="50000"/>
                </a:spcBef>
                <a:spcAft>
                  <a:spcPct val="0"/>
                </a:spcAft>
                <a:buClrTx/>
                <a:buSzTx/>
                <a:buFontTx/>
                <a:buNone/>
                <a:tabLst/>
                <a:defRPr/>
              </a:pPr>
              <a:t>‹#›</a:t>
            </a:fld>
            <a:endParaRPr kumimoji="1" lang="en-US" altLang="zh-CN" sz="1400" b="0" i="0" u="none" strike="noStrike" kern="1200" cap="none" spc="0" normalizeH="0" baseline="0" noProof="0" smtClean="0">
              <a:ln>
                <a:noFill/>
              </a:ln>
              <a:solidFill>
                <a:srgbClr val="000000"/>
              </a:solidFill>
              <a:effectLst/>
              <a:uLnTx/>
              <a:uFillTx/>
              <a:latin typeface="Times New Roman"/>
              <a:ea typeface="宋体" panose="02010600030101010101" pitchFamily="2" charset="-122"/>
              <a:cs typeface="+mn-cs"/>
            </a:endParaRPr>
          </a:p>
        </p:txBody>
      </p:sp>
    </p:spTree>
    <p:extLst>
      <p:ext uri="{BB962C8B-B14F-4D97-AF65-F5344CB8AC3E}">
        <p14:creationId xmlns:p14="http://schemas.microsoft.com/office/powerpoint/2010/main" val="236429047"/>
      </p:ext>
    </p:extLst>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en-US" altLang="zh-CN" sz="1400" b="0" i="0" u="none" strike="noStrike" kern="1200" cap="none" spc="0" normalizeH="0" baseline="0" noProof="0" smtClean="0">
              <a:ln>
                <a:noFill/>
              </a:ln>
              <a:solidFill>
                <a:srgbClr val="000000"/>
              </a:solidFill>
              <a:effectLst/>
              <a:uLnTx/>
              <a:uFillTx/>
              <a:latin typeface="Times New Roman"/>
              <a:ea typeface="宋体" panose="02010600030101010101" pitchFamily="2" charset="-122"/>
              <a:cs typeface="+mn-cs"/>
            </a:endParaRPr>
          </a:p>
        </p:txBody>
      </p:sp>
      <p:sp>
        <p:nvSpPr>
          <p:cNvPr id="5" name="页脚占位符 4"/>
          <p:cNvSpPr>
            <a:spLocks noGrp="1"/>
          </p:cNvSpPr>
          <p:nvPr>
            <p:ph type="ftr" sz="quarter" idx="11"/>
          </p:nvPr>
        </p:nvSpPr>
        <p:spPr/>
        <p:txBody>
          <a:bodyPr/>
          <a:lstStyle>
            <a:lvl1pPr>
              <a:defRPr/>
            </a:lvl1pPr>
          </a:lstStyle>
          <a:p>
            <a:pPr marL="0" marR="0" lvl="0" indent="0" algn="ctr" defTabSz="914400" rtl="0" eaLnBrk="1" fontAlgn="base" latinLnBrk="0" hangingPunct="1">
              <a:lnSpc>
                <a:spcPct val="100000"/>
              </a:lnSpc>
              <a:spcBef>
                <a:spcPct val="50000"/>
              </a:spcBef>
              <a:spcAft>
                <a:spcPct val="0"/>
              </a:spcAft>
              <a:buClrTx/>
              <a:buSzTx/>
              <a:buFontTx/>
              <a:buNone/>
              <a:tabLst/>
              <a:defRPr/>
            </a:pPr>
            <a:endParaRPr kumimoji="1" lang="en-US" altLang="zh-CN" sz="1400" b="0" i="0" u="none" strike="noStrike" kern="1200" cap="none" spc="0" normalizeH="0" baseline="0" noProof="0" smtClean="0">
              <a:ln>
                <a:noFill/>
              </a:ln>
              <a:solidFill>
                <a:srgbClr val="000000"/>
              </a:solidFill>
              <a:effectLst/>
              <a:uLnTx/>
              <a:uFillTx/>
              <a:latin typeface="Times New Roman"/>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50000"/>
              </a:spcBef>
              <a:spcAft>
                <a:spcPct val="0"/>
              </a:spcAft>
              <a:buClrTx/>
              <a:buSzTx/>
              <a:buFontTx/>
              <a:buNone/>
              <a:tabLst/>
              <a:defRPr/>
            </a:pPr>
            <a:fld id="{E15F5F98-8494-40CA-A29B-C6B329CCCE76}" type="slidenum">
              <a:rPr kumimoji="1" lang="en-US" altLang="zh-CN" sz="1400" b="0" i="0" u="none" strike="noStrike" kern="1200" cap="none" spc="0" normalizeH="0" baseline="0" noProof="0" smtClean="0">
                <a:ln>
                  <a:noFill/>
                </a:ln>
                <a:solidFill>
                  <a:srgbClr val="000000"/>
                </a:solidFill>
                <a:effectLst/>
                <a:uLnTx/>
                <a:uFillTx/>
                <a:latin typeface="Times New Roman"/>
                <a:ea typeface="宋体" panose="02010600030101010101" pitchFamily="2" charset="-122"/>
                <a:cs typeface="+mn-cs"/>
              </a:rPr>
              <a:pPr marL="0" marR="0" lvl="0" indent="0" algn="r" defTabSz="914400" rtl="0" eaLnBrk="1" fontAlgn="base" latinLnBrk="0" hangingPunct="1">
                <a:lnSpc>
                  <a:spcPct val="100000"/>
                </a:lnSpc>
                <a:spcBef>
                  <a:spcPct val="50000"/>
                </a:spcBef>
                <a:spcAft>
                  <a:spcPct val="0"/>
                </a:spcAft>
                <a:buClrTx/>
                <a:buSzTx/>
                <a:buFontTx/>
                <a:buNone/>
                <a:tabLst/>
                <a:defRPr/>
              </a:pPr>
              <a:t>‹#›</a:t>
            </a:fld>
            <a:endParaRPr kumimoji="1" lang="en-US" altLang="zh-CN" sz="1400" b="0" i="0" u="none" strike="noStrike" kern="1200" cap="none" spc="0" normalizeH="0" baseline="0" noProof="0" smtClean="0">
              <a:ln>
                <a:noFill/>
              </a:ln>
              <a:solidFill>
                <a:srgbClr val="000000"/>
              </a:solidFill>
              <a:effectLst/>
              <a:uLnTx/>
              <a:uFillTx/>
              <a:latin typeface="Times New Roman"/>
              <a:ea typeface="宋体" panose="02010600030101010101" pitchFamily="2" charset="-122"/>
              <a:cs typeface="+mn-cs"/>
            </a:endParaRPr>
          </a:p>
        </p:txBody>
      </p:sp>
    </p:spTree>
    <p:extLst>
      <p:ext uri="{BB962C8B-B14F-4D97-AF65-F5344CB8AC3E}">
        <p14:creationId xmlns:p14="http://schemas.microsoft.com/office/powerpoint/2010/main" val="1231093913"/>
      </p:ext>
    </p:extLst>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smtClean="0"/>
              <a:t>编辑母版文本样式</a:t>
            </a:r>
          </a:p>
        </p:txBody>
      </p:sp>
      <p:sp>
        <p:nvSpPr>
          <p:cNvPr id="4" name="日期占位符 3"/>
          <p:cNvSpPr>
            <a:spLocks noGrp="1"/>
          </p:cNvSpPr>
          <p:nvPr>
            <p:ph type="dt" sz="half" idx="10"/>
          </p:nvPr>
        </p:nvSpPr>
        <p:spPr/>
        <p:txBody>
          <a:bodyPr/>
          <a:lstStyle>
            <a:lvl1pPr>
              <a:defRPr/>
            </a:lvl1pP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en-US" altLang="zh-CN" sz="1400" b="0" i="0" u="none" strike="noStrike" kern="1200" cap="none" spc="0" normalizeH="0" baseline="0" noProof="0" smtClean="0">
              <a:ln>
                <a:noFill/>
              </a:ln>
              <a:solidFill>
                <a:srgbClr val="000000"/>
              </a:solidFill>
              <a:effectLst/>
              <a:uLnTx/>
              <a:uFillTx/>
              <a:latin typeface="Times New Roman"/>
              <a:ea typeface="宋体" panose="02010600030101010101" pitchFamily="2" charset="-122"/>
              <a:cs typeface="+mn-cs"/>
            </a:endParaRPr>
          </a:p>
        </p:txBody>
      </p:sp>
      <p:sp>
        <p:nvSpPr>
          <p:cNvPr id="5" name="页脚占位符 4"/>
          <p:cNvSpPr>
            <a:spLocks noGrp="1"/>
          </p:cNvSpPr>
          <p:nvPr>
            <p:ph type="ftr" sz="quarter" idx="11"/>
          </p:nvPr>
        </p:nvSpPr>
        <p:spPr/>
        <p:txBody>
          <a:bodyPr/>
          <a:lstStyle>
            <a:lvl1pPr>
              <a:defRPr/>
            </a:lvl1pPr>
          </a:lstStyle>
          <a:p>
            <a:pPr marL="0" marR="0" lvl="0" indent="0" algn="ctr" defTabSz="914400" rtl="0" eaLnBrk="1" fontAlgn="base" latinLnBrk="0" hangingPunct="1">
              <a:lnSpc>
                <a:spcPct val="100000"/>
              </a:lnSpc>
              <a:spcBef>
                <a:spcPct val="50000"/>
              </a:spcBef>
              <a:spcAft>
                <a:spcPct val="0"/>
              </a:spcAft>
              <a:buClrTx/>
              <a:buSzTx/>
              <a:buFontTx/>
              <a:buNone/>
              <a:tabLst/>
              <a:defRPr/>
            </a:pPr>
            <a:endParaRPr kumimoji="1" lang="en-US" altLang="zh-CN" sz="1400" b="0" i="0" u="none" strike="noStrike" kern="1200" cap="none" spc="0" normalizeH="0" baseline="0" noProof="0" smtClean="0">
              <a:ln>
                <a:noFill/>
              </a:ln>
              <a:solidFill>
                <a:srgbClr val="000000"/>
              </a:solidFill>
              <a:effectLst/>
              <a:uLnTx/>
              <a:uFillTx/>
              <a:latin typeface="Times New Roman"/>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50000"/>
              </a:spcBef>
              <a:spcAft>
                <a:spcPct val="0"/>
              </a:spcAft>
              <a:buClrTx/>
              <a:buSzTx/>
              <a:buFontTx/>
              <a:buNone/>
              <a:tabLst/>
              <a:defRPr/>
            </a:pPr>
            <a:fld id="{45FA57C0-DF2C-4D33-82E5-63AD784BDB36}" type="slidenum">
              <a:rPr kumimoji="1" lang="en-US" altLang="zh-CN" sz="1400" b="0" i="0" u="none" strike="noStrike" kern="1200" cap="none" spc="0" normalizeH="0" baseline="0" noProof="0" smtClean="0">
                <a:ln>
                  <a:noFill/>
                </a:ln>
                <a:solidFill>
                  <a:srgbClr val="000000"/>
                </a:solidFill>
                <a:effectLst/>
                <a:uLnTx/>
                <a:uFillTx/>
                <a:latin typeface="Times New Roman"/>
                <a:ea typeface="宋体" panose="02010600030101010101" pitchFamily="2" charset="-122"/>
                <a:cs typeface="+mn-cs"/>
              </a:rPr>
              <a:pPr marL="0" marR="0" lvl="0" indent="0" algn="r" defTabSz="914400" rtl="0" eaLnBrk="1" fontAlgn="base" latinLnBrk="0" hangingPunct="1">
                <a:lnSpc>
                  <a:spcPct val="100000"/>
                </a:lnSpc>
                <a:spcBef>
                  <a:spcPct val="50000"/>
                </a:spcBef>
                <a:spcAft>
                  <a:spcPct val="0"/>
                </a:spcAft>
                <a:buClrTx/>
                <a:buSzTx/>
                <a:buFontTx/>
                <a:buNone/>
                <a:tabLst/>
                <a:defRPr/>
              </a:pPr>
              <a:t>‹#›</a:t>
            </a:fld>
            <a:endParaRPr kumimoji="1" lang="en-US" altLang="zh-CN" sz="1400" b="0" i="0" u="none" strike="noStrike" kern="1200" cap="none" spc="0" normalizeH="0" baseline="0" noProof="0" smtClean="0">
              <a:ln>
                <a:noFill/>
              </a:ln>
              <a:solidFill>
                <a:srgbClr val="000000"/>
              </a:solidFill>
              <a:effectLst/>
              <a:uLnTx/>
              <a:uFillTx/>
              <a:latin typeface="Times New Roman"/>
              <a:ea typeface="宋体" panose="02010600030101010101" pitchFamily="2" charset="-122"/>
              <a:cs typeface="+mn-cs"/>
            </a:endParaRPr>
          </a:p>
        </p:txBody>
      </p:sp>
    </p:spTree>
    <p:extLst>
      <p:ext uri="{BB962C8B-B14F-4D97-AF65-F5344CB8AC3E}">
        <p14:creationId xmlns:p14="http://schemas.microsoft.com/office/powerpoint/2010/main" val="4229628931"/>
      </p:ext>
    </p:extLst>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85800" y="1981200"/>
            <a:ext cx="3810000" cy="4114800"/>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981200"/>
            <a:ext cx="3810000" cy="4114800"/>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lvl1pPr>
              <a:defRPr/>
            </a:lvl1pP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en-US" altLang="zh-CN" sz="1400" b="0" i="0" u="none" strike="noStrike" kern="1200" cap="none" spc="0" normalizeH="0" baseline="0" noProof="0" smtClean="0">
              <a:ln>
                <a:noFill/>
              </a:ln>
              <a:solidFill>
                <a:srgbClr val="000000"/>
              </a:solidFill>
              <a:effectLst/>
              <a:uLnTx/>
              <a:uFillTx/>
              <a:latin typeface="Times New Roman"/>
              <a:ea typeface="宋体" panose="02010600030101010101" pitchFamily="2" charset="-122"/>
              <a:cs typeface="+mn-cs"/>
            </a:endParaRPr>
          </a:p>
        </p:txBody>
      </p:sp>
      <p:sp>
        <p:nvSpPr>
          <p:cNvPr id="6" name="页脚占位符 5"/>
          <p:cNvSpPr>
            <a:spLocks noGrp="1"/>
          </p:cNvSpPr>
          <p:nvPr>
            <p:ph type="ftr" sz="quarter" idx="11"/>
          </p:nvPr>
        </p:nvSpPr>
        <p:spPr/>
        <p:txBody>
          <a:bodyPr/>
          <a:lstStyle>
            <a:lvl1pPr>
              <a:defRPr/>
            </a:lvl1pPr>
          </a:lstStyle>
          <a:p>
            <a:pPr marL="0" marR="0" lvl="0" indent="0" algn="ctr" defTabSz="914400" rtl="0" eaLnBrk="1" fontAlgn="base" latinLnBrk="0" hangingPunct="1">
              <a:lnSpc>
                <a:spcPct val="100000"/>
              </a:lnSpc>
              <a:spcBef>
                <a:spcPct val="50000"/>
              </a:spcBef>
              <a:spcAft>
                <a:spcPct val="0"/>
              </a:spcAft>
              <a:buClrTx/>
              <a:buSzTx/>
              <a:buFontTx/>
              <a:buNone/>
              <a:tabLst/>
              <a:defRPr/>
            </a:pPr>
            <a:endParaRPr kumimoji="1" lang="en-US" altLang="zh-CN" sz="1400" b="0" i="0" u="none" strike="noStrike" kern="1200" cap="none" spc="0" normalizeH="0" baseline="0" noProof="0" smtClean="0">
              <a:ln>
                <a:noFill/>
              </a:ln>
              <a:solidFill>
                <a:srgbClr val="000000"/>
              </a:solidFill>
              <a:effectLst/>
              <a:uLnTx/>
              <a:uFillTx/>
              <a:latin typeface="Times New Roman"/>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50000"/>
              </a:spcBef>
              <a:spcAft>
                <a:spcPct val="0"/>
              </a:spcAft>
              <a:buClrTx/>
              <a:buSzTx/>
              <a:buFontTx/>
              <a:buNone/>
              <a:tabLst/>
              <a:defRPr/>
            </a:pPr>
            <a:fld id="{DEEDB303-405B-40EA-9BAF-BC84DE8952D2}" type="slidenum">
              <a:rPr kumimoji="1" lang="en-US" altLang="zh-CN" sz="1400" b="0" i="0" u="none" strike="noStrike" kern="1200" cap="none" spc="0" normalizeH="0" baseline="0" noProof="0" smtClean="0">
                <a:ln>
                  <a:noFill/>
                </a:ln>
                <a:solidFill>
                  <a:srgbClr val="000000"/>
                </a:solidFill>
                <a:effectLst/>
                <a:uLnTx/>
                <a:uFillTx/>
                <a:latin typeface="Times New Roman"/>
                <a:ea typeface="宋体" panose="02010600030101010101" pitchFamily="2" charset="-122"/>
                <a:cs typeface="+mn-cs"/>
              </a:rPr>
              <a:pPr marL="0" marR="0" lvl="0" indent="0" algn="r" defTabSz="914400" rtl="0" eaLnBrk="1" fontAlgn="base" latinLnBrk="0" hangingPunct="1">
                <a:lnSpc>
                  <a:spcPct val="100000"/>
                </a:lnSpc>
                <a:spcBef>
                  <a:spcPct val="50000"/>
                </a:spcBef>
                <a:spcAft>
                  <a:spcPct val="0"/>
                </a:spcAft>
                <a:buClrTx/>
                <a:buSzTx/>
                <a:buFontTx/>
                <a:buNone/>
                <a:tabLst/>
                <a:defRPr/>
              </a:pPr>
              <a:t>‹#›</a:t>
            </a:fld>
            <a:endParaRPr kumimoji="1" lang="en-US" altLang="zh-CN" sz="1400" b="0" i="0" u="none" strike="noStrike" kern="1200" cap="none" spc="0" normalizeH="0" baseline="0" noProof="0" smtClean="0">
              <a:ln>
                <a:noFill/>
              </a:ln>
              <a:solidFill>
                <a:srgbClr val="000000"/>
              </a:solidFill>
              <a:effectLst/>
              <a:uLnTx/>
              <a:uFillTx/>
              <a:latin typeface="Times New Roman"/>
              <a:ea typeface="宋体" panose="02010600030101010101" pitchFamily="2" charset="-122"/>
              <a:cs typeface="+mn-cs"/>
            </a:endParaRPr>
          </a:p>
        </p:txBody>
      </p:sp>
    </p:spTree>
    <p:extLst>
      <p:ext uri="{BB962C8B-B14F-4D97-AF65-F5344CB8AC3E}">
        <p14:creationId xmlns:p14="http://schemas.microsoft.com/office/powerpoint/2010/main" val="1214130476"/>
      </p:ext>
    </p:extLst>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4" name="内容占位符 3"/>
          <p:cNvSpPr>
            <a:spLocks noGrp="1"/>
          </p:cNvSpPr>
          <p:nvPr>
            <p:ph sz="half" idx="2"/>
          </p:nvPr>
        </p:nvSpPr>
        <p:spPr>
          <a:xfrm>
            <a:off x="630238" y="2505075"/>
            <a:ext cx="3868737" cy="368458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6" name="内容占位符 5"/>
          <p:cNvSpPr>
            <a:spLocks noGrp="1"/>
          </p:cNvSpPr>
          <p:nvPr>
            <p:ph sz="quarter" idx="4"/>
          </p:nvPr>
        </p:nvSpPr>
        <p:spPr>
          <a:xfrm>
            <a:off x="4629150" y="2505075"/>
            <a:ext cx="3887788" cy="368458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lvl1pPr>
              <a:defRPr/>
            </a:lvl1pP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en-US" altLang="zh-CN" sz="1400" b="0" i="0" u="none" strike="noStrike" kern="1200" cap="none" spc="0" normalizeH="0" baseline="0" noProof="0" smtClean="0">
              <a:ln>
                <a:noFill/>
              </a:ln>
              <a:solidFill>
                <a:srgbClr val="000000"/>
              </a:solidFill>
              <a:effectLst/>
              <a:uLnTx/>
              <a:uFillTx/>
              <a:latin typeface="Times New Roman"/>
              <a:ea typeface="宋体" panose="02010600030101010101" pitchFamily="2" charset="-122"/>
              <a:cs typeface="+mn-cs"/>
            </a:endParaRPr>
          </a:p>
        </p:txBody>
      </p:sp>
      <p:sp>
        <p:nvSpPr>
          <p:cNvPr id="8" name="页脚占位符 7"/>
          <p:cNvSpPr>
            <a:spLocks noGrp="1"/>
          </p:cNvSpPr>
          <p:nvPr>
            <p:ph type="ftr" sz="quarter" idx="11"/>
          </p:nvPr>
        </p:nvSpPr>
        <p:spPr/>
        <p:txBody>
          <a:bodyPr/>
          <a:lstStyle>
            <a:lvl1pPr>
              <a:defRPr/>
            </a:lvl1pPr>
          </a:lstStyle>
          <a:p>
            <a:pPr marL="0" marR="0" lvl="0" indent="0" algn="ctr" defTabSz="914400" rtl="0" eaLnBrk="1" fontAlgn="base" latinLnBrk="0" hangingPunct="1">
              <a:lnSpc>
                <a:spcPct val="100000"/>
              </a:lnSpc>
              <a:spcBef>
                <a:spcPct val="50000"/>
              </a:spcBef>
              <a:spcAft>
                <a:spcPct val="0"/>
              </a:spcAft>
              <a:buClrTx/>
              <a:buSzTx/>
              <a:buFontTx/>
              <a:buNone/>
              <a:tabLst/>
              <a:defRPr/>
            </a:pPr>
            <a:endParaRPr kumimoji="1" lang="en-US" altLang="zh-CN" sz="1400" b="0" i="0" u="none" strike="noStrike" kern="1200" cap="none" spc="0" normalizeH="0" baseline="0" noProof="0" smtClean="0">
              <a:ln>
                <a:noFill/>
              </a:ln>
              <a:solidFill>
                <a:srgbClr val="000000"/>
              </a:solidFill>
              <a:effectLst/>
              <a:uLnTx/>
              <a:uFillTx/>
              <a:latin typeface="Times New Roman"/>
              <a:ea typeface="宋体" panose="02010600030101010101" pitchFamily="2" charset="-122"/>
              <a:cs typeface="+mn-cs"/>
            </a:endParaRPr>
          </a:p>
        </p:txBody>
      </p:sp>
      <p:sp>
        <p:nvSpPr>
          <p:cNvPr id="9" name="灯片编号占位符 8"/>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50000"/>
              </a:spcBef>
              <a:spcAft>
                <a:spcPct val="0"/>
              </a:spcAft>
              <a:buClrTx/>
              <a:buSzTx/>
              <a:buFontTx/>
              <a:buNone/>
              <a:tabLst/>
              <a:defRPr/>
            </a:pPr>
            <a:fld id="{FE1D130B-07EA-46A3-97A8-BDAFC476520D}" type="slidenum">
              <a:rPr kumimoji="1" lang="en-US" altLang="zh-CN" sz="1400" b="0" i="0" u="none" strike="noStrike" kern="1200" cap="none" spc="0" normalizeH="0" baseline="0" noProof="0" smtClean="0">
                <a:ln>
                  <a:noFill/>
                </a:ln>
                <a:solidFill>
                  <a:srgbClr val="000000"/>
                </a:solidFill>
                <a:effectLst/>
                <a:uLnTx/>
                <a:uFillTx/>
                <a:latin typeface="Times New Roman"/>
                <a:ea typeface="宋体" panose="02010600030101010101" pitchFamily="2" charset="-122"/>
                <a:cs typeface="+mn-cs"/>
              </a:rPr>
              <a:pPr marL="0" marR="0" lvl="0" indent="0" algn="r" defTabSz="914400" rtl="0" eaLnBrk="1" fontAlgn="base" latinLnBrk="0" hangingPunct="1">
                <a:lnSpc>
                  <a:spcPct val="100000"/>
                </a:lnSpc>
                <a:spcBef>
                  <a:spcPct val="50000"/>
                </a:spcBef>
                <a:spcAft>
                  <a:spcPct val="0"/>
                </a:spcAft>
                <a:buClrTx/>
                <a:buSzTx/>
                <a:buFontTx/>
                <a:buNone/>
                <a:tabLst/>
                <a:defRPr/>
              </a:pPr>
              <a:t>‹#›</a:t>
            </a:fld>
            <a:endParaRPr kumimoji="1" lang="en-US" altLang="zh-CN" sz="1400" b="0" i="0" u="none" strike="noStrike" kern="1200" cap="none" spc="0" normalizeH="0" baseline="0" noProof="0" smtClean="0">
              <a:ln>
                <a:noFill/>
              </a:ln>
              <a:solidFill>
                <a:srgbClr val="000000"/>
              </a:solidFill>
              <a:effectLst/>
              <a:uLnTx/>
              <a:uFillTx/>
              <a:latin typeface="Times New Roman"/>
              <a:ea typeface="宋体" panose="02010600030101010101" pitchFamily="2" charset="-122"/>
              <a:cs typeface="+mn-cs"/>
            </a:endParaRPr>
          </a:p>
        </p:txBody>
      </p:sp>
    </p:spTree>
    <p:extLst>
      <p:ext uri="{BB962C8B-B14F-4D97-AF65-F5344CB8AC3E}">
        <p14:creationId xmlns:p14="http://schemas.microsoft.com/office/powerpoint/2010/main" val="801385399"/>
      </p:ext>
    </p:extLst>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en-US" altLang="zh-CN" sz="1400" b="0" i="0" u="none" strike="noStrike" kern="1200" cap="none" spc="0" normalizeH="0" baseline="0" noProof="0" smtClean="0">
              <a:ln>
                <a:noFill/>
              </a:ln>
              <a:solidFill>
                <a:srgbClr val="000000"/>
              </a:solidFill>
              <a:effectLst/>
              <a:uLnTx/>
              <a:uFillTx/>
              <a:latin typeface="Times New Roman"/>
              <a:ea typeface="宋体" panose="02010600030101010101" pitchFamily="2" charset="-122"/>
              <a:cs typeface="+mn-cs"/>
            </a:endParaRPr>
          </a:p>
        </p:txBody>
      </p:sp>
      <p:sp>
        <p:nvSpPr>
          <p:cNvPr id="4" name="页脚占位符 3"/>
          <p:cNvSpPr>
            <a:spLocks noGrp="1"/>
          </p:cNvSpPr>
          <p:nvPr>
            <p:ph type="ftr" sz="quarter" idx="11"/>
          </p:nvPr>
        </p:nvSpPr>
        <p:spPr/>
        <p:txBody>
          <a:bodyPr/>
          <a:lstStyle>
            <a:lvl1pPr>
              <a:defRPr/>
            </a:lvl1pPr>
          </a:lstStyle>
          <a:p>
            <a:pPr marL="0" marR="0" lvl="0" indent="0" algn="ctr" defTabSz="914400" rtl="0" eaLnBrk="1" fontAlgn="base" latinLnBrk="0" hangingPunct="1">
              <a:lnSpc>
                <a:spcPct val="100000"/>
              </a:lnSpc>
              <a:spcBef>
                <a:spcPct val="50000"/>
              </a:spcBef>
              <a:spcAft>
                <a:spcPct val="0"/>
              </a:spcAft>
              <a:buClrTx/>
              <a:buSzTx/>
              <a:buFontTx/>
              <a:buNone/>
              <a:tabLst/>
              <a:defRPr/>
            </a:pPr>
            <a:endParaRPr kumimoji="1" lang="en-US" altLang="zh-CN" sz="1400" b="0" i="0" u="none" strike="noStrike" kern="1200" cap="none" spc="0" normalizeH="0" baseline="0" noProof="0" smtClean="0">
              <a:ln>
                <a:noFill/>
              </a:ln>
              <a:solidFill>
                <a:srgbClr val="000000"/>
              </a:solidFill>
              <a:effectLst/>
              <a:uLnTx/>
              <a:uFillTx/>
              <a:latin typeface="Times New Roman"/>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50000"/>
              </a:spcBef>
              <a:spcAft>
                <a:spcPct val="0"/>
              </a:spcAft>
              <a:buClrTx/>
              <a:buSzTx/>
              <a:buFontTx/>
              <a:buNone/>
              <a:tabLst/>
              <a:defRPr/>
            </a:pPr>
            <a:fld id="{65CF84D0-BA47-43D9-B824-796D32819728}" type="slidenum">
              <a:rPr kumimoji="1" lang="en-US" altLang="zh-CN" sz="1400" b="0" i="0" u="none" strike="noStrike" kern="1200" cap="none" spc="0" normalizeH="0" baseline="0" noProof="0" smtClean="0">
                <a:ln>
                  <a:noFill/>
                </a:ln>
                <a:solidFill>
                  <a:srgbClr val="000000"/>
                </a:solidFill>
                <a:effectLst/>
                <a:uLnTx/>
                <a:uFillTx/>
                <a:latin typeface="Times New Roman"/>
                <a:ea typeface="宋体" panose="02010600030101010101" pitchFamily="2" charset="-122"/>
                <a:cs typeface="+mn-cs"/>
              </a:rPr>
              <a:pPr marL="0" marR="0" lvl="0" indent="0" algn="r" defTabSz="914400" rtl="0" eaLnBrk="1" fontAlgn="base" latinLnBrk="0" hangingPunct="1">
                <a:lnSpc>
                  <a:spcPct val="100000"/>
                </a:lnSpc>
                <a:spcBef>
                  <a:spcPct val="50000"/>
                </a:spcBef>
                <a:spcAft>
                  <a:spcPct val="0"/>
                </a:spcAft>
                <a:buClrTx/>
                <a:buSzTx/>
                <a:buFontTx/>
                <a:buNone/>
                <a:tabLst/>
                <a:defRPr/>
              </a:pPr>
              <a:t>‹#›</a:t>
            </a:fld>
            <a:endParaRPr kumimoji="1" lang="en-US" altLang="zh-CN" sz="1400" b="0" i="0" u="none" strike="noStrike" kern="1200" cap="none" spc="0" normalizeH="0" baseline="0" noProof="0" smtClean="0">
              <a:ln>
                <a:noFill/>
              </a:ln>
              <a:solidFill>
                <a:srgbClr val="000000"/>
              </a:solidFill>
              <a:effectLst/>
              <a:uLnTx/>
              <a:uFillTx/>
              <a:latin typeface="Times New Roman"/>
              <a:ea typeface="宋体" panose="02010600030101010101" pitchFamily="2" charset="-122"/>
              <a:cs typeface="+mn-cs"/>
            </a:endParaRPr>
          </a:p>
        </p:txBody>
      </p:sp>
    </p:spTree>
    <p:extLst>
      <p:ext uri="{BB962C8B-B14F-4D97-AF65-F5344CB8AC3E}">
        <p14:creationId xmlns:p14="http://schemas.microsoft.com/office/powerpoint/2010/main" val="1263937139"/>
      </p:ext>
    </p:extLst>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en-US" altLang="zh-CN" sz="1400" b="0" i="0" u="none" strike="noStrike" kern="1200" cap="none" spc="0" normalizeH="0" baseline="0" noProof="0" smtClean="0">
              <a:ln>
                <a:noFill/>
              </a:ln>
              <a:solidFill>
                <a:srgbClr val="000000"/>
              </a:solidFill>
              <a:effectLst/>
              <a:uLnTx/>
              <a:uFillTx/>
              <a:latin typeface="Times New Roman"/>
              <a:ea typeface="宋体" panose="02010600030101010101" pitchFamily="2" charset="-122"/>
              <a:cs typeface="+mn-cs"/>
            </a:endParaRPr>
          </a:p>
        </p:txBody>
      </p:sp>
      <p:sp>
        <p:nvSpPr>
          <p:cNvPr id="3" name="页脚占位符 2"/>
          <p:cNvSpPr>
            <a:spLocks noGrp="1"/>
          </p:cNvSpPr>
          <p:nvPr>
            <p:ph type="ftr" sz="quarter" idx="11"/>
          </p:nvPr>
        </p:nvSpPr>
        <p:spPr/>
        <p:txBody>
          <a:bodyPr/>
          <a:lstStyle>
            <a:lvl1pPr>
              <a:defRPr/>
            </a:lvl1pPr>
          </a:lstStyle>
          <a:p>
            <a:pPr marL="0" marR="0" lvl="0" indent="0" algn="ctr" defTabSz="914400" rtl="0" eaLnBrk="1" fontAlgn="base" latinLnBrk="0" hangingPunct="1">
              <a:lnSpc>
                <a:spcPct val="100000"/>
              </a:lnSpc>
              <a:spcBef>
                <a:spcPct val="50000"/>
              </a:spcBef>
              <a:spcAft>
                <a:spcPct val="0"/>
              </a:spcAft>
              <a:buClrTx/>
              <a:buSzTx/>
              <a:buFontTx/>
              <a:buNone/>
              <a:tabLst/>
              <a:defRPr/>
            </a:pPr>
            <a:endParaRPr kumimoji="1" lang="en-US" altLang="zh-CN" sz="1400" b="0" i="0" u="none" strike="noStrike" kern="1200" cap="none" spc="0" normalizeH="0" baseline="0" noProof="0" smtClean="0">
              <a:ln>
                <a:noFill/>
              </a:ln>
              <a:solidFill>
                <a:srgbClr val="000000"/>
              </a:solidFill>
              <a:effectLst/>
              <a:uLnTx/>
              <a:uFillTx/>
              <a:latin typeface="Times New Roman"/>
              <a:ea typeface="宋体" panose="02010600030101010101" pitchFamily="2" charset="-122"/>
              <a:cs typeface="+mn-cs"/>
            </a:endParaRPr>
          </a:p>
        </p:txBody>
      </p:sp>
      <p:sp>
        <p:nvSpPr>
          <p:cNvPr id="4" name="灯片编号占位符 3"/>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50000"/>
              </a:spcBef>
              <a:spcAft>
                <a:spcPct val="0"/>
              </a:spcAft>
              <a:buClrTx/>
              <a:buSzTx/>
              <a:buFontTx/>
              <a:buNone/>
              <a:tabLst/>
              <a:defRPr/>
            </a:pPr>
            <a:fld id="{F1ADF1A5-7665-4134-9D97-1A6329CD6F62}" type="slidenum">
              <a:rPr kumimoji="1" lang="en-US" altLang="zh-CN" sz="1400" b="0" i="0" u="none" strike="noStrike" kern="1200" cap="none" spc="0" normalizeH="0" baseline="0" noProof="0" smtClean="0">
                <a:ln>
                  <a:noFill/>
                </a:ln>
                <a:solidFill>
                  <a:srgbClr val="000000"/>
                </a:solidFill>
                <a:effectLst/>
                <a:uLnTx/>
                <a:uFillTx/>
                <a:latin typeface="Times New Roman"/>
                <a:ea typeface="宋体" panose="02010600030101010101" pitchFamily="2" charset="-122"/>
                <a:cs typeface="+mn-cs"/>
              </a:rPr>
              <a:pPr marL="0" marR="0" lvl="0" indent="0" algn="r" defTabSz="914400" rtl="0" eaLnBrk="1" fontAlgn="base" latinLnBrk="0" hangingPunct="1">
                <a:lnSpc>
                  <a:spcPct val="100000"/>
                </a:lnSpc>
                <a:spcBef>
                  <a:spcPct val="50000"/>
                </a:spcBef>
                <a:spcAft>
                  <a:spcPct val="0"/>
                </a:spcAft>
                <a:buClrTx/>
                <a:buSzTx/>
                <a:buFontTx/>
                <a:buNone/>
                <a:tabLst/>
                <a:defRPr/>
              </a:pPr>
              <a:t>‹#›</a:t>
            </a:fld>
            <a:endParaRPr kumimoji="1" lang="en-US" altLang="zh-CN" sz="1400" b="0" i="0" u="none" strike="noStrike" kern="1200" cap="none" spc="0" normalizeH="0" baseline="0" noProof="0" smtClean="0">
              <a:ln>
                <a:noFill/>
              </a:ln>
              <a:solidFill>
                <a:srgbClr val="000000"/>
              </a:solidFill>
              <a:effectLst/>
              <a:uLnTx/>
              <a:uFillTx/>
              <a:latin typeface="Times New Roman"/>
              <a:ea typeface="宋体" panose="02010600030101010101" pitchFamily="2" charset="-122"/>
              <a:cs typeface="+mn-cs"/>
            </a:endParaRPr>
          </a:p>
        </p:txBody>
      </p:sp>
    </p:spTree>
    <p:extLst>
      <p:ext uri="{BB962C8B-B14F-4D97-AF65-F5344CB8AC3E}">
        <p14:creationId xmlns:p14="http://schemas.microsoft.com/office/powerpoint/2010/main" val="1540312430"/>
      </p:ext>
    </p:extLst>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p>
        </p:txBody>
      </p:sp>
      <p:sp>
        <p:nvSpPr>
          <p:cNvPr id="5" name="日期占位符 4"/>
          <p:cNvSpPr>
            <a:spLocks noGrp="1"/>
          </p:cNvSpPr>
          <p:nvPr>
            <p:ph type="dt" sz="half" idx="10"/>
          </p:nvPr>
        </p:nvSpPr>
        <p:spPr/>
        <p:txBody>
          <a:bodyPr/>
          <a:lstStyle>
            <a:lvl1pPr>
              <a:defRPr/>
            </a:lvl1pP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en-US" altLang="zh-CN" sz="1400" b="0" i="0" u="none" strike="noStrike" kern="1200" cap="none" spc="0" normalizeH="0" baseline="0" noProof="0" smtClean="0">
              <a:ln>
                <a:noFill/>
              </a:ln>
              <a:solidFill>
                <a:srgbClr val="000000"/>
              </a:solidFill>
              <a:effectLst/>
              <a:uLnTx/>
              <a:uFillTx/>
              <a:latin typeface="Times New Roman"/>
              <a:ea typeface="宋体" panose="02010600030101010101" pitchFamily="2" charset="-122"/>
              <a:cs typeface="+mn-cs"/>
            </a:endParaRPr>
          </a:p>
        </p:txBody>
      </p:sp>
      <p:sp>
        <p:nvSpPr>
          <p:cNvPr id="6" name="页脚占位符 5"/>
          <p:cNvSpPr>
            <a:spLocks noGrp="1"/>
          </p:cNvSpPr>
          <p:nvPr>
            <p:ph type="ftr" sz="quarter" idx="11"/>
          </p:nvPr>
        </p:nvSpPr>
        <p:spPr/>
        <p:txBody>
          <a:bodyPr/>
          <a:lstStyle>
            <a:lvl1pPr>
              <a:defRPr/>
            </a:lvl1pPr>
          </a:lstStyle>
          <a:p>
            <a:pPr marL="0" marR="0" lvl="0" indent="0" algn="ctr" defTabSz="914400" rtl="0" eaLnBrk="1" fontAlgn="base" latinLnBrk="0" hangingPunct="1">
              <a:lnSpc>
                <a:spcPct val="100000"/>
              </a:lnSpc>
              <a:spcBef>
                <a:spcPct val="50000"/>
              </a:spcBef>
              <a:spcAft>
                <a:spcPct val="0"/>
              </a:spcAft>
              <a:buClrTx/>
              <a:buSzTx/>
              <a:buFontTx/>
              <a:buNone/>
              <a:tabLst/>
              <a:defRPr/>
            </a:pPr>
            <a:endParaRPr kumimoji="1" lang="en-US" altLang="zh-CN" sz="1400" b="0" i="0" u="none" strike="noStrike" kern="1200" cap="none" spc="0" normalizeH="0" baseline="0" noProof="0" smtClean="0">
              <a:ln>
                <a:noFill/>
              </a:ln>
              <a:solidFill>
                <a:srgbClr val="000000"/>
              </a:solidFill>
              <a:effectLst/>
              <a:uLnTx/>
              <a:uFillTx/>
              <a:latin typeface="Times New Roman"/>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50000"/>
              </a:spcBef>
              <a:spcAft>
                <a:spcPct val="0"/>
              </a:spcAft>
              <a:buClrTx/>
              <a:buSzTx/>
              <a:buFontTx/>
              <a:buNone/>
              <a:tabLst/>
              <a:defRPr/>
            </a:pPr>
            <a:fld id="{973916C7-708B-4B89-9567-7F3D6A9038B1}" type="slidenum">
              <a:rPr kumimoji="1" lang="en-US" altLang="zh-CN" sz="1400" b="0" i="0" u="none" strike="noStrike" kern="1200" cap="none" spc="0" normalizeH="0" baseline="0" noProof="0" smtClean="0">
                <a:ln>
                  <a:noFill/>
                </a:ln>
                <a:solidFill>
                  <a:srgbClr val="000000"/>
                </a:solidFill>
                <a:effectLst/>
                <a:uLnTx/>
                <a:uFillTx/>
                <a:latin typeface="Times New Roman"/>
                <a:ea typeface="宋体" panose="02010600030101010101" pitchFamily="2" charset="-122"/>
                <a:cs typeface="+mn-cs"/>
              </a:rPr>
              <a:pPr marL="0" marR="0" lvl="0" indent="0" algn="r" defTabSz="914400" rtl="0" eaLnBrk="1" fontAlgn="base" latinLnBrk="0" hangingPunct="1">
                <a:lnSpc>
                  <a:spcPct val="100000"/>
                </a:lnSpc>
                <a:spcBef>
                  <a:spcPct val="50000"/>
                </a:spcBef>
                <a:spcAft>
                  <a:spcPct val="0"/>
                </a:spcAft>
                <a:buClrTx/>
                <a:buSzTx/>
                <a:buFontTx/>
                <a:buNone/>
                <a:tabLst/>
                <a:defRPr/>
              </a:pPr>
              <a:t>‹#›</a:t>
            </a:fld>
            <a:endParaRPr kumimoji="1" lang="en-US" altLang="zh-CN" sz="1400" b="0" i="0" u="none" strike="noStrike" kern="1200" cap="none" spc="0" normalizeH="0" baseline="0" noProof="0" smtClean="0">
              <a:ln>
                <a:noFill/>
              </a:ln>
              <a:solidFill>
                <a:srgbClr val="000000"/>
              </a:solidFill>
              <a:effectLst/>
              <a:uLnTx/>
              <a:uFillTx/>
              <a:latin typeface="Times New Roman"/>
              <a:ea typeface="宋体" panose="02010600030101010101" pitchFamily="2" charset="-122"/>
              <a:cs typeface="+mn-cs"/>
            </a:endParaRPr>
          </a:p>
        </p:txBody>
      </p:sp>
    </p:spTree>
    <p:extLst>
      <p:ext uri="{BB962C8B-B14F-4D97-AF65-F5344CB8AC3E}">
        <p14:creationId xmlns:p14="http://schemas.microsoft.com/office/powerpoint/2010/main" val="3971613734"/>
      </p:ext>
    </p:extLst>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p>
        </p:txBody>
      </p:sp>
      <p:sp>
        <p:nvSpPr>
          <p:cNvPr id="5" name="日期占位符 4"/>
          <p:cNvSpPr>
            <a:spLocks noGrp="1"/>
          </p:cNvSpPr>
          <p:nvPr>
            <p:ph type="dt" sz="half" idx="10"/>
          </p:nvPr>
        </p:nvSpPr>
        <p:spPr/>
        <p:txBody>
          <a:bodyPr/>
          <a:lstStyle>
            <a:lvl1pPr>
              <a:defRPr/>
            </a:lvl1pP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en-US" altLang="zh-CN" sz="1400" b="0" i="0" u="none" strike="noStrike" kern="1200" cap="none" spc="0" normalizeH="0" baseline="0" noProof="0" smtClean="0">
              <a:ln>
                <a:noFill/>
              </a:ln>
              <a:solidFill>
                <a:srgbClr val="000000"/>
              </a:solidFill>
              <a:effectLst/>
              <a:uLnTx/>
              <a:uFillTx/>
              <a:latin typeface="Times New Roman"/>
              <a:ea typeface="宋体" panose="02010600030101010101" pitchFamily="2" charset="-122"/>
              <a:cs typeface="+mn-cs"/>
            </a:endParaRPr>
          </a:p>
        </p:txBody>
      </p:sp>
      <p:sp>
        <p:nvSpPr>
          <p:cNvPr id="6" name="页脚占位符 5"/>
          <p:cNvSpPr>
            <a:spLocks noGrp="1"/>
          </p:cNvSpPr>
          <p:nvPr>
            <p:ph type="ftr" sz="quarter" idx="11"/>
          </p:nvPr>
        </p:nvSpPr>
        <p:spPr/>
        <p:txBody>
          <a:bodyPr/>
          <a:lstStyle>
            <a:lvl1pPr>
              <a:defRPr/>
            </a:lvl1pPr>
          </a:lstStyle>
          <a:p>
            <a:pPr marL="0" marR="0" lvl="0" indent="0" algn="ctr" defTabSz="914400" rtl="0" eaLnBrk="1" fontAlgn="base" latinLnBrk="0" hangingPunct="1">
              <a:lnSpc>
                <a:spcPct val="100000"/>
              </a:lnSpc>
              <a:spcBef>
                <a:spcPct val="50000"/>
              </a:spcBef>
              <a:spcAft>
                <a:spcPct val="0"/>
              </a:spcAft>
              <a:buClrTx/>
              <a:buSzTx/>
              <a:buFontTx/>
              <a:buNone/>
              <a:tabLst/>
              <a:defRPr/>
            </a:pPr>
            <a:endParaRPr kumimoji="1" lang="en-US" altLang="zh-CN" sz="1400" b="0" i="0" u="none" strike="noStrike" kern="1200" cap="none" spc="0" normalizeH="0" baseline="0" noProof="0" smtClean="0">
              <a:ln>
                <a:noFill/>
              </a:ln>
              <a:solidFill>
                <a:srgbClr val="000000"/>
              </a:solidFill>
              <a:effectLst/>
              <a:uLnTx/>
              <a:uFillTx/>
              <a:latin typeface="Times New Roman"/>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50000"/>
              </a:spcBef>
              <a:spcAft>
                <a:spcPct val="0"/>
              </a:spcAft>
              <a:buClrTx/>
              <a:buSzTx/>
              <a:buFontTx/>
              <a:buNone/>
              <a:tabLst/>
              <a:defRPr/>
            </a:pPr>
            <a:fld id="{D54CCB9D-B89F-4383-B6D5-CEB08ACDFA1A}" type="slidenum">
              <a:rPr kumimoji="1" lang="en-US" altLang="zh-CN" sz="1400" b="0" i="0" u="none" strike="noStrike" kern="1200" cap="none" spc="0" normalizeH="0" baseline="0" noProof="0" smtClean="0">
                <a:ln>
                  <a:noFill/>
                </a:ln>
                <a:solidFill>
                  <a:srgbClr val="000000"/>
                </a:solidFill>
                <a:effectLst/>
                <a:uLnTx/>
                <a:uFillTx/>
                <a:latin typeface="Times New Roman"/>
                <a:ea typeface="宋体" panose="02010600030101010101" pitchFamily="2" charset="-122"/>
                <a:cs typeface="+mn-cs"/>
              </a:rPr>
              <a:pPr marL="0" marR="0" lvl="0" indent="0" algn="r" defTabSz="914400" rtl="0" eaLnBrk="1" fontAlgn="base" latinLnBrk="0" hangingPunct="1">
                <a:lnSpc>
                  <a:spcPct val="100000"/>
                </a:lnSpc>
                <a:spcBef>
                  <a:spcPct val="50000"/>
                </a:spcBef>
                <a:spcAft>
                  <a:spcPct val="0"/>
                </a:spcAft>
                <a:buClrTx/>
                <a:buSzTx/>
                <a:buFontTx/>
                <a:buNone/>
                <a:tabLst/>
                <a:defRPr/>
              </a:pPr>
              <a:t>‹#›</a:t>
            </a:fld>
            <a:endParaRPr kumimoji="1" lang="en-US" altLang="zh-CN" sz="1400" b="0" i="0" u="none" strike="noStrike" kern="1200" cap="none" spc="0" normalizeH="0" baseline="0" noProof="0" smtClean="0">
              <a:ln>
                <a:noFill/>
              </a:ln>
              <a:solidFill>
                <a:srgbClr val="000000"/>
              </a:solidFill>
              <a:effectLst/>
              <a:uLnTx/>
              <a:uFillTx/>
              <a:latin typeface="Times New Roman"/>
              <a:ea typeface="宋体" panose="02010600030101010101" pitchFamily="2" charset="-122"/>
              <a:cs typeface="+mn-cs"/>
            </a:endParaRPr>
          </a:p>
        </p:txBody>
      </p:sp>
    </p:spTree>
    <p:extLst>
      <p:ext uri="{BB962C8B-B14F-4D97-AF65-F5344CB8AC3E}">
        <p14:creationId xmlns:p14="http://schemas.microsoft.com/office/powerpoint/2010/main" val="2029678296"/>
      </p:ext>
    </p:extLst>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en-US" altLang="zh-CN" sz="1400" b="0" i="0" u="none" strike="noStrike" kern="1200" cap="none" spc="0" normalizeH="0" baseline="0" noProof="0" smtClean="0">
              <a:ln>
                <a:noFill/>
              </a:ln>
              <a:solidFill>
                <a:srgbClr val="000000"/>
              </a:solidFill>
              <a:effectLst/>
              <a:uLnTx/>
              <a:uFillTx/>
              <a:latin typeface="Times New Roman"/>
              <a:ea typeface="宋体" panose="02010600030101010101" pitchFamily="2" charset="-122"/>
              <a:cs typeface="+mn-cs"/>
            </a:endParaRPr>
          </a:p>
        </p:txBody>
      </p:sp>
      <p:sp>
        <p:nvSpPr>
          <p:cNvPr id="5" name="页脚占位符 4"/>
          <p:cNvSpPr>
            <a:spLocks noGrp="1"/>
          </p:cNvSpPr>
          <p:nvPr>
            <p:ph type="ftr" sz="quarter" idx="11"/>
          </p:nvPr>
        </p:nvSpPr>
        <p:spPr/>
        <p:txBody>
          <a:bodyPr/>
          <a:lstStyle>
            <a:lvl1pPr>
              <a:defRPr/>
            </a:lvl1pPr>
          </a:lstStyle>
          <a:p>
            <a:pPr marL="0" marR="0" lvl="0" indent="0" algn="ctr" defTabSz="914400" rtl="0" eaLnBrk="1" fontAlgn="base" latinLnBrk="0" hangingPunct="1">
              <a:lnSpc>
                <a:spcPct val="100000"/>
              </a:lnSpc>
              <a:spcBef>
                <a:spcPct val="50000"/>
              </a:spcBef>
              <a:spcAft>
                <a:spcPct val="0"/>
              </a:spcAft>
              <a:buClrTx/>
              <a:buSzTx/>
              <a:buFontTx/>
              <a:buNone/>
              <a:tabLst/>
              <a:defRPr/>
            </a:pPr>
            <a:endParaRPr kumimoji="1" lang="en-US" altLang="zh-CN" sz="1400" b="0" i="0" u="none" strike="noStrike" kern="1200" cap="none" spc="0" normalizeH="0" baseline="0" noProof="0" smtClean="0">
              <a:ln>
                <a:noFill/>
              </a:ln>
              <a:solidFill>
                <a:srgbClr val="000000"/>
              </a:solidFill>
              <a:effectLst/>
              <a:uLnTx/>
              <a:uFillTx/>
              <a:latin typeface="Times New Roman"/>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50000"/>
              </a:spcBef>
              <a:spcAft>
                <a:spcPct val="0"/>
              </a:spcAft>
              <a:buClrTx/>
              <a:buSzTx/>
              <a:buFontTx/>
              <a:buNone/>
              <a:tabLst/>
              <a:defRPr/>
            </a:pPr>
            <a:fld id="{D27735A1-2231-4A6F-966A-D62E7DCB62F5}" type="slidenum">
              <a:rPr kumimoji="1" lang="en-US" altLang="zh-CN" sz="1400" b="0" i="0" u="none" strike="noStrike" kern="1200" cap="none" spc="0" normalizeH="0" baseline="0" noProof="0" smtClean="0">
                <a:ln>
                  <a:noFill/>
                </a:ln>
                <a:solidFill>
                  <a:srgbClr val="000000"/>
                </a:solidFill>
                <a:effectLst/>
                <a:uLnTx/>
                <a:uFillTx/>
                <a:latin typeface="Times New Roman"/>
                <a:ea typeface="宋体" panose="02010600030101010101" pitchFamily="2" charset="-122"/>
                <a:cs typeface="+mn-cs"/>
              </a:rPr>
              <a:pPr marL="0" marR="0" lvl="0" indent="0" algn="r" defTabSz="914400" rtl="0" eaLnBrk="1" fontAlgn="base" latinLnBrk="0" hangingPunct="1">
                <a:lnSpc>
                  <a:spcPct val="100000"/>
                </a:lnSpc>
                <a:spcBef>
                  <a:spcPct val="50000"/>
                </a:spcBef>
                <a:spcAft>
                  <a:spcPct val="0"/>
                </a:spcAft>
                <a:buClrTx/>
                <a:buSzTx/>
                <a:buFontTx/>
                <a:buNone/>
                <a:tabLst/>
                <a:defRPr/>
              </a:pPr>
              <a:t>‹#›</a:t>
            </a:fld>
            <a:endParaRPr kumimoji="1" lang="en-US" altLang="zh-CN" sz="1400" b="0" i="0" u="none" strike="noStrike" kern="1200" cap="none" spc="0" normalizeH="0" baseline="0" noProof="0" smtClean="0">
              <a:ln>
                <a:noFill/>
              </a:ln>
              <a:solidFill>
                <a:srgbClr val="000000"/>
              </a:solidFill>
              <a:effectLst/>
              <a:uLnTx/>
              <a:uFillTx/>
              <a:latin typeface="Times New Roman"/>
              <a:ea typeface="宋体" panose="02010600030101010101" pitchFamily="2" charset="-122"/>
              <a:cs typeface="+mn-cs"/>
            </a:endParaRPr>
          </a:p>
        </p:txBody>
      </p:sp>
    </p:spTree>
    <p:extLst>
      <p:ext uri="{BB962C8B-B14F-4D97-AF65-F5344CB8AC3E}">
        <p14:creationId xmlns:p14="http://schemas.microsoft.com/office/powerpoint/2010/main" val="2785465430"/>
      </p:ext>
    </p:extLst>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609600"/>
            <a:ext cx="1943100" cy="54864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85800" y="609600"/>
            <a:ext cx="5676900" cy="5486400"/>
          </a:xfrm>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en-US" altLang="zh-CN" sz="1400" b="0" i="0" u="none" strike="noStrike" kern="1200" cap="none" spc="0" normalizeH="0" baseline="0" noProof="0" smtClean="0">
              <a:ln>
                <a:noFill/>
              </a:ln>
              <a:solidFill>
                <a:srgbClr val="000000"/>
              </a:solidFill>
              <a:effectLst/>
              <a:uLnTx/>
              <a:uFillTx/>
              <a:latin typeface="Times New Roman"/>
              <a:ea typeface="宋体" panose="02010600030101010101" pitchFamily="2" charset="-122"/>
              <a:cs typeface="+mn-cs"/>
            </a:endParaRPr>
          </a:p>
        </p:txBody>
      </p:sp>
      <p:sp>
        <p:nvSpPr>
          <p:cNvPr id="5" name="页脚占位符 4"/>
          <p:cNvSpPr>
            <a:spLocks noGrp="1"/>
          </p:cNvSpPr>
          <p:nvPr>
            <p:ph type="ftr" sz="quarter" idx="11"/>
          </p:nvPr>
        </p:nvSpPr>
        <p:spPr/>
        <p:txBody>
          <a:bodyPr/>
          <a:lstStyle>
            <a:lvl1pPr>
              <a:defRPr/>
            </a:lvl1pPr>
          </a:lstStyle>
          <a:p>
            <a:pPr marL="0" marR="0" lvl="0" indent="0" algn="ctr" defTabSz="914400" rtl="0" eaLnBrk="1" fontAlgn="base" latinLnBrk="0" hangingPunct="1">
              <a:lnSpc>
                <a:spcPct val="100000"/>
              </a:lnSpc>
              <a:spcBef>
                <a:spcPct val="50000"/>
              </a:spcBef>
              <a:spcAft>
                <a:spcPct val="0"/>
              </a:spcAft>
              <a:buClrTx/>
              <a:buSzTx/>
              <a:buFontTx/>
              <a:buNone/>
              <a:tabLst/>
              <a:defRPr/>
            </a:pPr>
            <a:endParaRPr kumimoji="1" lang="en-US" altLang="zh-CN" sz="1400" b="0" i="0" u="none" strike="noStrike" kern="1200" cap="none" spc="0" normalizeH="0" baseline="0" noProof="0" smtClean="0">
              <a:ln>
                <a:noFill/>
              </a:ln>
              <a:solidFill>
                <a:srgbClr val="000000"/>
              </a:solidFill>
              <a:effectLst/>
              <a:uLnTx/>
              <a:uFillTx/>
              <a:latin typeface="Times New Roman"/>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50000"/>
              </a:spcBef>
              <a:spcAft>
                <a:spcPct val="0"/>
              </a:spcAft>
              <a:buClrTx/>
              <a:buSzTx/>
              <a:buFontTx/>
              <a:buNone/>
              <a:tabLst/>
              <a:defRPr/>
            </a:pPr>
            <a:fld id="{6CF53553-6DC7-4622-9309-A0045A1FF7CB}" type="slidenum">
              <a:rPr kumimoji="1" lang="en-US" altLang="zh-CN" sz="1400" b="0" i="0" u="none" strike="noStrike" kern="1200" cap="none" spc="0" normalizeH="0" baseline="0" noProof="0" smtClean="0">
                <a:ln>
                  <a:noFill/>
                </a:ln>
                <a:solidFill>
                  <a:srgbClr val="000000"/>
                </a:solidFill>
                <a:effectLst/>
                <a:uLnTx/>
                <a:uFillTx/>
                <a:latin typeface="Times New Roman"/>
                <a:ea typeface="宋体" panose="02010600030101010101" pitchFamily="2" charset="-122"/>
                <a:cs typeface="+mn-cs"/>
              </a:rPr>
              <a:pPr marL="0" marR="0" lvl="0" indent="0" algn="r" defTabSz="914400" rtl="0" eaLnBrk="1" fontAlgn="base" latinLnBrk="0" hangingPunct="1">
                <a:lnSpc>
                  <a:spcPct val="100000"/>
                </a:lnSpc>
                <a:spcBef>
                  <a:spcPct val="50000"/>
                </a:spcBef>
                <a:spcAft>
                  <a:spcPct val="0"/>
                </a:spcAft>
                <a:buClrTx/>
                <a:buSzTx/>
                <a:buFontTx/>
                <a:buNone/>
                <a:tabLst/>
                <a:defRPr/>
              </a:pPr>
              <a:t>‹#›</a:t>
            </a:fld>
            <a:endParaRPr kumimoji="1" lang="en-US" altLang="zh-CN" sz="1400" b="0" i="0" u="none" strike="noStrike" kern="1200" cap="none" spc="0" normalizeH="0" baseline="0" noProof="0" smtClean="0">
              <a:ln>
                <a:noFill/>
              </a:ln>
              <a:solidFill>
                <a:srgbClr val="000000"/>
              </a:solidFill>
              <a:effectLst/>
              <a:uLnTx/>
              <a:uFillTx/>
              <a:latin typeface="Times New Roman"/>
              <a:ea typeface="宋体" panose="02010600030101010101" pitchFamily="2" charset="-122"/>
              <a:cs typeface="+mn-cs"/>
            </a:endParaRPr>
          </a:p>
        </p:txBody>
      </p:sp>
    </p:spTree>
    <p:extLst>
      <p:ext uri="{BB962C8B-B14F-4D97-AF65-F5344CB8AC3E}">
        <p14:creationId xmlns:p14="http://schemas.microsoft.com/office/powerpoint/2010/main" val="3597410092"/>
      </p:ext>
    </p:extLst>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单击以编辑母版副标题样式</a:t>
            </a:r>
            <a:endParaRPr lang="zh-CN" altLang="en-US"/>
          </a:p>
        </p:txBody>
      </p:sp>
      <p:sp>
        <p:nvSpPr>
          <p:cNvPr id="4" name="日期占位符 3"/>
          <p:cNvSpPr>
            <a:spLocks noGrp="1"/>
          </p:cNvSpPr>
          <p:nvPr>
            <p:ph type="dt" sz="half" idx="10"/>
          </p:nvPr>
        </p:nvSpPr>
        <p:spPr/>
        <p:txBody>
          <a:bodyPr/>
          <a:lstStyle>
            <a:lvl1pPr>
              <a:defRPr/>
            </a:lvl1pP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en-US" altLang="zh-CN" sz="1400" b="0" i="0" u="none" strike="noStrike" kern="1200" cap="none" spc="0" normalizeH="0" baseline="0" noProof="0" smtClean="0">
              <a:ln>
                <a:noFill/>
              </a:ln>
              <a:solidFill>
                <a:srgbClr val="000000"/>
              </a:solidFill>
              <a:effectLst/>
              <a:uLnTx/>
              <a:uFillTx/>
              <a:latin typeface="Times New Roman"/>
              <a:ea typeface="宋体" panose="02010600030101010101" pitchFamily="2" charset="-122"/>
              <a:cs typeface="+mn-cs"/>
            </a:endParaRPr>
          </a:p>
        </p:txBody>
      </p:sp>
      <p:sp>
        <p:nvSpPr>
          <p:cNvPr id="5" name="页脚占位符 4"/>
          <p:cNvSpPr>
            <a:spLocks noGrp="1"/>
          </p:cNvSpPr>
          <p:nvPr>
            <p:ph type="ftr" sz="quarter" idx="11"/>
          </p:nvPr>
        </p:nvSpPr>
        <p:spPr/>
        <p:txBody>
          <a:bodyPr/>
          <a:lstStyle>
            <a:lvl1pPr>
              <a:defRPr/>
            </a:lvl1pPr>
          </a:lstStyle>
          <a:p>
            <a:pPr marL="0" marR="0" lvl="0" indent="0" algn="ctr" defTabSz="914400" rtl="0" eaLnBrk="1" fontAlgn="base" latinLnBrk="0" hangingPunct="1">
              <a:lnSpc>
                <a:spcPct val="100000"/>
              </a:lnSpc>
              <a:spcBef>
                <a:spcPct val="50000"/>
              </a:spcBef>
              <a:spcAft>
                <a:spcPct val="0"/>
              </a:spcAft>
              <a:buClrTx/>
              <a:buSzTx/>
              <a:buFontTx/>
              <a:buNone/>
              <a:tabLst/>
              <a:defRPr/>
            </a:pPr>
            <a:endParaRPr kumimoji="1" lang="en-US" altLang="zh-CN" sz="1400" b="0" i="0" u="none" strike="noStrike" kern="1200" cap="none" spc="0" normalizeH="0" baseline="0" noProof="0" smtClean="0">
              <a:ln>
                <a:noFill/>
              </a:ln>
              <a:solidFill>
                <a:srgbClr val="000000"/>
              </a:solidFill>
              <a:effectLst/>
              <a:uLnTx/>
              <a:uFillTx/>
              <a:latin typeface="Times New Roman"/>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50000"/>
              </a:spcBef>
              <a:spcAft>
                <a:spcPct val="0"/>
              </a:spcAft>
              <a:buClrTx/>
              <a:buSzTx/>
              <a:buFontTx/>
              <a:buNone/>
              <a:tabLst/>
              <a:defRPr/>
            </a:pPr>
            <a:fld id="{BE33342D-A50E-4B69-ADC2-79D55A9FEFC9}" type="slidenum">
              <a:rPr kumimoji="1" lang="en-US" altLang="zh-CN" sz="1400" b="0" i="0" u="none" strike="noStrike" kern="1200" cap="none" spc="0" normalizeH="0" baseline="0" noProof="0" smtClean="0">
                <a:ln>
                  <a:noFill/>
                </a:ln>
                <a:solidFill>
                  <a:srgbClr val="000000"/>
                </a:solidFill>
                <a:effectLst/>
                <a:uLnTx/>
                <a:uFillTx/>
                <a:latin typeface="Times New Roman"/>
                <a:ea typeface="宋体" panose="02010600030101010101" pitchFamily="2" charset="-122"/>
                <a:cs typeface="+mn-cs"/>
              </a:rPr>
              <a:pPr marL="0" marR="0" lvl="0" indent="0" algn="r" defTabSz="914400" rtl="0" eaLnBrk="1" fontAlgn="base" latinLnBrk="0" hangingPunct="1">
                <a:lnSpc>
                  <a:spcPct val="100000"/>
                </a:lnSpc>
                <a:spcBef>
                  <a:spcPct val="50000"/>
                </a:spcBef>
                <a:spcAft>
                  <a:spcPct val="0"/>
                </a:spcAft>
                <a:buClrTx/>
                <a:buSzTx/>
                <a:buFontTx/>
                <a:buNone/>
                <a:tabLst/>
                <a:defRPr/>
              </a:pPr>
              <a:t>‹#›</a:t>
            </a:fld>
            <a:endParaRPr kumimoji="1" lang="en-US" altLang="zh-CN" sz="1400" b="0" i="0" u="none" strike="noStrike" kern="1200" cap="none" spc="0" normalizeH="0" baseline="0" noProof="0" smtClean="0">
              <a:ln>
                <a:noFill/>
              </a:ln>
              <a:solidFill>
                <a:srgbClr val="000000"/>
              </a:solidFill>
              <a:effectLst/>
              <a:uLnTx/>
              <a:uFillTx/>
              <a:latin typeface="Times New Roman"/>
              <a:ea typeface="宋体" panose="02010600030101010101" pitchFamily="2" charset="-122"/>
              <a:cs typeface="+mn-cs"/>
            </a:endParaRPr>
          </a:p>
        </p:txBody>
      </p:sp>
    </p:spTree>
    <p:extLst>
      <p:ext uri="{BB962C8B-B14F-4D97-AF65-F5344CB8AC3E}">
        <p14:creationId xmlns:p14="http://schemas.microsoft.com/office/powerpoint/2010/main" val="584930086"/>
      </p:ext>
    </p:extLst>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en-US" altLang="zh-CN" sz="1400" b="0" i="0" u="none" strike="noStrike" kern="1200" cap="none" spc="0" normalizeH="0" baseline="0" noProof="0" smtClean="0">
              <a:ln>
                <a:noFill/>
              </a:ln>
              <a:solidFill>
                <a:srgbClr val="000000"/>
              </a:solidFill>
              <a:effectLst/>
              <a:uLnTx/>
              <a:uFillTx/>
              <a:latin typeface="Times New Roman"/>
              <a:ea typeface="宋体" panose="02010600030101010101" pitchFamily="2" charset="-122"/>
              <a:cs typeface="+mn-cs"/>
            </a:endParaRPr>
          </a:p>
        </p:txBody>
      </p:sp>
      <p:sp>
        <p:nvSpPr>
          <p:cNvPr id="5" name="页脚占位符 4"/>
          <p:cNvSpPr>
            <a:spLocks noGrp="1"/>
          </p:cNvSpPr>
          <p:nvPr>
            <p:ph type="ftr" sz="quarter" idx="11"/>
          </p:nvPr>
        </p:nvSpPr>
        <p:spPr/>
        <p:txBody>
          <a:bodyPr/>
          <a:lstStyle>
            <a:lvl1pPr>
              <a:defRPr/>
            </a:lvl1pPr>
          </a:lstStyle>
          <a:p>
            <a:pPr marL="0" marR="0" lvl="0" indent="0" algn="ctr" defTabSz="914400" rtl="0" eaLnBrk="1" fontAlgn="base" latinLnBrk="0" hangingPunct="1">
              <a:lnSpc>
                <a:spcPct val="100000"/>
              </a:lnSpc>
              <a:spcBef>
                <a:spcPct val="50000"/>
              </a:spcBef>
              <a:spcAft>
                <a:spcPct val="0"/>
              </a:spcAft>
              <a:buClrTx/>
              <a:buSzTx/>
              <a:buFontTx/>
              <a:buNone/>
              <a:tabLst/>
              <a:defRPr/>
            </a:pPr>
            <a:endParaRPr kumimoji="1" lang="en-US" altLang="zh-CN" sz="1400" b="0" i="0" u="none" strike="noStrike" kern="1200" cap="none" spc="0" normalizeH="0" baseline="0" noProof="0" smtClean="0">
              <a:ln>
                <a:noFill/>
              </a:ln>
              <a:solidFill>
                <a:srgbClr val="000000"/>
              </a:solidFill>
              <a:effectLst/>
              <a:uLnTx/>
              <a:uFillTx/>
              <a:latin typeface="Times New Roman"/>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50000"/>
              </a:spcBef>
              <a:spcAft>
                <a:spcPct val="0"/>
              </a:spcAft>
              <a:buClrTx/>
              <a:buSzTx/>
              <a:buFontTx/>
              <a:buNone/>
              <a:tabLst/>
              <a:defRPr/>
            </a:pPr>
            <a:fld id="{E15F5F98-8494-40CA-A29B-C6B329CCCE76}" type="slidenum">
              <a:rPr kumimoji="1" lang="en-US" altLang="zh-CN" sz="1400" b="0" i="0" u="none" strike="noStrike" kern="1200" cap="none" spc="0" normalizeH="0" baseline="0" noProof="0" smtClean="0">
                <a:ln>
                  <a:noFill/>
                </a:ln>
                <a:solidFill>
                  <a:srgbClr val="000000"/>
                </a:solidFill>
                <a:effectLst/>
                <a:uLnTx/>
                <a:uFillTx/>
                <a:latin typeface="Times New Roman"/>
                <a:ea typeface="宋体" panose="02010600030101010101" pitchFamily="2" charset="-122"/>
                <a:cs typeface="+mn-cs"/>
              </a:rPr>
              <a:pPr marL="0" marR="0" lvl="0" indent="0" algn="r" defTabSz="914400" rtl="0" eaLnBrk="1" fontAlgn="base" latinLnBrk="0" hangingPunct="1">
                <a:lnSpc>
                  <a:spcPct val="100000"/>
                </a:lnSpc>
                <a:spcBef>
                  <a:spcPct val="50000"/>
                </a:spcBef>
                <a:spcAft>
                  <a:spcPct val="0"/>
                </a:spcAft>
                <a:buClrTx/>
                <a:buSzTx/>
                <a:buFontTx/>
                <a:buNone/>
                <a:tabLst/>
                <a:defRPr/>
              </a:pPr>
              <a:t>‹#›</a:t>
            </a:fld>
            <a:endParaRPr kumimoji="1" lang="en-US" altLang="zh-CN" sz="1400" b="0" i="0" u="none" strike="noStrike" kern="1200" cap="none" spc="0" normalizeH="0" baseline="0" noProof="0" smtClean="0">
              <a:ln>
                <a:noFill/>
              </a:ln>
              <a:solidFill>
                <a:srgbClr val="000000"/>
              </a:solidFill>
              <a:effectLst/>
              <a:uLnTx/>
              <a:uFillTx/>
              <a:latin typeface="Times New Roman"/>
              <a:ea typeface="宋体" panose="02010600030101010101" pitchFamily="2" charset="-122"/>
              <a:cs typeface="+mn-cs"/>
            </a:endParaRPr>
          </a:p>
        </p:txBody>
      </p:sp>
    </p:spTree>
    <p:extLst>
      <p:ext uri="{BB962C8B-B14F-4D97-AF65-F5344CB8AC3E}">
        <p14:creationId xmlns:p14="http://schemas.microsoft.com/office/powerpoint/2010/main" val="1180059986"/>
      </p:ext>
    </p:extLst>
  </p:cSld>
  <p:clrMapOvr>
    <a:masterClrMapping/>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smtClean="0"/>
              <a:t>编辑母版文本样式</a:t>
            </a:r>
          </a:p>
        </p:txBody>
      </p:sp>
      <p:sp>
        <p:nvSpPr>
          <p:cNvPr id="4" name="日期占位符 3"/>
          <p:cNvSpPr>
            <a:spLocks noGrp="1"/>
          </p:cNvSpPr>
          <p:nvPr>
            <p:ph type="dt" sz="half" idx="10"/>
          </p:nvPr>
        </p:nvSpPr>
        <p:spPr/>
        <p:txBody>
          <a:bodyPr/>
          <a:lstStyle>
            <a:lvl1pPr>
              <a:defRPr/>
            </a:lvl1pP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en-US" altLang="zh-CN" sz="1400" b="0" i="0" u="none" strike="noStrike" kern="1200" cap="none" spc="0" normalizeH="0" baseline="0" noProof="0" smtClean="0">
              <a:ln>
                <a:noFill/>
              </a:ln>
              <a:solidFill>
                <a:srgbClr val="000000"/>
              </a:solidFill>
              <a:effectLst/>
              <a:uLnTx/>
              <a:uFillTx/>
              <a:latin typeface="Times New Roman"/>
              <a:ea typeface="宋体" panose="02010600030101010101" pitchFamily="2" charset="-122"/>
              <a:cs typeface="+mn-cs"/>
            </a:endParaRPr>
          </a:p>
        </p:txBody>
      </p:sp>
      <p:sp>
        <p:nvSpPr>
          <p:cNvPr id="5" name="页脚占位符 4"/>
          <p:cNvSpPr>
            <a:spLocks noGrp="1"/>
          </p:cNvSpPr>
          <p:nvPr>
            <p:ph type="ftr" sz="quarter" idx="11"/>
          </p:nvPr>
        </p:nvSpPr>
        <p:spPr/>
        <p:txBody>
          <a:bodyPr/>
          <a:lstStyle>
            <a:lvl1pPr>
              <a:defRPr/>
            </a:lvl1pPr>
          </a:lstStyle>
          <a:p>
            <a:pPr marL="0" marR="0" lvl="0" indent="0" algn="ctr" defTabSz="914400" rtl="0" eaLnBrk="1" fontAlgn="base" latinLnBrk="0" hangingPunct="1">
              <a:lnSpc>
                <a:spcPct val="100000"/>
              </a:lnSpc>
              <a:spcBef>
                <a:spcPct val="50000"/>
              </a:spcBef>
              <a:spcAft>
                <a:spcPct val="0"/>
              </a:spcAft>
              <a:buClrTx/>
              <a:buSzTx/>
              <a:buFontTx/>
              <a:buNone/>
              <a:tabLst/>
              <a:defRPr/>
            </a:pPr>
            <a:endParaRPr kumimoji="1" lang="en-US" altLang="zh-CN" sz="1400" b="0" i="0" u="none" strike="noStrike" kern="1200" cap="none" spc="0" normalizeH="0" baseline="0" noProof="0" smtClean="0">
              <a:ln>
                <a:noFill/>
              </a:ln>
              <a:solidFill>
                <a:srgbClr val="000000"/>
              </a:solidFill>
              <a:effectLst/>
              <a:uLnTx/>
              <a:uFillTx/>
              <a:latin typeface="Times New Roman"/>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50000"/>
              </a:spcBef>
              <a:spcAft>
                <a:spcPct val="0"/>
              </a:spcAft>
              <a:buClrTx/>
              <a:buSzTx/>
              <a:buFontTx/>
              <a:buNone/>
              <a:tabLst/>
              <a:defRPr/>
            </a:pPr>
            <a:fld id="{45FA57C0-DF2C-4D33-82E5-63AD784BDB36}" type="slidenum">
              <a:rPr kumimoji="1" lang="en-US" altLang="zh-CN" sz="1400" b="0" i="0" u="none" strike="noStrike" kern="1200" cap="none" spc="0" normalizeH="0" baseline="0" noProof="0" smtClean="0">
                <a:ln>
                  <a:noFill/>
                </a:ln>
                <a:solidFill>
                  <a:srgbClr val="000000"/>
                </a:solidFill>
                <a:effectLst/>
                <a:uLnTx/>
                <a:uFillTx/>
                <a:latin typeface="Times New Roman"/>
                <a:ea typeface="宋体" panose="02010600030101010101" pitchFamily="2" charset="-122"/>
                <a:cs typeface="+mn-cs"/>
              </a:rPr>
              <a:pPr marL="0" marR="0" lvl="0" indent="0" algn="r" defTabSz="914400" rtl="0" eaLnBrk="1" fontAlgn="base" latinLnBrk="0" hangingPunct="1">
                <a:lnSpc>
                  <a:spcPct val="100000"/>
                </a:lnSpc>
                <a:spcBef>
                  <a:spcPct val="50000"/>
                </a:spcBef>
                <a:spcAft>
                  <a:spcPct val="0"/>
                </a:spcAft>
                <a:buClrTx/>
                <a:buSzTx/>
                <a:buFontTx/>
                <a:buNone/>
                <a:tabLst/>
                <a:defRPr/>
              </a:pPr>
              <a:t>‹#›</a:t>
            </a:fld>
            <a:endParaRPr kumimoji="1" lang="en-US" altLang="zh-CN" sz="1400" b="0" i="0" u="none" strike="noStrike" kern="1200" cap="none" spc="0" normalizeH="0" baseline="0" noProof="0" smtClean="0">
              <a:ln>
                <a:noFill/>
              </a:ln>
              <a:solidFill>
                <a:srgbClr val="000000"/>
              </a:solidFill>
              <a:effectLst/>
              <a:uLnTx/>
              <a:uFillTx/>
              <a:latin typeface="Times New Roman"/>
              <a:ea typeface="宋体" panose="02010600030101010101" pitchFamily="2" charset="-122"/>
              <a:cs typeface="+mn-cs"/>
            </a:endParaRPr>
          </a:p>
        </p:txBody>
      </p:sp>
    </p:spTree>
    <p:extLst>
      <p:ext uri="{BB962C8B-B14F-4D97-AF65-F5344CB8AC3E}">
        <p14:creationId xmlns:p14="http://schemas.microsoft.com/office/powerpoint/2010/main" val="2796632170"/>
      </p:ext>
    </p:extLst>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85800" y="1981200"/>
            <a:ext cx="3810000" cy="4114800"/>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981200"/>
            <a:ext cx="3810000" cy="4114800"/>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lvl1pPr>
              <a:defRPr/>
            </a:lvl1pP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en-US" altLang="zh-CN" sz="1400" b="0" i="0" u="none" strike="noStrike" kern="1200" cap="none" spc="0" normalizeH="0" baseline="0" noProof="0" smtClean="0">
              <a:ln>
                <a:noFill/>
              </a:ln>
              <a:solidFill>
                <a:srgbClr val="000000"/>
              </a:solidFill>
              <a:effectLst/>
              <a:uLnTx/>
              <a:uFillTx/>
              <a:latin typeface="Times New Roman"/>
              <a:ea typeface="宋体" panose="02010600030101010101" pitchFamily="2" charset="-122"/>
              <a:cs typeface="+mn-cs"/>
            </a:endParaRPr>
          </a:p>
        </p:txBody>
      </p:sp>
      <p:sp>
        <p:nvSpPr>
          <p:cNvPr id="6" name="页脚占位符 5"/>
          <p:cNvSpPr>
            <a:spLocks noGrp="1"/>
          </p:cNvSpPr>
          <p:nvPr>
            <p:ph type="ftr" sz="quarter" idx="11"/>
          </p:nvPr>
        </p:nvSpPr>
        <p:spPr/>
        <p:txBody>
          <a:bodyPr/>
          <a:lstStyle>
            <a:lvl1pPr>
              <a:defRPr/>
            </a:lvl1pPr>
          </a:lstStyle>
          <a:p>
            <a:pPr marL="0" marR="0" lvl="0" indent="0" algn="ctr" defTabSz="914400" rtl="0" eaLnBrk="1" fontAlgn="base" latinLnBrk="0" hangingPunct="1">
              <a:lnSpc>
                <a:spcPct val="100000"/>
              </a:lnSpc>
              <a:spcBef>
                <a:spcPct val="50000"/>
              </a:spcBef>
              <a:spcAft>
                <a:spcPct val="0"/>
              </a:spcAft>
              <a:buClrTx/>
              <a:buSzTx/>
              <a:buFontTx/>
              <a:buNone/>
              <a:tabLst/>
              <a:defRPr/>
            </a:pPr>
            <a:endParaRPr kumimoji="1" lang="en-US" altLang="zh-CN" sz="1400" b="0" i="0" u="none" strike="noStrike" kern="1200" cap="none" spc="0" normalizeH="0" baseline="0" noProof="0" smtClean="0">
              <a:ln>
                <a:noFill/>
              </a:ln>
              <a:solidFill>
                <a:srgbClr val="000000"/>
              </a:solidFill>
              <a:effectLst/>
              <a:uLnTx/>
              <a:uFillTx/>
              <a:latin typeface="Times New Roman"/>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50000"/>
              </a:spcBef>
              <a:spcAft>
                <a:spcPct val="0"/>
              </a:spcAft>
              <a:buClrTx/>
              <a:buSzTx/>
              <a:buFontTx/>
              <a:buNone/>
              <a:tabLst/>
              <a:defRPr/>
            </a:pPr>
            <a:fld id="{DEEDB303-405B-40EA-9BAF-BC84DE8952D2}" type="slidenum">
              <a:rPr kumimoji="1" lang="en-US" altLang="zh-CN" sz="1400" b="0" i="0" u="none" strike="noStrike" kern="1200" cap="none" spc="0" normalizeH="0" baseline="0" noProof="0" smtClean="0">
                <a:ln>
                  <a:noFill/>
                </a:ln>
                <a:solidFill>
                  <a:srgbClr val="000000"/>
                </a:solidFill>
                <a:effectLst/>
                <a:uLnTx/>
                <a:uFillTx/>
                <a:latin typeface="Times New Roman"/>
                <a:ea typeface="宋体" panose="02010600030101010101" pitchFamily="2" charset="-122"/>
                <a:cs typeface="+mn-cs"/>
              </a:rPr>
              <a:pPr marL="0" marR="0" lvl="0" indent="0" algn="r" defTabSz="914400" rtl="0" eaLnBrk="1" fontAlgn="base" latinLnBrk="0" hangingPunct="1">
                <a:lnSpc>
                  <a:spcPct val="100000"/>
                </a:lnSpc>
                <a:spcBef>
                  <a:spcPct val="50000"/>
                </a:spcBef>
                <a:spcAft>
                  <a:spcPct val="0"/>
                </a:spcAft>
                <a:buClrTx/>
                <a:buSzTx/>
                <a:buFontTx/>
                <a:buNone/>
                <a:tabLst/>
                <a:defRPr/>
              </a:pPr>
              <a:t>‹#›</a:t>
            </a:fld>
            <a:endParaRPr kumimoji="1" lang="en-US" altLang="zh-CN" sz="1400" b="0" i="0" u="none" strike="noStrike" kern="1200" cap="none" spc="0" normalizeH="0" baseline="0" noProof="0" smtClean="0">
              <a:ln>
                <a:noFill/>
              </a:ln>
              <a:solidFill>
                <a:srgbClr val="000000"/>
              </a:solidFill>
              <a:effectLst/>
              <a:uLnTx/>
              <a:uFillTx/>
              <a:latin typeface="Times New Roman"/>
              <a:ea typeface="宋体" panose="02010600030101010101" pitchFamily="2" charset="-122"/>
              <a:cs typeface="+mn-cs"/>
            </a:endParaRPr>
          </a:p>
        </p:txBody>
      </p:sp>
    </p:spTree>
    <p:extLst>
      <p:ext uri="{BB962C8B-B14F-4D97-AF65-F5344CB8AC3E}">
        <p14:creationId xmlns:p14="http://schemas.microsoft.com/office/powerpoint/2010/main" val="1617149903"/>
      </p:ext>
    </p:extLst>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4" name="内容占位符 3"/>
          <p:cNvSpPr>
            <a:spLocks noGrp="1"/>
          </p:cNvSpPr>
          <p:nvPr>
            <p:ph sz="half" idx="2"/>
          </p:nvPr>
        </p:nvSpPr>
        <p:spPr>
          <a:xfrm>
            <a:off x="630238" y="2505075"/>
            <a:ext cx="3868737" cy="368458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6" name="内容占位符 5"/>
          <p:cNvSpPr>
            <a:spLocks noGrp="1"/>
          </p:cNvSpPr>
          <p:nvPr>
            <p:ph sz="quarter" idx="4"/>
          </p:nvPr>
        </p:nvSpPr>
        <p:spPr>
          <a:xfrm>
            <a:off x="4629150" y="2505075"/>
            <a:ext cx="3887788" cy="368458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lvl1pPr>
              <a:defRPr/>
            </a:lvl1pP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en-US" altLang="zh-CN" sz="1400" b="0" i="0" u="none" strike="noStrike" kern="1200" cap="none" spc="0" normalizeH="0" baseline="0" noProof="0" smtClean="0">
              <a:ln>
                <a:noFill/>
              </a:ln>
              <a:solidFill>
                <a:srgbClr val="000000"/>
              </a:solidFill>
              <a:effectLst/>
              <a:uLnTx/>
              <a:uFillTx/>
              <a:latin typeface="Times New Roman"/>
              <a:ea typeface="宋体" panose="02010600030101010101" pitchFamily="2" charset="-122"/>
              <a:cs typeface="+mn-cs"/>
            </a:endParaRPr>
          </a:p>
        </p:txBody>
      </p:sp>
      <p:sp>
        <p:nvSpPr>
          <p:cNvPr id="8" name="页脚占位符 7"/>
          <p:cNvSpPr>
            <a:spLocks noGrp="1"/>
          </p:cNvSpPr>
          <p:nvPr>
            <p:ph type="ftr" sz="quarter" idx="11"/>
          </p:nvPr>
        </p:nvSpPr>
        <p:spPr/>
        <p:txBody>
          <a:bodyPr/>
          <a:lstStyle>
            <a:lvl1pPr>
              <a:defRPr/>
            </a:lvl1pPr>
          </a:lstStyle>
          <a:p>
            <a:pPr marL="0" marR="0" lvl="0" indent="0" algn="ctr" defTabSz="914400" rtl="0" eaLnBrk="1" fontAlgn="base" latinLnBrk="0" hangingPunct="1">
              <a:lnSpc>
                <a:spcPct val="100000"/>
              </a:lnSpc>
              <a:spcBef>
                <a:spcPct val="50000"/>
              </a:spcBef>
              <a:spcAft>
                <a:spcPct val="0"/>
              </a:spcAft>
              <a:buClrTx/>
              <a:buSzTx/>
              <a:buFontTx/>
              <a:buNone/>
              <a:tabLst/>
              <a:defRPr/>
            </a:pPr>
            <a:endParaRPr kumimoji="1" lang="en-US" altLang="zh-CN" sz="1400" b="0" i="0" u="none" strike="noStrike" kern="1200" cap="none" spc="0" normalizeH="0" baseline="0" noProof="0" smtClean="0">
              <a:ln>
                <a:noFill/>
              </a:ln>
              <a:solidFill>
                <a:srgbClr val="000000"/>
              </a:solidFill>
              <a:effectLst/>
              <a:uLnTx/>
              <a:uFillTx/>
              <a:latin typeface="Times New Roman"/>
              <a:ea typeface="宋体" panose="02010600030101010101" pitchFamily="2" charset="-122"/>
              <a:cs typeface="+mn-cs"/>
            </a:endParaRPr>
          </a:p>
        </p:txBody>
      </p:sp>
      <p:sp>
        <p:nvSpPr>
          <p:cNvPr id="9" name="灯片编号占位符 8"/>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50000"/>
              </a:spcBef>
              <a:spcAft>
                <a:spcPct val="0"/>
              </a:spcAft>
              <a:buClrTx/>
              <a:buSzTx/>
              <a:buFontTx/>
              <a:buNone/>
              <a:tabLst/>
              <a:defRPr/>
            </a:pPr>
            <a:fld id="{FE1D130B-07EA-46A3-97A8-BDAFC476520D}" type="slidenum">
              <a:rPr kumimoji="1" lang="en-US" altLang="zh-CN" sz="1400" b="0" i="0" u="none" strike="noStrike" kern="1200" cap="none" spc="0" normalizeH="0" baseline="0" noProof="0" smtClean="0">
                <a:ln>
                  <a:noFill/>
                </a:ln>
                <a:solidFill>
                  <a:srgbClr val="000000"/>
                </a:solidFill>
                <a:effectLst/>
                <a:uLnTx/>
                <a:uFillTx/>
                <a:latin typeface="Times New Roman"/>
                <a:ea typeface="宋体" panose="02010600030101010101" pitchFamily="2" charset="-122"/>
                <a:cs typeface="+mn-cs"/>
              </a:rPr>
              <a:pPr marL="0" marR="0" lvl="0" indent="0" algn="r" defTabSz="914400" rtl="0" eaLnBrk="1" fontAlgn="base" latinLnBrk="0" hangingPunct="1">
                <a:lnSpc>
                  <a:spcPct val="100000"/>
                </a:lnSpc>
                <a:spcBef>
                  <a:spcPct val="50000"/>
                </a:spcBef>
                <a:spcAft>
                  <a:spcPct val="0"/>
                </a:spcAft>
                <a:buClrTx/>
                <a:buSzTx/>
                <a:buFontTx/>
                <a:buNone/>
                <a:tabLst/>
                <a:defRPr/>
              </a:pPr>
              <a:t>‹#›</a:t>
            </a:fld>
            <a:endParaRPr kumimoji="1" lang="en-US" altLang="zh-CN" sz="1400" b="0" i="0" u="none" strike="noStrike" kern="1200" cap="none" spc="0" normalizeH="0" baseline="0" noProof="0" smtClean="0">
              <a:ln>
                <a:noFill/>
              </a:ln>
              <a:solidFill>
                <a:srgbClr val="000000"/>
              </a:solidFill>
              <a:effectLst/>
              <a:uLnTx/>
              <a:uFillTx/>
              <a:latin typeface="Times New Roman"/>
              <a:ea typeface="宋体" panose="02010600030101010101" pitchFamily="2" charset="-122"/>
              <a:cs typeface="+mn-cs"/>
            </a:endParaRPr>
          </a:p>
        </p:txBody>
      </p:sp>
    </p:spTree>
    <p:extLst>
      <p:ext uri="{BB962C8B-B14F-4D97-AF65-F5344CB8AC3E}">
        <p14:creationId xmlns:p14="http://schemas.microsoft.com/office/powerpoint/2010/main" val="408204774"/>
      </p:ext>
    </p:extLst>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en-US" altLang="zh-CN" sz="1400" b="0" i="0" u="none" strike="noStrike" kern="1200" cap="none" spc="0" normalizeH="0" baseline="0" noProof="0" smtClean="0">
              <a:ln>
                <a:noFill/>
              </a:ln>
              <a:solidFill>
                <a:srgbClr val="000000"/>
              </a:solidFill>
              <a:effectLst/>
              <a:uLnTx/>
              <a:uFillTx/>
              <a:latin typeface="Times New Roman"/>
              <a:ea typeface="宋体" panose="02010600030101010101" pitchFamily="2" charset="-122"/>
              <a:cs typeface="+mn-cs"/>
            </a:endParaRPr>
          </a:p>
        </p:txBody>
      </p:sp>
      <p:sp>
        <p:nvSpPr>
          <p:cNvPr id="4" name="页脚占位符 3"/>
          <p:cNvSpPr>
            <a:spLocks noGrp="1"/>
          </p:cNvSpPr>
          <p:nvPr>
            <p:ph type="ftr" sz="quarter" idx="11"/>
          </p:nvPr>
        </p:nvSpPr>
        <p:spPr/>
        <p:txBody>
          <a:bodyPr/>
          <a:lstStyle>
            <a:lvl1pPr>
              <a:defRPr/>
            </a:lvl1pPr>
          </a:lstStyle>
          <a:p>
            <a:pPr marL="0" marR="0" lvl="0" indent="0" algn="ctr" defTabSz="914400" rtl="0" eaLnBrk="1" fontAlgn="base" latinLnBrk="0" hangingPunct="1">
              <a:lnSpc>
                <a:spcPct val="100000"/>
              </a:lnSpc>
              <a:spcBef>
                <a:spcPct val="50000"/>
              </a:spcBef>
              <a:spcAft>
                <a:spcPct val="0"/>
              </a:spcAft>
              <a:buClrTx/>
              <a:buSzTx/>
              <a:buFontTx/>
              <a:buNone/>
              <a:tabLst/>
              <a:defRPr/>
            </a:pPr>
            <a:endParaRPr kumimoji="1" lang="en-US" altLang="zh-CN" sz="1400" b="0" i="0" u="none" strike="noStrike" kern="1200" cap="none" spc="0" normalizeH="0" baseline="0" noProof="0" smtClean="0">
              <a:ln>
                <a:noFill/>
              </a:ln>
              <a:solidFill>
                <a:srgbClr val="000000"/>
              </a:solidFill>
              <a:effectLst/>
              <a:uLnTx/>
              <a:uFillTx/>
              <a:latin typeface="Times New Roman"/>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50000"/>
              </a:spcBef>
              <a:spcAft>
                <a:spcPct val="0"/>
              </a:spcAft>
              <a:buClrTx/>
              <a:buSzTx/>
              <a:buFontTx/>
              <a:buNone/>
              <a:tabLst/>
              <a:defRPr/>
            </a:pPr>
            <a:fld id="{65CF84D0-BA47-43D9-B824-796D32819728}" type="slidenum">
              <a:rPr kumimoji="1" lang="en-US" altLang="zh-CN" sz="1400" b="0" i="0" u="none" strike="noStrike" kern="1200" cap="none" spc="0" normalizeH="0" baseline="0" noProof="0" smtClean="0">
                <a:ln>
                  <a:noFill/>
                </a:ln>
                <a:solidFill>
                  <a:srgbClr val="000000"/>
                </a:solidFill>
                <a:effectLst/>
                <a:uLnTx/>
                <a:uFillTx/>
                <a:latin typeface="Times New Roman"/>
                <a:ea typeface="宋体" panose="02010600030101010101" pitchFamily="2" charset="-122"/>
                <a:cs typeface="+mn-cs"/>
              </a:rPr>
              <a:pPr marL="0" marR="0" lvl="0" indent="0" algn="r" defTabSz="914400" rtl="0" eaLnBrk="1" fontAlgn="base" latinLnBrk="0" hangingPunct="1">
                <a:lnSpc>
                  <a:spcPct val="100000"/>
                </a:lnSpc>
                <a:spcBef>
                  <a:spcPct val="50000"/>
                </a:spcBef>
                <a:spcAft>
                  <a:spcPct val="0"/>
                </a:spcAft>
                <a:buClrTx/>
                <a:buSzTx/>
                <a:buFontTx/>
                <a:buNone/>
                <a:tabLst/>
                <a:defRPr/>
              </a:pPr>
              <a:t>‹#›</a:t>
            </a:fld>
            <a:endParaRPr kumimoji="1" lang="en-US" altLang="zh-CN" sz="1400" b="0" i="0" u="none" strike="noStrike" kern="1200" cap="none" spc="0" normalizeH="0" baseline="0" noProof="0" smtClean="0">
              <a:ln>
                <a:noFill/>
              </a:ln>
              <a:solidFill>
                <a:srgbClr val="000000"/>
              </a:solidFill>
              <a:effectLst/>
              <a:uLnTx/>
              <a:uFillTx/>
              <a:latin typeface="Times New Roman"/>
              <a:ea typeface="宋体" panose="02010600030101010101" pitchFamily="2" charset="-122"/>
              <a:cs typeface="+mn-cs"/>
            </a:endParaRPr>
          </a:p>
        </p:txBody>
      </p:sp>
    </p:spTree>
    <p:extLst>
      <p:ext uri="{BB962C8B-B14F-4D97-AF65-F5344CB8AC3E}">
        <p14:creationId xmlns:p14="http://schemas.microsoft.com/office/powerpoint/2010/main" val="547596555"/>
      </p:ext>
    </p:extLst>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en-US" altLang="zh-CN" sz="1400" b="0" i="0" u="none" strike="noStrike" kern="1200" cap="none" spc="0" normalizeH="0" baseline="0" noProof="0" smtClean="0">
              <a:ln>
                <a:noFill/>
              </a:ln>
              <a:solidFill>
                <a:srgbClr val="000000"/>
              </a:solidFill>
              <a:effectLst/>
              <a:uLnTx/>
              <a:uFillTx/>
              <a:latin typeface="Times New Roman"/>
              <a:ea typeface="宋体" panose="02010600030101010101" pitchFamily="2" charset="-122"/>
              <a:cs typeface="+mn-cs"/>
            </a:endParaRPr>
          </a:p>
        </p:txBody>
      </p:sp>
      <p:sp>
        <p:nvSpPr>
          <p:cNvPr id="3" name="页脚占位符 2"/>
          <p:cNvSpPr>
            <a:spLocks noGrp="1"/>
          </p:cNvSpPr>
          <p:nvPr>
            <p:ph type="ftr" sz="quarter" idx="11"/>
          </p:nvPr>
        </p:nvSpPr>
        <p:spPr/>
        <p:txBody>
          <a:bodyPr/>
          <a:lstStyle>
            <a:lvl1pPr>
              <a:defRPr/>
            </a:lvl1pPr>
          </a:lstStyle>
          <a:p>
            <a:pPr marL="0" marR="0" lvl="0" indent="0" algn="ctr" defTabSz="914400" rtl="0" eaLnBrk="1" fontAlgn="base" latinLnBrk="0" hangingPunct="1">
              <a:lnSpc>
                <a:spcPct val="100000"/>
              </a:lnSpc>
              <a:spcBef>
                <a:spcPct val="50000"/>
              </a:spcBef>
              <a:spcAft>
                <a:spcPct val="0"/>
              </a:spcAft>
              <a:buClrTx/>
              <a:buSzTx/>
              <a:buFontTx/>
              <a:buNone/>
              <a:tabLst/>
              <a:defRPr/>
            </a:pPr>
            <a:endParaRPr kumimoji="1" lang="en-US" altLang="zh-CN" sz="1400" b="0" i="0" u="none" strike="noStrike" kern="1200" cap="none" spc="0" normalizeH="0" baseline="0" noProof="0" smtClean="0">
              <a:ln>
                <a:noFill/>
              </a:ln>
              <a:solidFill>
                <a:srgbClr val="000000"/>
              </a:solidFill>
              <a:effectLst/>
              <a:uLnTx/>
              <a:uFillTx/>
              <a:latin typeface="Times New Roman"/>
              <a:ea typeface="宋体" panose="02010600030101010101" pitchFamily="2" charset="-122"/>
              <a:cs typeface="+mn-cs"/>
            </a:endParaRPr>
          </a:p>
        </p:txBody>
      </p:sp>
      <p:sp>
        <p:nvSpPr>
          <p:cNvPr id="4" name="灯片编号占位符 3"/>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50000"/>
              </a:spcBef>
              <a:spcAft>
                <a:spcPct val="0"/>
              </a:spcAft>
              <a:buClrTx/>
              <a:buSzTx/>
              <a:buFontTx/>
              <a:buNone/>
              <a:tabLst/>
              <a:defRPr/>
            </a:pPr>
            <a:fld id="{F1ADF1A5-7665-4134-9D97-1A6329CD6F62}" type="slidenum">
              <a:rPr kumimoji="1" lang="en-US" altLang="zh-CN" sz="1400" b="0" i="0" u="none" strike="noStrike" kern="1200" cap="none" spc="0" normalizeH="0" baseline="0" noProof="0" smtClean="0">
                <a:ln>
                  <a:noFill/>
                </a:ln>
                <a:solidFill>
                  <a:srgbClr val="000000"/>
                </a:solidFill>
                <a:effectLst/>
                <a:uLnTx/>
                <a:uFillTx/>
                <a:latin typeface="Times New Roman"/>
                <a:ea typeface="宋体" panose="02010600030101010101" pitchFamily="2" charset="-122"/>
                <a:cs typeface="+mn-cs"/>
              </a:rPr>
              <a:pPr marL="0" marR="0" lvl="0" indent="0" algn="r" defTabSz="914400" rtl="0" eaLnBrk="1" fontAlgn="base" latinLnBrk="0" hangingPunct="1">
                <a:lnSpc>
                  <a:spcPct val="100000"/>
                </a:lnSpc>
                <a:spcBef>
                  <a:spcPct val="50000"/>
                </a:spcBef>
                <a:spcAft>
                  <a:spcPct val="0"/>
                </a:spcAft>
                <a:buClrTx/>
                <a:buSzTx/>
                <a:buFontTx/>
                <a:buNone/>
                <a:tabLst/>
                <a:defRPr/>
              </a:pPr>
              <a:t>‹#›</a:t>
            </a:fld>
            <a:endParaRPr kumimoji="1" lang="en-US" altLang="zh-CN" sz="1400" b="0" i="0" u="none" strike="noStrike" kern="1200" cap="none" spc="0" normalizeH="0" baseline="0" noProof="0" smtClean="0">
              <a:ln>
                <a:noFill/>
              </a:ln>
              <a:solidFill>
                <a:srgbClr val="000000"/>
              </a:solidFill>
              <a:effectLst/>
              <a:uLnTx/>
              <a:uFillTx/>
              <a:latin typeface="Times New Roman"/>
              <a:ea typeface="宋体" panose="02010600030101010101" pitchFamily="2" charset="-122"/>
              <a:cs typeface="+mn-cs"/>
            </a:endParaRPr>
          </a:p>
        </p:txBody>
      </p:sp>
    </p:spTree>
    <p:extLst>
      <p:ext uri="{BB962C8B-B14F-4D97-AF65-F5344CB8AC3E}">
        <p14:creationId xmlns:p14="http://schemas.microsoft.com/office/powerpoint/2010/main" val="2892565740"/>
      </p:ext>
    </p:extLst>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p>
        </p:txBody>
      </p:sp>
      <p:sp>
        <p:nvSpPr>
          <p:cNvPr id="5" name="日期占位符 4"/>
          <p:cNvSpPr>
            <a:spLocks noGrp="1"/>
          </p:cNvSpPr>
          <p:nvPr>
            <p:ph type="dt" sz="half" idx="10"/>
          </p:nvPr>
        </p:nvSpPr>
        <p:spPr/>
        <p:txBody>
          <a:bodyPr/>
          <a:lstStyle>
            <a:lvl1pPr>
              <a:defRPr/>
            </a:lvl1pP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en-US" altLang="zh-CN" sz="1400" b="0" i="0" u="none" strike="noStrike" kern="1200" cap="none" spc="0" normalizeH="0" baseline="0" noProof="0" smtClean="0">
              <a:ln>
                <a:noFill/>
              </a:ln>
              <a:solidFill>
                <a:srgbClr val="000000"/>
              </a:solidFill>
              <a:effectLst/>
              <a:uLnTx/>
              <a:uFillTx/>
              <a:latin typeface="Times New Roman"/>
              <a:ea typeface="宋体" panose="02010600030101010101" pitchFamily="2" charset="-122"/>
              <a:cs typeface="+mn-cs"/>
            </a:endParaRPr>
          </a:p>
        </p:txBody>
      </p:sp>
      <p:sp>
        <p:nvSpPr>
          <p:cNvPr id="6" name="页脚占位符 5"/>
          <p:cNvSpPr>
            <a:spLocks noGrp="1"/>
          </p:cNvSpPr>
          <p:nvPr>
            <p:ph type="ftr" sz="quarter" idx="11"/>
          </p:nvPr>
        </p:nvSpPr>
        <p:spPr/>
        <p:txBody>
          <a:bodyPr/>
          <a:lstStyle>
            <a:lvl1pPr>
              <a:defRPr/>
            </a:lvl1pPr>
          </a:lstStyle>
          <a:p>
            <a:pPr marL="0" marR="0" lvl="0" indent="0" algn="ctr" defTabSz="914400" rtl="0" eaLnBrk="1" fontAlgn="base" latinLnBrk="0" hangingPunct="1">
              <a:lnSpc>
                <a:spcPct val="100000"/>
              </a:lnSpc>
              <a:spcBef>
                <a:spcPct val="50000"/>
              </a:spcBef>
              <a:spcAft>
                <a:spcPct val="0"/>
              </a:spcAft>
              <a:buClrTx/>
              <a:buSzTx/>
              <a:buFontTx/>
              <a:buNone/>
              <a:tabLst/>
              <a:defRPr/>
            </a:pPr>
            <a:endParaRPr kumimoji="1" lang="en-US" altLang="zh-CN" sz="1400" b="0" i="0" u="none" strike="noStrike" kern="1200" cap="none" spc="0" normalizeH="0" baseline="0" noProof="0" smtClean="0">
              <a:ln>
                <a:noFill/>
              </a:ln>
              <a:solidFill>
                <a:srgbClr val="000000"/>
              </a:solidFill>
              <a:effectLst/>
              <a:uLnTx/>
              <a:uFillTx/>
              <a:latin typeface="Times New Roman"/>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50000"/>
              </a:spcBef>
              <a:spcAft>
                <a:spcPct val="0"/>
              </a:spcAft>
              <a:buClrTx/>
              <a:buSzTx/>
              <a:buFontTx/>
              <a:buNone/>
              <a:tabLst/>
              <a:defRPr/>
            </a:pPr>
            <a:fld id="{973916C7-708B-4B89-9567-7F3D6A9038B1}" type="slidenum">
              <a:rPr kumimoji="1" lang="en-US" altLang="zh-CN" sz="1400" b="0" i="0" u="none" strike="noStrike" kern="1200" cap="none" spc="0" normalizeH="0" baseline="0" noProof="0" smtClean="0">
                <a:ln>
                  <a:noFill/>
                </a:ln>
                <a:solidFill>
                  <a:srgbClr val="000000"/>
                </a:solidFill>
                <a:effectLst/>
                <a:uLnTx/>
                <a:uFillTx/>
                <a:latin typeface="Times New Roman"/>
                <a:ea typeface="宋体" panose="02010600030101010101" pitchFamily="2" charset="-122"/>
                <a:cs typeface="+mn-cs"/>
              </a:rPr>
              <a:pPr marL="0" marR="0" lvl="0" indent="0" algn="r" defTabSz="914400" rtl="0" eaLnBrk="1" fontAlgn="base" latinLnBrk="0" hangingPunct="1">
                <a:lnSpc>
                  <a:spcPct val="100000"/>
                </a:lnSpc>
                <a:spcBef>
                  <a:spcPct val="50000"/>
                </a:spcBef>
                <a:spcAft>
                  <a:spcPct val="0"/>
                </a:spcAft>
                <a:buClrTx/>
                <a:buSzTx/>
                <a:buFontTx/>
                <a:buNone/>
                <a:tabLst/>
                <a:defRPr/>
              </a:pPr>
              <a:t>‹#›</a:t>
            </a:fld>
            <a:endParaRPr kumimoji="1" lang="en-US" altLang="zh-CN" sz="1400" b="0" i="0" u="none" strike="noStrike" kern="1200" cap="none" spc="0" normalizeH="0" baseline="0" noProof="0" smtClean="0">
              <a:ln>
                <a:noFill/>
              </a:ln>
              <a:solidFill>
                <a:srgbClr val="000000"/>
              </a:solidFill>
              <a:effectLst/>
              <a:uLnTx/>
              <a:uFillTx/>
              <a:latin typeface="Times New Roman"/>
              <a:ea typeface="宋体" panose="02010600030101010101" pitchFamily="2" charset="-122"/>
              <a:cs typeface="+mn-cs"/>
            </a:endParaRPr>
          </a:p>
        </p:txBody>
      </p:sp>
    </p:spTree>
    <p:extLst>
      <p:ext uri="{BB962C8B-B14F-4D97-AF65-F5344CB8AC3E}">
        <p14:creationId xmlns:p14="http://schemas.microsoft.com/office/powerpoint/2010/main" val="3523353578"/>
      </p:ext>
    </p:extLst>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p>
        </p:txBody>
      </p:sp>
      <p:sp>
        <p:nvSpPr>
          <p:cNvPr id="5" name="日期占位符 4"/>
          <p:cNvSpPr>
            <a:spLocks noGrp="1"/>
          </p:cNvSpPr>
          <p:nvPr>
            <p:ph type="dt" sz="half" idx="10"/>
          </p:nvPr>
        </p:nvSpPr>
        <p:spPr/>
        <p:txBody>
          <a:bodyPr/>
          <a:lstStyle>
            <a:lvl1pPr>
              <a:defRPr/>
            </a:lvl1pP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en-US" altLang="zh-CN" sz="1400" b="0" i="0" u="none" strike="noStrike" kern="1200" cap="none" spc="0" normalizeH="0" baseline="0" noProof="0" smtClean="0">
              <a:ln>
                <a:noFill/>
              </a:ln>
              <a:solidFill>
                <a:srgbClr val="000000"/>
              </a:solidFill>
              <a:effectLst/>
              <a:uLnTx/>
              <a:uFillTx/>
              <a:latin typeface="Times New Roman"/>
              <a:ea typeface="宋体" panose="02010600030101010101" pitchFamily="2" charset="-122"/>
              <a:cs typeface="+mn-cs"/>
            </a:endParaRPr>
          </a:p>
        </p:txBody>
      </p:sp>
      <p:sp>
        <p:nvSpPr>
          <p:cNvPr id="6" name="页脚占位符 5"/>
          <p:cNvSpPr>
            <a:spLocks noGrp="1"/>
          </p:cNvSpPr>
          <p:nvPr>
            <p:ph type="ftr" sz="quarter" idx="11"/>
          </p:nvPr>
        </p:nvSpPr>
        <p:spPr/>
        <p:txBody>
          <a:bodyPr/>
          <a:lstStyle>
            <a:lvl1pPr>
              <a:defRPr/>
            </a:lvl1pPr>
          </a:lstStyle>
          <a:p>
            <a:pPr marL="0" marR="0" lvl="0" indent="0" algn="ctr" defTabSz="914400" rtl="0" eaLnBrk="1" fontAlgn="base" latinLnBrk="0" hangingPunct="1">
              <a:lnSpc>
                <a:spcPct val="100000"/>
              </a:lnSpc>
              <a:spcBef>
                <a:spcPct val="50000"/>
              </a:spcBef>
              <a:spcAft>
                <a:spcPct val="0"/>
              </a:spcAft>
              <a:buClrTx/>
              <a:buSzTx/>
              <a:buFontTx/>
              <a:buNone/>
              <a:tabLst/>
              <a:defRPr/>
            </a:pPr>
            <a:endParaRPr kumimoji="1" lang="en-US" altLang="zh-CN" sz="1400" b="0" i="0" u="none" strike="noStrike" kern="1200" cap="none" spc="0" normalizeH="0" baseline="0" noProof="0" smtClean="0">
              <a:ln>
                <a:noFill/>
              </a:ln>
              <a:solidFill>
                <a:srgbClr val="000000"/>
              </a:solidFill>
              <a:effectLst/>
              <a:uLnTx/>
              <a:uFillTx/>
              <a:latin typeface="Times New Roman"/>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50000"/>
              </a:spcBef>
              <a:spcAft>
                <a:spcPct val="0"/>
              </a:spcAft>
              <a:buClrTx/>
              <a:buSzTx/>
              <a:buFontTx/>
              <a:buNone/>
              <a:tabLst/>
              <a:defRPr/>
            </a:pPr>
            <a:fld id="{D54CCB9D-B89F-4383-B6D5-CEB08ACDFA1A}" type="slidenum">
              <a:rPr kumimoji="1" lang="en-US" altLang="zh-CN" sz="1400" b="0" i="0" u="none" strike="noStrike" kern="1200" cap="none" spc="0" normalizeH="0" baseline="0" noProof="0" smtClean="0">
                <a:ln>
                  <a:noFill/>
                </a:ln>
                <a:solidFill>
                  <a:srgbClr val="000000"/>
                </a:solidFill>
                <a:effectLst/>
                <a:uLnTx/>
                <a:uFillTx/>
                <a:latin typeface="Times New Roman"/>
                <a:ea typeface="宋体" panose="02010600030101010101" pitchFamily="2" charset="-122"/>
                <a:cs typeface="+mn-cs"/>
              </a:rPr>
              <a:pPr marL="0" marR="0" lvl="0" indent="0" algn="r" defTabSz="914400" rtl="0" eaLnBrk="1" fontAlgn="base" latinLnBrk="0" hangingPunct="1">
                <a:lnSpc>
                  <a:spcPct val="100000"/>
                </a:lnSpc>
                <a:spcBef>
                  <a:spcPct val="50000"/>
                </a:spcBef>
                <a:spcAft>
                  <a:spcPct val="0"/>
                </a:spcAft>
                <a:buClrTx/>
                <a:buSzTx/>
                <a:buFontTx/>
                <a:buNone/>
                <a:tabLst/>
                <a:defRPr/>
              </a:pPr>
              <a:t>‹#›</a:t>
            </a:fld>
            <a:endParaRPr kumimoji="1" lang="en-US" altLang="zh-CN" sz="1400" b="0" i="0" u="none" strike="noStrike" kern="1200" cap="none" spc="0" normalizeH="0" baseline="0" noProof="0" smtClean="0">
              <a:ln>
                <a:noFill/>
              </a:ln>
              <a:solidFill>
                <a:srgbClr val="000000"/>
              </a:solidFill>
              <a:effectLst/>
              <a:uLnTx/>
              <a:uFillTx/>
              <a:latin typeface="Times New Roman"/>
              <a:ea typeface="宋体" panose="02010600030101010101" pitchFamily="2" charset="-122"/>
              <a:cs typeface="+mn-cs"/>
            </a:endParaRPr>
          </a:p>
        </p:txBody>
      </p:sp>
    </p:spTree>
    <p:extLst>
      <p:ext uri="{BB962C8B-B14F-4D97-AF65-F5344CB8AC3E}">
        <p14:creationId xmlns:p14="http://schemas.microsoft.com/office/powerpoint/2010/main" val="4001913219"/>
      </p:ext>
    </p:extLst>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en-US" altLang="zh-CN" sz="1400" b="0" i="0" u="none" strike="noStrike" kern="1200" cap="none" spc="0" normalizeH="0" baseline="0" noProof="0" smtClean="0">
              <a:ln>
                <a:noFill/>
              </a:ln>
              <a:solidFill>
                <a:srgbClr val="000000"/>
              </a:solidFill>
              <a:effectLst/>
              <a:uLnTx/>
              <a:uFillTx/>
              <a:latin typeface="Times New Roman"/>
              <a:ea typeface="宋体" panose="02010600030101010101" pitchFamily="2" charset="-122"/>
              <a:cs typeface="+mn-cs"/>
            </a:endParaRPr>
          </a:p>
        </p:txBody>
      </p:sp>
      <p:sp>
        <p:nvSpPr>
          <p:cNvPr id="5" name="页脚占位符 4"/>
          <p:cNvSpPr>
            <a:spLocks noGrp="1"/>
          </p:cNvSpPr>
          <p:nvPr>
            <p:ph type="ftr" sz="quarter" idx="11"/>
          </p:nvPr>
        </p:nvSpPr>
        <p:spPr/>
        <p:txBody>
          <a:bodyPr/>
          <a:lstStyle>
            <a:lvl1pPr>
              <a:defRPr/>
            </a:lvl1pPr>
          </a:lstStyle>
          <a:p>
            <a:pPr marL="0" marR="0" lvl="0" indent="0" algn="ctr" defTabSz="914400" rtl="0" eaLnBrk="1" fontAlgn="base" latinLnBrk="0" hangingPunct="1">
              <a:lnSpc>
                <a:spcPct val="100000"/>
              </a:lnSpc>
              <a:spcBef>
                <a:spcPct val="50000"/>
              </a:spcBef>
              <a:spcAft>
                <a:spcPct val="0"/>
              </a:spcAft>
              <a:buClrTx/>
              <a:buSzTx/>
              <a:buFontTx/>
              <a:buNone/>
              <a:tabLst/>
              <a:defRPr/>
            </a:pPr>
            <a:endParaRPr kumimoji="1" lang="en-US" altLang="zh-CN" sz="1400" b="0" i="0" u="none" strike="noStrike" kern="1200" cap="none" spc="0" normalizeH="0" baseline="0" noProof="0" smtClean="0">
              <a:ln>
                <a:noFill/>
              </a:ln>
              <a:solidFill>
                <a:srgbClr val="000000"/>
              </a:solidFill>
              <a:effectLst/>
              <a:uLnTx/>
              <a:uFillTx/>
              <a:latin typeface="Times New Roman"/>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50000"/>
              </a:spcBef>
              <a:spcAft>
                <a:spcPct val="0"/>
              </a:spcAft>
              <a:buClrTx/>
              <a:buSzTx/>
              <a:buFontTx/>
              <a:buNone/>
              <a:tabLst/>
              <a:defRPr/>
            </a:pPr>
            <a:fld id="{D27735A1-2231-4A6F-966A-D62E7DCB62F5}" type="slidenum">
              <a:rPr kumimoji="1" lang="en-US" altLang="zh-CN" sz="1400" b="0" i="0" u="none" strike="noStrike" kern="1200" cap="none" spc="0" normalizeH="0" baseline="0" noProof="0" smtClean="0">
                <a:ln>
                  <a:noFill/>
                </a:ln>
                <a:solidFill>
                  <a:srgbClr val="000000"/>
                </a:solidFill>
                <a:effectLst/>
                <a:uLnTx/>
                <a:uFillTx/>
                <a:latin typeface="Times New Roman"/>
                <a:ea typeface="宋体" panose="02010600030101010101" pitchFamily="2" charset="-122"/>
                <a:cs typeface="+mn-cs"/>
              </a:rPr>
              <a:pPr marL="0" marR="0" lvl="0" indent="0" algn="r" defTabSz="914400" rtl="0" eaLnBrk="1" fontAlgn="base" latinLnBrk="0" hangingPunct="1">
                <a:lnSpc>
                  <a:spcPct val="100000"/>
                </a:lnSpc>
                <a:spcBef>
                  <a:spcPct val="50000"/>
                </a:spcBef>
                <a:spcAft>
                  <a:spcPct val="0"/>
                </a:spcAft>
                <a:buClrTx/>
                <a:buSzTx/>
                <a:buFontTx/>
                <a:buNone/>
                <a:tabLst/>
                <a:defRPr/>
              </a:pPr>
              <a:t>‹#›</a:t>
            </a:fld>
            <a:endParaRPr kumimoji="1" lang="en-US" altLang="zh-CN" sz="1400" b="0" i="0" u="none" strike="noStrike" kern="1200" cap="none" spc="0" normalizeH="0" baseline="0" noProof="0" smtClean="0">
              <a:ln>
                <a:noFill/>
              </a:ln>
              <a:solidFill>
                <a:srgbClr val="000000"/>
              </a:solidFill>
              <a:effectLst/>
              <a:uLnTx/>
              <a:uFillTx/>
              <a:latin typeface="Times New Roman"/>
              <a:ea typeface="宋体" panose="02010600030101010101" pitchFamily="2" charset="-122"/>
              <a:cs typeface="+mn-cs"/>
            </a:endParaRPr>
          </a:p>
        </p:txBody>
      </p:sp>
    </p:spTree>
    <p:extLst>
      <p:ext uri="{BB962C8B-B14F-4D97-AF65-F5344CB8AC3E}">
        <p14:creationId xmlns:p14="http://schemas.microsoft.com/office/powerpoint/2010/main" val="4216915515"/>
      </p:ext>
    </p:extLst>
  </p:cSld>
  <p:clrMapOvr>
    <a:masterClrMapping/>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609600"/>
            <a:ext cx="1943100" cy="54864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85800" y="609600"/>
            <a:ext cx="5676900" cy="5486400"/>
          </a:xfrm>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en-US" altLang="zh-CN" sz="1400" b="0" i="0" u="none" strike="noStrike" kern="1200" cap="none" spc="0" normalizeH="0" baseline="0" noProof="0" smtClean="0">
              <a:ln>
                <a:noFill/>
              </a:ln>
              <a:solidFill>
                <a:srgbClr val="000000"/>
              </a:solidFill>
              <a:effectLst/>
              <a:uLnTx/>
              <a:uFillTx/>
              <a:latin typeface="Times New Roman"/>
              <a:ea typeface="宋体" panose="02010600030101010101" pitchFamily="2" charset="-122"/>
              <a:cs typeface="+mn-cs"/>
            </a:endParaRPr>
          </a:p>
        </p:txBody>
      </p:sp>
      <p:sp>
        <p:nvSpPr>
          <p:cNvPr id="5" name="页脚占位符 4"/>
          <p:cNvSpPr>
            <a:spLocks noGrp="1"/>
          </p:cNvSpPr>
          <p:nvPr>
            <p:ph type="ftr" sz="quarter" idx="11"/>
          </p:nvPr>
        </p:nvSpPr>
        <p:spPr/>
        <p:txBody>
          <a:bodyPr/>
          <a:lstStyle>
            <a:lvl1pPr>
              <a:defRPr/>
            </a:lvl1pPr>
          </a:lstStyle>
          <a:p>
            <a:pPr marL="0" marR="0" lvl="0" indent="0" algn="ctr" defTabSz="914400" rtl="0" eaLnBrk="1" fontAlgn="base" latinLnBrk="0" hangingPunct="1">
              <a:lnSpc>
                <a:spcPct val="100000"/>
              </a:lnSpc>
              <a:spcBef>
                <a:spcPct val="50000"/>
              </a:spcBef>
              <a:spcAft>
                <a:spcPct val="0"/>
              </a:spcAft>
              <a:buClrTx/>
              <a:buSzTx/>
              <a:buFontTx/>
              <a:buNone/>
              <a:tabLst/>
              <a:defRPr/>
            </a:pPr>
            <a:endParaRPr kumimoji="1" lang="en-US" altLang="zh-CN" sz="1400" b="0" i="0" u="none" strike="noStrike" kern="1200" cap="none" spc="0" normalizeH="0" baseline="0" noProof="0" smtClean="0">
              <a:ln>
                <a:noFill/>
              </a:ln>
              <a:solidFill>
                <a:srgbClr val="000000"/>
              </a:solidFill>
              <a:effectLst/>
              <a:uLnTx/>
              <a:uFillTx/>
              <a:latin typeface="Times New Roman"/>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50000"/>
              </a:spcBef>
              <a:spcAft>
                <a:spcPct val="0"/>
              </a:spcAft>
              <a:buClrTx/>
              <a:buSzTx/>
              <a:buFontTx/>
              <a:buNone/>
              <a:tabLst/>
              <a:defRPr/>
            </a:pPr>
            <a:fld id="{6CF53553-6DC7-4622-9309-A0045A1FF7CB}" type="slidenum">
              <a:rPr kumimoji="1" lang="en-US" altLang="zh-CN" sz="1400" b="0" i="0" u="none" strike="noStrike" kern="1200" cap="none" spc="0" normalizeH="0" baseline="0" noProof="0" smtClean="0">
                <a:ln>
                  <a:noFill/>
                </a:ln>
                <a:solidFill>
                  <a:srgbClr val="000000"/>
                </a:solidFill>
                <a:effectLst/>
                <a:uLnTx/>
                <a:uFillTx/>
                <a:latin typeface="Times New Roman"/>
                <a:ea typeface="宋体" panose="02010600030101010101" pitchFamily="2" charset="-122"/>
                <a:cs typeface="+mn-cs"/>
              </a:rPr>
              <a:pPr marL="0" marR="0" lvl="0" indent="0" algn="r" defTabSz="914400" rtl="0" eaLnBrk="1" fontAlgn="base" latinLnBrk="0" hangingPunct="1">
                <a:lnSpc>
                  <a:spcPct val="100000"/>
                </a:lnSpc>
                <a:spcBef>
                  <a:spcPct val="50000"/>
                </a:spcBef>
                <a:spcAft>
                  <a:spcPct val="0"/>
                </a:spcAft>
                <a:buClrTx/>
                <a:buSzTx/>
                <a:buFontTx/>
                <a:buNone/>
                <a:tabLst/>
                <a:defRPr/>
              </a:pPr>
              <a:t>‹#›</a:t>
            </a:fld>
            <a:endParaRPr kumimoji="1" lang="en-US" altLang="zh-CN" sz="1400" b="0" i="0" u="none" strike="noStrike" kern="1200" cap="none" spc="0" normalizeH="0" baseline="0" noProof="0" smtClean="0">
              <a:ln>
                <a:noFill/>
              </a:ln>
              <a:solidFill>
                <a:srgbClr val="000000"/>
              </a:solidFill>
              <a:effectLst/>
              <a:uLnTx/>
              <a:uFillTx/>
              <a:latin typeface="Times New Roman"/>
              <a:ea typeface="宋体" panose="02010600030101010101" pitchFamily="2" charset="-122"/>
              <a:cs typeface="+mn-cs"/>
            </a:endParaRPr>
          </a:p>
        </p:txBody>
      </p:sp>
    </p:spTree>
    <p:extLst>
      <p:ext uri="{BB962C8B-B14F-4D97-AF65-F5344CB8AC3E}">
        <p14:creationId xmlns:p14="http://schemas.microsoft.com/office/powerpoint/2010/main" val="2852391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1.jpe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13" Type="http://schemas.openxmlformats.org/officeDocument/2006/relationships/theme" Target="../theme/theme3.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slideLayout" Target="../slideLayouts/slideLayout35.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 Id="rId14" Type="http://schemas.openxmlformats.org/officeDocument/2006/relationships/image" Target="../media/image1.jpe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3.xml"/><Relationship Id="rId13" Type="http://schemas.openxmlformats.org/officeDocument/2006/relationships/theme" Target="../theme/theme4.xml"/><Relationship Id="rId3" Type="http://schemas.openxmlformats.org/officeDocument/2006/relationships/slideLayout" Target="../slideLayouts/slideLayout38.xml"/><Relationship Id="rId7" Type="http://schemas.openxmlformats.org/officeDocument/2006/relationships/slideLayout" Target="../slideLayouts/slideLayout42.xml"/><Relationship Id="rId12" Type="http://schemas.openxmlformats.org/officeDocument/2006/relationships/slideLayout" Target="../slideLayouts/slideLayout47.xml"/><Relationship Id="rId2" Type="http://schemas.openxmlformats.org/officeDocument/2006/relationships/slideLayout" Target="../slideLayouts/slideLayout37.xml"/><Relationship Id="rId1" Type="http://schemas.openxmlformats.org/officeDocument/2006/relationships/slideLayout" Target="../slideLayouts/slideLayout36.xml"/><Relationship Id="rId6" Type="http://schemas.openxmlformats.org/officeDocument/2006/relationships/slideLayout" Target="../slideLayouts/slideLayout41.xml"/><Relationship Id="rId11" Type="http://schemas.openxmlformats.org/officeDocument/2006/relationships/slideLayout" Target="../slideLayouts/slideLayout46.xml"/><Relationship Id="rId5" Type="http://schemas.openxmlformats.org/officeDocument/2006/relationships/slideLayout" Target="../slideLayouts/slideLayout40.xml"/><Relationship Id="rId10" Type="http://schemas.openxmlformats.org/officeDocument/2006/relationships/slideLayout" Target="../slideLayouts/slideLayout45.xml"/><Relationship Id="rId4" Type="http://schemas.openxmlformats.org/officeDocument/2006/relationships/slideLayout" Target="../slideLayouts/slideLayout39.xml"/><Relationship Id="rId9" Type="http://schemas.openxmlformats.org/officeDocument/2006/relationships/slideLayout" Target="../slideLayouts/slideLayout44.xml"/><Relationship Id="rId14" Type="http://schemas.openxmlformats.org/officeDocument/2006/relationships/image" Target="../media/image1.jpeg"/></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5.xml"/><Relationship Id="rId13" Type="http://schemas.openxmlformats.org/officeDocument/2006/relationships/theme" Target="../theme/theme5.xml"/><Relationship Id="rId3" Type="http://schemas.openxmlformats.org/officeDocument/2006/relationships/slideLayout" Target="../slideLayouts/slideLayout50.xml"/><Relationship Id="rId7" Type="http://schemas.openxmlformats.org/officeDocument/2006/relationships/slideLayout" Target="../slideLayouts/slideLayout54.xml"/><Relationship Id="rId12" Type="http://schemas.openxmlformats.org/officeDocument/2006/relationships/slideLayout" Target="../slideLayouts/slideLayout59.xml"/><Relationship Id="rId2" Type="http://schemas.openxmlformats.org/officeDocument/2006/relationships/slideLayout" Target="../slideLayouts/slideLayout49.xml"/><Relationship Id="rId1" Type="http://schemas.openxmlformats.org/officeDocument/2006/relationships/slideLayout" Target="../slideLayouts/slideLayout48.xml"/><Relationship Id="rId6" Type="http://schemas.openxmlformats.org/officeDocument/2006/relationships/slideLayout" Target="../slideLayouts/slideLayout53.xml"/><Relationship Id="rId11" Type="http://schemas.openxmlformats.org/officeDocument/2006/relationships/slideLayout" Target="../slideLayouts/slideLayout58.xml"/><Relationship Id="rId5" Type="http://schemas.openxmlformats.org/officeDocument/2006/relationships/slideLayout" Target="../slideLayouts/slideLayout52.xml"/><Relationship Id="rId10" Type="http://schemas.openxmlformats.org/officeDocument/2006/relationships/slideLayout" Target="../slideLayouts/slideLayout57.xml"/><Relationship Id="rId4" Type="http://schemas.openxmlformats.org/officeDocument/2006/relationships/slideLayout" Target="../slideLayouts/slideLayout51.xml"/><Relationship Id="rId9" Type="http://schemas.openxmlformats.org/officeDocument/2006/relationships/slideLayout" Target="../slideLayouts/slideLayout56.xml"/><Relationship Id="rId14" Type="http://schemas.openxmlformats.org/officeDocument/2006/relationships/image" Target="../media/image1.jpeg"/></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7.xml"/><Relationship Id="rId13" Type="http://schemas.openxmlformats.org/officeDocument/2006/relationships/theme" Target="../theme/theme6.xml"/><Relationship Id="rId3" Type="http://schemas.openxmlformats.org/officeDocument/2006/relationships/slideLayout" Target="../slideLayouts/slideLayout62.xml"/><Relationship Id="rId7" Type="http://schemas.openxmlformats.org/officeDocument/2006/relationships/slideLayout" Target="../slideLayouts/slideLayout66.xml"/><Relationship Id="rId12" Type="http://schemas.openxmlformats.org/officeDocument/2006/relationships/slideLayout" Target="../slideLayouts/slideLayout71.xml"/><Relationship Id="rId2" Type="http://schemas.openxmlformats.org/officeDocument/2006/relationships/slideLayout" Target="../slideLayouts/slideLayout61.xml"/><Relationship Id="rId1" Type="http://schemas.openxmlformats.org/officeDocument/2006/relationships/slideLayout" Target="../slideLayouts/slideLayout60.xml"/><Relationship Id="rId6" Type="http://schemas.openxmlformats.org/officeDocument/2006/relationships/slideLayout" Target="../slideLayouts/slideLayout65.xml"/><Relationship Id="rId11" Type="http://schemas.openxmlformats.org/officeDocument/2006/relationships/slideLayout" Target="../slideLayouts/slideLayout70.xml"/><Relationship Id="rId5" Type="http://schemas.openxmlformats.org/officeDocument/2006/relationships/slideLayout" Target="../slideLayouts/slideLayout64.xml"/><Relationship Id="rId10" Type="http://schemas.openxmlformats.org/officeDocument/2006/relationships/slideLayout" Target="../slideLayouts/slideLayout69.xml"/><Relationship Id="rId4" Type="http://schemas.openxmlformats.org/officeDocument/2006/relationships/slideLayout" Target="../slideLayouts/slideLayout63.xml"/><Relationship Id="rId9" Type="http://schemas.openxmlformats.org/officeDocument/2006/relationships/slideLayout" Target="../slideLayouts/slideLayout68.xml"/><Relationship Id="rId14" Type="http://schemas.openxmlformats.org/officeDocument/2006/relationships/image" Target="../media/image1.jpeg"/></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79.xml"/><Relationship Id="rId13" Type="http://schemas.openxmlformats.org/officeDocument/2006/relationships/theme" Target="../theme/theme7.xml"/><Relationship Id="rId3" Type="http://schemas.openxmlformats.org/officeDocument/2006/relationships/slideLayout" Target="../slideLayouts/slideLayout74.xml"/><Relationship Id="rId7" Type="http://schemas.openxmlformats.org/officeDocument/2006/relationships/slideLayout" Target="../slideLayouts/slideLayout78.xml"/><Relationship Id="rId12" Type="http://schemas.openxmlformats.org/officeDocument/2006/relationships/slideLayout" Target="../slideLayouts/slideLayout83.xml"/><Relationship Id="rId2" Type="http://schemas.openxmlformats.org/officeDocument/2006/relationships/slideLayout" Target="../slideLayouts/slideLayout73.xml"/><Relationship Id="rId1" Type="http://schemas.openxmlformats.org/officeDocument/2006/relationships/slideLayout" Target="../slideLayouts/slideLayout72.xml"/><Relationship Id="rId6" Type="http://schemas.openxmlformats.org/officeDocument/2006/relationships/slideLayout" Target="../slideLayouts/slideLayout77.xml"/><Relationship Id="rId11" Type="http://schemas.openxmlformats.org/officeDocument/2006/relationships/slideLayout" Target="../slideLayouts/slideLayout82.xml"/><Relationship Id="rId5" Type="http://schemas.openxmlformats.org/officeDocument/2006/relationships/slideLayout" Target="../slideLayouts/slideLayout76.xml"/><Relationship Id="rId10" Type="http://schemas.openxmlformats.org/officeDocument/2006/relationships/slideLayout" Target="../slideLayouts/slideLayout81.xml"/><Relationship Id="rId4" Type="http://schemas.openxmlformats.org/officeDocument/2006/relationships/slideLayout" Target="../slideLayouts/slideLayout75.xml"/><Relationship Id="rId9" Type="http://schemas.openxmlformats.org/officeDocument/2006/relationships/slideLayout" Target="../slideLayouts/slideLayout80.xml"/><Relationship Id="rId14" Type="http://schemas.openxmlformats.org/officeDocument/2006/relationships/image" Target="../media/image1.jpeg"/></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91.xml"/><Relationship Id="rId13" Type="http://schemas.openxmlformats.org/officeDocument/2006/relationships/theme" Target="../theme/theme8.xml"/><Relationship Id="rId3" Type="http://schemas.openxmlformats.org/officeDocument/2006/relationships/slideLayout" Target="../slideLayouts/slideLayout86.xml"/><Relationship Id="rId7" Type="http://schemas.openxmlformats.org/officeDocument/2006/relationships/slideLayout" Target="../slideLayouts/slideLayout90.xml"/><Relationship Id="rId12" Type="http://schemas.openxmlformats.org/officeDocument/2006/relationships/slideLayout" Target="../slideLayouts/slideLayout95.xml"/><Relationship Id="rId2" Type="http://schemas.openxmlformats.org/officeDocument/2006/relationships/slideLayout" Target="../slideLayouts/slideLayout85.xml"/><Relationship Id="rId1" Type="http://schemas.openxmlformats.org/officeDocument/2006/relationships/slideLayout" Target="../slideLayouts/slideLayout84.xml"/><Relationship Id="rId6" Type="http://schemas.openxmlformats.org/officeDocument/2006/relationships/slideLayout" Target="../slideLayouts/slideLayout89.xml"/><Relationship Id="rId11" Type="http://schemas.openxmlformats.org/officeDocument/2006/relationships/slideLayout" Target="../slideLayouts/slideLayout94.xml"/><Relationship Id="rId5" Type="http://schemas.openxmlformats.org/officeDocument/2006/relationships/slideLayout" Target="../slideLayouts/slideLayout88.xml"/><Relationship Id="rId10" Type="http://schemas.openxmlformats.org/officeDocument/2006/relationships/slideLayout" Target="../slideLayouts/slideLayout93.xml"/><Relationship Id="rId4" Type="http://schemas.openxmlformats.org/officeDocument/2006/relationships/slideLayout" Target="../slideLayouts/slideLayout87.xml"/><Relationship Id="rId9" Type="http://schemas.openxmlformats.org/officeDocument/2006/relationships/slideLayout" Target="../slideLayouts/slideLayout92.xml"/><Relationship Id="rId14" Type="http://schemas.openxmlformats.org/officeDocument/2006/relationships/image" Target="../media/image1.jpeg"/></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103.xml"/><Relationship Id="rId13" Type="http://schemas.openxmlformats.org/officeDocument/2006/relationships/theme" Target="../theme/theme9.xml"/><Relationship Id="rId3" Type="http://schemas.openxmlformats.org/officeDocument/2006/relationships/slideLayout" Target="../slideLayouts/slideLayout98.xml"/><Relationship Id="rId7" Type="http://schemas.openxmlformats.org/officeDocument/2006/relationships/slideLayout" Target="../slideLayouts/slideLayout102.xml"/><Relationship Id="rId12" Type="http://schemas.openxmlformats.org/officeDocument/2006/relationships/slideLayout" Target="../slideLayouts/slideLayout107.xml"/><Relationship Id="rId2" Type="http://schemas.openxmlformats.org/officeDocument/2006/relationships/slideLayout" Target="../slideLayouts/slideLayout97.xml"/><Relationship Id="rId1" Type="http://schemas.openxmlformats.org/officeDocument/2006/relationships/slideLayout" Target="../slideLayouts/slideLayout96.xml"/><Relationship Id="rId6" Type="http://schemas.openxmlformats.org/officeDocument/2006/relationships/slideLayout" Target="../slideLayouts/slideLayout101.xml"/><Relationship Id="rId11" Type="http://schemas.openxmlformats.org/officeDocument/2006/relationships/slideLayout" Target="../slideLayouts/slideLayout106.xml"/><Relationship Id="rId5" Type="http://schemas.openxmlformats.org/officeDocument/2006/relationships/slideLayout" Target="../slideLayouts/slideLayout100.xml"/><Relationship Id="rId10" Type="http://schemas.openxmlformats.org/officeDocument/2006/relationships/slideLayout" Target="../slideLayouts/slideLayout105.xml"/><Relationship Id="rId4" Type="http://schemas.openxmlformats.org/officeDocument/2006/relationships/slideLayout" Target="../slideLayouts/slideLayout99.xml"/><Relationship Id="rId9" Type="http://schemas.openxmlformats.org/officeDocument/2006/relationships/slideLayout" Target="../slideLayouts/slideLayout104.xml"/><Relationship Id="rId14" Type="http://schemas.openxmlformats.org/officeDocument/2006/relationships/image" Target="../media/image2.jpeg"/></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115.xml"/><Relationship Id="rId13" Type="http://schemas.openxmlformats.org/officeDocument/2006/relationships/theme" Target="../theme/theme10.xml"/><Relationship Id="rId3" Type="http://schemas.openxmlformats.org/officeDocument/2006/relationships/slideLayout" Target="../slideLayouts/slideLayout110.xml"/><Relationship Id="rId7" Type="http://schemas.openxmlformats.org/officeDocument/2006/relationships/slideLayout" Target="../slideLayouts/slideLayout114.xml"/><Relationship Id="rId12" Type="http://schemas.openxmlformats.org/officeDocument/2006/relationships/slideLayout" Target="../slideLayouts/slideLayout119.xml"/><Relationship Id="rId2" Type="http://schemas.openxmlformats.org/officeDocument/2006/relationships/slideLayout" Target="../slideLayouts/slideLayout109.xml"/><Relationship Id="rId1" Type="http://schemas.openxmlformats.org/officeDocument/2006/relationships/slideLayout" Target="../slideLayouts/slideLayout108.xml"/><Relationship Id="rId6" Type="http://schemas.openxmlformats.org/officeDocument/2006/relationships/slideLayout" Target="../slideLayouts/slideLayout113.xml"/><Relationship Id="rId11" Type="http://schemas.openxmlformats.org/officeDocument/2006/relationships/slideLayout" Target="../slideLayouts/slideLayout118.xml"/><Relationship Id="rId5" Type="http://schemas.openxmlformats.org/officeDocument/2006/relationships/slideLayout" Target="../slideLayouts/slideLayout112.xml"/><Relationship Id="rId10" Type="http://schemas.openxmlformats.org/officeDocument/2006/relationships/slideLayout" Target="../slideLayouts/slideLayout117.xml"/><Relationship Id="rId4" Type="http://schemas.openxmlformats.org/officeDocument/2006/relationships/slideLayout" Target="../slideLayouts/slideLayout111.xml"/><Relationship Id="rId9" Type="http://schemas.openxmlformats.org/officeDocument/2006/relationships/slideLayout" Target="../slideLayouts/slideLayout116.xml"/><Relationship Id="rId14" Type="http://schemas.openxmlformats.org/officeDocument/2006/relationships/image" Target="../media/image1.jpeg"/></Relationships>
</file>

<file path=ppt/slideMasters/_rels/slideMaster11.xml.rels><?xml version="1.0" encoding="UTF-8" standalone="yes"?>
<Relationships xmlns="http://schemas.openxmlformats.org/package/2006/relationships"><Relationship Id="rId8" Type="http://schemas.openxmlformats.org/officeDocument/2006/relationships/slideLayout" Target="../slideLayouts/slideLayout127.xml"/><Relationship Id="rId13" Type="http://schemas.openxmlformats.org/officeDocument/2006/relationships/theme" Target="../theme/theme11.xml"/><Relationship Id="rId3" Type="http://schemas.openxmlformats.org/officeDocument/2006/relationships/slideLayout" Target="../slideLayouts/slideLayout122.xml"/><Relationship Id="rId7" Type="http://schemas.openxmlformats.org/officeDocument/2006/relationships/slideLayout" Target="../slideLayouts/slideLayout126.xml"/><Relationship Id="rId12" Type="http://schemas.openxmlformats.org/officeDocument/2006/relationships/slideLayout" Target="../slideLayouts/slideLayout131.xml"/><Relationship Id="rId2" Type="http://schemas.openxmlformats.org/officeDocument/2006/relationships/slideLayout" Target="../slideLayouts/slideLayout121.xml"/><Relationship Id="rId1" Type="http://schemas.openxmlformats.org/officeDocument/2006/relationships/slideLayout" Target="../slideLayouts/slideLayout120.xml"/><Relationship Id="rId6" Type="http://schemas.openxmlformats.org/officeDocument/2006/relationships/slideLayout" Target="../slideLayouts/slideLayout125.xml"/><Relationship Id="rId11" Type="http://schemas.openxmlformats.org/officeDocument/2006/relationships/slideLayout" Target="../slideLayouts/slideLayout130.xml"/><Relationship Id="rId5" Type="http://schemas.openxmlformats.org/officeDocument/2006/relationships/slideLayout" Target="../slideLayouts/slideLayout124.xml"/><Relationship Id="rId10" Type="http://schemas.openxmlformats.org/officeDocument/2006/relationships/slideLayout" Target="../slideLayouts/slideLayout129.xml"/><Relationship Id="rId4" Type="http://schemas.openxmlformats.org/officeDocument/2006/relationships/slideLayout" Target="../slideLayouts/slideLayout123.xml"/><Relationship Id="rId9" Type="http://schemas.openxmlformats.org/officeDocument/2006/relationships/slideLayout" Target="../slideLayouts/slideLayout128.xml"/><Relationship Id="rId14" Type="http://schemas.openxmlformats.org/officeDocument/2006/relationships/image" Target="../media/image1.jpeg"/></Relationships>
</file>

<file path=ppt/slideMasters/_rels/slideMaster12.xml.rels><?xml version="1.0" encoding="UTF-8" standalone="yes"?>
<Relationships xmlns="http://schemas.openxmlformats.org/package/2006/relationships"><Relationship Id="rId8" Type="http://schemas.openxmlformats.org/officeDocument/2006/relationships/slideLayout" Target="../slideLayouts/slideLayout139.xml"/><Relationship Id="rId3" Type="http://schemas.openxmlformats.org/officeDocument/2006/relationships/slideLayout" Target="../slideLayouts/slideLayout134.xml"/><Relationship Id="rId7" Type="http://schemas.openxmlformats.org/officeDocument/2006/relationships/slideLayout" Target="../slideLayouts/slideLayout138.xml"/><Relationship Id="rId12" Type="http://schemas.openxmlformats.org/officeDocument/2006/relationships/theme" Target="../theme/theme12.xml"/><Relationship Id="rId2" Type="http://schemas.openxmlformats.org/officeDocument/2006/relationships/slideLayout" Target="../slideLayouts/slideLayout133.xml"/><Relationship Id="rId1" Type="http://schemas.openxmlformats.org/officeDocument/2006/relationships/slideLayout" Target="../slideLayouts/slideLayout132.xml"/><Relationship Id="rId6" Type="http://schemas.openxmlformats.org/officeDocument/2006/relationships/slideLayout" Target="../slideLayouts/slideLayout137.xml"/><Relationship Id="rId11" Type="http://schemas.openxmlformats.org/officeDocument/2006/relationships/slideLayout" Target="../slideLayouts/slideLayout142.xml"/><Relationship Id="rId5" Type="http://schemas.openxmlformats.org/officeDocument/2006/relationships/slideLayout" Target="../slideLayouts/slideLayout136.xml"/><Relationship Id="rId10" Type="http://schemas.openxmlformats.org/officeDocument/2006/relationships/slideLayout" Target="../slideLayouts/slideLayout141.xml"/><Relationship Id="rId4" Type="http://schemas.openxmlformats.org/officeDocument/2006/relationships/slideLayout" Target="../slideLayouts/slideLayout135.xml"/><Relationship Id="rId9" Type="http://schemas.openxmlformats.org/officeDocument/2006/relationships/slideLayout" Target="../slideLayouts/slideLayout140.xml"/></Relationships>
</file>

<file path=ppt/slideMasters/_rels/slideMaster13.xml.rels><?xml version="1.0" encoding="UTF-8" standalone="yes"?>
<Relationships xmlns="http://schemas.openxmlformats.org/package/2006/relationships"><Relationship Id="rId8" Type="http://schemas.openxmlformats.org/officeDocument/2006/relationships/slideLayout" Target="../slideLayouts/slideLayout150.xml"/><Relationship Id="rId3" Type="http://schemas.openxmlformats.org/officeDocument/2006/relationships/slideLayout" Target="../slideLayouts/slideLayout145.xml"/><Relationship Id="rId7" Type="http://schemas.openxmlformats.org/officeDocument/2006/relationships/slideLayout" Target="../slideLayouts/slideLayout149.xml"/><Relationship Id="rId12" Type="http://schemas.openxmlformats.org/officeDocument/2006/relationships/theme" Target="../theme/theme13.xml"/><Relationship Id="rId2" Type="http://schemas.openxmlformats.org/officeDocument/2006/relationships/slideLayout" Target="../slideLayouts/slideLayout144.xml"/><Relationship Id="rId1" Type="http://schemas.openxmlformats.org/officeDocument/2006/relationships/slideLayout" Target="../slideLayouts/slideLayout143.xml"/><Relationship Id="rId6" Type="http://schemas.openxmlformats.org/officeDocument/2006/relationships/slideLayout" Target="../slideLayouts/slideLayout148.xml"/><Relationship Id="rId11" Type="http://schemas.openxmlformats.org/officeDocument/2006/relationships/slideLayout" Target="../slideLayouts/slideLayout153.xml"/><Relationship Id="rId5" Type="http://schemas.openxmlformats.org/officeDocument/2006/relationships/slideLayout" Target="../slideLayouts/slideLayout147.xml"/><Relationship Id="rId10" Type="http://schemas.openxmlformats.org/officeDocument/2006/relationships/slideLayout" Target="../slideLayouts/slideLayout152.xml"/><Relationship Id="rId4" Type="http://schemas.openxmlformats.org/officeDocument/2006/relationships/slideLayout" Target="../slideLayouts/slideLayout146.xml"/><Relationship Id="rId9" Type="http://schemas.openxmlformats.org/officeDocument/2006/relationships/slideLayout" Target="../slideLayouts/slideLayout15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zh-CN"/>
              <a:t>单击以编辑</a:t>
            </a:r>
            <a:r>
              <a:rPr lang="zh-CN" altLang="en-US"/>
              <a:t>母版标题样式</a:t>
            </a:r>
          </a:p>
        </p:txBody>
      </p:sp>
      <p:sp>
        <p:nvSpPr>
          <p:cNvPr id="1027" name="Rectangle 3"/>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单击以编辑母版文本样式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8" name="Rectangle 4"/>
          <p:cNvSpPr>
            <a:spLocks noGrp="1" noChangeArrowheads="1"/>
          </p:cNvSpPr>
          <p:nvPr>
            <p:ph type="dt" sz="half" idx="2"/>
          </p:nvPr>
        </p:nvSpPr>
        <p:spPr bwMode="auto">
          <a:xfrm>
            <a:off x="685800" y="6248400"/>
            <a:ext cx="19050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lgn="l" eaLnBrk="1" hangingPunct="1">
              <a:spcBef>
                <a:spcPct val="50000"/>
              </a:spcBef>
              <a:defRPr sz="1400" b="0">
                <a:latin typeface="+mn-lt"/>
              </a:defRPr>
            </a:lvl1pPr>
          </a:lstStyle>
          <a:p>
            <a:endParaRPr lang="en-US" altLang="zh-CN"/>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eaLnBrk="1" hangingPunct="1">
              <a:spcBef>
                <a:spcPct val="50000"/>
              </a:spcBef>
              <a:defRPr sz="1400" b="0">
                <a:latin typeface="+mn-lt"/>
              </a:defRPr>
            </a:lvl1pPr>
          </a:lstStyle>
          <a:p>
            <a:endParaRPr lang="en-US" altLang="zh-CN"/>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lgn="r" eaLnBrk="1" hangingPunct="1">
              <a:spcBef>
                <a:spcPct val="50000"/>
              </a:spcBef>
              <a:defRPr sz="1400" b="0">
                <a:latin typeface="+mn-lt"/>
              </a:defRPr>
            </a:lvl1pPr>
          </a:lstStyle>
          <a:p>
            <a:fld id="{B03433B0-FA62-4E8A-BCF4-A110525E3ACB}" type="slidenum">
              <a:rPr lang="en-US" altLang="zh-CN"/>
              <a:pPr/>
              <a:t>‹#›</a:t>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fontAlgn="base">
        <a:spcBef>
          <a:spcPct val="0"/>
        </a:spcBef>
        <a:spcAft>
          <a:spcPct val="0"/>
        </a:spcAft>
        <a:defRPr kumimoji="1" sz="4400" kern="1200">
          <a:solidFill>
            <a:schemeClr val="tx2"/>
          </a:solidFill>
          <a:latin typeface="+mj-lt"/>
          <a:ea typeface="+mj-ea"/>
          <a:cs typeface="+mj-cs"/>
        </a:defRPr>
      </a:lvl1pPr>
      <a:lvl2pPr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p:titleStyle>
    <p:bodyStyle>
      <a:lvl1pPr marL="342900" indent="-342900" algn="l" rtl="0" fontAlgn="base">
        <a:spcBef>
          <a:spcPct val="20000"/>
        </a:spcBef>
        <a:spcAft>
          <a:spcPct val="0"/>
        </a:spcAft>
        <a:buChar char="•"/>
        <a:defRPr kumimoji="1" sz="3200" kern="1200">
          <a:solidFill>
            <a:schemeClr val="tx1"/>
          </a:solidFill>
          <a:latin typeface="+mn-lt"/>
          <a:ea typeface="+mn-ea"/>
          <a:cs typeface="+mn-cs"/>
        </a:defRPr>
      </a:lvl1pPr>
      <a:lvl2pPr marL="742950" indent="-285750" algn="l" rtl="0" fontAlgn="base">
        <a:spcBef>
          <a:spcPct val="20000"/>
        </a:spcBef>
        <a:spcAft>
          <a:spcPct val="0"/>
        </a:spcAft>
        <a:buChar char="–"/>
        <a:defRPr kumimoji="1" sz="2800" kern="1200">
          <a:solidFill>
            <a:schemeClr val="tx1"/>
          </a:solidFill>
          <a:latin typeface="+mn-lt"/>
          <a:ea typeface="+mn-ea"/>
          <a:cs typeface="+mn-cs"/>
        </a:defRPr>
      </a:lvl2pPr>
      <a:lvl3pPr marL="1143000" indent="-228600" algn="l" rtl="0" fontAlgn="base">
        <a:spcBef>
          <a:spcPct val="20000"/>
        </a:spcBef>
        <a:spcAft>
          <a:spcPct val="0"/>
        </a:spcAft>
        <a:buChar char="•"/>
        <a:defRPr kumimoji="1" sz="2400" kern="1200">
          <a:solidFill>
            <a:schemeClr val="tx1"/>
          </a:solidFill>
          <a:latin typeface="+mn-lt"/>
          <a:ea typeface="+mn-ea"/>
          <a:cs typeface="+mn-cs"/>
        </a:defRPr>
      </a:lvl3pPr>
      <a:lvl4pPr marL="1600200" indent="-228600" algn="l" rtl="0" fontAlgn="base">
        <a:spcBef>
          <a:spcPct val="20000"/>
        </a:spcBef>
        <a:spcAft>
          <a:spcPct val="0"/>
        </a:spcAft>
        <a:buChar char="–"/>
        <a:defRPr kumimoji="1" sz="2000" kern="1200">
          <a:solidFill>
            <a:schemeClr val="tx1"/>
          </a:solidFill>
          <a:latin typeface="+mn-lt"/>
          <a:ea typeface="+mn-ea"/>
          <a:cs typeface="+mn-cs"/>
        </a:defRPr>
      </a:lvl4pPr>
      <a:lvl5pPr marL="2057400" indent="-228600" algn="l" rtl="0" fontAlgn="base">
        <a:spcBef>
          <a:spcPct val="20000"/>
        </a:spcBef>
        <a:spcAft>
          <a:spcPct val="0"/>
        </a:spcAft>
        <a:buChar char="»"/>
        <a:defRPr kumimoji="1"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381000" y="304800"/>
            <a:ext cx="8458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Rectangle 3"/>
          <p:cNvSpPr>
            <a:spLocks noGrp="1" noChangeArrowheads="1"/>
          </p:cNvSpPr>
          <p:nvPr>
            <p:ph type="body" idx="1"/>
          </p:nvPr>
        </p:nvSpPr>
        <p:spPr bwMode="auto">
          <a:xfrm>
            <a:off x="381000" y="914400"/>
            <a:ext cx="8458200" cy="518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8" name="Rectangle 4"/>
          <p:cNvSpPr>
            <a:spLocks noGrp="1" noChangeArrowheads="1"/>
          </p:cNvSpPr>
          <p:nvPr>
            <p:ph type="dt" sz="half" idx="2"/>
          </p:nvPr>
        </p:nvSpPr>
        <p:spPr bwMode="auto">
          <a:xfrm>
            <a:off x="381000" y="65722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spcBef>
                <a:spcPct val="0"/>
              </a:spcBef>
              <a:defRPr sz="1400">
                <a:solidFill>
                  <a:srgbClr val="FF6600"/>
                </a:solidFill>
                <a:latin typeface="+mn-lt"/>
                <a:ea typeface="宋体" charset="-122"/>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D6EC8325-FC59-4BB4-94B0-E7C667E13789}" type="datetime1">
              <a:rPr kumimoji="1" lang="zh-CN" altLang="en-US" sz="1400" b="0" i="0" u="none" strike="noStrike" kern="1200" cap="none" spc="0" normalizeH="0" baseline="0" noProof="0">
                <a:ln>
                  <a:noFill/>
                </a:ln>
                <a:solidFill>
                  <a:srgbClr val="FF6600"/>
                </a:solidFill>
                <a:effectLst/>
                <a:uLnTx/>
                <a:uFillTx/>
                <a:latin typeface="Times New Roman"/>
                <a:ea typeface="宋体"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2019/6/4</a:t>
            </a:fld>
            <a:endPar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endParaRPr>
          </a:p>
        </p:txBody>
      </p:sp>
      <p:sp>
        <p:nvSpPr>
          <p:cNvPr id="1029" name="Rectangle 5"/>
          <p:cNvSpPr>
            <a:spLocks noGrp="1" noChangeArrowheads="1"/>
          </p:cNvSpPr>
          <p:nvPr>
            <p:ph type="ftr" sz="quarter" idx="3"/>
          </p:nvPr>
        </p:nvSpPr>
        <p:spPr bwMode="auto">
          <a:xfrm>
            <a:off x="3124200" y="657225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1" hangingPunct="1">
              <a:spcBef>
                <a:spcPct val="0"/>
              </a:spcBef>
              <a:defRPr sz="1400">
                <a:solidFill>
                  <a:srgbClr val="FF6600"/>
                </a:solidFill>
                <a:latin typeface="+mn-lt"/>
                <a:ea typeface="宋体" charset="-122"/>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rPr>
              <a:t>电路理论－颜秋容</a:t>
            </a:r>
          </a:p>
        </p:txBody>
      </p:sp>
      <p:sp>
        <p:nvSpPr>
          <p:cNvPr id="1030" name="Rectangle 6"/>
          <p:cNvSpPr>
            <a:spLocks noGrp="1" noChangeArrowheads="1"/>
          </p:cNvSpPr>
          <p:nvPr>
            <p:ph type="sldNum" sz="quarter" idx="4"/>
          </p:nvPr>
        </p:nvSpPr>
        <p:spPr bwMode="auto">
          <a:xfrm>
            <a:off x="6858000" y="65722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spcBef>
                <a:spcPct val="0"/>
              </a:spcBef>
              <a:defRPr sz="1400">
                <a:solidFill>
                  <a:srgbClr val="FF6600"/>
                </a:solidFill>
                <a:latin typeface="Times New Roman" panose="02020603050405020304" pitchFamily="18"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2D8304B1-DF30-4570-87A5-209DA84687C7}" type="slidenum">
              <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endParaRPr>
          </a:p>
        </p:txBody>
      </p:sp>
      <p:pic>
        <p:nvPicPr>
          <p:cNvPr id="1031" name="Picture 7" descr="logo1"/>
          <p:cNvPicPr>
            <a:picLocks noChangeAspect="1" noChangeArrowheads="1"/>
          </p:cNvPicPr>
          <p:nvPr userDrawn="1"/>
        </p:nvPicPr>
        <p:blipFill>
          <a:blip r:embed="rId1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956550" y="85725"/>
            <a:ext cx="936625" cy="67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2332143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hdr="0"/>
  <p:txStyles>
    <p:titleStyle>
      <a:lvl1pPr algn="ctr" rtl="0" eaLnBrk="0" fontAlgn="base" hangingPunct="0">
        <a:spcBef>
          <a:spcPct val="0"/>
        </a:spcBef>
        <a:spcAft>
          <a:spcPct val="0"/>
        </a:spcAft>
        <a:defRPr kumimoji="1" sz="3200">
          <a:solidFill>
            <a:schemeClr val="tx2"/>
          </a:solidFill>
          <a:latin typeface="+mj-lt"/>
          <a:ea typeface="+mj-ea"/>
          <a:cs typeface="+mj-cs"/>
        </a:defRPr>
      </a:lvl1pPr>
      <a:lvl2pPr algn="ctr" rtl="0" eaLnBrk="0" fontAlgn="base" hangingPunct="0">
        <a:spcBef>
          <a:spcPct val="0"/>
        </a:spcBef>
        <a:spcAft>
          <a:spcPct val="0"/>
        </a:spcAft>
        <a:defRPr kumimoji="1" sz="3200">
          <a:solidFill>
            <a:schemeClr val="tx2"/>
          </a:solidFill>
          <a:latin typeface="Times New Roman" pitchFamily="18" charset="0"/>
          <a:ea typeface="华文隶书" pitchFamily="2" charset="-122"/>
        </a:defRPr>
      </a:lvl2pPr>
      <a:lvl3pPr algn="ctr" rtl="0" eaLnBrk="0" fontAlgn="base" hangingPunct="0">
        <a:spcBef>
          <a:spcPct val="0"/>
        </a:spcBef>
        <a:spcAft>
          <a:spcPct val="0"/>
        </a:spcAft>
        <a:defRPr kumimoji="1" sz="3200">
          <a:solidFill>
            <a:schemeClr val="tx2"/>
          </a:solidFill>
          <a:latin typeface="Times New Roman" pitchFamily="18" charset="0"/>
          <a:ea typeface="华文隶书" pitchFamily="2" charset="-122"/>
        </a:defRPr>
      </a:lvl3pPr>
      <a:lvl4pPr algn="ctr" rtl="0" eaLnBrk="0" fontAlgn="base" hangingPunct="0">
        <a:spcBef>
          <a:spcPct val="0"/>
        </a:spcBef>
        <a:spcAft>
          <a:spcPct val="0"/>
        </a:spcAft>
        <a:defRPr kumimoji="1" sz="3200">
          <a:solidFill>
            <a:schemeClr val="tx2"/>
          </a:solidFill>
          <a:latin typeface="Times New Roman" pitchFamily="18" charset="0"/>
          <a:ea typeface="华文隶书" pitchFamily="2" charset="-122"/>
        </a:defRPr>
      </a:lvl4pPr>
      <a:lvl5pPr algn="ctr" rtl="0" eaLnBrk="0" fontAlgn="base" hangingPunct="0">
        <a:spcBef>
          <a:spcPct val="0"/>
        </a:spcBef>
        <a:spcAft>
          <a:spcPct val="0"/>
        </a:spcAft>
        <a:defRPr kumimoji="1" sz="3200">
          <a:solidFill>
            <a:schemeClr val="tx2"/>
          </a:solidFill>
          <a:latin typeface="Times New Roman" pitchFamily="18" charset="0"/>
          <a:ea typeface="华文隶书" pitchFamily="2" charset="-122"/>
        </a:defRPr>
      </a:lvl5pPr>
      <a:lvl6pPr marL="457200" algn="ctr" rtl="0" fontAlgn="base">
        <a:spcBef>
          <a:spcPct val="0"/>
        </a:spcBef>
        <a:spcAft>
          <a:spcPct val="0"/>
        </a:spcAft>
        <a:defRPr kumimoji="1" sz="3200">
          <a:solidFill>
            <a:schemeClr val="tx2"/>
          </a:solidFill>
          <a:latin typeface="Times New Roman" pitchFamily="18" charset="0"/>
          <a:ea typeface="华文隶书" pitchFamily="2" charset="-122"/>
        </a:defRPr>
      </a:lvl6pPr>
      <a:lvl7pPr marL="914400" algn="ctr" rtl="0" fontAlgn="base">
        <a:spcBef>
          <a:spcPct val="0"/>
        </a:spcBef>
        <a:spcAft>
          <a:spcPct val="0"/>
        </a:spcAft>
        <a:defRPr kumimoji="1" sz="3200">
          <a:solidFill>
            <a:schemeClr val="tx2"/>
          </a:solidFill>
          <a:latin typeface="Times New Roman" pitchFamily="18" charset="0"/>
          <a:ea typeface="华文隶书" pitchFamily="2" charset="-122"/>
        </a:defRPr>
      </a:lvl7pPr>
      <a:lvl8pPr marL="1371600" algn="ctr" rtl="0" fontAlgn="base">
        <a:spcBef>
          <a:spcPct val="0"/>
        </a:spcBef>
        <a:spcAft>
          <a:spcPct val="0"/>
        </a:spcAft>
        <a:defRPr kumimoji="1" sz="3200">
          <a:solidFill>
            <a:schemeClr val="tx2"/>
          </a:solidFill>
          <a:latin typeface="Times New Roman" pitchFamily="18" charset="0"/>
          <a:ea typeface="华文隶书" pitchFamily="2" charset="-122"/>
        </a:defRPr>
      </a:lvl8pPr>
      <a:lvl9pPr marL="1828800" algn="ctr" rtl="0" fontAlgn="base">
        <a:spcBef>
          <a:spcPct val="0"/>
        </a:spcBef>
        <a:spcAft>
          <a:spcPct val="0"/>
        </a:spcAft>
        <a:defRPr kumimoji="1" sz="3200">
          <a:solidFill>
            <a:schemeClr val="tx2"/>
          </a:solidFill>
          <a:latin typeface="Times New Roman" pitchFamily="18" charset="0"/>
          <a:ea typeface="华文隶书" pitchFamily="2" charset="-122"/>
        </a:defRPr>
      </a:lvl9pPr>
    </p:titleStyle>
    <p:bodyStyle>
      <a:lvl1pPr marL="342900" indent="-342900" algn="l" rtl="0" eaLnBrk="0" fontAlgn="base" hangingPunct="0">
        <a:spcBef>
          <a:spcPct val="20000"/>
        </a:spcBef>
        <a:spcAft>
          <a:spcPct val="0"/>
        </a:spcAft>
        <a:buChar char="•"/>
        <a:defRPr kumimoji="1" sz="24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000">
          <a:solidFill>
            <a:schemeClr val="tx1"/>
          </a:solidFill>
          <a:latin typeface="+mn-lt"/>
          <a:ea typeface="华文宋体" pitchFamily="2" charset="-122"/>
        </a:defRPr>
      </a:lvl2pPr>
      <a:lvl3pPr marL="1143000" indent="-228600" algn="l" rtl="0" eaLnBrk="0" fontAlgn="base" hangingPunct="0">
        <a:spcBef>
          <a:spcPct val="20000"/>
        </a:spcBef>
        <a:spcAft>
          <a:spcPct val="0"/>
        </a:spcAft>
        <a:buChar char="•"/>
        <a:defRPr kumimoji="1" sz="2000">
          <a:solidFill>
            <a:schemeClr val="tx1"/>
          </a:solidFill>
          <a:latin typeface="+mn-lt"/>
          <a:ea typeface="宋体" charset="-122"/>
        </a:defRPr>
      </a:lvl3pPr>
      <a:lvl4pPr marL="1600200" indent="-228600" algn="l" rtl="0" eaLnBrk="0" fontAlgn="base" hangingPunct="0">
        <a:spcBef>
          <a:spcPct val="20000"/>
        </a:spcBef>
        <a:spcAft>
          <a:spcPct val="0"/>
        </a:spcAft>
        <a:buChar char="–"/>
        <a:defRPr kumimoji="1" sz="2000">
          <a:solidFill>
            <a:schemeClr val="tx1"/>
          </a:solidFill>
          <a:latin typeface="+mn-lt"/>
          <a:ea typeface="华文宋体" pitchFamily="2" charset="-122"/>
        </a:defRPr>
      </a:lvl4pPr>
      <a:lvl5pPr marL="2057400" indent="-228600" algn="l" rtl="0" eaLnBrk="0" fontAlgn="base" hangingPunct="0">
        <a:spcBef>
          <a:spcPct val="20000"/>
        </a:spcBef>
        <a:spcAft>
          <a:spcPct val="0"/>
        </a:spcAft>
        <a:buChar char="»"/>
        <a:defRPr kumimoji="1" sz="2000">
          <a:solidFill>
            <a:schemeClr val="tx1"/>
          </a:solidFill>
          <a:latin typeface="+mn-lt"/>
          <a:ea typeface="华文宋体" pitchFamily="2" charset="-122"/>
        </a:defRPr>
      </a:lvl5pPr>
      <a:lvl6pPr marL="2514600" indent="-228600" algn="l" rtl="0" fontAlgn="base">
        <a:spcBef>
          <a:spcPct val="20000"/>
        </a:spcBef>
        <a:spcAft>
          <a:spcPct val="0"/>
        </a:spcAft>
        <a:buChar char="»"/>
        <a:defRPr kumimoji="1" sz="2000">
          <a:solidFill>
            <a:schemeClr val="tx1"/>
          </a:solidFill>
          <a:latin typeface="+mn-lt"/>
          <a:ea typeface="华文宋体" pitchFamily="2" charset="-122"/>
        </a:defRPr>
      </a:lvl6pPr>
      <a:lvl7pPr marL="2971800" indent="-228600" algn="l" rtl="0" fontAlgn="base">
        <a:spcBef>
          <a:spcPct val="20000"/>
        </a:spcBef>
        <a:spcAft>
          <a:spcPct val="0"/>
        </a:spcAft>
        <a:buChar char="»"/>
        <a:defRPr kumimoji="1" sz="2000">
          <a:solidFill>
            <a:schemeClr val="tx1"/>
          </a:solidFill>
          <a:latin typeface="+mn-lt"/>
          <a:ea typeface="华文宋体" pitchFamily="2" charset="-122"/>
        </a:defRPr>
      </a:lvl7pPr>
      <a:lvl8pPr marL="3429000" indent="-228600" algn="l" rtl="0" fontAlgn="base">
        <a:spcBef>
          <a:spcPct val="20000"/>
        </a:spcBef>
        <a:spcAft>
          <a:spcPct val="0"/>
        </a:spcAft>
        <a:buChar char="»"/>
        <a:defRPr kumimoji="1" sz="2000">
          <a:solidFill>
            <a:schemeClr val="tx1"/>
          </a:solidFill>
          <a:latin typeface="+mn-lt"/>
          <a:ea typeface="华文宋体" pitchFamily="2" charset="-122"/>
        </a:defRPr>
      </a:lvl8pPr>
      <a:lvl9pPr marL="3886200" indent="-228600" algn="l" rtl="0" fontAlgn="base">
        <a:spcBef>
          <a:spcPct val="20000"/>
        </a:spcBef>
        <a:spcAft>
          <a:spcPct val="0"/>
        </a:spcAft>
        <a:buChar char="»"/>
        <a:defRPr kumimoji="1" sz="2000">
          <a:solidFill>
            <a:schemeClr val="tx1"/>
          </a:solidFill>
          <a:latin typeface="+mn-lt"/>
          <a:ea typeface="华文宋体" pitchFamily="2" charset="-122"/>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381000" y="304800"/>
            <a:ext cx="8458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Rectangle 3"/>
          <p:cNvSpPr>
            <a:spLocks noGrp="1" noChangeArrowheads="1"/>
          </p:cNvSpPr>
          <p:nvPr>
            <p:ph type="body" idx="1"/>
          </p:nvPr>
        </p:nvSpPr>
        <p:spPr bwMode="auto">
          <a:xfrm>
            <a:off x="381000" y="914400"/>
            <a:ext cx="8458200" cy="518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8" name="Rectangle 4"/>
          <p:cNvSpPr>
            <a:spLocks noGrp="1" noChangeArrowheads="1"/>
          </p:cNvSpPr>
          <p:nvPr>
            <p:ph type="dt" sz="half" idx="2"/>
          </p:nvPr>
        </p:nvSpPr>
        <p:spPr bwMode="auto">
          <a:xfrm>
            <a:off x="381000" y="65722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spcBef>
                <a:spcPct val="0"/>
              </a:spcBef>
              <a:defRPr sz="1400">
                <a:solidFill>
                  <a:srgbClr val="FF6600"/>
                </a:solidFill>
                <a:latin typeface="+mn-lt"/>
                <a:ea typeface="宋体" charset="-122"/>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D6EC8325-FC59-4BB4-94B0-E7C667E13789}" type="datetime1">
              <a:rPr kumimoji="1" lang="zh-CN" altLang="en-US" sz="1400" b="0" i="0" u="none" strike="noStrike" kern="1200" cap="none" spc="0" normalizeH="0" baseline="0" noProof="0">
                <a:ln>
                  <a:noFill/>
                </a:ln>
                <a:solidFill>
                  <a:srgbClr val="FF6600"/>
                </a:solidFill>
                <a:effectLst/>
                <a:uLnTx/>
                <a:uFillTx/>
                <a:latin typeface="Times New Roman"/>
                <a:ea typeface="宋体"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2019/6/4</a:t>
            </a:fld>
            <a:endPar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endParaRPr>
          </a:p>
        </p:txBody>
      </p:sp>
      <p:sp>
        <p:nvSpPr>
          <p:cNvPr id="1029" name="Rectangle 5"/>
          <p:cNvSpPr>
            <a:spLocks noGrp="1" noChangeArrowheads="1"/>
          </p:cNvSpPr>
          <p:nvPr>
            <p:ph type="ftr" sz="quarter" idx="3"/>
          </p:nvPr>
        </p:nvSpPr>
        <p:spPr bwMode="auto">
          <a:xfrm>
            <a:off x="3124200" y="657225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1" hangingPunct="1">
              <a:spcBef>
                <a:spcPct val="0"/>
              </a:spcBef>
              <a:defRPr sz="1400">
                <a:solidFill>
                  <a:srgbClr val="FF6600"/>
                </a:solidFill>
                <a:latin typeface="+mn-lt"/>
                <a:ea typeface="宋体" charset="-122"/>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rPr>
              <a:t>电路理论－颜秋容</a:t>
            </a:r>
          </a:p>
        </p:txBody>
      </p:sp>
      <p:sp>
        <p:nvSpPr>
          <p:cNvPr id="1030" name="Rectangle 6"/>
          <p:cNvSpPr>
            <a:spLocks noGrp="1" noChangeArrowheads="1"/>
          </p:cNvSpPr>
          <p:nvPr>
            <p:ph type="sldNum" sz="quarter" idx="4"/>
          </p:nvPr>
        </p:nvSpPr>
        <p:spPr bwMode="auto">
          <a:xfrm>
            <a:off x="6858000" y="65722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spcBef>
                <a:spcPct val="0"/>
              </a:spcBef>
              <a:defRPr sz="1400">
                <a:solidFill>
                  <a:srgbClr val="FF6600"/>
                </a:solidFill>
                <a:latin typeface="Times New Roman" panose="02020603050405020304" pitchFamily="18"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2D8304B1-DF30-4570-87A5-209DA84687C7}" type="slidenum">
              <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endParaRPr>
          </a:p>
        </p:txBody>
      </p:sp>
      <p:pic>
        <p:nvPicPr>
          <p:cNvPr id="1031" name="Picture 7" descr="logo1"/>
          <p:cNvPicPr>
            <a:picLocks noChangeAspect="1" noChangeArrowheads="1"/>
          </p:cNvPicPr>
          <p:nvPr userDrawn="1"/>
        </p:nvPicPr>
        <p:blipFill>
          <a:blip r:embed="rId1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956550" y="85725"/>
            <a:ext cx="936625" cy="67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34258875"/>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Lst>
  <p:hf hdr="0"/>
  <p:txStyles>
    <p:titleStyle>
      <a:lvl1pPr algn="ctr" rtl="0" eaLnBrk="0" fontAlgn="base" hangingPunct="0">
        <a:spcBef>
          <a:spcPct val="0"/>
        </a:spcBef>
        <a:spcAft>
          <a:spcPct val="0"/>
        </a:spcAft>
        <a:defRPr kumimoji="1" sz="3200">
          <a:solidFill>
            <a:schemeClr val="tx2"/>
          </a:solidFill>
          <a:latin typeface="+mj-lt"/>
          <a:ea typeface="+mj-ea"/>
          <a:cs typeface="+mj-cs"/>
        </a:defRPr>
      </a:lvl1pPr>
      <a:lvl2pPr algn="ctr" rtl="0" eaLnBrk="0" fontAlgn="base" hangingPunct="0">
        <a:spcBef>
          <a:spcPct val="0"/>
        </a:spcBef>
        <a:spcAft>
          <a:spcPct val="0"/>
        </a:spcAft>
        <a:defRPr kumimoji="1" sz="3200">
          <a:solidFill>
            <a:schemeClr val="tx2"/>
          </a:solidFill>
          <a:latin typeface="Times New Roman" pitchFamily="18" charset="0"/>
          <a:ea typeface="华文隶书" pitchFamily="2" charset="-122"/>
        </a:defRPr>
      </a:lvl2pPr>
      <a:lvl3pPr algn="ctr" rtl="0" eaLnBrk="0" fontAlgn="base" hangingPunct="0">
        <a:spcBef>
          <a:spcPct val="0"/>
        </a:spcBef>
        <a:spcAft>
          <a:spcPct val="0"/>
        </a:spcAft>
        <a:defRPr kumimoji="1" sz="3200">
          <a:solidFill>
            <a:schemeClr val="tx2"/>
          </a:solidFill>
          <a:latin typeface="Times New Roman" pitchFamily="18" charset="0"/>
          <a:ea typeface="华文隶书" pitchFamily="2" charset="-122"/>
        </a:defRPr>
      </a:lvl3pPr>
      <a:lvl4pPr algn="ctr" rtl="0" eaLnBrk="0" fontAlgn="base" hangingPunct="0">
        <a:spcBef>
          <a:spcPct val="0"/>
        </a:spcBef>
        <a:spcAft>
          <a:spcPct val="0"/>
        </a:spcAft>
        <a:defRPr kumimoji="1" sz="3200">
          <a:solidFill>
            <a:schemeClr val="tx2"/>
          </a:solidFill>
          <a:latin typeface="Times New Roman" pitchFamily="18" charset="0"/>
          <a:ea typeface="华文隶书" pitchFamily="2" charset="-122"/>
        </a:defRPr>
      </a:lvl4pPr>
      <a:lvl5pPr algn="ctr" rtl="0" eaLnBrk="0" fontAlgn="base" hangingPunct="0">
        <a:spcBef>
          <a:spcPct val="0"/>
        </a:spcBef>
        <a:spcAft>
          <a:spcPct val="0"/>
        </a:spcAft>
        <a:defRPr kumimoji="1" sz="3200">
          <a:solidFill>
            <a:schemeClr val="tx2"/>
          </a:solidFill>
          <a:latin typeface="Times New Roman" pitchFamily="18" charset="0"/>
          <a:ea typeface="华文隶书" pitchFamily="2" charset="-122"/>
        </a:defRPr>
      </a:lvl5pPr>
      <a:lvl6pPr marL="457200" algn="ctr" rtl="0" fontAlgn="base">
        <a:spcBef>
          <a:spcPct val="0"/>
        </a:spcBef>
        <a:spcAft>
          <a:spcPct val="0"/>
        </a:spcAft>
        <a:defRPr kumimoji="1" sz="3200">
          <a:solidFill>
            <a:schemeClr val="tx2"/>
          </a:solidFill>
          <a:latin typeface="Times New Roman" pitchFamily="18" charset="0"/>
          <a:ea typeface="华文隶书" pitchFamily="2" charset="-122"/>
        </a:defRPr>
      </a:lvl6pPr>
      <a:lvl7pPr marL="914400" algn="ctr" rtl="0" fontAlgn="base">
        <a:spcBef>
          <a:spcPct val="0"/>
        </a:spcBef>
        <a:spcAft>
          <a:spcPct val="0"/>
        </a:spcAft>
        <a:defRPr kumimoji="1" sz="3200">
          <a:solidFill>
            <a:schemeClr val="tx2"/>
          </a:solidFill>
          <a:latin typeface="Times New Roman" pitchFamily="18" charset="0"/>
          <a:ea typeface="华文隶书" pitchFamily="2" charset="-122"/>
        </a:defRPr>
      </a:lvl7pPr>
      <a:lvl8pPr marL="1371600" algn="ctr" rtl="0" fontAlgn="base">
        <a:spcBef>
          <a:spcPct val="0"/>
        </a:spcBef>
        <a:spcAft>
          <a:spcPct val="0"/>
        </a:spcAft>
        <a:defRPr kumimoji="1" sz="3200">
          <a:solidFill>
            <a:schemeClr val="tx2"/>
          </a:solidFill>
          <a:latin typeface="Times New Roman" pitchFamily="18" charset="0"/>
          <a:ea typeface="华文隶书" pitchFamily="2" charset="-122"/>
        </a:defRPr>
      </a:lvl8pPr>
      <a:lvl9pPr marL="1828800" algn="ctr" rtl="0" fontAlgn="base">
        <a:spcBef>
          <a:spcPct val="0"/>
        </a:spcBef>
        <a:spcAft>
          <a:spcPct val="0"/>
        </a:spcAft>
        <a:defRPr kumimoji="1" sz="3200">
          <a:solidFill>
            <a:schemeClr val="tx2"/>
          </a:solidFill>
          <a:latin typeface="Times New Roman" pitchFamily="18" charset="0"/>
          <a:ea typeface="华文隶书" pitchFamily="2" charset="-122"/>
        </a:defRPr>
      </a:lvl9pPr>
    </p:titleStyle>
    <p:bodyStyle>
      <a:lvl1pPr marL="342900" indent="-342900" algn="l" rtl="0" eaLnBrk="0" fontAlgn="base" hangingPunct="0">
        <a:spcBef>
          <a:spcPct val="20000"/>
        </a:spcBef>
        <a:spcAft>
          <a:spcPct val="0"/>
        </a:spcAft>
        <a:buChar char="•"/>
        <a:defRPr kumimoji="1" sz="24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000">
          <a:solidFill>
            <a:schemeClr val="tx1"/>
          </a:solidFill>
          <a:latin typeface="+mn-lt"/>
          <a:ea typeface="华文宋体" pitchFamily="2" charset="-122"/>
        </a:defRPr>
      </a:lvl2pPr>
      <a:lvl3pPr marL="1143000" indent="-228600" algn="l" rtl="0" eaLnBrk="0" fontAlgn="base" hangingPunct="0">
        <a:spcBef>
          <a:spcPct val="20000"/>
        </a:spcBef>
        <a:spcAft>
          <a:spcPct val="0"/>
        </a:spcAft>
        <a:buChar char="•"/>
        <a:defRPr kumimoji="1" sz="2000">
          <a:solidFill>
            <a:schemeClr val="tx1"/>
          </a:solidFill>
          <a:latin typeface="+mn-lt"/>
          <a:ea typeface="宋体" charset="-122"/>
        </a:defRPr>
      </a:lvl3pPr>
      <a:lvl4pPr marL="1600200" indent="-228600" algn="l" rtl="0" eaLnBrk="0" fontAlgn="base" hangingPunct="0">
        <a:spcBef>
          <a:spcPct val="20000"/>
        </a:spcBef>
        <a:spcAft>
          <a:spcPct val="0"/>
        </a:spcAft>
        <a:buChar char="–"/>
        <a:defRPr kumimoji="1" sz="2000">
          <a:solidFill>
            <a:schemeClr val="tx1"/>
          </a:solidFill>
          <a:latin typeface="+mn-lt"/>
          <a:ea typeface="华文宋体" pitchFamily="2" charset="-122"/>
        </a:defRPr>
      </a:lvl4pPr>
      <a:lvl5pPr marL="2057400" indent="-228600" algn="l" rtl="0" eaLnBrk="0" fontAlgn="base" hangingPunct="0">
        <a:spcBef>
          <a:spcPct val="20000"/>
        </a:spcBef>
        <a:spcAft>
          <a:spcPct val="0"/>
        </a:spcAft>
        <a:buChar char="»"/>
        <a:defRPr kumimoji="1" sz="2000">
          <a:solidFill>
            <a:schemeClr val="tx1"/>
          </a:solidFill>
          <a:latin typeface="+mn-lt"/>
          <a:ea typeface="华文宋体" pitchFamily="2" charset="-122"/>
        </a:defRPr>
      </a:lvl5pPr>
      <a:lvl6pPr marL="2514600" indent="-228600" algn="l" rtl="0" fontAlgn="base">
        <a:spcBef>
          <a:spcPct val="20000"/>
        </a:spcBef>
        <a:spcAft>
          <a:spcPct val="0"/>
        </a:spcAft>
        <a:buChar char="»"/>
        <a:defRPr kumimoji="1" sz="2000">
          <a:solidFill>
            <a:schemeClr val="tx1"/>
          </a:solidFill>
          <a:latin typeface="+mn-lt"/>
          <a:ea typeface="华文宋体" pitchFamily="2" charset="-122"/>
        </a:defRPr>
      </a:lvl6pPr>
      <a:lvl7pPr marL="2971800" indent="-228600" algn="l" rtl="0" fontAlgn="base">
        <a:spcBef>
          <a:spcPct val="20000"/>
        </a:spcBef>
        <a:spcAft>
          <a:spcPct val="0"/>
        </a:spcAft>
        <a:buChar char="»"/>
        <a:defRPr kumimoji="1" sz="2000">
          <a:solidFill>
            <a:schemeClr val="tx1"/>
          </a:solidFill>
          <a:latin typeface="+mn-lt"/>
          <a:ea typeface="华文宋体" pitchFamily="2" charset="-122"/>
        </a:defRPr>
      </a:lvl7pPr>
      <a:lvl8pPr marL="3429000" indent="-228600" algn="l" rtl="0" fontAlgn="base">
        <a:spcBef>
          <a:spcPct val="20000"/>
        </a:spcBef>
        <a:spcAft>
          <a:spcPct val="0"/>
        </a:spcAft>
        <a:buChar char="»"/>
        <a:defRPr kumimoji="1" sz="2000">
          <a:solidFill>
            <a:schemeClr val="tx1"/>
          </a:solidFill>
          <a:latin typeface="+mn-lt"/>
          <a:ea typeface="华文宋体" pitchFamily="2" charset="-122"/>
        </a:defRPr>
      </a:lvl8pPr>
      <a:lvl9pPr marL="3886200" indent="-228600" algn="l" rtl="0" fontAlgn="base">
        <a:spcBef>
          <a:spcPct val="20000"/>
        </a:spcBef>
        <a:spcAft>
          <a:spcPct val="0"/>
        </a:spcAft>
        <a:buChar char="»"/>
        <a:defRPr kumimoji="1" sz="2000">
          <a:solidFill>
            <a:schemeClr val="tx1"/>
          </a:solidFill>
          <a:latin typeface="+mn-lt"/>
          <a:ea typeface="华文宋体" pitchFamily="2" charset="-122"/>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381000" y="304800"/>
            <a:ext cx="8458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Rectangle 3"/>
          <p:cNvSpPr>
            <a:spLocks noGrp="1" noChangeArrowheads="1"/>
          </p:cNvSpPr>
          <p:nvPr>
            <p:ph type="body" idx="1"/>
          </p:nvPr>
        </p:nvSpPr>
        <p:spPr bwMode="auto">
          <a:xfrm>
            <a:off x="381000" y="914400"/>
            <a:ext cx="8458200" cy="518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8" name="Rectangle 4"/>
          <p:cNvSpPr>
            <a:spLocks noGrp="1" noChangeArrowheads="1"/>
          </p:cNvSpPr>
          <p:nvPr>
            <p:ph type="dt" sz="half" idx="2"/>
          </p:nvPr>
        </p:nvSpPr>
        <p:spPr bwMode="auto">
          <a:xfrm>
            <a:off x="381000" y="65722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spcBef>
                <a:spcPct val="0"/>
              </a:spcBef>
              <a:defRPr sz="1400">
                <a:solidFill>
                  <a:srgbClr val="FF6600"/>
                </a:solidFill>
                <a:latin typeface="+mn-lt"/>
                <a:ea typeface="宋体" charset="-122"/>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D6EC8325-FC59-4BB4-94B0-E7C667E13789}" type="datetime1">
              <a:rPr kumimoji="1" lang="zh-CN" altLang="en-US" sz="1400" b="0" i="0" u="none" strike="noStrike" kern="1200" cap="none" spc="0" normalizeH="0" baseline="0" noProof="0">
                <a:ln>
                  <a:noFill/>
                </a:ln>
                <a:solidFill>
                  <a:srgbClr val="FF6600"/>
                </a:solidFill>
                <a:effectLst/>
                <a:uLnTx/>
                <a:uFillTx/>
                <a:latin typeface="Times New Roman"/>
                <a:ea typeface="宋体"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2019/6/4</a:t>
            </a:fld>
            <a:endPar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endParaRPr>
          </a:p>
        </p:txBody>
      </p:sp>
      <p:sp>
        <p:nvSpPr>
          <p:cNvPr id="1029" name="Rectangle 5"/>
          <p:cNvSpPr>
            <a:spLocks noGrp="1" noChangeArrowheads="1"/>
          </p:cNvSpPr>
          <p:nvPr>
            <p:ph type="ftr" sz="quarter" idx="3"/>
          </p:nvPr>
        </p:nvSpPr>
        <p:spPr bwMode="auto">
          <a:xfrm>
            <a:off x="3124200" y="657225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1" hangingPunct="1">
              <a:spcBef>
                <a:spcPct val="0"/>
              </a:spcBef>
              <a:defRPr sz="1400">
                <a:solidFill>
                  <a:srgbClr val="FF6600"/>
                </a:solidFill>
                <a:latin typeface="+mn-lt"/>
                <a:ea typeface="宋体" charset="-122"/>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rPr>
              <a:t>电路理论－颜秋容</a:t>
            </a:r>
          </a:p>
        </p:txBody>
      </p:sp>
      <p:sp>
        <p:nvSpPr>
          <p:cNvPr id="1030" name="Rectangle 6"/>
          <p:cNvSpPr>
            <a:spLocks noGrp="1" noChangeArrowheads="1"/>
          </p:cNvSpPr>
          <p:nvPr>
            <p:ph type="sldNum" sz="quarter" idx="4"/>
          </p:nvPr>
        </p:nvSpPr>
        <p:spPr bwMode="auto">
          <a:xfrm>
            <a:off x="6858000" y="65722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spcBef>
                <a:spcPct val="0"/>
              </a:spcBef>
              <a:defRPr sz="1400">
                <a:solidFill>
                  <a:srgbClr val="FF6600"/>
                </a:solidFill>
                <a:latin typeface="Times New Roman" panose="02020603050405020304" pitchFamily="18"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2D8304B1-DF30-4570-87A5-209DA84687C7}" type="slidenum">
              <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endParaRPr>
          </a:p>
        </p:txBody>
      </p:sp>
      <p:pic>
        <p:nvPicPr>
          <p:cNvPr id="1031" name="Picture 7" descr="logo1"/>
          <p:cNvPicPr>
            <a:picLocks noChangeAspect="1" noChangeArrowheads="1"/>
          </p:cNvPicPr>
          <p:nvPr userDrawn="1"/>
        </p:nvPicPr>
        <p:blipFill>
          <a:blip r:embed="rId1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956550" y="85725"/>
            <a:ext cx="936625" cy="67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63649792"/>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Lst>
  <p:hf hdr="0"/>
  <p:txStyles>
    <p:titleStyle>
      <a:lvl1pPr algn="ctr" rtl="0" eaLnBrk="0" fontAlgn="base" hangingPunct="0">
        <a:spcBef>
          <a:spcPct val="0"/>
        </a:spcBef>
        <a:spcAft>
          <a:spcPct val="0"/>
        </a:spcAft>
        <a:defRPr kumimoji="1" sz="3200">
          <a:solidFill>
            <a:schemeClr val="tx2"/>
          </a:solidFill>
          <a:latin typeface="+mj-lt"/>
          <a:ea typeface="+mj-ea"/>
          <a:cs typeface="+mj-cs"/>
        </a:defRPr>
      </a:lvl1pPr>
      <a:lvl2pPr algn="ctr" rtl="0" eaLnBrk="0" fontAlgn="base" hangingPunct="0">
        <a:spcBef>
          <a:spcPct val="0"/>
        </a:spcBef>
        <a:spcAft>
          <a:spcPct val="0"/>
        </a:spcAft>
        <a:defRPr kumimoji="1" sz="3200">
          <a:solidFill>
            <a:schemeClr val="tx2"/>
          </a:solidFill>
          <a:latin typeface="Times New Roman" pitchFamily="18" charset="0"/>
          <a:ea typeface="华文隶书" pitchFamily="2" charset="-122"/>
        </a:defRPr>
      </a:lvl2pPr>
      <a:lvl3pPr algn="ctr" rtl="0" eaLnBrk="0" fontAlgn="base" hangingPunct="0">
        <a:spcBef>
          <a:spcPct val="0"/>
        </a:spcBef>
        <a:spcAft>
          <a:spcPct val="0"/>
        </a:spcAft>
        <a:defRPr kumimoji="1" sz="3200">
          <a:solidFill>
            <a:schemeClr val="tx2"/>
          </a:solidFill>
          <a:latin typeface="Times New Roman" pitchFamily="18" charset="0"/>
          <a:ea typeface="华文隶书" pitchFamily="2" charset="-122"/>
        </a:defRPr>
      </a:lvl3pPr>
      <a:lvl4pPr algn="ctr" rtl="0" eaLnBrk="0" fontAlgn="base" hangingPunct="0">
        <a:spcBef>
          <a:spcPct val="0"/>
        </a:spcBef>
        <a:spcAft>
          <a:spcPct val="0"/>
        </a:spcAft>
        <a:defRPr kumimoji="1" sz="3200">
          <a:solidFill>
            <a:schemeClr val="tx2"/>
          </a:solidFill>
          <a:latin typeface="Times New Roman" pitchFamily="18" charset="0"/>
          <a:ea typeface="华文隶书" pitchFamily="2" charset="-122"/>
        </a:defRPr>
      </a:lvl4pPr>
      <a:lvl5pPr algn="ctr" rtl="0" eaLnBrk="0" fontAlgn="base" hangingPunct="0">
        <a:spcBef>
          <a:spcPct val="0"/>
        </a:spcBef>
        <a:spcAft>
          <a:spcPct val="0"/>
        </a:spcAft>
        <a:defRPr kumimoji="1" sz="3200">
          <a:solidFill>
            <a:schemeClr val="tx2"/>
          </a:solidFill>
          <a:latin typeface="Times New Roman" pitchFamily="18" charset="0"/>
          <a:ea typeface="华文隶书" pitchFamily="2" charset="-122"/>
        </a:defRPr>
      </a:lvl5pPr>
      <a:lvl6pPr marL="457200" algn="ctr" rtl="0" fontAlgn="base">
        <a:spcBef>
          <a:spcPct val="0"/>
        </a:spcBef>
        <a:spcAft>
          <a:spcPct val="0"/>
        </a:spcAft>
        <a:defRPr kumimoji="1" sz="3200">
          <a:solidFill>
            <a:schemeClr val="tx2"/>
          </a:solidFill>
          <a:latin typeface="Times New Roman" pitchFamily="18" charset="0"/>
          <a:ea typeface="华文隶书" pitchFamily="2" charset="-122"/>
        </a:defRPr>
      </a:lvl6pPr>
      <a:lvl7pPr marL="914400" algn="ctr" rtl="0" fontAlgn="base">
        <a:spcBef>
          <a:spcPct val="0"/>
        </a:spcBef>
        <a:spcAft>
          <a:spcPct val="0"/>
        </a:spcAft>
        <a:defRPr kumimoji="1" sz="3200">
          <a:solidFill>
            <a:schemeClr val="tx2"/>
          </a:solidFill>
          <a:latin typeface="Times New Roman" pitchFamily="18" charset="0"/>
          <a:ea typeface="华文隶书" pitchFamily="2" charset="-122"/>
        </a:defRPr>
      </a:lvl7pPr>
      <a:lvl8pPr marL="1371600" algn="ctr" rtl="0" fontAlgn="base">
        <a:spcBef>
          <a:spcPct val="0"/>
        </a:spcBef>
        <a:spcAft>
          <a:spcPct val="0"/>
        </a:spcAft>
        <a:defRPr kumimoji="1" sz="3200">
          <a:solidFill>
            <a:schemeClr val="tx2"/>
          </a:solidFill>
          <a:latin typeface="Times New Roman" pitchFamily="18" charset="0"/>
          <a:ea typeface="华文隶书" pitchFamily="2" charset="-122"/>
        </a:defRPr>
      </a:lvl8pPr>
      <a:lvl9pPr marL="1828800" algn="ctr" rtl="0" fontAlgn="base">
        <a:spcBef>
          <a:spcPct val="0"/>
        </a:spcBef>
        <a:spcAft>
          <a:spcPct val="0"/>
        </a:spcAft>
        <a:defRPr kumimoji="1" sz="3200">
          <a:solidFill>
            <a:schemeClr val="tx2"/>
          </a:solidFill>
          <a:latin typeface="Times New Roman" pitchFamily="18" charset="0"/>
          <a:ea typeface="华文隶书" pitchFamily="2" charset="-122"/>
        </a:defRPr>
      </a:lvl9pPr>
    </p:titleStyle>
    <p:bodyStyle>
      <a:lvl1pPr marL="342900" indent="-342900" algn="l" rtl="0" eaLnBrk="0" fontAlgn="base" hangingPunct="0">
        <a:spcBef>
          <a:spcPct val="20000"/>
        </a:spcBef>
        <a:spcAft>
          <a:spcPct val="0"/>
        </a:spcAft>
        <a:buChar char="•"/>
        <a:defRPr kumimoji="1" sz="24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000">
          <a:solidFill>
            <a:schemeClr val="tx1"/>
          </a:solidFill>
          <a:latin typeface="+mn-lt"/>
          <a:ea typeface="华文宋体" pitchFamily="2" charset="-122"/>
        </a:defRPr>
      </a:lvl2pPr>
      <a:lvl3pPr marL="1143000" indent="-228600" algn="l" rtl="0" eaLnBrk="0" fontAlgn="base" hangingPunct="0">
        <a:spcBef>
          <a:spcPct val="20000"/>
        </a:spcBef>
        <a:spcAft>
          <a:spcPct val="0"/>
        </a:spcAft>
        <a:buChar char="•"/>
        <a:defRPr kumimoji="1" sz="2000">
          <a:solidFill>
            <a:schemeClr val="tx1"/>
          </a:solidFill>
          <a:latin typeface="+mn-lt"/>
          <a:ea typeface="宋体" charset="-122"/>
        </a:defRPr>
      </a:lvl3pPr>
      <a:lvl4pPr marL="1600200" indent="-228600" algn="l" rtl="0" eaLnBrk="0" fontAlgn="base" hangingPunct="0">
        <a:spcBef>
          <a:spcPct val="20000"/>
        </a:spcBef>
        <a:spcAft>
          <a:spcPct val="0"/>
        </a:spcAft>
        <a:buChar char="–"/>
        <a:defRPr kumimoji="1" sz="2000">
          <a:solidFill>
            <a:schemeClr val="tx1"/>
          </a:solidFill>
          <a:latin typeface="+mn-lt"/>
          <a:ea typeface="华文宋体" pitchFamily="2" charset="-122"/>
        </a:defRPr>
      </a:lvl4pPr>
      <a:lvl5pPr marL="2057400" indent="-228600" algn="l" rtl="0" eaLnBrk="0" fontAlgn="base" hangingPunct="0">
        <a:spcBef>
          <a:spcPct val="20000"/>
        </a:spcBef>
        <a:spcAft>
          <a:spcPct val="0"/>
        </a:spcAft>
        <a:buChar char="»"/>
        <a:defRPr kumimoji="1" sz="2000">
          <a:solidFill>
            <a:schemeClr val="tx1"/>
          </a:solidFill>
          <a:latin typeface="+mn-lt"/>
          <a:ea typeface="华文宋体" pitchFamily="2" charset="-122"/>
        </a:defRPr>
      </a:lvl5pPr>
      <a:lvl6pPr marL="2514600" indent="-228600" algn="l" rtl="0" fontAlgn="base">
        <a:spcBef>
          <a:spcPct val="20000"/>
        </a:spcBef>
        <a:spcAft>
          <a:spcPct val="0"/>
        </a:spcAft>
        <a:buChar char="»"/>
        <a:defRPr kumimoji="1" sz="2000">
          <a:solidFill>
            <a:schemeClr val="tx1"/>
          </a:solidFill>
          <a:latin typeface="+mn-lt"/>
          <a:ea typeface="华文宋体" pitchFamily="2" charset="-122"/>
        </a:defRPr>
      </a:lvl6pPr>
      <a:lvl7pPr marL="2971800" indent="-228600" algn="l" rtl="0" fontAlgn="base">
        <a:spcBef>
          <a:spcPct val="20000"/>
        </a:spcBef>
        <a:spcAft>
          <a:spcPct val="0"/>
        </a:spcAft>
        <a:buChar char="»"/>
        <a:defRPr kumimoji="1" sz="2000">
          <a:solidFill>
            <a:schemeClr val="tx1"/>
          </a:solidFill>
          <a:latin typeface="+mn-lt"/>
          <a:ea typeface="华文宋体" pitchFamily="2" charset="-122"/>
        </a:defRPr>
      </a:lvl7pPr>
      <a:lvl8pPr marL="3429000" indent="-228600" algn="l" rtl="0" fontAlgn="base">
        <a:spcBef>
          <a:spcPct val="20000"/>
        </a:spcBef>
        <a:spcAft>
          <a:spcPct val="0"/>
        </a:spcAft>
        <a:buChar char="»"/>
        <a:defRPr kumimoji="1" sz="2000">
          <a:solidFill>
            <a:schemeClr val="tx1"/>
          </a:solidFill>
          <a:latin typeface="+mn-lt"/>
          <a:ea typeface="华文宋体" pitchFamily="2" charset="-122"/>
        </a:defRPr>
      </a:lvl8pPr>
      <a:lvl9pPr marL="3886200" indent="-228600" algn="l" rtl="0" fontAlgn="base">
        <a:spcBef>
          <a:spcPct val="20000"/>
        </a:spcBef>
        <a:spcAft>
          <a:spcPct val="0"/>
        </a:spcAft>
        <a:buChar char="»"/>
        <a:defRPr kumimoji="1" sz="2000">
          <a:solidFill>
            <a:schemeClr val="tx1"/>
          </a:solidFill>
          <a:latin typeface="+mn-lt"/>
          <a:ea typeface="华文宋体" pitchFamily="2" charset="-122"/>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381000" y="304800"/>
            <a:ext cx="8458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Rectangle 3"/>
          <p:cNvSpPr>
            <a:spLocks noGrp="1" noChangeArrowheads="1"/>
          </p:cNvSpPr>
          <p:nvPr>
            <p:ph type="body" idx="1"/>
          </p:nvPr>
        </p:nvSpPr>
        <p:spPr bwMode="auto">
          <a:xfrm>
            <a:off x="381000" y="914400"/>
            <a:ext cx="8458200" cy="518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8" name="Rectangle 4"/>
          <p:cNvSpPr>
            <a:spLocks noGrp="1" noChangeArrowheads="1"/>
          </p:cNvSpPr>
          <p:nvPr>
            <p:ph type="dt" sz="half" idx="2"/>
          </p:nvPr>
        </p:nvSpPr>
        <p:spPr bwMode="auto">
          <a:xfrm>
            <a:off x="381000" y="65722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spcBef>
                <a:spcPct val="0"/>
              </a:spcBef>
              <a:defRPr sz="1400">
                <a:solidFill>
                  <a:srgbClr val="FF6600"/>
                </a:solidFill>
                <a:latin typeface="+mn-lt"/>
                <a:ea typeface="宋体" charset="-122"/>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D6EC8325-FC59-4BB4-94B0-E7C667E13789}" type="datetime1">
              <a:rPr kumimoji="1" lang="zh-CN" altLang="en-US" sz="1400" b="0" i="0" u="none" strike="noStrike" kern="1200" cap="none" spc="0" normalizeH="0" baseline="0" noProof="0">
                <a:ln>
                  <a:noFill/>
                </a:ln>
                <a:solidFill>
                  <a:srgbClr val="FF6600"/>
                </a:solidFill>
                <a:effectLst/>
                <a:uLnTx/>
                <a:uFillTx/>
                <a:latin typeface="Times New Roman"/>
                <a:ea typeface="宋体"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2019/6/4</a:t>
            </a:fld>
            <a:endPar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endParaRPr>
          </a:p>
        </p:txBody>
      </p:sp>
      <p:sp>
        <p:nvSpPr>
          <p:cNvPr id="1029" name="Rectangle 5"/>
          <p:cNvSpPr>
            <a:spLocks noGrp="1" noChangeArrowheads="1"/>
          </p:cNvSpPr>
          <p:nvPr>
            <p:ph type="ftr" sz="quarter" idx="3"/>
          </p:nvPr>
        </p:nvSpPr>
        <p:spPr bwMode="auto">
          <a:xfrm>
            <a:off x="3124200" y="657225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1" hangingPunct="1">
              <a:spcBef>
                <a:spcPct val="0"/>
              </a:spcBef>
              <a:defRPr sz="1400">
                <a:solidFill>
                  <a:srgbClr val="FF6600"/>
                </a:solidFill>
                <a:latin typeface="+mn-lt"/>
                <a:ea typeface="宋体" charset="-122"/>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rPr>
              <a:t>电路理论－颜秋容</a:t>
            </a:r>
          </a:p>
        </p:txBody>
      </p:sp>
      <p:sp>
        <p:nvSpPr>
          <p:cNvPr id="1030" name="Rectangle 6"/>
          <p:cNvSpPr>
            <a:spLocks noGrp="1" noChangeArrowheads="1"/>
          </p:cNvSpPr>
          <p:nvPr>
            <p:ph type="sldNum" sz="quarter" idx="4"/>
          </p:nvPr>
        </p:nvSpPr>
        <p:spPr bwMode="auto">
          <a:xfrm>
            <a:off x="6858000" y="65722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spcBef>
                <a:spcPct val="0"/>
              </a:spcBef>
              <a:defRPr sz="1400">
                <a:solidFill>
                  <a:srgbClr val="FF6600"/>
                </a:solidFill>
                <a:latin typeface="Times New Roman" panose="02020603050405020304" pitchFamily="18"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2D8304B1-DF30-4570-87A5-209DA84687C7}" type="slidenum">
              <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endParaRPr>
          </a:p>
        </p:txBody>
      </p:sp>
      <p:pic>
        <p:nvPicPr>
          <p:cNvPr id="1031" name="Picture 7" descr="logo1"/>
          <p:cNvPicPr>
            <a:picLocks noChangeAspect="1" noChangeArrowheads="1"/>
          </p:cNvPicPr>
          <p:nvPr userDrawn="1"/>
        </p:nvPicPr>
        <p:blipFill>
          <a:blip r:embed="rId1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956550" y="85725"/>
            <a:ext cx="936625" cy="67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27151209"/>
      </p:ext>
    </p:extLst>
  </p:cSld>
  <p:clrMap bg1="lt1" tx1="dk1" bg2="lt2" tx2="dk2" accent1="accent1" accent2="accent2" accent3="accent3" accent4="accent4" accent5="accent5" accent6="accent6" hlink="hlink" folHlink="folHlink"/>
  <p:sldLayoutIdLst>
    <p:sldLayoutId id="2147483700" r:id="rId1"/>
    <p:sldLayoutId id="2147483701" r:id="rId2"/>
    <p:sldLayoutId id="2147483702" r:id="rId3"/>
    <p:sldLayoutId id="2147483703" r:id="rId4"/>
    <p:sldLayoutId id="2147483704" r:id="rId5"/>
    <p:sldLayoutId id="2147483705" r:id="rId6"/>
    <p:sldLayoutId id="2147483706" r:id="rId7"/>
    <p:sldLayoutId id="2147483707" r:id="rId8"/>
    <p:sldLayoutId id="2147483708" r:id="rId9"/>
    <p:sldLayoutId id="2147483709" r:id="rId10"/>
    <p:sldLayoutId id="2147483710" r:id="rId11"/>
    <p:sldLayoutId id="2147483711" r:id="rId12"/>
  </p:sldLayoutIdLst>
  <p:hf hdr="0"/>
  <p:txStyles>
    <p:titleStyle>
      <a:lvl1pPr algn="ctr" rtl="0" eaLnBrk="0" fontAlgn="base" hangingPunct="0">
        <a:spcBef>
          <a:spcPct val="0"/>
        </a:spcBef>
        <a:spcAft>
          <a:spcPct val="0"/>
        </a:spcAft>
        <a:defRPr kumimoji="1" sz="3200">
          <a:solidFill>
            <a:schemeClr val="tx2"/>
          </a:solidFill>
          <a:latin typeface="+mj-lt"/>
          <a:ea typeface="+mj-ea"/>
          <a:cs typeface="+mj-cs"/>
        </a:defRPr>
      </a:lvl1pPr>
      <a:lvl2pPr algn="ctr" rtl="0" eaLnBrk="0" fontAlgn="base" hangingPunct="0">
        <a:spcBef>
          <a:spcPct val="0"/>
        </a:spcBef>
        <a:spcAft>
          <a:spcPct val="0"/>
        </a:spcAft>
        <a:defRPr kumimoji="1" sz="3200">
          <a:solidFill>
            <a:schemeClr val="tx2"/>
          </a:solidFill>
          <a:latin typeface="Times New Roman" pitchFamily="18" charset="0"/>
          <a:ea typeface="华文隶书" pitchFamily="2" charset="-122"/>
        </a:defRPr>
      </a:lvl2pPr>
      <a:lvl3pPr algn="ctr" rtl="0" eaLnBrk="0" fontAlgn="base" hangingPunct="0">
        <a:spcBef>
          <a:spcPct val="0"/>
        </a:spcBef>
        <a:spcAft>
          <a:spcPct val="0"/>
        </a:spcAft>
        <a:defRPr kumimoji="1" sz="3200">
          <a:solidFill>
            <a:schemeClr val="tx2"/>
          </a:solidFill>
          <a:latin typeface="Times New Roman" pitchFamily="18" charset="0"/>
          <a:ea typeface="华文隶书" pitchFamily="2" charset="-122"/>
        </a:defRPr>
      </a:lvl3pPr>
      <a:lvl4pPr algn="ctr" rtl="0" eaLnBrk="0" fontAlgn="base" hangingPunct="0">
        <a:spcBef>
          <a:spcPct val="0"/>
        </a:spcBef>
        <a:spcAft>
          <a:spcPct val="0"/>
        </a:spcAft>
        <a:defRPr kumimoji="1" sz="3200">
          <a:solidFill>
            <a:schemeClr val="tx2"/>
          </a:solidFill>
          <a:latin typeface="Times New Roman" pitchFamily="18" charset="0"/>
          <a:ea typeface="华文隶书" pitchFamily="2" charset="-122"/>
        </a:defRPr>
      </a:lvl4pPr>
      <a:lvl5pPr algn="ctr" rtl="0" eaLnBrk="0" fontAlgn="base" hangingPunct="0">
        <a:spcBef>
          <a:spcPct val="0"/>
        </a:spcBef>
        <a:spcAft>
          <a:spcPct val="0"/>
        </a:spcAft>
        <a:defRPr kumimoji="1" sz="3200">
          <a:solidFill>
            <a:schemeClr val="tx2"/>
          </a:solidFill>
          <a:latin typeface="Times New Roman" pitchFamily="18" charset="0"/>
          <a:ea typeface="华文隶书" pitchFamily="2" charset="-122"/>
        </a:defRPr>
      </a:lvl5pPr>
      <a:lvl6pPr marL="457200" algn="ctr" rtl="0" fontAlgn="base">
        <a:spcBef>
          <a:spcPct val="0"/>
        </a:spcBef>
        <a:spcAft>
          <a:spcPct val="0"/>
        </a:spcAft>
        <a:defRPr kumimoji="1" sz="3200">
          <a:solidFill>
            <a:schemeClr val="tx2"/>
          </a:solidFill>
          <a:latin typeface="Times New Roman" pitchFamily="18" charset="0"/>
          <a:ea typeface="华文隶书" pitchFamily="2" charset="-122"/>
        </a:defRPr>
      </a:lvl6pPr>
      <a:lvl7pPr marL="914400" algn="ctr" rtl="0" fontAlgn="base">
        <a:spcBef>
          <a:spcPct val="0"/>
        </a:spcBef>
        <a:spcAft>
          <a:spcPct val="0"/>
        </a:spcAft>
        <a:defRPr kumimoji="1" sz="3200">
          <a:solidFill>
            <a:schemeClr val="tx2"/>
          </a:solidFill>
          <a:latin typeface="Times New Roman" pitchFamily="18" charset="0"/>
          <a:ea typeface="华文隶书" pitchFamily="2" charset="-122"/>
        </a:defRPr>
      </a:lvl7pPr>
      <a:lvl8pPr marL="1371600" algn="ctr" rtl="0" fontAlgn="base">
        <a:spcBef>
          <a:spcPct val="0"/>
        </a:spcBef>
        <a:spcAft>
          <a:spcPct val="0"/>
        </a:spcAft>
        <a:defRPr kumimoji="1" sz="3200">
          <a:solidFill>
            <a:schemeClr val="tx2"/>
          </a:solidFill>
          <a:latin typeface="Times New Roman" pitchFamily="18" charset="0"/>
          <a:ea typeface="华文隶书" pitchFamily="2" charset="-122"/>
        </a:defRPr>
      </a:lvl8pPr>
      <a:lvl9pPr marL="1828800" algn="ctr" rtl="0" fontAlgn="base">
        <a:spcBef>
          <a:spcPct val="0"/>
        </a:spcBef>
        <a:spcAft>
          <a:spcPct val="0"/>
        </a:spcAft>
        <a:defRPr kumimoji="1" sz="3200">
          <a:solidFill>
            <a:schemeClr val="tx2"/>
          </a:solidFill>
          <a:latin typeface="Times New Roman" pitchFamily="18" charset="0"/>
          <a:ea typeface="华文隶书" pitchFamily="2" charset="-122"/>
        </a:defRPr>
      </a:lvl9pPr>
    </p:titleStyle>
    <p:bodyStyle>
      <a:lvl1pPr marL="342900" indent="-342900" algn="l" rtl="0" eaLnBrk="0" fontAlgn="base" hangingPunct="0">
        <a:spcBef>
          <a:spcPct val="20000"/>
        </a:spcBef>
        <a:spcAft>
          <a:spcPct val="0"/>
        </a:spcAft>
        <a:buChar char="•"/>
        <a:defRPr kumimoji="1" sz="24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000">
          <a:solidFill>
            <a:schemeClr val="tx1"/>
          </a:solidFill>
          <a:latin typeface="+mn-lt"/>
          <a:ea typeface="华文宋体" pitchFamily="2" charset="-122"/>
        </a:defRPr>
      </a:lvl2pPr>
      <a:lvl3pPr marL="1143000" indent="-228600" algn="l" rtl="0" eaLnBrk="0" fontAlgn="base" hangingPunct="0">
        <a:spcBef>
          <a:spcPct val="20000"/>
        </a:spcBef>
        <a:spcAft>
          <a:spcPct val="0"/>
        </a:spcAft>
        <a:buChar char="•"/>
        <a:defRPr kumimoji="1" sz="2000">
          <a:solidFill>
            <a:schemeClr val="tx1"/>
          </a:solidFill>
          <a:latin typeface="+mn-lt"/>
          <a:ea typeface="宋体" charset="-122"/>
        </a:defRPr>
      </a:lvl3pPr>
      <a:lvl4pPr marL="1600200" indent="-228600" algn="l" rtl="0" eaLnBrk="0" fontAlgn="base" hangingPunct="0">
        <a:spcBef>
          <a:spcPct val="20000"/>
        </a:spcBef>
        <a:spcAft>
          <a:spcPct val="0"/>
        </a:spcAft>
        <a:buChar char="–"/>
        <a:defRPr kumimoji="1" sz="2000">
          <a:solidFill>
            <a:schemeClr val="tx1"/>
          </a:solidFill>
          <a:latin typeface="+mn-lt"/>
          <a:ea typeface="华文宋体" pitchFamily="2" charset="-122"/>
        </a:defRPr>
      </a:lvl4pPr>
      <a:lvl5pPr marL="2057400" indent="-228600" algn="l" rtl="0" eaLnBrk="0" fontAlgn="base" hangingPunct="0">
        <a:spcBef>
          <a:spcPct val="20000"/>
        </a:spcBef>
        <a:spcAft>
          <a:spcPct val="0"/>
        </a:spcAft>
        <a:buChar char="»"/>
        <a:defRPr kumimoji="1" sz="2000">
          <a:solidFill>
            <a:schemeClr val="tx1"/>
          </a:solidFill>
          <a:latin typeface="+mn-lt"/>
          <a:ea typeface="华文宋体" pitchFamily="2" charset="-122"/>
        </a:defRPr>
      </a:lvl5pPr>
      <a:lvl6pPr marL="2514600" indent="-228600" algn="l" rtl="0" fontAlgn="base">
        <a:spcBef>
          <a:spcPct val="20000"/>
        </a:spcBef>
        <a:spcAft>
          <a:spcPct val="0"/>
        </a:spcAft>
        <a:buChar char="»"/>
        <a:defRPr kumimoji="1" sz="2000">
          <a:solidFill>
            <a:schemeClr val="tx1"/>
          </a:solidFill>
          <a:latin typeface="+mn-lt"/>
          <a:ea typeface="华文宋体" pitchFamily="2" charset="-122"/>
        </a:defRPr>
      </a:lvl6pPr>
      <a:lvl7pPr marL="2971800" indent="-228600" algn="l" rtl="0" fontAlgn="base">
        <a:spcBef>
          <a:spcPct val="20000"/>
        </a:spcBef>
        <a:spcAft>
          <a:spcPct val="0"/>
        </a:spcAft>
        <a:buChar char="»"/>
        <a:defRPr kumimoji="1" sz="2000">
          <a:solidFill>
            <a:schemeClr val="tx1"/>
          </a:solidFill>
          <a:latin typeface="+mn-lt"/>
          <a:ea typeface="华文宋体" pitchFamily="2" charset="-122"/>
        </a:defRPr>
      </a:lvl7pPr>
      <a:lvl8pPr marL="3429000" indent="-228600" algn="l" rtl="0" fontAlgn="base">
        <a:spcBef>
          <a:spcPct val="20000"/>
        </a:spcBef>
        <a:spcAft>
          <a:spcPct val="0"/>
        </a:spcAft>
        <a:buChar char="»"/>
        <a:defRPr kumimoji="1" sz="2000">
          <a:solidFill>
            <a:schemeClr val="tx1"/>
          </a:solidFill>
          <a:latin typeface="+mn-lt"/>
          <a:ea typeface="华文宋体" pitchFamily="2" charset="-122"/>
        </a:defRPr>
      </a:lvl8pPr>
      <a:lvl9pPr marL="3886200" indent="-228600" algn="l" rtl="0" fontAlgn="base">
        <a:spcBef>
          <a:spcPct val="20000"/>
        </a:spcBef>
        <a:spcAft>
          <a:spcPct val="0"/>
        </a:spcAft>
        <a:buChar char="»"/>
        <a:defRPr kumimoji="1" sz="2000">
          <a:solidFill>
            <a:schemeClr val="tx1"/>
          </a:solidFill>
          <a:latin typeface="+mn-lt"/>
          <a:ea typeface="华文宋体" pitchFamily="2" charset="-122"/>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381000" y="304800"/>
            <a:ext cx="8458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Rectangle 3"/>
          <p:cNvSpPr>
            <a:spLocks noGrp="1" noChangeArrowheads="1"/>
          </p:cNvSpPr>
          <p:nvPr>
            <p:ph type="body" idx="1"/>
          </p:nvPr>
        </p:nvSpPr>
        <p:spPr bwMode="auto">
          <a:xfrm>
            <a:off x="381000" y="914400"/>
            <a:ext cx="8458200" cy="518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8" name="Rectangle 4"/>
          <p:cNvSpPr>
            <a:spLocks noGrp="1" noChangeArrowheads="1"/>
          </p:cNvSpPr>
          <p:nvPr>
            <p:ph type="dt" sz="half" idx="2"/>
          </p:nvPr>
        </p:nvSpPr>
        <p:spPr bwMode="auto">
          <a:xfrm>
            <a:off x="381000" y="65722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spcBef>
                <a:spcPct val="0"/>
              </a:spcBef>
              <a:defRPr sz="1400">
                <a:solidFill>
                  <a:srgbClr val="FF6600"/>
                </a:solidFill>
                <a:latin typeface="+mn-lt"/>
                <a:ea typeface="宋体" charset="-122"/>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D6EC8325-FC59-4BB4-94B0-E7C667E13789}" type="datetime1">
              <a:rPr kumimoji="1" lang="zh-CN" altLang="en-US" sz="1400" b="0" i="0" u="none" strike="noStrike" kern="1200" cap="none" spc="0" normalizeH="0" baseline="0" noProof="0">
                <a:ln>
                  <a:noFill/>
                </a:ln>
                <a:solidFill>
                  <a:srgbClr val="FF6600"/>
                </a:solidFill>
                <a:effectLst/>
                <a:uLnTx/>
                <a:uFillTx/>
                <a:latin typeface="Times New Roman"/>
                <a:ea typeface="宋体"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2019/6/4</a:t>
            </a:fld>
            <a:endPar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endParaRPr>
          </a:p>
        </p:txBody>
      </p:sp>
      <p:sp>
        <p:nvSpPr>
          <p:cNvPr id="1029" name="Rectangle 5"/>
          <p:cNvSpPr>
            <a:spLocks noGrp="1" noChangeArrowheads="1"/>
          </p:cNvSpPr>
          <p:nvPr>
            <p:ph type="ftr" sz="quarter" idx="3"/>
          </p:nvPr>
        </p:nvSpPr>
        <p:spPr bwMode="auto">
          <a:xfrm>
            <a:off x="3124200" y="657225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1" hangingPunct="1">
              <a:spcBef>
                <a:spcPct val="0"/>
              </a:spcBef>
              <a:defRPr sz="1400">
                <a:solidFill>
                  <a:srgbClr val="FF6600"/>
                </a:solidFill>
                <a:latin typeface="+mn-lt"/>
                <a:ea typeface="宋体" charset="-122"/>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rPr>
              <a:t>电路理论－颜秋容</a:t>
            </a:r>
          </a:p>
        </p:txBody>
      </p:sp>
      <p:sp>
        <p:nvSpPr>
          <p:cNvPr id="1030" name="Rectangle 6"/>
          <p:cNvSpPr>
            <a:spLocks noGrp="1" noChangeArrowheads="1"/>
          </p:cNvSpPr>
          <p:nvPr>
            <p:ph type="sldNum" sz="quarter" idx="4"/>
          </p:nvPr>
        </p:nvSpPr>
        <p:spPr bwMode="auto">
          <a:xfrm>
            <a:off x="6858000" y="65722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spcBef>
                <a:spcPct val="0"/>
              </a:spcBef>
              <a:defRPr sz="1400">
                <a:solidFill>
                  <a:srgbClr val="FF6600"/>
                </a:solidFill>
                <a:latin typeface="Times New Roman" panose="02020603050405020304" pitchFamily="18"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2D8304B1-DF30-4570-87A5-209DA84687C7}" type="slidenum">
              <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endParaRPr>
          </a:p>
        </p:txBody>
      </p:sp>
      <p:pic>
        <p:nvPicPr>
          <p:cNvPr id="1031" name="Picture 7" descr="logo1"/>
          <p:cNvPicPr>
            <a:picLocks noChangeAspect="1" noChangeArrowheads="1"/>
          </p:cNvPicPr>
          <p:nvPr userDrawn="1"/>
        </p:nvPicPr>
        <p:blipFill>
          <a:blip r:embed="rId1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956550" y="85725"/>
            <a:ext cx="936625" cy="67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80329376"/>
      </p:ext>
    </p:extLst>
  </p:cSld>
  <p:clrMap bg1="lt1" tx1="dk1" bg2="lt2" tx2="dk2" accent1="accent1" accent2="accent2" accent3="accent3" accent4="accent4" accent5="accent5" accent6="accent6" hlink="hlink" folHlink="folHlink"/>
  <p:sldLayoutIdLst>
    <p:sldLayoutId id="2147483713" r:id="rId1"/>
    <p:sldLayoutId id="2147483714" r:id="rId2"/>
    <p:sldLayoutId id="2147483715" r:id="rId3"/>
    <p:sldLayoutId id="2147483716" r:id="rId4"/>
    <p:sldLayoutId id="2147483717" r:id="rId5"/>
    <p:sldLayoutId id="2147483718" r:id="rId6"/>
    <p:sldLayoutId id="2147483719" r:id="rId7"/>
    <p:sldLayoutId id="2147483720" r:id="rId8"/>
    <p:sldLayoutId id="2147483721" r:id="rId9"/>
    <p:sldLayoutId id="2147483722" r:id="rId10"/>
    <p:sldLayoutId id="2147483723" r:id="rId11"/>
    <p:sldLayoutId id="2147483724" r:id="rId12"/>
  </p:sldLayoutIdLst>
  <p:hf hdr="0"/>
  <p:txStyles>
    <p:titleStyle>
      <a:lvl1pPr algn="ctr" rtl="0" eaLnBrk="0" fontAlgn="base" hangingPunct="0">
        <a:spcBef>
          <a:spcPct val="0"/>
        </a:spcBef>
        <a:spcAft>
          <a:spcPct val="0"/>
        </a:spcAft>
        <a:defRPr kumimoji="1" sz="3200">
          <a:solidFill>
            <a:schemeClr val="tx2"/>
          </a:solidFill>
          <a:latin typeface="+mj-lt"/>
          <a:ea typeface="+mj-ea"/>
          <a:cs typeface="+mj-cs"/>
        </a:defRPr>
      </a:lvl1pPr>
      <a:lvl2pPr algn="ctr" rtl="0" eaLnBrk="0" fontAlgn="base" hangingPunct="0">
        <a:spcBef>
          <a:spcPct val="0"/>
        </a:spcBef>
        <a:spcAft>
          <a:spcPct val="0"/>
        </a:spcAft>
        <a:defRPr kumimoji="1" sz="3200">
          <a:solidFill>
            <a:schemeClr val="tx2"/>
          </a:solidFill>
          <a:latin typeface="Times New Roman" pitchFamily="18" charset="0"/>
          <a:ea typeface="华文隶书" pitchFamily="2" charset="-122"/>
        </a:defRPr>
      </a:lvl2pPr>
      <a:lvl3pPr algn="ctr" rtl="0" eaLnBrk="0" fontAlgn="base" hangingPunct="0">
        <a:spcBef>
          <a:spcPct val="0"/>
        </a:spcBef>
        <a:spcAft>
          <a:spcPct val="0"/>
        </a:spcAft>
        <a:defRPr kumimoji="1" sz="3200">
          <a:solidFill>
            <a:schemeClr val="tx2"/>
          </a:solidFill>
          <a:latin typeface="Times New Roman" pitchFamily="18" charset="0"/>
          <a:ea typeface="华文隶书" pitchFamily="2" charset="-122"/>
        </a:defRPr>
      </a:lvl3pPr>
      <a:lvl4pPr algn="ctr" rtl="0" eaLnBrk="0" fontAlgn="base" hangingPunct="0">
        <a:spcBef>
          <a:spcPct val="0"/>
        </a:spcBef>
        <a:spcAft>
          <a:spcPct val="0"/>
        </a:spcAft>
        <a:defRPr kumimoji="1" sz="3200">
          <a:solidFill>
            <a:schemeClr val="tx2"/>
          </a:solidFill>
          <a:latin typeface="Times New Roman" pitchFamily="18" charset="0"/>
          <a:ea typeface="华文隶书" pitchFamily="2" charset="-122"/>
        </a:defRPr>
      </a:lvl4pPr>
      <a:lvl5pPr algn="ctr" rtl="0" eaLnBrk="0" fontAlgn="base" hangingPunct="0">
        <a:spcBef>
          <a:spcPct val="0"/>
        </a:spcBef>
        <a:spcAft>
          <a:spcPct val="0"/>
        </a:spcAft>
        <a:defRPr kumimoji="1" sz="3200">
          <a:solidFill>
            <a:schemeClr val="tx2"/>
          </a:solidFill>
          <a:latin typeface="Times New Roman" pitchFamily="18" charset="0"/>
          <a:ea typeface="华文隶书" pitchFamily="2" charset="-122"/>
        </a:defRPr>
      </a:lvl5pPr>
      <a:lvl6pPr marL="457200" algn="ctr" rtl="0" fontAlgn="base">
        <a:spcBef>
          <a:spcPct val="0"/>
        </a:spcBef>
        <a:spcAft>
          <a:spcPct val="0"/>
        </a:spcAft>
        <a:defRPr kumimoji="1" sz="3200">
          <a:solidFill>
            <a:schemeClr val="tx2"/>
          </a:solidFill>
          <a:latin typeface="Times New Roman" pitchFamily="18" charset="0"/>
          <a:ea typeface="华文隶书" pitchFamily="2" charset="-122"/>
        </a:defRPr>
      </a:lvl6pPr>
      <a:lvl7pPr marL="914400" algn="ctr" rtl="0" fontAlgn="base">
        <a:spcBef>
          <a:spcPct val="0"/>
        </a:spcBef>
        <a:spcAft>
          <a:spcPct val="0"/>
        </a:spcAft>
        <a:defRPr kumimoji="1" sz="3200">
          <a:solidFill>
            <a:schemeClr val="tx2"/>
          </a:solidFill>
          <a:latin typeface="Times New Roman" pitchFamily="18" charset="0"/>
          <a:ea typeface="华文隶书" pitchFamily="2" charset="-122"/>
        </a:defRPr>
      </a:lvl7pPr>
      <a:lvl8pPr marL="1371600" algn="ctr" rtl="0" fontAlgn="base">
        <a:spcBef>
          <a:spcPct val="0"/>
        </a:spcBef>
        <a:spcAft>
          <a:spcPct val="0"/>
        </a:spcAft>
        <a:defRPr kumimoji="1" sz="3200">
          <a:solidFill>
            <a:schemeClr val="tx2"/>
          </a:solidFill>
          <a:latin typeface="Times New Roman" pitchFamily="18" charset="0"/>
          <a:ea typeface="华文隶书" pitchFamily="2" charset="-122"/>
        </a:defRPr>
      </a:lvl8pPr>
      <a:lvl9pPr marL="1828800" algn="ctr" rtl="0" fontAlgn="base">
        <a:spcBef>
          <a:spcPct val="0"/>
        </a:spcBef>
        <a:spcAft>
          <a:spcPct val="0"/>
        </a:spcAft>
        <a:defRPr kumimoji="1" sz="3200">
          <a:solidFill>
            <a:schemeClr val="tx2"/>
          </a:solidFill>
          <a:latin typeface="Times New Roman" pitchFamily="18" charset="0"/>
          <a:ea typeface="华文隶书" pitchFamily="2" charset="-122"/>
        </a:defRPr>
      </a:lvl9pPr>
    </p:titleStyle>
    <p:bodyStyle>
      <a:lvl1pPr marL="342900" indent="-342900" algn="l" rtl="0" eaLnBrk="0" fontAlgn="base" hangingPunct="0">
        <a:spcBef>
          <a:spcPct val="20000"/>
        </a:spcBef>
        <a:spcAft>
          <a:spcPct val="0"/>
        </a:spcAft>
        <a:buChar char="•"/>
        <a:defRPr kumimoji="1" sz="24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000">
          <a:solidFill>
            <a:schemeClr val="tx1"/>
          </a:solidFill>
          <a:latin typeface="+mn-lt"/>
          <a:ea typeface="华文宋体" pitchFamily="2" charset="-122"/>
        </a:defRPr>
      </a:lvl2pPr>
      <a:lvl3pPr marL="1143000" indent="-228600" algn="l" rtl="0" eaLnBrk="0" fontAlgn="base" hangingPunct="0">
        <a:spcBef>
          <a:spcPct val="20000"/>
        </a:spcBef>
        <a:spcAft>
          <a:spcPct val="0"/>
        </a:spcAft>
        <a:buChar char="•"/>
        <a:defRPr kumimoji="1" sz="2000">
          <a:solidFill>
            <a:schemeClr val="tx1"/>
          </a:solidFill>
          <a:latin typeface="+mn-lt"/>
          <a:ea typeface="宋体" charset="-122"/>
        </a:defRPr>
      </a:lvl3pPr>
      <a:lvl4pPr marL="1600200" indent="-228600" algn="l" rtl="0" eaLnBrk="0" fontAlgn="base" hangingPunct="0">
        <a:spcBef>
          <a:spcPct val="20000"/>
        </a:spcBef>
        <a:spcAft>
          <a:spcPct val="0"/>
        </a:spcAft>
        <a:buChar char="–"/>
        <a:defRPr kumimoji="1" sz="2000">
          <a:solidFill>
            <a:schemeClr val="tx1"/>
          </a:solidFill>
          <a:latin typeface="+mn-lt"/>
          <a:ea typeface="华文宋体" pitchFamily="2" charset="-122"/>
        </a:defRPr>
      </a:lvl4pPr>
      <a:lvl5pPr marL="2057400" indent="-228600" algn="l" rtl="0" eaLnBrk="0" fontAlgn="base" hangingPunct="0">
        <a:spcBef>
          <a:spcPct val="20000"/>
        </a:spcBef>
        <a:spcAft>
          <a:spcPct val="0"/>
        </a:spcAft>
        <a:buChar char="»"/>
        <a:defRPr kumimoji="1" sz="2000">
          <a:solidFill>
            <a:schemeClr val="tx1"/>
          </a:solidFill>
          <a:latin typeface="+mn-lt"/>
          <a:ea typeface="华文宋体" pitchFamily="2" charset="-122"/>
        </a:defRPr>
      </a:lvl5pPr>
      <a:lvl6pPr marL="2514600" indent="-228600" algn="l" rtl="0" fontAlgn="base">
        <a:spcBef>
          <a:spcPct val="20000"/>
        </a:spcBef>
        <a:spcAft>
          <a:spcPct val="0"/>
        </a:spcAft>
        <a:buChar char="»"/>
        <a:defRPr kumimoji="1" sz="2000">
          <a:solidFill>
            <a:schemeClr val="tx1"/>
          </a:solidFill>
          <a:latin typeface="+mn-lt"/>
          <a:ea typeface="华文宋体" pitchFamily="2" charset="-122"/>
        </a:defRPr>
      </a:lvl6pPr>
      <a:lvl7pPr marL="2971800" indent="-228600" algn="l" rtl="0" fontAlgn="base">
        <a:spcBef>
          <a:spcPct val="20000"/>
        </a:spcBef>
        <a:spcAft>
          <a:spcPct val="0"/>
        </a:spcAft>
        <a:buChar char="»"/>
        <a:defRPr kumimoji="1" sz="2000">
          <a:solidFill>
            <a:schemeClr val="tx1"/>
          </a:solidFill>
          <a:latin typeface="+mn-lt"/>
          <a:ea typeface="华文宋体" pitchFamily="2" charset="-122"/>
        </a:defRPr>
      </a:lvl7pPr>
      <a:lvl8pPr marL="3429000" indent="-228600" algn="l" rtl="0" fontAlgn="base">
        <a:spcBef>
          <a:spcPct val="20000"/>
        </a:spcBef>
        <a:spcAft>
          <a:spcPct val="0"/>
        </a:spcAft>
        <a:buChar char="»"/>
        <a:defRPr kumimoji="1" sz="2000">
          <a:solidFill>
            <a:schemeClr val="tx1"/>
          </a:solidFill>
          <a:latin typeface="+mn-lt"/>
          <a:ea typeface="华文宋体" pitchFamily="2" charset="-122"/>
        </a:defRPr>
      </a:lvl8pPr>
      <a:lvl9pPr marL="3886200" indent="-228600" algn="l" rtl="0" fontAlgn="base">
        <a:spcBef>
          <a:spcPct val="20000"/>
        </a:spcBef>
        <a:spcAft>
          <a:spcPct val="0"/>
        </a:spcAft>
        <a:buChar char="»"/>
        <a:defRPr kumimoji="1" sz="2000">
          <a:solidFill>
            <a:schemeClr val="tx1"/>
          </a:solidFill>
          <a:latin typeface="+mn-lt"/>
          <a:ea typeface="华文宋体" pitchFamily="2" charset="-122"/>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381000" y="304800"/>
            <a:ext cx="8458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Rectangle 3"/>
          <p:cNvSpPr>
            <a:spLocks noGrp="1" noChangeArrowheads="1"/>
          </p:cNvSpPr>
          <p:nvPr>
            <p:ph type="body" idx="1"/>
          </p:nvPr>
        </p:nvSpPr>
        <p:spPr bwMode="auto">
          <a:xfrm>
            <a:off x="381000" y="914400"/>
            <a:ext cx="8458200" cy="518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8" name="Rectangle 4"/>
          <p:cNvSpPr>
            <a:spLocks noGrp="1" noChangeArrowheads="1"/>
          </p:cNvSpPr>
          <p:nvPr>
            <p:ph type="dt" sz="half" idx="2"/>
          </p:nvPr>
        </p:nvSpPr>
        <p:spPr bwMode="auto">
          <a:xfrm>
            <a:off x="381000" y="65722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spcBef>
                <a:spcPct val="0"/>
              </a:spcBef>
              <a:defRPr sz="1400">
                <a:solidFill>
                  <a:srgbClr val="FF6600"/>
                </a:solidFill>
                <a:latin typeface="+mn-lt"/>
                <a:ea typeface="宋体" charset="-122"/>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D6EC8325-FC59-4BB4-94B0-E7C667E13789}" type="datetime1">
              <a:rPr kumimoji="1" lang="zh-CN" altLang="en-US" sz="1400" b="0" i="0" u="none" strike="noStrike" kern="1200" cap="none" spc="0" normalizeH="0" baseline="0" noProof="0">
                <a:ln>
                  <a:noFill/>
                </a:ln>
                <a:solidFill>
                  <a:srgbClr val="FF6600"/>
                </a:solidFill>
                <a:effectLst/>
                <a:uLnTx/>
                <a:uFillTx/>
                <a:latin typeface="Times New Roman"/>
                <a:ea typeface="宋体"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2019/6/4</a:t>
            </a:fld>
            <a:endPar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endParaRPr>
          </a:p>
        </p:txBody>
      </p:sp>
      <p:sp>
        <p:nvSpPr>
          <p:cNvPr id="1029" name="Rectangle 5"/>
          <p:cNvSpPr>
            <a:spLocks noGrp="1" noChangeArrowheads="1"/>
          </p:cNvSpPr>
          <p:nvPr>
            <p:ph type="ftr" sz="quarter" idx="3"/>
          </p:nvPr>
        </p:nvSpPr>
        <p:spPr bwMode="auto">
          <a:xfrm>
            <a:off x="3124200" y="657225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1" hangingPunct="1">
              <a:spcBef>
                <a:spcPct val="0"/>
              </a:spcBef>
              <a:defRPr sz="1400">
                <a:solidFill>
                  <a:srgbClr val="FF6600"/>
                </a:solidFill>
                <a:latin typeface="+mn-lt"/>
                <a:ea typeface="宋体" charset="-122"/>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rPr>
              <a:t>电路理论－颜秋容</a:t>
            </a:r>
          </a:p>
        </p:txBody>
      </p:sp>
      <p:sp>
        <p:nvSpPr>
          <p:cNvPr id="1030" name="Rectangle 6"/>
          <p:cNvSpPr>
            <a:spLocks noGrp="1" noChangeArrowheads="1"/>
          </p:cNvSpPr>
          <p:nvPr>
            <p:ph type="sldNum" sz="quarter" idx="4"/>
          </p:nvPr>
        </p:nvSpPr>
        <p:spPr bwMode="auto">
          <a:xfrm>
            <a:off x="6858000" y="65722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spcBef>
                <a:spcPct val="0"/>
              </a:spcBef>
              <a:defRPr sz="1400">
                <a:solidFill>
                  <a:srgbClr val="FF6600"/>
                </a:solidFill>
                <a:latin typeface="Times New Roman" panose="02020603050405020304" pitchFamily="18"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2D8304B1-DF30-4570-87A5-209DA84687C7}" type="slidenum">
              <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endParaRPr>
          </a:p>
        </p:txBody>
      </p:sp>
      <p:pic>
        <p:nvPicPr>
          <p:cNvPr id="1031" name="Picture 7" descr="logo1"/>
          <p:cNvPicPr>
            <a:picLocks noChangeAspect="1" noChangeArrowheads="1"/>
          </p:cNvPicPr>
          <p:nvPr userDrawn="1"/>
        </p:nvPicPr>
        <p:blipFill>
          <a:blip r:embed="rId1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956550" y="85725"/>
            <a:ext cx="936625" cy="67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61167301"/>
      </p:ext>
    </p:extLst>
  </p:cSld>
  <p:clrMap bg1="lt1" tx1="dk1" bg2="lt2" tx2="dk2" accent1="accent1" accent2="accent2" accent3="accent3" accent4="accent4" accent5="accent5" accent6="accent6" hlink="hlink" folHlink="folHlink"/>
  <p:sldLayoutIdLst>
    <p:sldLayoutId id="2147483726" r:id="rId1"/>
    <p:sldLayoutId id="2147483727" r:id="rId2"/>
    <p:sldLayoutId id="2147483728" r:id="rId3"/>
    <p:sldLayoutId id="2147483729" r:id="rId4"/>
    <p:sldLayoutId id="2147483730" r:id="rId5"/>
    <p:sldLayoutId id="2147483731" r:id="rId6"/>
    <p:sldLayoutId id="2147483732" r:id="rId7"/>
    <p:sldLayoutId id="2147483733" r:id="rId8"/>
    <p:sldLayoutId id="2147483734" r:id="rId9"/>
    <p:sldLayoutId id="2147483735" r:id="rId10"/>
    <p:sldLayoutId id="2147483736" r:id="rId11"/>
    <p:sldLayoutId id="2147483737" r:id="rId12"/>
  </p:sldLayoutIdLst>
  <p:hf hdr="0"/>
  <p:txStyles>
    <p:titleStyle>
      <a:lvl1pPr algn="ctr" rtl="0" eaLnBrk="0" fontAlgn="base" hangingPunct="0">
        <a:spcBef>
          <a:spcPct val="0"/>
        </a:spcBef>
        <a:spcAft>
          <a:spcPct val="0"/>
        </a:spcAft>
        <a:defRPr kumimoji="1" sz="3200">
          <a:solidFill>
            <a:schemeClr val="tx2"/>
          </a:solidFill>
          <a:latin typeface="+mj-lt"/>
          <a:ea typeface="+mj-ea"/>
          <a:cs typeface="+mj-cs"/>
        </a:defRPr>
      </a:lvl1pPr>
      <a:lvl2pPr algn="ctr" rtl="0" eaLnBrk="0" fontAlgn="base" hangingPunct="0">
        <a:spcBef>
          <a:spcPct val="0"/>
        </a:spcBef>
        <a:spcAft>
          <a:spcPct val="0"/>
        </a:spcAft>
        <a:defRPr kumimoji="1" sz="3200">
          <a:solidFill>
            <a:schemeClr val="tx2"/>
          </a:solidFill>
          <a:latin typeface="Times New Roman" pitchFamily="18" charset="0"/>
          <a:ea typeface="华文隶书" pitchFamily="2" charset="-122"/>
        </a:defRPr>
      </a:lvl2pPr>
      <a:lvl3pPr algn="ctr" rtl="0" eaLnBrk="0" fontAlgn="base" hangingPunct="0">
        <a:spcBef>
          <a:spcPct val="0"/>
        </a:spcBef>
        <a:spcAft>
          <a:spcPct val="0"/>
        </a:spcAft>
        <a:defRPr kumimoji="1" sz="3200">
          <a:solidFill>
            <a:schemeClr val="tx2"/>
          </a:solidFill>
          <a:latin typeface="Times New Roman" pitchFamily="18" charset="0"/>
          <a:ea typeface="华文隶书" pitchFamily="2" charset="-122"/>
        </a:defRPr>
      </a:lvl3pPr>
      <a:lvl4pPr algn="ctr" rtl="0" eaLnBrk="0" fontAlgn="base" hangingPunct="0">
        <a:spcBef>
          <a:spcPct val="0"/>
        </a:spcBef>
        <a:spcAft>
          <a:spcPct val="0"/>
        </a:spcAft>
        <a:defRPr kumimoji="1" sz="3200">
          <a:solidFill>
            <a:schemeClr val="tx2"/>
          </a:solidFill>
          <a:latin typeface="Times New Roman" pitchFamily="18" charset="0"/>
          <a:ea typeface="华文隶书" pitchFamily="2" charset="-122"/>
        </a:defRPr>
      </a:lvl4pPr>
      <a:lvl5pPr algn="ctr" rtl="0" eaLnBrk="0" fontAlgn="base" hangingPunct="0">
        <a:spcBef>
          <a:spcPct val="0"/>
        </a:spcBef>
        <a:spcAft>
          <a:spcPct val="0"/>
        </a:spcAft>
        <a:defRPr kumimoji="1" sz="3200">
          <a:solidFill>
            <a:schemeClr val="tx2"/>
          </a:solidFill>
          <a:latin typeface="Times New Roman" pitchFamily="18" charset="0"/>
          <a:ea typeface="华文隶书" pitchFamily="2" charset="-122"/>
        </a:defRPr>
      </a:lvl5pPr>
      <a:lvl6pPr marL="457200" algn="ctr" rtl="0" fontAlgn="base">
        <a:spcBef>
          <a:spcPct val="0"/>
        </a:spcBef>
        <a:spcAft>
          <a:spcPct val="0"/>
        </a:spcAft>
        <a:defRPr kumimoji="1" sz="3200">
          <a:solidFill>
            <a:schemeClr val="tx2"/>
          </a:solidFill>
          <a:latin typeface="Times New Roman" pitchFamily="18" charset="0"/>
          <a:ea typeface="华文隶书" pitchFamily="2" charset="-122"/>
        </a:defRPr>
      </a:lvl6pPr>
      <a:lvl7pPr marL="914400" algn="ctr" rtl="0" fontAlgn="base">
        <a:spcBef>
          <a:spcPct val="0"/>
        </a:spcBef>
        <a:spcAft>
          <a:spcPct val="0"/>
        </a:spcAft>
        <a:defRPr kumimoji="1" sz="3200">
          <a:solidFill>
            <a:schemeClr val="tx2"/>
          </a:solidFill>
          <a:latin typeface="Times New Roman" pitchFamily="18" charset="0"/>
          <a:ea typeface="华文隶书" pitchFamily="2" charset="-122"/>
        </a:defRPr>
      </a:lvl7pPr>
      <a:lvl8pPr marL="1371600" algn="ctr" rtl="0" fontAlgn="base">
        <a:spcBef>
          <a:spcPct val="0"/>
        </a:spcBef>
        <a:spcAft>
          <a:spcPct val="0"/>
        </a:spcAft>
        <a:defRPr kumimoji="1" sz="3200">
          <a:solidFill>
            <a:schemeClr val="tx2"/>
          </a:solidFill>
          <a:latin typeface="Times New Roman" pitchFamily="18" charset="0"/>
          <a:ea typeface="华文隶书" pitchFamily="2" charset="-122"/>
        </a:defRPr>
      </a:lvl8pPr>
      <a:lvl9pPr marL="1828800" algn="ctr" rtl="0" fontAlgn="base">
        <a:spcBef>
          <a:spcPct val="0"/>
        </a:spcBef>
        <a:spcAft>
          <a:spcPct val="0"/>
        </a:spcAft>
        <a:defRPr kumimoji="1" sz="3200">
          <a:solidFill>
            <a:schemeClr val="tx2"/>
          </a:solidFill>
          <a:latin typeface="Times New Roman" pitchFamily="18" charset="0"/>
          <a:ea typeface="华文隶书" pitchFamily="2" charset="-122"/>
        </a:defRPr>
      </a:lvl9pPr>
    </p:titleStyle>
    <p:bodyStyle>
      <a:lvl1pPr marL="342900" indent="-342900" algn="l" rtl="0" eaLnBrk="0" fontAlgn="base" hangingPunct="0">
        <a:spcBef>
          <a:spcPct val="20000"/>
        </a:spcBef>
        <a:spcAft>
          <a:spcPct val="0"/>
        </a:spcAft>
        <a:buChar char="•"/>
        <a:defRPr kumimoji="1" sz="24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000">
          <a:solidFill>
            <a:schemeClr val="tx1"/>
          </a:solidFill>
          <a:latin typeface="+mn-lt"/>
          <a:ea typeface="华文宋体" pitchFamily="2" charset="-122"/>
        </a:defRPr>
      </a:lvl2pPr>
      <a:lvl3pPr marL="1143000" indent="-228600" algn="l" rtl="0" eaLnBrk="0" fontAlgn="base" hangingPunct="0">
        <a:spcBef>
          <a:spcPct val="20000"/>
        </a:spcBef>
        <a:spcAft>
          <a:spcPct val="0"/>
        </a:spcAft>
        <a:buChar char="•"/>
        <a:defRPr kumimoji="1" sz="2000">
          <a:solidFill>
            <a:schemeClr val="tx1"/>
          </a:solidFill>
          <a:latin typeface="+mn-lt"/>
          <a:ea typeface="宋体" charset="-122"/>
        </a:defRPr>
      </a:lvl3pPr>
      <a:lvl4pPr marL="1600200" indent="-228600" algn="l" rtl="0" eaLnBrk="0" fontAlgn="base" hangingPunct="0">
        <a:spcBef>
          <a:spcPct val="20000"/>
        </a:spcBef>
        <a:spcAft>
          <a:spcPct val="0"/>
        </a:spcAft>
        <a:buChar char="–"/>
        <a:defRPr kumimoji="1" sz="2000">
          <a:solidFill>
            <a:schemeClr val="tx1"/>
          </a:solidFill>
          <a:latin typeface="+mn-lt"/>
          <a:ea typeface="华文宋体" pitchFamily="2" charset="-122"/>
        </a:defRPr>
      </a:lvl4pPr>
      <a:lvl5pPr marL="2057400" indent="-228600" algn="l" rtl="0" eaLnBrk="0" fontAlgn="base" hangingPunct="0">
        <a:spcBef>
          <a:spcPct val="20000"/>
        </a:spcBef>
        <a:spcAft>
          <a:spcPct val="0"/>
        </a:spcAft>
        <a:buChar char="»"/>
        <a:defRPr kumimoji="1" sz="2000">
          <a:solidFill>
            <a:schemeClr val="tx1"/>
          </a:solidFill>
          <a:latin typeface="+mn-lt"/>
          <a:ea typeface="华文宋体" pitchFamily="2" charset="-122"/>
        </a:defRPr>
      </a:lvl5pPr>
      <a:lvl6pPr marL="2514600" indent="-228600" algn="l" rtl="0" fontAlgn="base">
        <a:spcBef>
          <a:spcPct val="20000"/>
        </a:spcBef>
        <a:spcAft>
          <a:spcPct val="0"/>
        </a:spcAft>
        <a:buChar char="»"/>
        <a:defRPr kumimoji="1" sz="2000">
          <a:solidFill>
            <a:schemeClr val="tx1"/>
          </a:solidFill>
          <a:latin typeface="+mn-lt"/>
          <a:ea typeface="华文宋体" pitchFamily="2" charset="-122"/>
        </a:defRPr>
      </a:lvl6pPr>
      <a:lvl7pPr marL="2971800" indent="-228600" algn="l" rtl="0" fontAlgn="base">
        <a:spcBef>
          <a:spcPct val="20000"/>
        </a:spcBef>
        <a:spcAft>
          <a:spcPct val="0"/>
        </a:spcAft>
        <a:buChar char="»"/>
        <a:defRPr kumimoji="1" sz="2000">
          <a:solidFill>
            <a:schemeClr val="tx1"/>
          </a:solidFill>
          <a:latin typeface="+mn-lt"/>
          <a:ea typeface="华文宋体" pitchFamily="2" charset="-122"/>
        </a:defRPr>
      </a:lvl7pPr>
      <a:lvl8pPr marL="3429000" indent="-228600" algn="l" rtl="0" fontAlgn="base">
        <a:spcBef>
          <a:spcPct val="20000"/>
        </a:spcBef>
        <a:spcAft>
          <a:spcPct val="0"/>
        </a:spcAft>
        <a:buChar char="»"/>
        <a:defRPr kumimoji="1" sz="2000">
          <a:solidFill>
            <a:schemeClr val="tx1"/>
          </a:solidFill>
          <a:latin typeface="+mn-lt"/>
          <a:ea typeface="华文宋体" pitchFamily="2" charset="-122"/>
        </a:defRPr>
      </a:lvl8pPr>
      <a:lvl9pPr marL="3886200" indent="-228600" algn="l" rtl="0" fontAlgn="base">
        <a:spcBef>
          <a:spcPct val="20000"/>
        </a:spcBef>
        <a:spcAft>
          <a:spcPct val="0"/>
        </a:spcAft>
        <a:buChar char="»"/>
        <a:defRPr kumimoji="1" sz="2000">
          <a:solidFill>
            <a:schemeClr val="tx1"/>
          </a:solidFill>
          <a:latin typeface="+mn-lt"/>
          <a:ea typeface="华文宋体" pitchFamily="2" charset="-122"/>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381000" y="304800"/>
            <a:ext cx="8458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Rectangle 3"/>
          <p:cNvSpPr>
            <a:spLocks noGrp="1" noChangeArrowheads="1"/>
          </p:cNvSpPr>
          <p:nvPr>
            <p:ph type="body" idx="1"/>
          </p:nvPr>
        </p:nvSpPr>
        <p:spPr bwMode="auto">
          <a:xfrm>
            <a:off x="381000" y="914400"/>
            <a:ext cx="8458200" cy="518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8" name="Rectangle 4"/>
          <p:cNvSpPr>
            <a:spLocks noGrp="1" noChangeArrowheads="1"/>
          </p:cNvSpPr>
          <p:nvPr>
            <p:ph type="dt" sz="half" idx="2"/>
          </p:nvPr>
        </p:nvSpPr>
        <p:spPr bwMode="auto">
          <a:xfrm>
            <a:off x="381000" y="65722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spcBef>
                <a:spcPct val="0"/>
              </a:spcBef>
              <a:defRPr sz="1400">
                <a:solidFill>
                  <a:srgbClr val="FF6600"/>
                </a:solidFill>
                <a:latin typeface="+mn-lt"/>
                <a:ea typeface="宋体" charset="-122"/>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D6EC8325-FC59-4BB4-94B0-E7C667E13789}" type="datetime1">
              <a:rPr kumimoji="1" lang="zh-CN" altLang="en-US" sz="1400" b="0" i="0" u="none" strike="noStrike" kern="1200" cap="none" spc="0" normalizeH="0" baseline="0" noProof="0">
                <a:ln>
                  <a:noFill/>
                </a:ln>
                <a:solidFill>
                  <a:srgbClr val="FF6600"/>
                </a:solidFill>
                <a:effectLst/>
                <a:uLnTx/>
                <a:uFillTx/>
                <a:latin typeface="Times New Roman"/>
                <a:ea typeface="宋体"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2019/6/4</a:t>
            </a:fld>
            <a:endPar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endParaRPr>
          </a:p>
        </p:txBody>
      </p:sp>
      <p:sp>
        <p:nvSpPr>
          <p:cNvPr id="1029" name="Rectangle 5"/>
          <p:cNvSpPr>
            <a:spLocks noGrp="1" noChangeArrowheads="1"/>
          </p:cNvSpPr>
          <p:nvPr>
            <p:ph type="ftr" sz="quarter" idx="3"/>
          </p:nvPr>
        </p:nvSpPr>
        <p:spPr bwMode="auto">
          <a:xfrm>
            <a:off x="3124200" y="657225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1" hangingPunct="1">
              <a:spcBef>
                <a:spcPct val="0"/>
              </a:spcBef>
              <a:defRPr sz="1400">
                <a:solidFill>
                  <a:srgbClr val="FF6600"/>
                </a:solidFill>
                <a:latin typeface="+mn-lt"/>
                <a:ea typeface="宋体" charset="-122"/>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rPr>
              <a:t>电路理论－颜秋容</a:t>
            </a:r>
          </a:p>
        </p:txBody>
      </p:sp>
      <p:sp>
        <p:nvSpPr>
          <p:cNvPr id="1030" name="Rectangle 6"/>
          <p:cNvSpPr>
            <a:spLocks noGrp="1" noChangeArrowheads="1"/>
          </p:cNvSpPr>
          <p:nvPr>
            <p:ph type="sldNum" sz="quarter" idx="4"/>
          </p:nvPr>
        </p:nvSpPr>
        <p:spPr bwMode="auto">
          <a:xfrm>
            <a:off x="6858000" y="65722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spcBef>
                <a:spcPct val="0"/>
              </a:spcBef>
              <a:defRPr sz="1400">
                <a:solidFill>
                  <a:srgbClr val="FF6600"/>
                </a:solidFill>
                <a:latin typeface="Times New Roman" panose="02020603050405020304" pitchFamily="18"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2D8304B1-DF30-4570-87A5-209DA84687C7}" type="slidenum">
              <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endParaRPr>
          </a:p>
        </p:txBody>
      </p:sp>
      <p:pic>
        <p:nvPicPr>
          <p:cNvPr id="1031" name="Picture 7" descr="logo1"/>
          <p:cNvPicPr>
            <a:picLocks noChangeAspect="1" noChangeArrowheads="1"/>
          </p:cNvPicPr>
          <p:nvPr userDrawn="1"/>
        </p:nvPicPr>
        <p:blipFill>
          <a:blip r:embed="rId1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956550" y="85725"/>
            <a:ext cx="936625" cy="67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77511055"/>
      </p:ext>
    </p:extLst>
  </p:cSld>
  <p:clrMap bg1="lt1" tx1="dk1" bg2="lt2" tx2="dk2" accent1="accent1" accent2="accent2" accent3="accent3" accent4="accent4" accent5="accent5" accent6="accent6" hlink="hlink" folHlink="folHlink"/>
  <p:sldLayoutIdLst>
    <p:sldLayoutId id="2147483739" r:id="rId1"/>
    <p:sldLayoutId id="2147483740" r:id="rId2"/>
    <p:sldLayoutId id="2147483741" r:id="rId3"/>
    <p:sldLayoutId id="2147483742" r:id="rId4"/>
    <p:sldLayoutId id="2147483743" r:id="rId5"/>
    <p:sldLayoutId id="2147483744" r:id="rId6"/>
    <p:sldLayoutId id="2147483745" r:id="rId7"/>
    <p:sldLayoutId id="2147483746" r:id="rId8"/>
    <p:sldLayoutId id="2147483747" r:id="rId9"/>
    <p:sldLayoutId id="2147483748" r:id="rId10"/>
    <p:sldLayoutId id="2147483749" r:id="rId11"/>
    <p:sldLayoutId id="2147483750" r:id="rId12"/>
  </p:sldLayoutIdLst>
  <p:hf hdr="0"/>
  <p:txStyles>
    <p:titleStyle>
      <a:lvl1pPr algn="ctr" rtl="0" eaLnBrk="0" fontAlgn="base" hangingPunct="0">
        <a:spcBef>
          <a:spcPct val="0"/>
        </a:spcBef>
        <a:spcAft>
          <a:spcPct val="0"/>
        </a:spcAft>
        <a:defRPr kumimoji="1" sz="3200">
          <a:solidFill>
            <a:schemeClr val="tx2"/>
          </a:solidFill>
          <a:latin typeface="+mj-lt"/>
          <a:ea typeface="+mj-ea"/>
          <a:cs typeface="+mj-cs"/>
        </a:defRPr>
      </a:lvl1pPr>
      <a:lvl2pPr algn="ctr" rtl="0" eaLnBrk="0" fontAlgn="base" hangingPunct="0">
        <a:spcBef>
          <a:spcPct val="0"/>
        </a:spcBef>
        <a:spcAft>
          <a:spcPct val="0"/>
        </a:spcAft>
        <a:defRPr kumimoji="1" sz="3200">
          <a:solidFill>
            <a:schemeClr val="tx2"/>
          </a:solidFill>
          <a:latin typeface="Times New Roman" pitchFamily="18" charset="0"/>
          <a:ea typeface="华文隶书" pitchFamily="2" charset="-122"/>
        </a:defRPr>
      </a:lvl2pPr>
      <a:lvl3pPr algn="ctr" rtl="0" eaLnBrk="0" fontAlgn="base" hangingPunct="0">
        <a:spcBef>
          <a:spcPct val="0"/>
        </a:spcBef>
        <a:spcAft>
          <a:spcPct val="0"/>
        </a:spcAft>
        <a:defRPr kumimoji="1" sz="3200">
          <a:solidFill>
            <a:schemeClr val="tx2"/>
          </a:solidFill>
          <a:latin typeface="Times New Roman" pitchFamily="18" charset="0"/>
          <a:ea typeface="华文隶书" pitchFamily="2" charset="-122"/>
        </a:defRPr>
      </a:lvl3pPr>
      <a:lvl4pPr algn="ctr" rtl="0" eaLnBrk="0" fontAlgn="base" hangingPunct="0">
        <a:spcBef>
          <a:spcPct val="0"/>
        </a:spcBef>
        <a:spcAft>
          <a:spcPct val="0"/>
        </a:spcAft>
        <a:defRPr kumimoji="1" sz="3200">
          <a:solidFill>
            <a:schemeClr val="tx2"/>
          </a:solidFill>
          <a:latin typeface="Times New Roman" pitchFamily="18" charset="0"/>
          <a:ea typeface="华文隶书" pitchFamily="2" charset="-122"/>
        </a:defRPr>
      </a:lvl4pPr>
      <a:lvl5pPr algn="ctr" rtl="0" eaLnBrk="0" fontAlgn="base" hangingPunct="0">
        <a:spcBef>
          <a:spcPct val="0"/>
        </a:spcBef>
        <a:spcAft>
          <a:spcPct val="0"/>
        </a:spcAft>
        <a:defRPr kumimoji="1" sz="3200">
          <a:solidFill>
            <a:schemeClr val="tx2"/>
          </a:solidFill>
          <a:latin typeface="Times New Roman" pitchFamily="18" charset="0"/>
          <a:ea typeface="华文隶书" pitchFamily="2" charset="-122"/>
        </a:defRPr>
      </a:lvl5pPr>
      <a:lvl6pPr marL="457200" algn="ctr" rtl="0" fontAlgn="base">
        <a:spcBef>
          <a:spcPct val="0"/>
        </a:spcBef>
        <a:spcAft>
          <a:spcPct val="0"/>
        </a:spcAft>
        <a:defRPr kumimoji="1" sz="3200">
          <a:solidFill>
            <a:schemeClr val="tx2"/>
          </a:solidFill>
          <a:latin typeface="Times New Roman" pitchFamily="18" charset="0"/>
          <a:ea typeface="华文隶书" pitchFamily="2" charset="-122"/>
        </a:defRPr>
      </a:lvl6pPr>
      <a:lvl7pPr marL="914400" algn="ctr" rtl="0" fontAlgn="base">
        <a:spcBef>
          <a:spcPct val="0"/>
        </a:spcBef>
        <a:spcAft>
          <a:spcPct val="0"/>
        </a:spcAft>
        <a:defRPr kumimoji="1" sz="3200">
          <a:solidFill>
            <a:schemeClr val="tx2"/>
          </a:solidFill>
          <a:latin typeface="Times New Roman" pitchFamily="18" charset="0"/>
          <a:ea typeface="华文隶书" pitchFamily="2" charset="-122"/>
        </a:defRPr>
      </a:lvl7pPr>
      <a:lvl8pPr marL="1371600" algn="ctr" rtl="0" fontAlgn="base">
        <a:spcBef>
          <a:spcPct val="0"/>
        </a:spcBef>
        <a:spcAft>
          <a:spcPct val="0"/>
        </a:spcAft>
        <a:defRPr kumimoji="1" sz="3200">
          <a:solidFill>
            <a:schemeClr val="tx2"/>
          </a:solidFill>
          <a:latin typeface="Times New Roman" pitchFamily="18" charset="0"/>
          <a:ea typeface="华文隶书" pitchFamily="2" charset="-122"/>
        </a:defRPr>
      </a:lvl8pPr>
      <a:lvl9pPr marL="1828800" algn="ctr" rtl="0" fontAlgn="base">
        <a:spcBef>
          <a:spcPct val="0"/>
        </a:spcBef>
        <a:spcAft>
          <a:spcPct val="0"/>
        </a:spcAft>
        <a:defRPr kumimoji="1" sz="3200">
          <a:solidFill>
            <a:schemeClr val="tx2"/>
          </a:solidFill>
          <a:latin typeface="Times New Roman" pitchFamily="18" charset="0"/>
          <a:ea typeface="华文隶书" pitchFamily="2" charset="-122"/>
        </a:defRPr>
      </a:lvl9pPr>
    </p:titleStyle>
    <p:bodyStyle>
      <a:lvl1pPr marL="342900" indent="-342900" algn="l" rtl="0" eaLnBrk="0" fontAlgn="base" hangingPunct="0">
        <a:spcBef>
          <a:spcPct val="20000"/>
        </a:spcBef>
        <a:spcAft>
          <a:spcPct val="0"/>
        </a:spcAft>
        <a:buChar char="•"/>
        <a:defRPr kumimoji="1" sz="24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000">
          <a:solidFill>
            <a:schemeClr val="tx1"/>
          </a:solidFill>
          <a:latin typeface="+mn-lt"/>
          <a:ea typeface="华文宋体" pitchFamily="2" charset="-122"/>
        </a:defRPr>
      </a:lvl2pPr>
      <a:lvl3pPr marL="1143000" indent="-228600" algn="l" rtl="0" eaLnBrk="0" fontAlgn="base" hangingPunct="0">
        <a:spcBef>
          <a:spcPct val="20000"/>
        </a:spcBef>
        <a:spcAft>
          <a:spcPct val="0"/>
        </a:spcAft>
        <a:buChar char="•"/>
        <a:defRPr kumimoji="1" sz="2000">
          <a:solidFill>
            <a:schemeClr val="tx1"/>
          </a:solidFill>
          <a:latin typeface="+mn-lt"/>
          <a:ea typeface="宋体" charset="-122"/>
        </a:defRPr>
      </a:lvl3pPr>
      <a:lvl4pPr marL="1600200" indent="-228600" algn="l" rtl="0" eaLnBrk="0" fontAlgn="base" hangingPunct="0">
        <a:spcBef>
          <a:spcPct val="20000"/>
        </a:spcBef>
        <a:spcAft>
          <a:spcPct val="0"/>
        </a:spcAft>
        <a:buChar char="–"/>
        <a:defRPr kumimoji="1" sz="2000">
          <a:solidFill>
            <a:schemeClr val="tx1"/>
          </a:solidFill>
          <a:latin typeface="+mn-lt"/>
          <a:ea typeface="华文宋体" pitchFamily="2" charset="-122"/>
        </a:defRPr>
      </a:lvl4pPr>
      <a:lvl5pPr marL="2057400" indent="-228600" algn="l" rtl="0" eaLnBrk="0" fontAlgn="base" hangingPunct="0">
        <a:spcBef>
          <a:spcPct val="20000"/>
        </a:spcBef>
        <a:spcAft>
          <a:spcPct val="0"/>
        </a:spcAft>
        <a:buChar char="»"/>
        <a:defRPr kumimoji="1" sz="2000">
          <a:solidFill>
            <a:schemeClr val="tx1"/>
          </a:solidFill>
          <a:latin typeface="+mn-lt"/>
          <a:ea typeface="华文宋体" pitchFamily="2" charset="-122"/>
        </a:defRPr>
      </a:lvl5pPr>
      <a:lvl6pPr marL="2514600" indent="-228600" algn="l" rtl="0" fontAlgn="base">
        <a:spcBef>
          <a:spcPct val="20000"/>
        </a:spcBef>
        <a:spcAft>
          <a:spcPct val="0"/>
        </a:spcAft>
        <a:buChar char="»"/>
        <a:defRPr kumimoji="1" sz="2000">
          <a:solidFill>
            <a:schemeClr val="tx1"/>
          </a:solidFill>
          <a:latin typeface="+mn-lt"/>
          <a:ea typeface="华文宋体" pitchFamily="2" charset="-122"/>
        </a:defRPr>
      </a:lvl6pPr>
      <a:lvl7pPr marL="2971800" indent="-228600" algn="l" rtl="0" fontAlgn="base">
        <a:spcBef>
          <a:spcPct val="20000"/>
        </a:spcBef>
        <a:spcAft>
          <a:spcPct val="0"/>
        </a:spcAft>
        <a:buChar char="»"/>
        <a:defRPr kumimoji="1" sz="2000">
          <a:solidFill>
            <a:schemeClr val="tx1"/>
          </a:solidFill>
          <a:latin typeface="+mn-lt"/>
          <a:ea typeface="华文宋体" pitchFamily="2" charset="-122"/>
        </a:defRPr>
      </a:lvl7pPr>
      <a:lvl8pPr marL="3429000" indent="-228600" algn="l" rtl="0" fontAlgn="base">
        <a:spcBef>
          <a:spcPct val="20000"/>
        </a:spcBef>
        <a:spcAft>
          <a:spcPct val="0"/>
        </a:spcAft>
        <a:buChar char="»"/>
        <a:defRPr kumimoji="1" sz="2000">
          <a:solidFill>
            <a:schemeClr val="tx1"/>
          </a:solidFill>
          <a:latin typeface="+mn-lt"/>
          <a:ea typeface="华文宋体" pitchFamily="2" charset="-122"/>
        </a:defRPr>
      </a:lvl8pPr>
      <a:lvl9pPr marL="3886200" indent="-228600" algn="l" rtl="0" fontAlgn="base">
        <a:spcBef>
          <a:spcPct val="20000"/>
        </a:spcBef>
        <a:spcAft>
          <a:spcPct val="0"/>
        </a:spcAft>
        <a:buChar char="»"/>
        <a:defRPr kumimoji="1" sz="2000">
          <a:solidFill>
            <a:schemeClr val="tx1"/>
          </a:solidFill>
          <a:latin typeface="+mn-lt"/>
          <a:ea typeface="华文宋体" pitchFamily="2" charset="-122"/>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381000" y="188913"/>
            <a:ext cx="8458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Rectangle 3"/>
          <p:cNvSpPr>
            <a:spLocks noGrp="1" noChangeArrowheads="1"/>
          </p:cNvSpPr>
          <p:nvPr>
            <p:ph type="body" idx="1"/>
          </p:nvPr>
        </p:nvSpPr>
        <p:spPr bwMode="auto">
          <a:xfrm>
            <a:off x="381000" y="914400"/>
            <a:ext cx="8458200" cy="518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8" name="Rectangle 4"/>
          <p:cNvSpPr>
            <a:spLocks noGrp="1" noChangeArrowheads="1"/>
          </p:cNvSpPr>
          <p:nvPr>
            <p:ph type="dt" sz="half" idx="2"/>
          </p:nvPr>
        </p:nvSpPr>
        <p:spPr bwMode="auto">
          <a:xfrm>
            <a:off x="381000" y="65722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eaLnBrk="1" hangingPunct="1">
              <a:spcBef>
                <a:spcPct val="0"/>
              </a:spcBef>
              <a:defRPr sz="1400">
                <a:solidFill>
                  <a:srgbClr val="FF6600"/>
                </a:solidFill>
                <a:latin typeface="+mn-lt"/>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92D09CE4-60C7-416E-B809-6EB2AE7789D5}" type="datetime1">
              <a:rPr kumimoji="1" lang="zh-CN" altLang="en-US" sz="1400" b="0" i="0" u="none" strike="noStrike" kern="1200" cap="none" spc="0" normalizeH="0" baseline="0" noProof="0">
                <a:ln>
                  <a:noFill/>
                </a:ln>
                <a:solidFill>
                  <a:srgbClr val="FF6600"/>
                </a:solidFill>
                <a:effectLst/>
                <a:uLnTx/>
                <a:uFillTx/>
                <a:latin typeface="Times New Roman"/>
                <a:ea typeface="宋体" panose="02010600030101010101" pitchFamily="2"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2019/6/4</a:t>
            </a:fld>
            <a:endParaRPr kumimoji="1" lang="en-US" altLang="zh-CN" sz="1400" b="0" i="0" u="none" strike="noStrike" kern="1200" cap="none" spc="0" normalizeH="0" baseline="0" noProof="0">
              <a:ln>
                <a:noFill/>
              </a:ln>
              <a:solidFill>
                <a:srgbClr val="FF6600"/>
              </a:solidFill>
              <a:effectLst/>
              <a:uLnTx/>
              <a:uFillTx/>
              <a:latin typeface="Times New Roman"/>
              <a:ea typeface="宋体" panose="02010600030101010101" pitchFamily="2" charset="-122"/>
              <a:cs typeface="+mn-cs"/>
            </a:endParaRPr>
          </a:p>
        </p:txBody>
      </p:sp>
      <p:sp>
        <p:nvSpPr>
          <p:cNvPr id="1029" name="Rectangle 5"/>
          <p:cNvSpPr>
            <a:spLocks noGrp="1" noChangeArrowheads="1"/>
          </p:cNvSpPr>
          <p:nvPr>
            <p:ph type="ftr" sz="quarter" idx="3"/>
          </p:nvPr>
        </p:nvSpPr>
        <p:spPr bwMode="auto">
          <a:xfrm>
            <a:off x="3124200" y="657225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1" hangingPunct="1">
              <a:spcBef>
                <a:spcPct val="0"/>
              </a:spcBef>
              <a:defRPr sz="1400">
                <a:solidFill>
                  <a:srgbClr val="FF6600"/>
                </a:solidFill>
                <a:latin typeface="+mn-lt"/>
                <a:ea typeface="宋体" panose="0201060003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en-US" altLang="zh-CN" sz="1400" b="0" i="0" u="none" strike="noStrike" kern="1200" cap="none" spc="0" normalizeH="0" baseline="0" noProof="0">
              <a:ln>
                <a:noFill/>
              </a:ln>
              <a:solidFill>
                <a:srgbClr val="FF6600"/>
              </a:solidFill>
              <a:effectLst/>
              <a:uLnTx/>
              <a:uFillTx/>
              <a:latin typeface="Times New Roman"/>
              <a:ea typeface="宋体" panose="02010600030101010101" pitchFamily="2" charset="-122"/>
              <a:cs typeface="+mn-cs"/>
            </a:endParaRPr>
          </a:p>
        </p:txBody>
      </p:sp>
      <p:sp>
        <p:nvSpPr>
          <p:cNvPr id="1030" name="Rectangle 6"/>
          <p:cNvSpPr>
            <a:spLocks noGrp="1" noChangeArrowheads="1"/>
          </p:cNvSpPr>
          <p:nvPr>
            <p:ph type="sldNum" sz="quarter" idx="4"/>
          </p:nvPr>
        </p:nvSpPr>
        <p:spPr bwMode="auto">
          <a:xfrm>
            <a:off x="6858000" y="65722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spcBef>
                <a:spcPct val="0"/>
              </a:spcBef>
              <a:defRPr sz="1400">
                <a:solidFill>
                  <a:srgbClr val="FF6600"/>
                </a:solidFill>
                <a:latin typeface="+mn-lt"/>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7DB16658-5170-4FE3-8134-72341435A7A4}" type="slidenum">
              <a:rPr kumimoji="1" lang="en-US" altLang="zh-CN" sz="1400" b="0" i="0" u="none" strike="noStrike" kern="1200" cap="none" spc="0" normalizeH="0" baseline="0" noProof="0">
                <a:ln>
                  <a:noFill/>
                </a:ln>
                <a:solidFill>
                  <a:srgbClr val="FF6600"/>
                </a:solidFill>
                <a:effectLst/>
                <a:uLnTx/>
                <a:uFillTx/>
                <a:latin typeface="Times New Roman"/>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1" lang="en-US" altLang="zh-CN" sz="1400" b="0" i="0" u="none" strike="noStrike" kern="1200" cap="none" spc="0" normalizeH="0" baseline="0" noProof="0">
              <a:ln>
                <a:noFill/>
              </a:ln>
              <a:solidFill>
                <a:srgbClr val="FF6600"/>
              </a:solidFill>
              <a:effectLst/>
              <a:uLnTx/>
              <a:uFillTx/>
              <a:latin typeface="Times New Roman"/>
              <a:ea typeface="宋体" panose="02010600030101010101" pitchFamily="2" charset="-122"/>
              <a:cs typeface="+mn-cs"/>
            </a:endParaRPr>
          </a:p>
        </p:txBody>
      </p:sp>
      <p:pic>
        <p:nvPicPr>
          <p:cNvPr id="1031" name="Picture 7" descr="logo1"/>
          <p:cNvPicPr>
            <a:picLocks noChangeAspect="1" noChangeArrowheads="1"/>
          </p:cNvPicPr>
          <p:nvPr userDrawn="1"/>
        </p:nvPicPr>
        <p:blipFill>
          <a:blip r:embed="rId1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956550" y="85725"/>
            <a:ext cx="936625" cy="67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62859673"/>
      </p:ext>
    </p:extLst>
  </p:cSld>
  <p:clrMap bg1="lt1" tx1="dk1" bg2="lt2" tx2="dk2" accent1="accent1" accent2="accent2" accent3="accent3" accent4="accent4" accent5="accent5" accent6="accent6" hlink="hlink" folHlink="folHlink"/>
  <p:sldLayoutIdLst>
    <p:sldLayoutId id="2147483752" r:id="rId1"/>
    <p:sldLayoutId id="2147483753" r:id="rId2"/>
    <p:sldLayoutId id="2147483754" r:id="rId3"/>
    <p:sldLayoutId id="2147483755" r:id="rId4"/>
    <p:sldLayoutId id="2147483756" r:id="rId5"/>
    <p:sldLayoutId id="2147483757" r:id="rId6"/>
    <p:sldLayoutId id="2147483758" r:id="rId7"/>
    <p:sldLayoutId id="2147483759" r:id="rId8"/>
    <p:sldLayoutId id="2147483760" r:id="rId9"/>
    <p:sldLayoutId id="2147483761" r:id="rId10"/>
    <p:sldLayoutId id="2147483762" r:id="rId11"/>
    <p:sldLayoutId id="2147483763" r:id="rId12"/>
  </p:sldLayoutIdLst>
  <p:hf hdr="0"/>
  <p:txStyles>
    <p:titleStyle>
      <a:lvl1pPr algn="ctr" rtl="0" eaLnBrk="0" fontAlgn="base" hangingPunct="0">
        <a:spcBef>
          <a:spcPct val="0"/>
        </a:spcBef>
        <a:spcAft>
          <a:spcPct val="0"/>
        </a:spcAft>
        <a:defRPr kumimoji="1" sz="3200" kern="1200">
          <a:solidFill>
            <a:schemeClr val="tx2"/>
          </a:solidFill>
          <a:latin typeface="+mj-lt"/>
          <a:ea typeface="+mj-ea"/>
          <a:cs typeface="+mj-cs"/>
        </a:defRPr>
      </a:lvl1pPr>
      <a:lvl2pPr algn="ctr" rtl="0" eaLnBrk="0" fontAlgn="base" hangingPunct="0">
        <a:spcBef>
          <a:spcPct val="0"/>
        </a:spcBef>
        <a:spcAft>
          <a:spcPct val="0"/>
        </a:spcAft>
        <a:defRPr kumimoji="1" sz="3200">
          <a:solidFill>
            <a:schemeClr val="tx2"/>
          </a:solidFill>
          <a:latin typeface="Times New Roman" panose="02020603050405020304" pitchFamily="18" charset="0"/>
          <a:ea typeface="华文隶书" panose="02010800040101010101" pitchFamily="2" charset="-122"/>
        </a:defRPr>
      </a:lvl2pPr>
      <a:lvl3pPr algn="ctr" rtl="0" eaLnBrk="0" fontAlgn="base" hangingPunct="0">
        <a:spcBef>
          <a:spcPct val="0"/>
        </a:spcBef>
        <a:spcAft>
          <a:spcPct val="0"/>
        </a:spcAft>
        <a:defRPr kumimoji="1" sz="3200">
          <a:solidFill>
            <a:schemeClr val="tx2"/>
          </a:solidFill>
          <a:latin typeface="Times New Roman" panose="02020603050405020304" pitchFamily="18" charset="0"/>
          <a:ea typeface="华文隶书" panose="02010800040101010101" pitchFamily="2" charset="-122"/>
        </a:defRPr>
      </a:lvl3pPr>
      <a:lvl4pPr algn="ctr" rtl="0" eaLnBrk="0" fontAlgn="base" hangingPunct="0">
        <a:spcBef>
          <a:spcPct val="0"/>
        </a:spcBef>
        <a:spcAft>
          <a:spcPct val="0"/>
        </a:spcAft>
        <a:defRPr kumimoji="1" sz="3200">
          <a:solidFill>
            <a:schemeClr val="tx2"/>
          </a:solidFill>
          <a:latin typeface="Times New Roman" panose="02020603050405020304" pitchFamily="18" charset="0"/>
          <a:ea typeface="华文隶书" panose="02010800040101010101" pitchFamily="2" charset="-122"/>
        </a:defRPr>
      </a:lvl4pPr>
      <a:lvl5pPr algn="ctr" rtl="0" eaLnBrk="0" fontAlgn="base" hangingPunct="0">
        <a:spcBef>
          <a:spcPct val="0"/>
        </a:spcBef>
        <a:spcAft>
          <a:spcPct val="0"/>
        </a:spcAft>
        <a:defRPr kumimoji="1" sz="3200">
          <a:solidFill>
            <a:schemeClr val="tx2"/>
          </a:solidFill>
          <a:latin typeface="Times New Roman" panose="02020603050405020304" pitchFamily="18" charset="0"/>
          <a:ea typeface="华文隶书" panose="02010800040101010101" pitchFamily="2" charset="-122"/>
        </a:defRPr>
      </a:lvl5pPr>
      <a:lvl6pPr marL="457200" algn="ctr" rtl="0" fontAlgn="base">
        <a:spcBef>
          <a:spcPct val="0"/>
        </a:spcBef>
        <a:spcAft>
          <a:spcPct val="0"/>
        </a:spcAft>
        <a:defRPr kumimoji="1" sz="3200">
          <a:solidFill>
            <a:schemeClr val="tx2"/>
          </a:solidFill>
          <a:latin typeface="Times New Roman" panose="02020603050405020304" pitchFamily="18" charset="0"/>
          <a:ea typeface="华文隶书" panose="02010800040101010101" pitchFamily="2" charset="-122"/>
        </a:defRPr>
      </a:lvl6pPr>
      <a:lvl7pPr marL="914400" algn="ctr" rtl="0" fontAlgn="base">
        <a:spcBef>
          <a:spcPct val="0"/>
        </a:spcBef>
        <a:spcAft>
          <a:spcPct val="0"/>
        </a:spcAft>
        <a:defRPr kumimoji="1" sz="3200">
          <a:solidFill>
            <a:schemeClr val="tx2"/>
          </a:solidFill>
          <a:latin typeface="Times New Roman" panose="02020603050405020304" pitchFamily="18" charset="0"/>
          <a:ea typeface="华文隶书" panose="02010800040101010101" pitchFamily="2" charset="-122"/>
        </a:defRPr>
      </a:lvl7pPr>
      <a:lvl8pPr marL="1371600" algn="ctr" rtl="0" fontAlgn="base">
        <a:spcBef>
          <a:spcPct val="0"/>
        </a:spcBef>
        <a:spcAft>
          <a:spcPct val="0"/>
        </a:spcAft>
        <a:defRPr kumimoji="1" sz="3200">
          <a:solidFill>
            <a:schemeClr val="tx2"/>
          </a:solidFill>
          <a:latin typeface="Times New Roman" panose="02020603050405020304" pitchFamily="18" charset="0"/>
          <a:ea typeface="华文隶书" panose="02010800040101010101" pitchFamily="2" charset="-122"/>
        </a:defRPr>
      </a:lvl8pPr>
      <a:lvl9pPr marL="1828800" algn="ctr" rtl="0" fontAlgn="base">
        <a:spcBef>
          <a:spcPct val="0"/>
        </a:spcBef>
        <a:spcAft>
          <a:spcPct val="0"/>
        </a:spcAft>
        <a:defRPr kumimoji="1" sz="3200">
          <a:solidFill>
            <a:schemeClr val="tx2"/>
          </a:solidFill>
          <a:latin typeface="Times New Roman" panose="02020603050405020304" pitchFamily="18" charset="0"/>
          <a:ea typeface="华文隶书" panose="02010800040101010101" pitchFamily="2" charset="-122"/>
        </a:defRPr>
      </a:lvl9pPr>
    </p:titleStyle>
    <p:bodyStyle>
      <a:lvl1pPr marL="342900" indent="-342900" algn="l" rtl="0" eaLnBrk="0" fontAlgn="base" hangingPunct="0">
        <a:spcBef>
          <a:spcPct val="20000"/>
        </a:spcBef>
        <a:spcAft>
          <a:spcPct val="0"/>
        </a:spcAft>
        <a:buChar char="•"/>
        <a:defRPr kumimoji="1" sz="24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0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381000" y="304800"/>
            <a:ext cx="8458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Rectangle 3"/>
          <p:cNvSpPr>
            <a:spLocks noGrp="1" noChangeArrowheads="1"/>
          </p:cNvSpPr>
          <p:nvPr>
            <p:ph type="body" idx="1"/>
          </p:nvPr>
        </p:nvSpPr>
        <p:spPr bwMode="auto">
          <a:xfrm>
            <a:off x="381000" y="914400"/>
            <a:ext cx="8458200" cy="518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8" name="Rectangle 4"/>
          <p:cNvSpPr>
            <a:spLocks noGrp="1" noChangeArrowheads="1"/>
          </p:cNvSpPr>
          <p:nvPr>
            <p:ph type="dt" sz="half" idx="2"/>
          </p:nvPr>
        </p:nvSpPr>
        <p:spPr bwMode="auto">
          <a:xfrm>
            <a:off x="381000" y="65722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spcBef>
                <a:spcPct val="0"/>
              </a:spcBef>
              <a:defRPr sz="1400">
                <a:solidFill>
                  <a:srgbClr val="FF6600"/>
                </a:solidFill>
                <a:latin typeface="+mn-lt"/>
                <a:ea typeface="宋体" charset="-122"/>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D6EC8325-FC59-4BB4-94B0-E7C667E13789}" type="datetime1">
              <a:rPr kumimoji="1" lang="zh-CN" altLang="en-US" sz="1400" b="0" i="0" u="none" strike="noStrike" kern="1200" cap="none" spc="0" normalizeH="0" baseline="0" noProof="0">
                <a:ln>
                  <a:noFill/>
                </a:ln>
                <a:solidFill>
                  <a:srgbClr val="FF6600"/>
                </a:solidFill>
                <a:effectLst/>
                <a:uLnTx/>
                <a:uFillTx/>
                <a:latin typeface="Times New Roman"/>
                <a:ea typeface="宋体"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2019/6/4</a:t>
            </a:fld>
            <a:endPar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endParaRPr>
          </a:p>
        </p:txBody>
      </p:sp>
      <p:sp>
        <p:nvSpPr>
          <p:cNvPr id="1029" name="Rectangle 5"/>
          <p:cNvSpPr>
            <a:spLocks noGrp="1" noChangeArrowheads="1"/>
          </p:cNvSpPr>
          <p:nvPr>
            <p:ph type="ftr" sz="quarter" idx="3"/>
          </p:nvPr>
        </p:nvSpPr>
        <p:spPr bwMode="auto">
          <a:xfrm>
            <a:off x="3124200" y="657225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1" hangingPunct="1">
              <a:spcBef>
                <a:spcPct val="0"/>
              </a:spcBef>
              <a:defRPr sz="1400">
                <a:solidFill>
                  <a:srgbClr val="FF6600"/>
                </a:solidFill>
                <a:latin typeface="+mn-lt"/>
                <a:ea typeface="宋体" charset="-122"/>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rPr>
              <a:t>电路理论－颜秋容</a:t>
            </a:r>
          </a:p>
        </p:txBody>
      </p:sp>
      <p:sp>
        <p:nvSpPr>
          <p:cNvPr id="1030" name="Rectangle 6"/>
          <p:cNvSpPr>
            <a:spLocks noGrp="1" noChangeArrowheads="1"/>
          </p:cNvSpPr>
          <p:nvPr>
            <p:ph type="sldNum" sz="quarter" idx="4"/>
          </p:nvPr>
        </p:nvSpPr>
        <p:spPr bwMode="auto">
          <a:xfrm>
            <a:off x="6858000" y="65722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spcBef>
                <a:spcPct val="0"/>
              </a:spcBef>
              <a:defRPr sz="1400">
                <a:solidFill>
                  <a:srgbClr val="FF6600"/>
                </a:solidFill>
                <a:latin typeface="Times New Roman" panose="02020603050405020304" pitchFamily="18"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2D8304B1-DF30-4570-87A5-209DA84687C7}" type="slidenum">
              <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endParaRPr>
          </a:p>
        </p:txBody>
      </p:sp>
      <p:pic>
        <p:nvPicPr>
          <p:cNvPr id="1031" name="Picture 7" descr="logo1"/>
          <p:cNvPicPr>
            <a:picLocks noChangeAspect="1" noChangeArrowheads="1"/>
          </p:cNvPicPr>
          <p:nvPr userDrawn="1"/>
        </p:nvPicPr>
        <p:blipFill>
          <a:blip r:embed="rId1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956550" y="85725"/>
            <a:ext cx="936625" cy="67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97527398"/>
      </p:ext>
    </p:extLst>
  </p:cSld>
  <p:clrMap bg1="lt1" tx1="dk1" bg2="lt2" tx2="dk2" accent1="accent1" accent2="accent2" accent3="accent3" accent4="accent4" accent5="accent5" accent6="accent6" hlink="hlink" folHlink="folHlink"/>
  <p:sldLayoutIdLst>
    <p:sldLayoutId id="2147483765" r:id="rId1"/>
    <p:sldLayoutId id="2147483766" r:id="rId2"/>
    <p:sldLayoutId id="2147483767" r:id="rId3"/>
    <p:sldLayoutId id="2147483768" r:id="rId4"/>
    <p:sldLayoutId id="2147483769" r:id="rId5"/>
    <p:sldLayoutId id="2147483770" r:id="rId6"/>
    <p:sldLayoutId id="2147483771" r:id="rId7"/>
    <p:sldLayoutId id="2147483772" r:id="rId8"/>
    <p:sldLayoutId id="2147483773" r:id="rId9"/>
    <p:sldLayoutId id="2147483774" r:id="rId10"/>
    <p:sldLayoutId id="2147483775" r:id="rId11"/>
    <p:sldLayoutId id="2147483776" r:id="rId12"/>
  </p:sldLayoutIdLst>
  <p:hf hdr="0"/>
  <p:txStyles>
    <p:titleStyle>
      <a:lvl1pPr algn="ctr" rtl="0" eaLnBrk="0" fontAlgn="base" hangingPunct="0">
        <a:spcBef>
          <a:spcPct val="0"/>
        </a:spcBef>
        <a:spcAft>
          <a:spcPct val="0"/>
        </a:spcAft>
        <a:defRPr kumimoji="1" sz="3200">
          <a:solidFill>
            <a:schemeClr val="tx2"/>
          </a:solidFill>
          <a:latin typeface="+mj-lt"/>
          <a:ea typeface="+mj-ea"/>
          <a:cs typeface="+mj-cs"/>
        </a:defRPr>
      </a:lvl1pPr>
      <a:lvl2pPr algn="ctr" rtl="0" eaLnBrk="0" fontAlgn="base" hangingPunct="0">
        <a:spcBef>
          <a:spcPct val="0"/>
        </a:spcBef>
        <a:spcAft>
          <a:spcPct val="0"/>
        </a:spcAft>
        <a:defRPr kumimoji="1" sz="3200">
          <a:solidFill>
            <a:schemeClr val="tx2"/>
          </a:solidFill>
          <a:latin typeface="Times New Roman" pitchFamily="18" charset="0"/>
          <a:ea typeface="华文隶书" pitchFamily="2" charset="-122"/>
        </a:defRPr>
      </a:lvl2pPr>
      <a:lvl3pPr algn="ctr" rtl="0" eaLnBrk="0" fontAlgn="base" hangingPunct="0">
        <a:spcBef>
          <a:spcPct val="0"/>
        </a:spcBef>
        <a:spcAft>
          <a:spcPct val="0"/>
        </a:spcAft>
        <a:defRPr kumimoji="1" sz="3200">
          <a:solidFill>
            <a:schemeClr val="tx2"/>
          </a:solidFill>
          <a:latin typeface="Times New Roman" pitchFamily="18" charset="0"/>
          <a:ea typeface="华文隶书" pitchFamily="2" charset="-122"/>
        </a:defRPr>
      </a:lvl3pPr>
      <a:lvl4pPr algn="ctr" rtl="0" eaLnBrk="0" fontAlgn="base" hangingPunct="0">
        <a:spcBef>
          <a:spcPct val="0"/>
        </a:spcBef>
        <a:spcAft>
          <a:spcPct val="0"/>
        </a:spcAft>
        <a:defRPr kumimoji="1" sz="3200">
          <a:solidFill>
            <a:schemeClr val="tx2"/>
          </a:solidFill>
          <a:latin typeface="Times New Roman" pitchFamily="18" charset="0"/>
          <a:ea typeface="华文隶书" pitchFamily="2" charset="-122"/>
        </a:defRPr>
      </a:lvl4pPr>
      <a:lvl5pPr algn="ctr" rtl="0" eaLnBrk="0" fontAlgn="base" hangingPunct="0">
        <a:spcBef>
          <a:spcPct val="0"/>
        </a:spcBef>
        <a:spcAft>
          <a:spcPct val="0"/>
        </a:spcAft>
        <a:defRPr kumimoji="1" sz="3200">
          <a:solidFill>
            <a:schemeClr val="tx2"/>
          </a:solidFill>
          <a:latin typeface="Times New Roman" pitchFamily="18" charset="0"/>
          <a:ea typeface="华文隶书" pitchFamily="2" charset="-122"/>
        </a:defRPr>
      </a:lvl5pPr>
      <a:lvl6pPr marL="457200" algn="ctr" rtl="0" fontAlgn="base">
        <a:spcBef>
          <a:spcPct val="0"/>
        </a:spcBef>
        <a:spcAft>
          <a:spcPct val="0"/>
        </a:spcAft>
        <a:defRPr kumimoji="1" sz="3200">
          <a:solidFill>
            <a:schemeClr val="tx2"/>
          </a:solidFill>
          <a:latin typeface="Times New Roman" pitchFamily="18" charset="0"/>
          <a:ea typeface="华文隶书" pitchFamily="2" charset="-122"/>
        </a:defRPr>
      </a:lvl6pPr>
      <a:lvl7pPr marL="914400" algn="ctr" rtl="0" fontAlgn="base">
        <a:spcBef>
          <a:spcPct val="0"/>
        </a:spcBef>
        <a:spcAft>
          <a:spcPct val="0"/>
        </a:spcAft>
        <a:defRPr kumimoji="1" sz="3200">
          <a:solidFill>
            <a:schemeClr val="tx2"/>
          </a:solidFill>
          <a:latin typeface="Times New Roman" pitchFamily="18" charset="0"/>
          <a:ea typeface="华文隶书" pitchFamily="2" charset="-122"/>
        </a:defRPr>
      </a:lvl7pPr>
      <a:lvl8pPr marL="1371600" algn="ctr" rtl="0" fontAlgn="base">
        <a:spcBef>
          <a:spcPct val="0"/>
        </a:spcBef>
        <a:spcAft>
          <a:spcPct val="0"/>
        </a:spcAft>
        <a:defRPr kumimoji="1" sz="3200">
          <a:solidFill>
            <a:schemeClr val="tx2"/>
          </a:solidFill>
          <a:latin typeface="Times New Roman" pitchFamily="18" charset="0"/>
          <a:ea typeface="华文隶书" pitchFamily="2" charset="-122"/>
        </a:defRPr>
      </a:lvl8pPr>
      <a:lvl9pPr marL="1828800" algn="ctr" rtl="0" fontAlgn="base">
        <a:spcBef>
          <a:spcPct val="0"/>
        </a:spcBef>
        <a:spcAft>
          <a:spcPct val="0"/>
        </a:spcAft>
        <a:defRPr kumimoji="1" sz="3200">
          <a:solidFill>
            <a:schemeClr val="tx2"/>
          </a:solidFill>
          <a:latin typeface="Times New Roman" pitchFamily="18" charset="0"/>
          <a:ea typeface="华文隶书" pitchFamily="2" charset="-122"/>
        </a:defRPr>
      </a:lvl9pPr>
    </p:titleStyle>
    <p:bodyStyle>
      <a:lvl1pPr marL="342900" indent="-342900" algn="l" rtl="0" eaLnBrk="0" fontAlgn="base" hangingPunct="0">
        <a:spcBef>
          <a:spcPct val="20000"/>
        </a:spcBef>
        <a:spcAft>
          <a:spcPct val="0"/>
        </a:spcAft>
        <a:buChar char="•"/>
        <a:defRPr kumimoji="1" sz="24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000">
          <a:solidFill>
            <a:schemeClr val="tx1"/>
          </a:solidFill>
          <a:latin typeface="+mn-lt"/>
          <a:ea typeface="华文宋体" pitchFamily="2" charset="-122"/>
        </a:defRPr>
      </a:lvl2pPr>
      <a:lvl3pPr marL="1143000" indent="-228600" algn="l" rtl="0" eaLnBrk="0" fontAlgn="base" hangingPunct="0">
        <a:spcBef>
          <a:spcPct val="20000"/>
        </a:spcBef>
        <a:spcAft>
          <a:spcPct val="0"/>
        </a:spcAft>
        <a:buChar char="•"/>
        <a:defRPr kumimoji="1" sz="2000">
          <a:solidFill>
            <a:schemeClr val="tx1"/>
          </a:solidFill>
          <a:latin typeface="+mn-lt"/>
          <a:ea typeface="宋体" charset="-122"/>
        </a:defRPr>
      </a:lvl3pPr>
      <a:lvl4pPr marL="1600200" indent="-228600" algn="l" rtl="0" eaLnBrk="0" fontAlgn="base" hangingPunct="0">
        <a:spcBef>
          <a:spcPct val="20000"/>
        </a:spcBef>
        <a:spcAft>
          <a:spcPct val="0"/>
        </a:spcAft>
        <a:buChar char="–"/>
        <a:defRPr kumimoji="1" sz="2000">
          <a:solidFill>
            <a:schemeClr val="tx1"/>
          </a:solidFill>
          <a:latin typeface="+mn-lt"/>
          <a:ea typeface="华文宋体" pitchFamily="2" charset="-122"/>
        </a:defRPr>
      </a:lvl4pPr>
      <a:lvl5pPr marL="2057400" indent="-228600" algn="l" rtl="0" eaLnBrk="0" fontAlgn="base" hangingPunct="0">
        <a:spcBef>
          <a:spcPct val="20000"/>
        </a:spcBef>
        <a:spcAft>
          <a:spcPct val="0"/>
        </a:spcAft>
        <a:buChar char="»"/>
        <a:defRPr kumimoji="1" sz="2000">
          <a:solidFill>
            <a:schemeClr val="tx1"/>
          </a:solidFill>
          <a:latin typeface="+mn-lt"/>
          <a:ea typeface="华文宋体" pitchFamily="2" charset="-122"/>
        </a:defRPr>
      </a:lvl5pPr>
      <a:lvl6pPr marL="2514600" indent="-228600" algn="l" rtl="0" fontAlgn="base">
        <a:spcBef>
          <a:spcPct val="20000"/>
        </a:spcBef>
        <a:spcAft>
          <a:spcPct val="0"/>
        </a:spcAft>
        <a:buChar char="»"/>
        <a:defRPr kumimoji="1" sz="2000">
          <a:solidFill>
            <a:schemeClr val="tx1"/>
          </a:solidFill>
          <a:latin typeface="+mn-lt"/>
          <a:ea typeface="华文宋体" pitchFamily="2" charset="-122"/>
        </a:defRPr>
      </a:lvl6pPr>
      <a:lvl7pPr marL="2971800" indent="-228600" algn="l" rtl="0" fontAlgn="base">
        <a:spcBef>
          <a:spcPct val="20000"/>
        </a:spcBef>
        <a:spcAft>
          <a:spcPct val="0"/>
        </a:spcAft>
        <a:buChar char="»"/>
        <a:defRPr kumimoji="1" sz="2000">
          <a:solidFill>
            <a:schemeClr val="tx1"/>
          </a:solidFill>
          <a:latin typeface="+mn-lt"/>
          <a:ea typeface="华文宋体" pitchFamily="2" charset="-122"/>
        </a:defRPr>
      </a:lvl7pPr>
      <a:lvl8pPr marL="3429000" indent="-228600" algn="l" rtl="0" fontAlgn="base">
        <a:spcBef>
          <a:spcPct val="20000"/>
        </a:spcBef>
        <a:spcAft>
          <a:spcPct val="0"/>
        </a:spcAft>
        <a:buChar char="»"/>
        <a:defRPr kumimoji="1" sz="2000">
          <a:solidFill>
            <a:schemeClr val="tx1"/>
          </a:solidFill>
          <a:latin typeface="+mn-lt"/>
          <a:ea typeface="华文宋体" pitchFamily="2" charset="-122"/>
        </a:defRPr>
      </a:lvl8pPr>
      <a:lvl9pPr marL="3886200" indent="-228600" algn="l" rtl="0" fontAlgn="base">
        <a:spcBef>
          <a:spcPct val="20000"/>
        </a:spcBef>
        <a:spcAft>
          <a:spcPct val="0"/>
        </a:spcAft>
        <a:buChar char="»"/>
        <a:defRPr kumimoji="1" sz="2000">
          <a:solidFill>
            <a:schemeClr val="tx1"/>
          </a:solidFill>
          <a:latin typeface="+mn-lt"/>
          <a:ea typeface="华文宋体" pitchFamily="2" charset="-122"/>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381000" y="304800"/>
            <a:ext cx="8458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Rectangle 3"/>
          <p:cNvSpPr>
            <a:spLocks noGrp="1" noChangeArrowheads="1"/>
          </p:cNvSpPr>
          <p:nvPr>
            <p:ph type="body" idx="1"/>
          </p:nvPr>
        </p:nvSpPr>
        <p:spPr bwMode="auto">
          <a:xfrm>
            <a:off x="381000" y="914400"/>
            <a:ext cx="8458200" cy="518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8" name="Rectangle 4"/>
          <p:cNvSpPr>
            <a:spLocks noGrp="1" noChangeArrowheads="1"/>
          </p:cNvSpPr>
          <p:nvPr>
            <p:ph type="dt" sz="half" idx="2"/>
          </p:nvPr>
        </p:nvSpPr>
        <p:spPr bwMode="auto">
          <a:xfrm>
            <a:off x="381000" y="65722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spcBef>
                <a:spcPct val="0"/>
              </a:spcBef>
              <a:defRPr sz="1400">
                <a:solidFill>
                  <a:srgbClr val="FF6600"/>
                </a:solidFill>
                <a:latin typeface="+mn-lt"/>
                <a:ea typeface="宋体" charset="-122"/>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D6EC8325-FC59-4BB4-94B0-E7C667E13789}" type="datetime1">
              <a:rPr kumimoji="1" lang="zh-CN" altLang="en-US" sz="1400" b="0" i="0" u="none" strike="noStrike" kern="1200" cap="none" spc="0" normalizeH="0" baseline="0" noProof="0">
                <a:ln>
                  <a:noFill/>
                </a:ln>
                <a:solidFill>
                  <a:srgbClr val="FF6600"/>
                </a:solidFill>
                <a:effectLst/>
                <a:uLnTx/>
                <a:uFillTx/>
                <a:latin typeface="Times New Roman"/>
                <a:ea typeface="宋体"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2019/6/4</a:t>
            </a:fld>
            <a:endPar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endParaRPr>
          </a:p>
        </p:txBody>
      </p:sp>
      <p:sp>
        <p:nvSpPr>
          <p:cNvPr id="1029" name="Rectangle 5"/>
          <p:cNvSpPr>
            <a:spLocks noGrp="1" noChangeArrowheads="1"/>
          </p:cNvSpPr>
          <p:nvPr>
            <p:ph type="ftr" sz="quarter" idx="3"/>
          </p:nvPr>
        </p:nvSpPr>
        <p:spPr bwMode="auto">
          <a:xfrm>
            <a:off x="3124200" y="657225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1" hangingPunct="1">
              <a:spcBef>
                <a:spcPct val="0"/>
              </a:spcBef>
              <a:defRPr sz="1400">
                <a:solidFill>
                  <a:srgbClr val="FF6600"/>
                </a:solidFill>
                <a:latin typeface="+mn-lt"/>
                <a:ea typeface="宋体" charset="-122"/>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rPr>
              <a:t>电路理论－颜秋容</a:t>
            </a:r>
          </a:p>
        </p:txBody>
      </p:sp>
      <p:sp>
        <p:nvSpPr>
          <p:cNvPr id="1030" name="Rectangle 6"/>
          <p:cNvSpPr>
            <a:spLocks noGrp="1" noChangeArrowheads="1"/>
          </p:cNvSpPr>
          <p:nvPr>
            <p:ph type="sldNum" sz="quarter" idx="4"/>
          </p:nvPr>
        </p:nvSpPr>
        <p:spPr bwMode="auto">
          <a:xfrm>
            <a:off x="6858000" y="65722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spcBef>
                <a:spcPct val="0"/>
              </a:spcBef>
              <a:defRPr sz="1400">
                <a:solidFill>
                  <a:srgbClr val="FF6600"/>
                </a:solidFill>
                <a:latin typeface="Times New Roman" panose="02020603050405020304" pitchFamily="18"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2D8304B1-DF30-4570-87A5-209DA84687C7}" type="slidenum">
              <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endParaRPr>
          </a:p>
        </p:txBody>
      </p:sp>
      <p:pic>
        <p:nvPicPr>
          <p:cNvPr id="1031" name="Picture 7" descr="logo1"/>
          <p:cNvPicPr>
            <a:picLocks noChangeAspect="1" noChangeArrowheads="1"/>
          </p:cNvPicPr>
          <p:nvPr userDrawn="1"/>
        </p:nvPicPr>
        <p:blipFill>
          <a:blip r:embed="rId1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956550" y="85725"/>
            <a:ext cx="936625" cy="67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21307470"/>
      </p:ext>
    </p:extLst>
  </p:cSld>
  <p:clrMap bg1="lt1" tx1="dk1" bg2="lt2" tx2="dk2" accent1="accent1" accent2="accent2" accent3="accent3" accent4="accent4" accent5="accent5" accent6="accent6" hlink="hlink" folHlink="folHlink"/>
  <p:sldLayoutIdLst>
    <p:sldLayoutId id="2147483778" r:id="rId1"/>
    <p:sldLayoutId id="2147483779" r:id="rId2"/>
    <p:sldLayoutId id="2147483780" r:id="rId3"/>
    <p:sldLayoutId id="2147483781" r:id="rId4"/>
    <p:sldLayoutId id="2147483782" r:id="rId5"/>
    <p:sldLayoutId id="2147483783" r:id="rId6"/>
    <p:sldLayoutId id="2147483784" r:id="rId7"/>
    <p:sldLayoutId id="2147483785" r:id="rId8"/>
    <p:sldLayoutId id="2147483786" r:id="rId9"/>
    <p:sldLayoutId id="2147483787" r:id="rId10"/>
    <p:sldLayoutId id="2147483788" r:id="rId11"/>
    <p:sldLayoutId id="2147483789" r:id="rId12"/>
  </p:sldLayoutIdLst>
  <p:hf hdr="0"/>
  <p:txStyles>
    <p:titleStyle>
      <a:lvl1pPr algn="ctr" rtl="0" eaLnBrk="0" fontAlgn="base" hangingPunct="0">
        <a:spcBef>
          <a:spcPct val="0"/>
        </a:spcBef>
        <a:spcAft>
          <a:spcPct val="0"/>
        </a:spcAft>
        <a:defRPr kumimoji="1" sz="3200">
          <a:solidFill>
            <a:schemeClr val="tx2"/>
          </a:solidFill>
          <a:latin typeface="+mj-lt"/>
          <a:ea typeface="+mj-ea"/>
          <a:cs typeface="+mj-cs"/>
        </a:defRPr>
      </a:lvl1pPr>
      <a:lvl2pPr algn="ctr" rtl="0" eaLnBrk="0" fontAlgn="base" hangingPunct="0">
        <a:spcBef>
          <a:spcPct val="0"/>
        </a:spcBef>
        <a:spcAft>
          <a:spcPct val="0"/>
        </a:spcAft>
        <a:defRPr kumimoji="1" sz="3200">
          <a:solidFill>
            <a:schemeClr val="tx2"/>
          </a:solidFill>
          <a:latin typeface="Times New Roman" pitchFamily="18" charset="0"/>
          <a:ea typeface="华文隶书" pitchFamily="2" charset="-122"/>
        </a:defRPr>
      </a:lvl2pPr>
      <a:lvl3pPr algn="ctr" rtl="0" eaLnBrk="0" fontAlgn="base" hangingPunct="0">
        <a:spcBef>
          <a:spcPct val="0"/>
        </a:spcBef>
        <a:spcAft>
          <a:spcPct val="0"/>
        </a:spcAft>
        <a:defRPr kumimoji="1" sz="3200">
          <a:solidFill>
            <a:schemeClr val="tx2"/>
          </a:solidFill>
          <a:latin typeface="Times New Roman" pitchFamily="18" charset="0"/>
          <a:ea typeface="华文隶书" pitchFamily="2" charset="-122"/>
        </a:defRPr>
      </a:lvl3pPr>
      <a:lvl4pPr algn="ctr" rtl="0" eaLnBrk="0" fontAlgn="base" hangingPunct="0">
        <a:spcBef>
          <a:spcPct val="0"/>
        </a:spcBef>
        <a:spcAft>
          <a:spcPct val="0"/>
        </a:spcAft>
        <a:defRPr kumimoji="1" sz="3200">
          <a:solidFill>
            <a:schemeClr val="tx2"/>
          </a:solidFill>
          <a:latin typeface="Times New Roman" pitchFamily="18" charset="0"/>
          <a:ea typeface="华文隶书" pitchFamily="2" charset="-122"/>
        </a:defRPr>
      </a:lvl4pPr>
      <a:lvl5pPr algn="ctr" rtl="0" eaLnBrk="0" fontAlgn="base" hangingPunct="0">
        <a:spcBef>
          <a:spcPct val="0"/>
        </a:spcBef>
        <a:spcAft>
          <a:spcPct val="0"/>
        </a:spcAft>
        <a:defRPr kumimoji="1" sz="3200">
          <a:solidFill>
            <a:schemeClr val="tx2"/>
          </a:solidFill>
          <a:latin typeface="Times New Roman" pitchFamily="18" charset="0"/>
          <a:ea typeface="华文隶书" pitchFamily="2" charset="-122"/>
        </a:defRPr>
      </a:lvl5pPr>
      <a:lvl6pPr marL="457200" algn="ctr" rtl="0" fontAlgn="base">
        <a:spcBef>
          <a:spcPct val="0"/>
        </a:spcBef>
        <a:spcAft>
          <a:spcPct val="0"/>
        </a:spcAft>
        <a:defRPr kumimoji="1" sz="3200">
          <a:solidFill>
            <a:schemeClr val="tx2"/>
          </a:solidFill>
          <a:latin typeface="Times New Roman" pitchFamily="18" charset="0"/>
          <a:ea typeface="华文隶书" pitchFamily="2" charset="-122"/>
        </a:defRPr>
      </a:lvl6pPr>
      <a:lvl7pPr marL="914400" algn="ctr" rtl="0" fontAlgn="base">
        <a:spcBef>
          <a:spcPct val="0"/>
        </a:spcBef>
        <a:spcAft>
          <a:spcPct val="0"/>
        </a:spcAft>
        <a:defRPr kumimoji="1" sz="3200">
          <a:solidFill>
            <a:schemeClr val="tx2"/>
          </a:solidFill>
          <a:latin typeface="Times New Roman" pitchFamily="18" charset="0"/>
          <a:ea typeface="华文隶书" pitchFamily="2" charset="-122"/>
        </a:defRPr>
      </a:lvl7pPr>
      <a:lvl8pPr marL="1371600" algn="ctr" rtl="0" fontAlgn="base">
        <a:spcBef>
          <a:spcPct val="0"/>
        </a:spcBef>
        <a:spcAft>
          <a:spcPct val="0"/>
        </a:spcAft>
        <a:defRPr kumimoji="1" sz="3200">
          <a:solidFill>
            <a:schemeClr val="tx2"/>
          </a:solidFill>
          <a:latin typeface="Times New Roman" pitchFamily="18" charset="0"/>
          <a:ea typeface="华文隶书" pitchFamily="2" charset="-122"/>
        </a:defRPr>
      </a:lvl8pPr>
      <a:lvl9pPr marL="1828800" algn="ctr" rtl="0" fontAlgn="base">
        <a:spcBef>
          <a:spcPct val="0"/>
        </a:spcBef>
        <a:spcAft>
          <a:spcPct val="0"/>
        </a:spcAft>
        <a:defRPr kumimoji="1" sz="3200">
          <a:solidFill>
            <a:schemeClr val="tx2"/>
          </a:solidFill>
          <a:latin typeface="Times New Roman" pitchFamily="18" charset="0"/>
          <a:ea typeface="华文隶书" pitchFamily="2" charset="-122"/>
        </a:defRPr>
      </a:lvl9pPr>
    </p:titleStyle>
    <p:bodyStyle>
      <a:lvl1pPr marL="342900" indent="-342900" algn="l" rtl="0" eaLnBrk="0" fontAlgn="base" hangingPunct="0">
        <a:spcBef>
          <a:spcPct val="20000"/>
        </a:spcBef>
        <a:spcAft>
          <a:spcPct val="0"/>
        </a:spcAft>
        <a:buChar char="•"/>
        <a:defRPr kumimoji="1" sz="24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000">
          <a:solidFill>
            <a:schemeClr val="tx1"/>
          </a:solidFill>
          <a:latin typeface="+mn-lt"/>
          <a:ea typeface="华文宋体" pitchFamily="2" charset="-122"/>
        </a:defRPr>
      </a:lvl2pPr>
      <a:lvl3pPr marL="1143000" indent="-228600" algn="l" rtl="0" eaLnBrk="0" fontAlgn="base" hangingPunct="0">
        <a:spcBef>
          <a:spcPct val="20000"/>
        </a:spcBef>
        <a:spcAft>
          <a:spcPct val="0"/>
        </a:spcAft>
        <a:buChar char="•"/>
        <a:defRPr kumimoji="1" sz="2000">
          <a:solidFill>
            <a:schemeClr val="tx1"/>
          </a:solidFill>
          <a:latin typeface="+mn-lt"/>
          <a:ea typeface="宋体" charset="-122"/>
        </a:defRPr>
      </a:lvl3pPr>
      <a:lvl4pPr marL="1600200" indent="-228600" algn="l" rtl="0" eaLnBrk="0" fontAlgn="base" hangingPunct="0">
        <a:spcBef>
          <a:spcPct val="20000"/>
        </a:spcBef>
        <a:spcAft>
          <a:spcPct val="0"/>
        </a:spcAft>
        <a:buChar char="–"/>
        <a:defRPr kumimoji="1" sz="2000">
          <a:solidFill>
            <a:schemeClr val="tx1"/>
          </a:solidFill>
          <a:latin typeface="+mn-lt"/>
          <a:ea typeface="华文宋体" pitchFamily="2" charset="-122"/>
        </a:defRPr>
      </a:lvl4pPr>
      <a:lvl5pPr marL="2057400" indent="-228600" algn="l" rtl="0" eaLnBrk="0" fontAlgn="base" hangingPunct="0">
        <a:spcBef>
          <a:spcPct val="20000"/>
        </a:spcBef>
        <a:spcAft>
          <a:spcPct val="0"/>
        </a:spcAft>
        <a:buChar char="»"/>
        <a:defRPr kumimoji="1" sz="2000">
          <a:solidFill>
            <a:schemeClr val="tx1"/>
          </a:solidFill>
          <a:latin typeface="+mn-lt"/>
          <a:ea typeface="华文宋体" pitchFamily="2" charset="-122"/>
        </a:defRPr>
      </a:lvl5pPr>
      <a:lvl6pPr marL="2514600" indent="-228600" algn="l" rtl="0" fontAlgn="base">
        <a:spcBef>
          <a:spcPct val="20000"/>
        </a:spcBef>
        <a:spcAft>
          <a:spcPct val="0"/>
        </a:spcAft>
        <a:buChar char="»"/>
        <a:defRPr kumimoji="1" sz="2000">
          <a:solidFill>
            <a:schemeClr val="tx1"/>
          </a:solidFill>
          <a:latin typeface="+mn-lt"/>
          <a:ea typeface="华文宋体" pitchFamily="2" charset="-122"/>
        </a:defRPr>
      </a:lvl6pPr>
      <a:lvl7pPr marL="2971800" indent="-228600" algn="l" rtl="0" fontAlgn="base">
        <a:spcBef>
          <a:spcPct val="20000"/>
        </a:spcBef>
        <a:spcAft>
          <a:spcPct val="0"/>
        </a:spcAft>
        <a:buChar char="»"/>
        <a:defRPr kumimoji="1" sz="2000">
          <a:solidFill>
            <a:schemeClr val="tx1"/>
          </a:solidFill>
          <a:latin typeface="+mn-lt"/>
          <a:ea typeface="华文宋体" pitchFamily="2" charset="-122"/>
        </a:defRPr>
      </a:lvl7pPr>
      <a:lvl8pPr marL="3429000" indent="-228600" algn="l" rtl="0" fontAlgn="base">
        <a:spcBef>
          <a:spcPct val="20000"/>
        </a:spcBef>
        <a:spcAft>
          <a:spcPct val="0"/>
        </a:spcAft>
        <a:buChar char="»"/>
        <a:defRPr kumimoji="1" sz="2000">
          <a:solidFill>
            <a:schemeClr val="tx1"/>
          </a:solidFill>
          <a:latin typeface="+mn-lt"/>
          <a:ea typeface="华文宋体" pitchFamily="2" charset="-122"/>
        </a:defRPr>
      </a:lvl8pPr>
      <a:lvl9pPr marL="3886200" indent="-228600" algn="l" rtl="0" fontAlgn="base">
        <a:spcBef>
          <a:spcPct val="20000"/>
        </a:spcBef>
        <a:spcAft>
          <a:spcPct val="0"/>
        </a:spcAft>
        <a:buChar char="»"/>
        <a:defRPr kumimoji="1" sz="2000">
          <a:solidFill>
            <a:schemeClr val="tx1"/>
          </a:solidFill>
          <a:latin typeface="+mn-lt"/>
          <a:ea typeface="华文宋体" pitchFamily="2" charset="-122"/>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zh-CN" smtClean="0"/>
              <a:t>单击以编辑</a:t>
            </a:r>
            <a:r>
              <a:rPr lang="zh-CN" altLang="en-US" smtClean="0"/>
              <a:t>母版标题样式</a:t>
            </a:r>
          </a:p>
        </p:txBody>
      </p:sp>
      <p:sp>
        <p:nvSpPr>
          <p:cNvPr id="1027" name="Rectangle 3"/>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smtClean="0"/>
              <a:t>单击以编辑母版文本样式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1028" name="Rectangle 4"/>
          <p:cNvSpPr>
            <a:spLocks noGrp="1" noChangeArrowheads="1"/>
          </p:cNvSpPr>
          <p:nvPr>
            <p:ph type="dt" sz="half" idx="2"/>
          </p:nvPr>
        </p:nvSpPr>
        <p:spPr bwMode="auto">
          <a:xfrm>
            <a:off x="685800" y="6248400"/>
            <a:ext cx="19050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lgn="l" eaLnBrk="1" hangingPunct="1">
              <a:spcBef>
                <a:spcPct val="50000"/>
              </a:spcBef>
              <a:defRPr sz="1400" b="0">
                <a:latin typeface="+mn-lt"/>
              </a:defRPr>
            </a:lvl1pP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en-US" altLang="zh-CN" sz="1400" b="0" i="0" u="none" strike="noStrike" kern="1200" cap="none" spc="0" normalizeH="0" baseline="0" noProof="0" smtClean="0">
              <a:ln>
                <a:noFill/>
              </a:ln>
              <a:solidFill>
                <a:srgbClr val="000000"/>
              </a:solidFill>
              <a:effectLst/>
              <a:uLnTx/>
              <a:uFillTx/>
              <a:latin typeface="Times New Roman"/>
              <a:ea typeface="宋体" panose="02010600030101010101" pitchFamily="2" charset="-122"/>
              <a:cs typeface="+mn-cs"/>
            </a:endParaRPr>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eaLnBrk="1" hangingPunct="1">
              <a:spcBef>
                <a:spcPct val="50000"/>
              </a:spcBef>
              <a:defRPr sz="1400" b="0">
                <a:latin typeface="+mn-lt"/>
              </a:defRPr>
            </a:lvl1pPr>
          </a:lstStyle>
          <a:p>
            <a:pPr marL="0" marR="0" lvl="0" indent="0" algn="ctr" defTabSz="914400" rtl="0" eaLnBrk="1" fontAlgn="base" latinLnBrk="0" hangingPunct="1">
              <a:lnSpc>
                <a:spcPct val="100000"/>
              </a:lnSpc>
              <a:spcBef>
                <a:spcPct val="50000"/>
              </a:spcBef>
              <a:spcAft>
                <a:spcPct val="0"/>
              </a:spcAft>
              <a:buClrTx/>
              <a:buSzTx/>
              <a:buFontTx/>
              <a:buNone/>
              <a:tabLst/>
              <a:defRPr/>
            </a:pPr>
            <a:endParaRPr kumimoji="1" lang="en-US" altLang="zh-CN" sz="1400" b="0" i="0" u="none" strike="noStrike" kern="1200" cap="none" spc="0" normalizeH="0" baseline="0" noProof="0" smtClean="0">
              <a:ln>
                <a:noFill/>
              </a:ln>
              <a:solidFill>
                <a:srgbClr val="000000"/>
              </a:solidFill>
              <a:effectLst/>
              <a:uLnTx/>
              <a:uFillTx/>
              <a:latin typeface="Times New Roman"/>
              <a:ea typeface="宋体" panose="02010600030101010101" pitchFamily="2" charset="-122"/>
              <a:cs typeface="+mn-cs"/>
            </a:endParaRPr>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lgn="r" eaLnBrk="1" hangingPunct="1">
              <a:spcBef>
                <a:spcPct val="50000"/>
              </a:spcBef>
              <a:defRPr sz="1400" b="0">
                <a:latin typeface="+mn-lt"/>
              </a:defRPr>
            </a:lvl1pPr>
          </a:lstStyle>
          <a:p>
            <a:pPr marL="0" marR="0" lvl="0" indent="0" algn="r" defTabSz="914400" rtl="0" eaLnBrk="1" fontAlgn="base" latinLnBrk="0" hangingPunct="1">
              <a:lnSpc>
                <a:spcPct val="100000"/>
              </a:lnSpc>
              <a:spcBef>
                <a:spcPct val="50000"/>
              </a:spcBef>
              <a:spcAft>
                <a:spcPct val="0"/>
              </a:spcAft>
              <a:buClrTx/>
              <a:buSzTx/>
              <a:buFontTx/>
              <a:buNone/>
              <a:tabLst/>
              <a:defRPr/>
            </a:pPr>
            <a:fld id="{B34AEC1D-43A3-4305-9AD8-DA27734C4A30}" type="slidenum">
              <a:rPr kumimoji="1" lang="en-US" altLang="zh-CN" sz="1400" b="0" i="0" u="none" strike="noStrike" kern="1200" cap="none" spc="0" normalizeH="0" baseline="0" noProof="0" smtClean="0">
                <a:ln>
                  <a:noFill/>
                </a:ln>
                <a:solidFill>
                  <a:srgbClr val="000000"/>
                </a:solidFill>
                <a:effectLst/>
                <a:uLnTx/>
                <a:uFillTx/>
                <a:latin typeface="Times New Roman"/>
                <a:ea typeface="宋体" panose="02010600030101010101" pitchFamily="2" charset="-122"/>
                <a:cs typeface="+mn-cs"/>
              </a:rPr>
              <a:pPr marL="0" marR="0" lvl="0" indent="0" algn="r" defTabSz="914400" rtl="0" eaLnBrk="1" fontAlgn="base" latinLnBrk="0" hangingPunct="1">
                <a:lnSpc>
                  <a:spcPct val="100000"/>
                </a:lnSpc>
                <a:spcBef>
                  <a:spcPct val="50000"/>
                </a:spcBef>
                <a:spcAft>
                  <a:spcPct val="0"/>
                </a:spcAft>
                <a:buClrTx/>
                <a:buSzTx/>
                <a:buFontTx/>
                <a:buNone/>
                <a:tabLst/>
                <a:defRPr/>
              </a:pPr>
              <a:t>‹#›</a:t>
            </a:fld>
            <a:endParaRPr kumimoji="1" lang="en-US" altLang="zh-CN" sz="1400" b="0" i="0" u="none" strike="noStrike" kern="1200" cap="none" spc="0" normalizeH="0" baseline="0" noProof="0" smtClean="0">
              <a:ln>
                <a:noFill/>
              </a:ln>
              <a:solidFill>
                <a:srgbClr val="000000"/>
              </a:solidFill>
              <a:effectLst/>
              <a:uLnTx/>
              <a:uFillTx/>
              <a:latin typeface="Times New Roman"/>
              <a:ea typeface="宋体" panose="02010600030101010101" pitchFamily="2" charset="-122"/>
              <a:cs typeface="+mn-cs"/>
            </a:endParaRPr>
          </a:p>
        </p:txBody>
      </p:sp>
    </p:spTree>
    <p:extLst>
      <p:ext uri="{BB962C8B-B14F-4D97-AF65-F5344CB8AC3E}">
        <p14:creationId xmlns:p14="http://schemas.microsoft.com/office/powerpoint/2010/main" val="366656075"/>
      </p:ext>
    </p:extLst>
  </p:cSld>
  <p:clrMap bg1="lt1" tx1="dk1" bg2="lt2" tx2="dk2" accent1="accent1" accent2="accent2" accent3="accent3" accent4="accent4" accent5="accent5" accent6="accent6" hlink="hlink" folHlink="folHlink"/>
  <p:sldLayoutIdLst>
    <p:sldLayoutId id="2147483791" r:id="rId1"/>
    <p:sldLayoutId id="2147483792" r:id="rId2"/>
    <p:sldLayoutId id="2147483793" r:id="rId3"/>
    <p:sldLayoutId id="2147483794" r:id="rId4"/>
    <p:sldLayoutId id="2147483795" r:id="rId5"/>
    <p:sldLayoutId id="2147483796" r:id="rId6"/>
    <p:sldLayoutId id="2147483797" r:id="rId7"/>
    <p:sldLayoutId id="2147483798" r:id="rId8"/>
    <p:sldLayoutId id="2147483799" r:id="rId9"/>
    <p:sldLayoutId id="2147483800" r:id="rId10"/>
    <p:sldLayoutId id="2147483801" r:id="rId11"/>
  </p:sldLayoutIdLst>
  <p:txStyles>
    <p:titleStyle>
      <a:lvl1pPr algn="ctr" rtl="0" fontAlgn="base">
        <a:spcBef>
          <a:spcPct val="0"/>
        </a:spcBef>
        <a:spcAft>
          <a:spcPct val="0"/>
        </a:spcAft>
        <a:defRPr kumimoji="1" sz="4400" kern="1200">
          <a:solidFill>
            <a:schemeClr val="tx2"/>
          </a:solidFill>
          <a:latin typeface="+mj-lt"/>
          <a:ea typeface="+mj-ea"/>
          <a:cs typeface="+mj-cs"/>
        </a:defRPr>
      </a:lvl1pPr>
      <a:lvl2pPr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p:titleStyle>
    <p:bodyStyle>
      <a:lvl1pPr marL="342900" indent="-342900" algn="l" rtl="0" fontAlgn="base">
        <a:spcBef>
          <a:spcPct val="20000"/>
        </a:spcBef>
        <a:spcAft>
          <a:spcPct val="0"/>
        </a:spcAft>
        <a:buChar char="•"/>
        <a:defRPr kumimoji="1" sz="3200" kern="1200">
          <a:solidFill>
            <a:schemeClr val="tx1"/>
          </a:solidFill>
          <a:latin typeface="+mn-lt"/>
          <a:ea typeface="+mn-ea"/>
          <a:cs typeface="+mn-cs"/>
        </a:defRPr>
      </a:lvl1pPr>
      <a:lvl2pPr marL="742950" indent="-285750" algn="l" rtl="0" fontAlgn="base">
        <a:spcBef>
          <a:spcPct val="20000"/>
        </a:spcBef>
        <a:spcAft>
          <a:spcPct val="0"/>
        </a:spcAft>
        <a:buChar char="–"/>
        <a:defRPr kumimoji="1" sz="2800" kern="1200">
          <a:solidFill>
            <a:schemeClr val="tx1"/>
          </a:solidFill>
          <a:latin typeface="+mn-lt"/>
          <a:ea typeface="+mn-ea"/>
          <a:cs typeface="+mn-cs"/>
        </a:defRPr>
      </a:lvl2pPr>
      <a:lvl3pPr marL="1143000" indent="-228600" algn="l" rtl="0" fontAlgn="base">
        <a:spcBef>
          <a:spcPct val="20000"/>
        </a:spcBef>
        <a:spcAft>
          <a:spcPct val="0"/>
        </a:spcAft>
        <a:buChar char="•"/>
        <a:defRPr kumimoji="1" sz="2400" kern="1200">
          <a:solidFill>
            <a:schemeClr val="tx1"/>
          </a:solidFill>
          <a:latin typeface="+mn-lt"/>
          <a:ea typeface="+mn-ea"/>
          <a:cs typeface="+mn-cs"/>
        </a:defRPr>
      </a:lvl3pPr>
      <a:lvl4pPr marL="1600200" indent="-228600" algn="l" rtl="0" fontAlgn="base">
        <a:spcBef>
          <a:spcPct val="20000"/>
        </a:spcBef>
        <a:spcAft>
          <a:spcPct val="0"/>
        </a:spcAft>
        <a:buChar char="–"/>
        <a:defRPr kumimoji="1" sz="2000" kern="1200">
          <a:solidFill>
            <a:schemeClr val="tx1"/>
          </a:solidFill>
          <a:latin typeface="+mn-lt"/>
          <a:ea typeface="+mn-ea"/>
          <a:cs typeface="+mn-cs"/>
        </a:defRPr>
      </a:lvl4pPr>
      <a:lvl5pPr marL="2057400" indent="-228600" algn="l" rtl="0" fontAlgn="base">
        <a:spcBef>
          <a:spcPct val="20000"/>
        </a:spcBef>
        <a:spcAft>
          <a:spcPct val="0"/>
        </a:spcAft>
        <a:buChar char="»"/>
        <a:defRPr kumimoji="1"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zh-CN" smtClean="0"/>
              <a:t>单击以编辑</a:t>
            </a:r>
            <a:r>
              <a:rPr lang="zh-CN" altLang="en-US" smtClean="0"/>
              <a:t>母版标题样式</a:t>
            </a:r>
          </a:p>
        </p:txBody>
      </p:sp>
      <p:sp>
        <p:nvSpPr>
          <p:cNvPr id="1027" name="Rectangle 3"/>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smtClean="0"/>
              <a:t>单击以编辑母版文本样式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1028" name="Rectangle 4"/>
          <p:cNvSpPr>
            <a:spLocks noGrp="1" noChangeArrowheads="1"/>
          </p:cNvSpPr>
          <p:nvPr>
            <p:ph type="dt" sz="half" idx="2"/>
          </p:nvPr>
        </p:nvSpPr>
        <p:spPr bwMode="auto">
          <a:xfrm>
            <a:off x="685800" y="6248400"/>
            <a:ext cx="19050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lgn="l" eaLnBrk="1" hangingPunct="1">
              <a:spcBef>
                <a:spcPct val="50000"/>
              </a:spcBef>
              <a:defRPr sz="1400" b="0">
                <a:latin typeface="+mn-lt"/>
              </a:defRPr>
            </a:lvl1pP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en-US" altLang="zh-CN" sz="1400" b="0" i="0" u="none" strike="noStrike" kern="1200" cap="none" spc="0" normalizeH="0" baseline="0" noProof="0" smtClean="0">
              <a:ln>
                <a:noFill/>
              </a:ln>
              <a:solidFill>
                <a:srgbClr val="000000"/>
              </a:solidFill>
              <a:effectLst/>
              <a:uLnTx/>
              <a:uFillTx/>
              <a:latin typeface="Times New Roman"/>
              <a:ea typeface="宋体" panose="02010600030101010101" pitchFamily="2" charset="-122"/>
              <a:cs typeface="+mn-cs"/>
            </a:endParaRPr>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eaLnBrk="1" hangingPunct="1">
              <a:spcBef>
                <a:spcPct val="50000"/>
              </a:spcBef>
              <a:defRPr sz="1400" b="0">
                <a:latin typeface="+mn-lt"/>
              </a:defRPr>
            </a:lvl1pPr>
          </a:lstStyle>
          <a:p>
            <a:pPr marL="0" marR="0" lvl="0" indent="0" algn="ctr" defTabSz="914400" rtl="0" eaLnBrk="1" fontAlgn="base" latinLnBrk="0" hangingPunct="1">
              <a:lnSpc>
                <a:spcPct val="100000"/>
              </a:lnSpc>
              <a:spcBef>
                <a:spcPct val="50000"/>
              </a:spcBef>
              <a:spcAft>
                <a:spcPct val="0"/>
              </a:spcAft>
              <a:buClrTx/>
              <a:buSzTx/>
              <a:buFontTx/>
              <a:buNone/>
              <a:tabLst/>
              <a:defRPr/>
            </a:pPr>
            <a:endParaRPr kumimoji="1" lang="en-US" altLang="zh-CN" sz="1400" b="0" i="0" u="none" strike="noStrike" kern="1200" cap="none" spc="0" normalizeH="0" baseline="0" noProof="0" smtClean="0">
              <a:ln>
                <a:noFill/>
              </a:ln>
              <a:solidFill>
                <a:srgbClr val="000000"/>
              </a:solidFill>
              <a:effectLst/>
              <a:uLnTx/>
              <a:uFillTx/>
              <a:latin typeface="Times New Roman"/>
              <a:ea typeface="宋体" panose="02010600030101010101" pitchFamily="2" charset="-122"/>
              <a:cs typeface="+mn-cs"/>
            </a:endParaRPr>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lgn="r" eaLnBrk="1" hangingPunct="1">
              <a:spcBef>
                <a:spcPct val="50000"/>
              </a:spcBef>
              <a:defRPr sz="1400" b="0">
                <a:latin typeface="+mn-lt"/>
              </a:defRPr>
            </a:lvl1pPr>
          </a:lstStyle>
          <a:p>
            <a:pPr marL="0" marR="0" lvl="0" indent="0" algn="r" defTabSz="914400" rtl="0" eaLnBrk="1" fontAlgn="base" latinLnBrk="0" hangingPunct="1">
              <a:lnSpc>
                <a:spcPct val="100000"/>
              </a:lnSpc>
              <a:spcBef>
                <a:spcPct val="50000"/>
              </a:spcBef>
              <a:spcAft>
                <a:spcPct val="0"/>
              </a:spcAft>
              <a:buClrTx/>
              <a:buSzTx/>
              <a:buFontTx/>
              <a:buNone/>
              <a:tabLst/>
              <a:defRPr/>
            </a:pPr>
            <a:fld id="{B34AEC1D-43A3-4305-9AD8-DA27734C4A30}" type="slidenum">
              <a:rPr kumimoji="1" lang="en-US" altLang="zh-CN" sz="1400" b="0" i="0" u="none" strike="noStrike" kern="1200" cap="none" spc="0" normalizeH="0" baseline="0" noProof="0" smtClean="0">
                <a:ln>
                  <a:noFill/>
                </a:ln>
                <a:solidFill>
                  <a:srgbClr val="000000"/>
                </a:solidFill>
                <a:effectLst/>
                <a:uLnTx/>
                <a:uFillTx/>
                <a:latin typeface="Times New Roman"/>
                <a:ea typeface="宋体" panose="02010600030101010101" pitchFamily="2" charset="-122"/>
                <a:cs typeface="+mn-cs"/>
              </a:rPr>
              <a:pPr marL="0" marR="0" lvl="0" indent="0" algn="r" defTabSz="914400" rtl="0" eaLnBrk="1" fontAlgn="base" latinLnBrk="0" hangingPunct="1">
                <a:lnSpc>
                  <a:spcPct val="100000"/>
                </a:lnSpc>
                <a:spcBef>
                  <a:spcPct val="50000"/>
                </a:spcBef>
                <a:spcAft>
                  <a:spcPct val="0"/>
                </a:spcAft>
                <a:buClrTx/>
                <a:buSzTx/>
                <a:buFontTx/>
                <a:buNone/>
                <a:tabLst/>
                <a:defRPr/>
              </a:pPr>
              <a:t>‹#›</a:t>
            </a:fld>
            <a:endParaRPr kumimoji="1" lang="en-US" altLang="zh-CN" sz="1400" b="0" i="0" u="none" strike="noStrike" kern="1200" cap="none" spc="0" normalizeH="0" baseline="0" noProof="0" smtClean="0">
              <a:ln>
                <a:noFill/>
              </a:ln>
              <a:solidFill>
                <a:srgbClr val="000000"/>
              </a:solidFill>
              <a:effectLst/>
              <a:uLnTx/>
              <a:uFillTx/>
              <a:latin typeface="Times New Roman"/>
              <a:ea typeface="宋体" panose="02010600030101010101" pitchFamily="2" charset="-122"/>
              <a:cs typeface="+mn-cs"/>
            </a:endParaRPr>
          </a:p>
        </p:txBody>
      </p:sp>
    </p:spTree>
    <p:extLst>
      <p:ext uri="{BB962C8B-B14F-4D97-AF65-F5344CB8AC3E}">
        <p14:creationId xmlns:p14="http://schemas.microsoft.com/office/powerpoint/2010/main" val="1039693423"/>
      </p:ext>
    </p:extLst>
  </p:cSld>
  <p:clrMap bg1="lt1" tx1="dk1" bg2="lt2" tx2="dk2" accent1="accent1" accent2="accent2" accent3="accent3" accent4="accent4" accent5="accent5" accent6="accent6" hlink="hlink" folHlink="folHlink"/>
  <p:sldLayoutIdLst>
    <p:sldLayoutId id="2147483803" r:id="rId1"/>
    <p:sldLayoutId id="2147483804" r:id="rId2"/>
    <p:sldLayoutId id="2147483805" r:id="rId3"/>
    <p:sldLayoutId id="2147483806" r:id="rId4"/>
    <p:sldLayoutId id="2147483807" r:id="rId5"/>
    <p:sldLayoutId id="2147483808" r:id="rId6"/>
    <p:sldLayoutId id="2147483809" r:id="rId7"/>
    <p:sldLayoutId id="2147483810" r:id="rId8"/>
    <p:sldLayoutId id="2147483811" r:id="rId9"/>
    <p:sldLayoutId id="2147483812" r:id="rId10"/>
    <p:sldLayoutId id="2147483813" r:id="rId11"/>
  </p:sldLayoutIdLst>
  <p:txStyles>
    <p:titleStyle>
      <a:lvl1pPr algn="ctr" rtl="0" fontAlgn="base">
        <a:spcBef>
          <a:spcPct val="0"/>
        </a:spcBef>
        <a:spcAft>
          <a:spcPct val="0"/>
        </a:spcAft>
        <a:defRPr kumimoji="1" sz="4400" kern="1200">
          <a:solidFill>
            <a:schemeClr val="tx2"/>
          </a:solidFill>
          <a:latin typeface="+mj-lt"/>
          <a:ea typeface="+mj-ea"/>
          <a:cs typeface="+mj-cs"/>
        </a:defRPr>
      </a:lvl1pPr>
      <a:lvl2pPr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p:titleStyle>
    <p:bodyStyle>
      <a:lvl1pPr marL="342900" indent="-342900" algn="l" rtl="0" fontAlgn="base">
        <a:spcBef>
          <a:spcPct val="20000"/>
        </a:spcBef>
        <a:spcAft>
          <a:spcPct val="0"/>
        </a:spcAft>
        <a:buChar char="•"/>
        <a:defRPr kumimoji="1" sz="3200" kern="1200">
          <a:solidFill>
            <a:schemeClr val="tx1"/>
          </a:solidFill>
          <a:latin typeface="+mn-lt"/>
          <a:ea typeface="+mn-ea"/>
          <a:cs typeface="+mn-cs"/>
        </a:defRPr>
      </a:lvl1pPr>
      <a:lvl2pPr marL="742950" indent="-285750" algn="l" rtl="0" fontAlgn="base">
        <a:spcBef>
          <a:spcPct val="20000"/>
        </a:spcBef>
        <a:spcAft>
          <a:spcPct val="0"/>
        </a:spcAft>
        <a:buChar char="–"/>
        <a:defRPr kumimoji="1" sz="2800" kern="1200">
          <a:solidFill>
            <a:schemeClr val="tx1"/>
          </a:solidFill>
          <a:latin typeface="+mn-lt"/>
          <a:ea typeface="+mn-ea"/>
          <a:cs typeface="+mn-cs"/>
        </a:defRPr>
      </a:lvl2pPr>
      <a:lvl3pPr marL="1143000" indent="-228600" algn="l" rtl="0" fontAlgn="base">
        <a:spcBef>
          <a:spcPct val="20000"/>
        </a:spcBef>
        <a:spcAft>
          <a:spcPct val="0"/>
        </a:spcAft>
        <a:buChar char="•"/>
        <a:defRPr kumimoji="1" sz="2400" kern="1200">
          <a:solidFill>
            <a:schemeClr val="tx1"/>
          </a:solidFill>
          <a:latin typeface="+mn-lt"/>
          <a:ea typeface="+mn-ea"/>
          <a:cs typeface="+mn-cs"/>
        </a:defRPr>
      </a:lvl3pPr>
      <a:lvl4pPr marL="1600200" indent="-228600" algn="l" rtl="0" fontAlgn="base">
        <a:spcBef>
          <a:spcPct val="20000"/>
        </a:spcBef>
        <a:spcAft>
          <a:spcPct val="0"/>
        </a:spcAft>
        <a:buChar char="–"/>
        <a:defRPr kumimoji="1" sz="2000" kern="1200">
          <a:solidFill>
            <a:schemeClr val="tx1"/>
          </a:solidFill>
          <a:latin typeface="+mn-lt"/>
          <a:ea typeface="+mn-ea"/>
          <a:cs typeface="+mn-cs"/>
        </a:defRPr>
      </a:lvl4pPr>
      <a:lvl5pPr marL="2057400" indent="-228600" algn="l" rtl="0" fontAlgn="base">
        <a:spcBef>
          <a:spcPct val="20000"/>
        </a:spcBef>
        <a:spcAft>
          <a:spcPct val="0"/>
        </a:spcAft>
        <a:buChar char="»"/>
        <a:defRPr kumimoji="1"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7.xml"/><Relationship Id="rId1" Type="http://schemas.openxmlformats.org/officeDocument/2006/relationships/vmlDrawing" Target="../drawings/vmlDrawing1.vml"/><Relationship Id="rId4" Type="http://schemas.openxmlformats.org/officeDocument/2006/relationships/image" Target="../media/image5.wmf"/></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7.xml"/><Relationship Id="rId1" Type="http://schemas.openxmlformats.org/officeDocument/2006/relationships/vmlDrawing" Target="../drawings/vmlDrawing2.vml"/><Relationship Id="rId6" Type="http://schemas.openxmlformats.org/officeDocument/2006/relationships/image" Target="../media/image5.wmf"/><Relationship Id="rId5" Type="http://schemas.openxmlformats.org/officeDocument/2006/relationships/oleObject" Target="../embeddings/oleObject3.bin"/><Relationship Id="rId4" Type="http://schemas.openxmlformats.org/officeDocument/2006/relationships/image" Target="../media/image6.wmf"/></Relationships>
</file>

<file path=ppt/slides/_rels/slide7.xml.rels><?xml version="1.0" encoding="UTF-8" standalone="yes"?>
<Relationships xmlns="http://schemas.openxmlformats.org/package/2006/relationships"><Relationship Id="rId8" Type="http://schemas.openxmlformats.org/officeDocument/2006/relationships/image" Target="../media/image9.wmf"/><Relationship Id="rId13" Type="http://schemas.openxmlformats.org/officeDocument/2006/relationships/oleObject" Target="../embeddings/oleObject9.bin"/><Relationship Id="rId3" Type="http://schemas.openxmlformats.org/officeDocument/2006/relationships/oleObject" Target="../embeddings/oleObject4.bin"/><Relationship Id="rId7" Type="http://schemas.openxmlformats.org/officeDocument/2006/relationships/oleObject" Target="../embeddings/oleObject6.bin"/><Relationship Id="rId12" Type="http://schemas.openxmlformats.org/officeDocument/2006/relationships/image" Target="../media/image11.emf"/><Relationship Id="rId2" Type="http://schemas.openxmlformats.org/officeDocument/2006/relationships/slideLayout" Target="../slideLayouts/slideLayout42.xml"/><Relationship Id="rId16" Type="http://schemas.openxmlformats.org/officeDocument/2006/relationships/image" Target="../media/image13.wmf"/><Relationship Id="rId1" Type="http://schemas.openxmlformats.org/officeDocument/2006/relationships/vmlDrawing" Target="../drawings/vmlDrawing3.vml"/><Relationship Id="rId6" Type="http://schemas.openxmlformats.org/officeDocument/2006/relationships/image" Target="../media/image8.emf"/><Relationship Id="rId11" Type="http://schemas.openxmlformats.org/officeDocument/2006/relationships/oleObject" Target="../embeddings/oleObject8.bin"/><Relationship Id="rId5" Type="http://schemas.openxmlformats.org/officeDocument/2006/relationships/oleObject" Target="../embeddings/oleObject5.bin"/><Relationship Id="rId15" Type="http://schemas.openxmlformats.org/officeDocument/2006/relationships/oleObject" Target="../embeddings/oleObject10.bin"/><Relationship Id="rId10" Type="http://schemas.openxmlformats.org/officeDocument/2006/relationships/image" Target="../media/image10.wmf"/><Relationship Id="rId4" Type="http://schemas.openxmlformats.org/officeDocument/2006/relationships/image" Target="../media/image7.emf"/><Relationship Id="rId9" Type="http://schemas.openxmlformats.org/officeDocument/2006/relationships/oleObject" Target="../embeddings/oleObject7.bin"/><Relationship Id="rId14" Type="http://schemas.openxmlformats.org/officeDocument/2006/relationships/image" Target="../media/image12.wmf"/></Relationships>
</file>

<file path=ppt/slides/_rels/slide8.xml.rels><?xml version="1.0" encoding="UTF-8" standalone="yes"?>
<Relationships xmlns="http://schemas.openxmlformats.org/package/2006/relationships"><Relationship Id="rId8" Type="http://schemas.openxmlformats.org/officeDocument/2006/relationships/image" Target="../media/image16.emf"/><Relationship Id="rId3" Type="http://schemas.openxmlformats.org/officeDocument/2006/relationships/oleObject" Target="../embeddings/oleObject11.bin"/><Relationship Id="rId7" Type="http://schemas.openxmlformats.org/officeDocument/2006/relationships/oleObject" Target="../embeddings/oleObject13.bin"/><Relationship Id="rId12" Type="http://schemas.openxmlformats.org/officeDocument/2006/relationships/image" Target="../media/image18.wmf"/><Relationship Id="rId2" Type="http://schemas.openxmlformats.org/officeDocument/2006/relationships/slideLayout" Target="../slideLayouts/slideLayout30.xml"/><Relationship Id="rId1" Type="http://schemas.openxmlformats.org/officeDocument/2006/relationships/vmlDrawing" Target="../drawings/vmlDrawing4.vml"/><Relationship Id="rId6" Type="http://schemas.openxmlformats.org/officeDocument/2006/relationships/image" Target="../media/image15.emf"/><Relationship Id="rId11" Type="http://schemas.openxmlformats.org/officeDocument/2006/relationships/oleObject" Target="../embeddings/oleObject15.bin"/><Relationship Id="rId5" Type="http://schemas.openxmlformats.org/officeDocument/2006/relationships/oleObject" Target="../embeddings/oleObject12.bin"/><Relationship Id="rId10" Type="http://schemas.openxmlformats.org/officeDocument/2006/relationships/image" Target="../media/image17.wmf"/><Relationship Id="rId4" Type="http://schemas.openxmlformats.org/officeDocument/2006/relationships/image" Target="../media/image14.emf"/><Relationship Id="rId9" Type="http://schemas.openxmlformats.org/officeDocument/2006/relationships/oleObject" Target="../embeddings/oleObject14.bin"/></Relationships>
</file>

<file path=ppt/slides/_rels/slide9.xml.rels><?xml version="1.0" encoding="UTF-8" standalone="yes"?>
<Relationships xmlns="http://schemas.openxmlformats.org/package/2006/relationships"><Relationship Id="rId8" Type="http://schemas.openxmlformats.org/officeDocument/2006/relationships/image" Target="../media/image21.emf"/><Relationship Id="rId3" Type="http://schemas.openxmlformats.org/officeDocument/2006/relationships/oleObject" Target="../embeddings/oleObject16.bin"/><Relationship Id="rId7" Type="http://schemas.openxmlformats.org/officeDocument/2006/relationships/oleObject" Target="../embeddings/oleObject18.bin"/><Relationship Id="rId2" Type="http://schemas.openxmlformats.org/officeDocument/2006/relationships/slideLayout" Target="../slideLayouts/slideLayout54.xml"/><Relationship Id="rId1" Type="http://schemas.openxmlformats.org/officeDocument/2006/relationships/vmlDrawing" Target="../drawings/vmlDrawing5.vml"/><Relationship Id="rId6" Type="http://schemas.openxmlformats.org/officeDocument/2006/relationships/image" Target="../media/image20.wmf"/><Relationship Id="rId5" Type="http://schemas.openxmlformats.org/officeDocument/2006/relationships/oleObject" Target="../embeddings/oleObject17.bin"/><Relationship Id="rId4" Type="http://schemas.openxmlformats.org/officeDocument/2006/relationships/image" Target="../media/image19.emf"/></Relationships>
</file>

<file path=ppt/slides/_rels/slide10.xml.rels><?xml version="1.0" encoding="UTF-8" standalone="yes"?>
<Relationships xmlns="http://schemas.openxmlformats.org/package/2006/relationships"><Relationship Id="rId8" Type="http://schemas.openxmlformats.org/officeDocument/2006/relationships/image" Target="../media/image24.wmf"/><Relationship Id="rId13" Type="http://schemas.openxmlformats.org/officeDocument/2006/relationships/oleObject" Target="../embeddings/oleObject24.bin"/><Relationship Id="rId18" Type="http://schemas.openxmlformats.org/officeDocument/2006/relationships/image" Target="../media/image29.wmf"/><Relationship Id="rId3" Type="http://schemas.openxmlformats.org/officeDocument/2006/relationships/oleObject" Target="../embeddings/oleObject19.bin"/><Relationship Id="rId21" Type="http://schemas.openxmlformats.org/officeDocument/2006/relationships/oleObject" Target="../embeddings/oleObject28.bin"/><Relationship Id="rId7" Type="http://schemas.openxmlformats.org/officeDocument/2006/relationships/oleObject" Target="../embeddings/oleObject21.bin"/><Relationship Id="rId12" Type="http://schemas.openxmlformats.org/officeDocument/2006/relationships/image" Target="../media/image26.wmf"/><Relationship Id="rId17" Type="http://schemas.openxmlformats.org/officeDocument/2006/relationships/oleObject" Target="../embeddings/oleObject26.bin"/><Relationship Id="rId2" Type="http://schemas.openxmlformats.org/officeDocument/2006/relationships/slideLayout" Target="../slideLayouts/slideLayout66.xml"/><Relationship Id="rId16" Type="http://schemas.openxmlformats.org/officeDocument/2006/relationships/image" Target="../media/image28.wmf"/><Relationship Id="rId20" Type="http://schemas.openxmlformats.org/officeDocument/2006/relationships/image" Target="../media/image30.wmf"/><Relationship Id="rId1" Type="http://schemas.openxmlformats.org/officeDocument/2006/relationships/vmlDrawing" Target="../drawings/vmlDrawing6.vml"/><Relationship Id="rId6" Type="http://schemas.openxmlformats.org/officeDocument/2006/relationships/image" Target="../media/image23.wmf"/><Relationship Id="rId11" Type="http://schemas.openxmlformats.org/officeDocument/2006/relationships/oleObject" Target="../embeddings/oleObject23.bin"/><Relationship Id="rId5" Type="http://schemas.openxmlformats.org/officeDocument/2006/relationships/oleObject" Target="../embeddings/oleObject20.bin"/><Relationship Id="rId15" Type="http://schemas.openxmlformats.org/officeDocument/2006/relationships/oleObject" Target="../embeddings/oleObject25.bin"/><Relationship Id="rId10" Type="http://schemas.openxmlformats.org/officeDocument/2006/relationships/image" Target="../media/image25.emf"/><Relationship Id="rId19" Type="http://schemas.openxmlformats.org/officeDocument/2006/relationships/oleObject" Target="../embeddings/oleObject27.bin"/><Relationship Id="rId4" Type="http://schemas.openxmlformats.org/officeDocument/2006/relationships/image" Target="../media/image22.emf"/><Relationship Id="rId9" Type="http://schemas.openxmlformats.org/officeDocument/2006/relationships/oleObject" Target="../embeddings/oleObject22.bin"/><Relationship Id="rId14" Type="http://schemas.openxmlformats.org/officeDocument/2006/relationships/image" Target="../media/image27.wmf"/><Relationship Id="rId22" Type="http://schemas.openxmlformats.org/officeDocument/2006/relationships/image" Target="../media/image31.wmf"/></Relationships>
</file>

<file path=ppt/slides/_rels/slide11.xml.rels><?xml version="1.0" encoding="UTF-8" standalone="yes"?>
<Relationships xmlns="http://schemas.openxmlformats.org/package/2006/relationships"><Relationship Id="rId8" Type="http://schemas.openxmlformats.org/officeDocument/2006/relationships/image" Target="../media/image34.wmf"/><Relationship Id="rId13" Type="http://schemas.openxmlformats.org/officeDocument/2006/relationships/oleObject" Target="../embeddings/oleObject34.bin"/><Relationship Id="rId18" Type="http://schemas.openxmlformats.org/officeDocument/2006/relationships/image" Target="../media/image39.wmf"/><Relationship Id="rId3" Type="http://schemas.openxmlformats.org/officeDocument/2006/relationships/oleObject" Target="../embeddings/oleObject29.bin"/><Relationship Id="rId21" Type="http://schemas.openxmlformats.org/officeDocument/2006/relationships/oleObject" Target="../embeddings/oleObject38.bin"/><Relationship Id="rId7" Type="http://schemas.openxmlformats.org/officeDocument/2006/relationships/oleObject" Target="../embeddings/oleObject31.bin"/><Relationship Id="rId12" Type="http://schemas.openxmlformats.org/officeDocument/2006/relationships/image" Target="../media/image36.wmf"/><Relationship Id="rId17" Type="http://schemas.openxmlformats.org/officeDocument/2006/relationships/oleObject" Target="../embeddings/oleObject36.bin"/><Relationship Id="rId2" Type="http://schemas.openxmlformats.org/officeDocument/2006/relationships/slideLayout" Target="../slideLayouts/slideLayout78.xml"/><Relationship Id="rId16" Type="http://schemas.openxmlformats.org/officeDocument/2006/relationships/image" Target="../media/image38.wmf"/><Relationship Id="rId20" Type="http://schemas.openxmlformats.org/officeDocument/2006/relationships/image" Target="../media/image40.wmf"/><Relationship Id="rId1" Type="http://schemas.openxmlformats.org/officeDocument/2006/relationships/vmlDrawing" Target="../drawings/vmlDrawing7.vml"/><Relationship Id="rId6" Type="http://schemas.openxmlformats.org/officeDocument/2006/relationships/image" Target="../media/image33.wmf"/><Relationship Id="rId11" Type="http://schemas.openxmlformats.org/officeDocument/2006/relationships/oleObject" Target="../embeddings/oleObject33.bin"/><Relationship Id="rId5" Type="http://schemas.openxmlformats.org/officeDocument/2006/relationships/oleObject" Target="../embeddings/oleObject30.bin"/><Relationship Id="rId15" Type="http://schemas.openxmlformats.org/officeDocument/2006/relationships/oleObject" Target="../embeddings/oleObject35.bin"/><Relationship Id="rId10" Type="http://schemas.openxmlformats.org/officeDocument/2006/relationships/image" Target="../media/image35.wmf"/><Relationship Id="rId19" Type="http://schemas.openxmlformats.org/officeDocument/2006/relationships/oleObject" Target="../embeddings/oleObject37.bin"/><Relationship Id="rId4" Type="http://schemas.openxmlformats.org/officeDocument/2006/relationships/image" Target="../media/image32.emf"/><Relationship Id="rId9" Type="http://schemas.openxmlformats.org/officeDocument/2006/relationships/oleObject" Target="../embeddings/oleObject32.bin"/><Relationship Id="rId14" Type="http://schemas.openxmlformats.org/officeDocument/2006/relationships/image" Target="../media/image37.wmf"/><Relationship Id="rId22" Type="http://schemas.openxmlformats.org/officeDocument/2006/relationships/image" Target="../media/image41.wmf"/></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0.xml"/></Relationships>
</file>

<file path=ppt/slides/_rels/slide13.xml.rels><?xml version="1.0" encoding="UTF-8" standalone="yes"?>
<Relationships xmlns="http://schemas.openxmlformats.org/package/2006/relationships"><Relationship Id="rId8" Type="http://schemas.openxmlformats.org/officeDocument/2006/relationships/image" Target="../media/image44.emf"/><Relationship Id="rId13" Type="http://schemas.openxmlformats.org/officeDocument/2006/relationships/oleObject" Target="../embeddings/oleObject44.bin"/><Relationship Id="rId3" Type="http://schemas.openxmlformats.org/officeDocument/2006/relationships/oleObject" Target="../embeddings/oleObject39.bin"/><Relationship Id="rId7" Type="http://schemas.openxmlformats.org/officeDocument/2006/relationships/oleObject" Target="../embeddings/oleObject41.bin"/><Relationship Id="rId12" Type="http://schemas.openxmlformats.org/officeDocument/2006/relationships/image" Target="../media/image46.wmf"/><Relationship Id="rId2" Type="http://schemas.openxmlformats.org/officeDocument/2006/relationships/slideLayout" Target="../slideLayouts/slideLayout7.xml"/><Relationship Id="rId16" Type="http://schemas.openxmlformats.org/officeDocument/2006/relationships/image" Target="../media/image48.wmf"/><Relationship Id="rId1" Type="http://schemas.openxmlformats.org/officeDocument/2006/relationships/vmlDrawing" Target="../drawings/vmlDrawing8.vml"/><Relationship Id="rId6" Type="http://schemas.openxmlformats.org/officeDocument/2006/relationships/image" Target="../media/image43.emf"/><Relationship Id="rId11" Type="http://schemas.openxmlformats.org/officeDocument/2006/relationships/oleObject" Target="../embeddings/oleObject43.bin"/><Relationship Id="rId5" Type="http://schemas.openxmlformats.org/officeDocument/2006/relationships/oleObject" Target="../embeddings/oleObject40.bin"/><Relationship Id="rId15" Type="http://schemas.openxmlformats.org/officeDocument/2006/relationships/oleObject" Target="../embeddings/oleObject45.bin"/><Relationship Id="rId10" Type="http://schemas.openxmlformats.org/officeDocument/2006/relationships/image" Target="../media/image45.wmf"/><Relationship Id="rId4" Type="http://schemas.openxmlformats.org/officeDocument/2006/relationships/image" Target="../media/image42.emf"/><Relationship Id="rId9" Type="http://schemas.openxmlformats.org/officeDocument/2006/relationships/oleObject" Target="../embeddings/oleObject42.bin"/><Relationship Id="rId14" Type="http://schemas.openxmlformats.org/officeDocument/2006/relationships/image" Target="../media/image47.wmf"/></Relationships>
</file>

<file path=ppt/slides/_rels/slide14.xml.rels><?xml version="1.0" encoding="UTF-8" standalone="yes"?>
<Relationships xmlns="http://schemas.openxmlformats.org/package/2006/relationships"><Relationship Id="rId8" Type="http://schemas.openxmlformats.org/officeDocument/2006/relationships/image" Target="../media/image51.wmf"/><Relationship Id="rId13" Type="http://schemas.openxmlformats.org/officeDocument/2006/relationships/oleObject" Target="../embeddings/oleObject51.bin"/><Relationship Id="rId3" Type="http://schemas.openxmlformats.org/officeDocument/2006/relationships/oleObject" Target="../embeddings/oleObject46.bin"/><Relationship Id="rId7" Type="http://schemas.openxmlformats.org/officeDocument/2006/relationships/oleObject" Target="../embeddings/oleObject48.bin"/><Relationship Id="rId12" Type="http://schemas.openxmlformats.org/officeDocument/2006/relationships/image" Target="../media/image53.emf"/><Relationship Id="rId2" Type="http://schemas.openxmlformats.org/officeDocument/2006/relationships/slideLayout" Target="../slideLayouts/slideLayout7.xml"/><Relationship Id="rId16" Type="http://schemas.openxmlformats.org/officeDocument/2006/relationships/image" Target="../media/image44.emf"/><Relationship Id="rId1" Type="http://schemas.openxmlformats.org/officeDocument/2006/relationships/vmlDrawing" Target="../drawings/vmlDrawing9.vml"/><Relationship Id="rId6" Type="http://schemas.openxmlformats.org/officeDocument/2006/relationships/image" Target="../media/image50.wmf"/><Relationship Id="rId11" Type="http://schemas.openxmlformats.org/officeDocument/2006/relationships/oleObject" Target="../embeddings/oleObject50.bin"/><Relationship Id="rId5" Type="http://schemas.openxmlformats.org/officeDocument/2006/relationships/oleObject" Target="../embeddings/oleObject47.bin"/><Relationship Id="rId15" Type="http://schemas.openxmlformats.org/officeDocument/2006/relationships/oleObject" Target="../embeddings/oleObject41.bin"/><Relationship Id="rId10" Type="http://schemas.openxmlformats.org/officeDocument/2006/relationships/image" Target="../media/image52.wmf"/><Relationship Id="rId4" Type="http://schemas.openxmlformats.org/officeDocument/2006/relationships/image" Target="../media/image49.wmf"/><Relationship Id="rId9" Type="http://schemas.openxmlformats.org/officeDocument/2006/relationships/oleObject" Target="../embeddings/oleObject49.bin"/><Relationship Id="rId14" Type="http://schemas.openxmlformats.org/officeDocument/2006/relationships/image" Target="../media/image54.emf"/></Relationships>
</file>

<file path=ppt/slides/_rels/slide15.xml.rels><?xml version="1.0" encoding="UTF-8" standalone="yes"?>
<Relationships xmlns="http://schemas.openxmlformats.org/package/2006/relationships"><Relationship Id="rId8" Type="http://schemas.openxmlformats.org/officeDocument/2006/relationships/image" Target="../media/image57.emf"/><Relationship Id="rId13" Type="http://schemas.openxmlformats.org/officeDocument/2006/relationships/oleObject" Target="../embeddings/oleObject57.bin"/><Relationship Id="rId3" Type="http://schemas.openxmlformats.org/officeDocument/2006/relationships/oleObject" Target="../embeddings/oleObject52.bin"/><Relationship Id="rId7" Type="http://schemas.openxmlformats.org/officeDocument/2006/relationships/oleObject" Target="../embeddings/oleObject54.bin"/><Relationship Id="rId12" Type="http://schemas.openxmlformats.org/officeDocument/2006/relationships/image" Target="../media/image59.emf"/><Relationship Id="rId2" Type="http://schemas.openxmlformats.org/officeDocument/2006/relationships/slideLayout" Target="../slideLayouts/slideLayout97.xml"/><Relationship Id="rId1" Type="http://schemas.openxmlformats.org/officeDocument/2006/relationships/vmlDrawing" Target="../drawings/vmlDrawing10.vml"/><Relationship Id="rId6" Type="http://schemas.openxmlformats.org/officeDocument/2006/relationships/image" Target="../media/image56.emf"/><Relationship Id="rId11" Type="http://schemas.openxmlformats.org/officeDocument/2006/relationships/oleObject" Target="../embeddings/oleObject56.bin"/><Relationship Id="rId5" Type="http://schemas.openxmlformats.org/officeDocument/2006/relationships/oleObject" Target="../embeddings/oleObject53.bin"/><Relationship Id="rId10" Type="http://schemas.openxmlformats.org/officeDocument/2006/relationships/image" Target="../media/image58.emf"/><Relationship Id="rId4" Type="http://schemas.openxmlformats.org/officeDocument/2006/relationships/image" Target="../media/image55.wmf"/><Relationship Id="rId9" Type="http://schemas.openxmlformats.org/officeDocument/2006/relationships/oleObject" Target="../embeddings/oleObject55.bin"/><Relationship Id="rId14" Type="http://schemas.openxmlformats.org/officeDocument/2006/relationships/image" Target="../media/image60.emf"/></Relationships>
</file>

<file path=ppt/slides/_rels/slide16.xml.rels><?xml version="1.0" encoding="UTF-8" standalone="yes"?>
<Relationships xmlns="http://schemas.openxmlformats.org/package/2006/relationships"><Relationship Id="rId8" Type="http://schemas.openxmlformats.org/officeDocument/2006/relationships/image" Target="../media/image63.emf"/><Relationship Id="rId13" Type="http://schemas.openxmlformats.org/officeDocument/2006/relationships/oleObject" Target="../embeddings/oleObject63.bin"/><Relationship Id="rId3" Type="http://schemas.openxmlformats.org/officeDocument/2006/relationships/oleObject" Target="../embeddings/oleObject58.bin"/><Relationship Id="rId7" Type="http://schemas.openxmlformats.org/officeDocument/2006/relationships/oleObject" Target="../embeddings/oleObject60.bin"/><Relationship Id="rId12" Type="http://schemas.openxmlformats.org/officeDocument/2006/relationships/image" Target="../media/image65.emf"/><Relationship Id="rId2" Type="http://schemas.openxmlformats.org/officeDocument/2006/relationships/slideLayout" Target="../slideLayouts/slideLayout102.xml"/><Relationship Id="rId1" Type="http://schemas.openxmlformats.org/officeDocument/2006/relationships/vmlDrawing" Target="../drawings/vmlDrawing11.vml"/><Relationship Id="rId6" Type="http://schemas.openxmlformats.org/officeDocument/2006/relationships/image" Target="../media/image62.emf"/><Relationship Id="rId11" Type="http://schemas.openxmlformats.org/officeDocument/2006/relationships/oleObject" Target="../embeddings/oleObject62.bin"/><Relationship Id="rId5" Type="http://schemas.openxmlformats.org/officeDocument/2006/relationships/oleObject" Target="../embeddings/oleObject59.bin"/><Relationship Id="rId10" Type="http://schemas.openxmlformats.org/officeDocument/2006/relationships/image" Target="../media/image64.emf"/><Relationship Id="rId4" Type="http://schemas.openxmlformats.org/officeDocument/2006/relationships/image" Target="../media/image61.emf"/><Relationship Id="rId9" Type="http://schemas.openxmlformats.org/officeDocument/2006/relationships/oleObject" Target="../embeddings/oleObject61.bin"/><Relationship Id="rId14" Type="http://schemas.openxmlformats.org/officeDocument/2006/relationships/image" Target="../media/image66.emf"/></Relationships>
</file>

<file path=ppt/slides/_rels/slide17.xml.rels><?xml version="1.0" encoding="UTF-8" standalone="yes"?>
<Relationships xmlns="http://schemas.openxmlformats.org/package/2006/relationships"><Relationship Id="rId8" Type="http://schemas.openxmlformats.org/officeDocument/2006/relationships/image" Target="../media/image54.emf"/><Relationship Id="rId13" Type="http://schemas.openxmlformats.org/officeDocument/2006/relationships/oleObject" Target="../embeddings/oleObject67.bin"/><Relationship Id="rId18" Type="http://schemas.openxmlformats.org/officeDocument/2006/relationships/image" Target="../media/image72.wmf"/><Relationship Id="rId3" Type="http://schemas.openxmlformats.org/officeDocument/2006/relationships/oleObject" Target="../embeddings/oleObject64.bin"/><Relationship Id="rId7" Type="http://schemas.openxmlformats.org/officeDocument/2006/relationships/oleObject" Target="../embeddings/oleObject51.bin"/><Relationship Id="rId12" Type="http://schemas.openxmlformats.org/officeDocument/2006/relationships/image" Target="../media/image69.wmf"/><Relationship Id="rId17" Type="http://schemas.openxmlformats.org/officeDocument/2006/relationships/oleObject" Target="../embeddings/oleObject69.bin"/><Relationship Id="rId2" Type="http://schemas.openxmlformats.org/officeDocument/2006/relationships/slideLayout" Target="../slideLayouts/slideLayout114.xml"/><Relationship Id="rId16" Type="http://schemas.openxmlformats.org/officeDocument/2006/relationships/image" Target="../media/image71.wmf"/><Relationship Id="rId1" Type="http://schemas.openxmlformats.org/officeDocument/2006/relationships/vmlDrawing" Target="../drawings/vmlDrawing12.vml"/><Relationship Id="rId6" Type="http://schemas.openxmlformats.org/officeDocument/2006/relationships/image" Target="../media/image53.emf"/><Relationship Id="rId11" Type="http://schemas.openxmlformats.org/officeDocument/2006/relationships/oleObject" Target="../embeddings/oleObject66.bin"/><Relationship Id="rId5" Type="http://schemas.openxmlformats.org/officeDocument/2006/relationships/oleObject" Target="../embeddings/oleObject50.bin"/><Relationship Id="rId15" Type="http://schemas.openxmlformats.org/officeDocument/2006/relationships/oleObject" Target="../embeddings/oleObject68.bin"/><Relationship Id="rId10" Type="http://schemas.openxmlformats.org/officeDocument/2006/relationships/image" Target="../media/image68.wmf"/><Relationship Id="rId4" Type="http://schemas.openxmlformats.org/officeDocument/2006/relationships/image" Target="../media/image67.emf"/><Relationship Id="rId9" Type="http://schemas.openxmlformats.org/officeDocument/2006/relationships/oleObject" Target="../embeddings/oleObject65.bin"/><Relationship Id="rId14" Type="http://schemas.openxmlformats.org/officeDocument/2006/relationships/image" Target="../media/image70.wmf"/></Relationships>
</file>

<file path=ppt/slides/_rels/slide18.xml.rels><?xml version="1.0" encoding="UTF-8" standalone="yes"?>
<Relationships xmlns="http://schemas.openxmlformats.org/package/2006/relationships"><Relationship Id="rId8" Type="http://schemas.openxmlformats.org/officeDocument/2006/relationships/image" Target="../media/image75.wmf"/><Relationship Id="rId13" Type="http://schemas.openxmlformats.org/officeDocument/2006/relationships/oleObject" Target="../embeddings/oleObject75.bin"/><Relationship Id="rId18" Type="http://schemas.openxmlformats.org/officeDocument/2006/relationships/image" Target="../media/image80.wmf"/><Relationship Id="rId3" Type="http://schemas.openxmlformats.org/officeDocument/2006/relationships/oleObject" Target="../embeddings/oleObject70.bin"/><Relationship Id="rId7" Type="http://schemas.openxmlformats.org/officeDocument/2006/relationships/oleObject" Target="../embeddings/oleObject72.bin"/><Relationship Id="rId12" Type="http://schemas.openxmlformats.org/officeDocument/2006/relationships/image" Target="../media/image77.emf"/><Relationship Id="rId17" Type="http://schemas.openxmlformats.org/officeDocument/2006/relationships/oleObject" Target="../embeddings/oleObject77.bin"/><Relationship Id="rId2" Type="http://schemas.openxmlformats.org/officeDocument/2006/relationships/slideLayout" Target="../slideLayouts/slideLayout7.xml"/><Relationship Id="rId16" Type="http://schemas.openxmlformats.org/officeDocument/2006/relationships/image" Target="../media/image79.wmf"/><Relationship Id="rId20" Type="http://schemas.openxmlformats.org/officeDocument/2006/relationships/image" Target="../media/image81.wmf"/><Relationship Id="rId1" Type="http://schemas.openxmlformats.org/officeDocument/2006/relationships/vmlDrawing" Target="../drawings/vmlDrawing13.vml"/><Relationship Id="rId6" Type="http://schemas.openxmlformats.org/officeDocument/2006/relationships/image" Target="../media/image74.wmf"/><Relationship Id="rId11" Type="http://schemas.openxmlformats.org/officeDocument/2006/relationships/oleObject" Target="../embeddings/oleObject74.bin"/><Relationship Id="rId5" Type="http://schemas.openxmlformats.org/officeDocument/2006/relationships/oleObject" Target="../embeddings/oleObject71.bin"/><Relationship Id="rId15" Type="http://schemas.openxmlformats.org/officeDocument/2006/relationships/oleObject" Target="../embeddings/oleObject76.bin"/><Relationship Id="rId10" Type="http://schemas.openxmlformats.org/officeDocument/2006/relationships/image" Target="../media/image76.wmf"/><Relationship Id="rId19" Type="http://schemas.openxmlformats.org/officeDocument/2006/relationships/oleObject" Target="../embeddings/oleObject78.bin"/><Relationship Id="rId4" Type="http://schemas.openxmlformats.org/officeDocument/2006/relationships/image" Target="../media/image73.wmf"/><Relationship Id="rId9" Type="http://schemas.openxmlformats.org/officeDocument/2006/relationships/oleObject" Target="../embeddings/oleObject73.bin"/><Relationship Id="rId14" Type="http://schemas.openxmlformats.org/officeDocument/2006/relationships/image" Target="../media/image78.wmf"/></Relationships>
</file>

<file path=ppt/slides/_rels/slide19.xml.rels><?xml version="1.0" encoding="UTF-8" standalone="yes"?>
<Relationships xmlns="http://schemas.openxmlformats.org/package/2006/relationships"><Relationship Id="rId8" Type="http://schemas.openxmlformats.org/officeDocument/2006/relationships/image" Target="../media/image84.emf"/><Relationship Id="rId13" Type="http://schemas.openxmlformats.org/officeDocument/2006/relationships/oleObject" Target="../embeddings/oleObject84.bin"/><Relationship Id="rId18" Type="http://schemas.openxmlformats.org/officeDocument/2006/relationships/image" Target="../media/image89.wmf"/><Relationship Id="rId3" Type="http://schemas.openxmlformats.org/officeDocument/2006/relationships/oleObject" Target="../embeddings/oleObject79.bin"/><Relationship Id="rId7" Type="http://schemas.openxmlformats.org/officeDocument/2006/relationships/oleObject" Target="../embeddings/oleObject81.bin"/><Relationship Id="rId12" Type="http://schemas.openxmlformats.org/officeDocument/2006/relationships/image" Target="../media/image86.wmf"/><Relationship Id="rId17" Type="http://schemas.openxmlformats.org/officeDocument/2006/relationships/oleObject" Target="../embeddings/oleObject86.bin"/><Relationship Id="rId2" Type="http://schemas.openxmlformats.org/officeDocument/2006/relationships/slideLayout" Target="../slideLayouts/slideLayout7.xml"/><Relationship Id="rId16" Type="http://schemas.openxmlformats.org/officeDocument/2006/relationships/image" Target="../media/image88.wmf"/><Relationship Id="rId1" Type="http://schemas.openxmlformats.org/officeDocument/2006/relationships/vmlDrawing" Target="../drawings/vmlDrawing14.vml"/><Relationship Id="rId6" Type="http://schemas.openxmlformats.org/officeDocument/2006/relationships/image" Target="../media/image83.wmf"/><Relationship Id="rId11" Type="http://schemas.openxmlformats.org/officeDocument/2006/relationships/oleObject" Target="../embeddings/oleObject83.bin"/><Relationship Id="rId5" Type="http://schemas.openxmlformats.org/officeDocument/2006/relationships/oleObject" Target="../embeddings/oleObject80.bin"/><Relationship Id="rId15" Type="http://schemas.openxmlformats.org/officeDocument/2006/relationships/oleObject" Target="../embeddings/oleObject85.bin"/><Relationship Id="rId10" Type="http://schemas.openxmlformats.org/officeDocument/2006/relationships/image" Target="../media/image85.wmf"/><Relationship Id="rId4" Type="http://schemas.openxmlformats.org/officeDocument/2006/relationships/image" Target="../media/image82.wmf"/><Relationship Id="rId9" Type="http://schemas.openxmlformats.org/officeDocument/2006/relationships/oleObject" Target="../embeddings/oleObject82.bin"/><Relationship Id="rId14" Type="http://schemas.openxmlformats.org/officeDocument/2006/relationships/image" Target="../media/image87.wmf"/></Relationships>
</file>

<file path=ppt/slides/_rels/slide20.xml.rels><?xml version="1.0" encoding="UTF-8" standalone="yes"?>
<Relationships xmlns="http://schemas.openxmlformats.org/package/2006/relationships"><Relationship Id="rId8" Type="http://schemas.openxmlformats.org/officeDocument/2006/relationships/image" Target="../media/image92.wmf"/><Relationship Id="rId3" Type="http://schemas.openxmlformats.org/officeDocument/2006/relationships/oleObject" Target="../embeddings/oleObject87.bin"/><Relationship Id="rId7" Type="http://schemas.openxmlformats.org/officeDocument/2006/relationships/oleObject" Target="../embeddings/oleObject89.bin"/><Relationship Id="rId12" Type="http://schemas.openxmlformats.org/officeDocument/2006/relationships/image" Target="../media/image94.wmf"/><Relationship Id="rId2" Type="http://schemas.openxmlformats.org/officeDocument/2006/relationships/slideLayout" Target="../slideLayouts/slideLayout121.xml"/><Relationship Id="rId1" Type="http://schemas.openxmlformats.org/officeDocument/2006/relationships/vmlDrawing" Target="../drawings/vmlDrawing15.vml"/><Relationship Id="rId6" Type="http://schemas.openxmlformats.org/officeDocument/2006/relationships/image" Target="../media/image91.wmf"/><Relationship Id="rId11" Type="http://schemas.openxmlformats.org/officeDocument/2006/relationships/oleObject" Target="../embeddings/oleObject91.bin"/><Relationship Id="rId5" Type="http://schemas.openxmlformats.org/officeDocument/2006/relationships/oleObject" Target="../embeddings/oleObject88.bin"/><Relationship Id="rId10" Type="http://schemas.openxmlformats.org/officeDocument/2006/relationships/image" Target="../media/image93.wmf"/><Relationship Id="rId4" Type="http://schemas.openxmlformats.org/officeDocument/2006/relationships/image" Target="../media/image90.emf"/><Relationship Id="rId9" Type="http://schemas.openxmlformats.org/officeDocument/2006/relationships/oleObject" Target="../embeddings/oleObject90.bin"/></Relationships>
</file>

<file path=ppt/slides/_rels/slide21.xml.rels><?xml version="1.0" encoding="UTF-8" standalone="yes"?>
<Relationships xmlns="http://schemas.openxmlformats.org/package/2006/relationships"><Relationship Id="rId8" Type="http://schemas.openxmlformats.org/officeDocument/2006/relationships/image" Target="../media/image97.wmf"/><Relationship Id="rId13" Type="http://schemas.openxmlformats.org/officeDocument/2006/relationships/oleObject" Target="../embeddings/oleObject97.bin"/><Relationship Id="rId18" Type="http://schemas.openxmlformats.org/officeDocument/2006/relationships/image" Target="../media/image102.wmf"/><Relationship Id="rId3" Type="http://schemas.openxmlformats.org/officeDocument/2006/relationships/oleObject" Target="../embeddings/oleObject92.bin"/><Relationship Id="rId21" Type="http://schemas.openxmlformats.org/officeDocument/2006/relationships/oleObject" Target="../embeddings/oleObject101.bin"/><Relationship Id="rId7" Type="http://schemas.openxmlformats.org/officeDocument/2006/relationships/oleObject" Target="../embeddings/oleObject94.bin"/><Relationship Id="rId12" Type="http://schemas.openxmlformats.org/officeDocument/2006/relationships/image" Target="../media/image99.wmf"/><Relationship Id="rId17" Type="http://schemas.openxmlformats.org/officeDocument/2006/relationships/oleObject" Target="../embeddings/oleObject99.bin"/><Relationship Id="rId2" Type="http://schemas.openxmlformats.org/officeDocument/2006/relationships/slideLayout" Target="../slideLayouts/slideLayout7.xml"/><Relationship Id="rId16" Type="http://schemas.openxmlformats.org/officeDocument/2006/relationships/image" Target="../media/image101.wmf"/><Relationship Id="rId20" Type="http://schemas.openxmlformats.org/officeDocument/2006/relationships/image" Target="../media/image103.wmf"/><Relationship Id="rId1" Type="http://schemas.openxmlformats.org/officeDocument/2006/relationships/vmlDrawing" Target="../drawings/vmlDrawing16.vml"/><Relationship Id="rId6" Type="http://schemas.openxmlformats.org/officeDocument/2006/relationships/image" Target="../media/image96.wmf"/><Relationship Id="rId11" Type="http://schemas.openxmlformats.org/officeDocument/2006/relationships/oleObject" Target="../embeddings/oleObject96.bin"/><Relationship Id="rId24" Type="http://schemas.openxmlformats.org/officeDocument/2006/relationships/image" Target="../media/image105.wmf"/><Relationship Id="rId5" Type="http://schemas.openxmlformats.org/officeDocument/2006/relationships/oleObject" Target="../embeddings/oleObject93.bin"/><Relationship Id="rId15" Type="http://schemas.openxmlformats.org/officeDocument/2006/relationships/oleObject" Target="../embeddings/oleObject98.bin"/><Relationship Id="rId23" Type="http://schemas.openxmlformats.org/officeDocument/2006/relationships/oleObject" Target="../embeddings/oleObject102.bin"/><Relationship Id="rId10" Type="http://schemas.openxmlformats.org/officeDocument/2006/relationships/image" Target="../media/image98.wmf"/><Relationship Id="rId19" Type="http://schemas.openxmlformats.org/officeDocument/2006/relationships/oleObject" Target="../embeddings/oleObject100.bin"/><Relationship Id="rId4" Type="http://schemas.openxmlformats.org/officeDocument/2006/relationships/image" Target="../media/image95.wmf"/><Relationship Id="rId9" Type="http://schemas.openxmlformats.org/officeDocument/2006/relationships/oleObject" Target="../embeddings/oleObject95.bin"/><Relationship Id="rId14" Type="http://schemas.openxmlformats.org/officeDocument/2006/relationships/image" Target="../media/image100.wmf"/><Relationship Id="rId22" Type="http://schemas.openxmlformats.org/officeDocument/2006/relationships/image" Target="../media/image104.wmf"/></Relationships>
</file>

<file path=ppt/slides/_rels/slide22.xml.rels><?xml version="1.0" encoding="UTF-8" standalone="yes"?>
<Relationships xmlns="http://schemas.openxmlformats.org/package/2006/relationships"><Relationship Id="rId8" Type="http://schemas.openxmlformats.org/officeDocument/2006/relationships/image" Target="../media/image108.wmf"/><Relationship Id="rId13" Type="http://schemas.openxmlformats.org/officeDocument/2006/relationships/oleObject" Target="../embeddings/oleObject42.bin"/><Relationship Id="rId18" Type="http://schemas.openxmlformats.org/officeDocument/2006/relationships/image" Target="../media/image47.wmf"/><Relationship Id="rId3" Type="http://schemas.openxmlformats.org/officeDocument/2006/relationships/oleObject" Target="../embeddings/oleObject103.bin"/><Relationship Id="rId7" Type="http://schemas.openxmlformats.org/officeDocument/2006/relationships/oleObject" Target="../embeddings/oleObject105.bin"/><Relationship Id="rId12" Type="http://schemas.openxmlformats.org/officeDocument/2006/relationships/image" Target="../media/image110.wmf"/><Relationship Id="rId17" Type="http://schemas.openxmlformats.org/officeDocument/2006/relationships/oleObject" Target="../embeddings/oleObject44.bin"/><Relationship Id="rId2" Type="http://schemas.openxmlformats.org/officeDocument/2006/relationships/slideLayout" Target="../slideLayouts/slideLayout7.xml"/><Relationship Id="rId16" Type="http://schemas.openxmlformats.org/officeDocument/2006/relationships/image" Target="../media/image46.wmf"/><Relationship Id="rId20" Type="http://schemas.openxmlformats.org/officeDocument/2006/relationships/image" Target="../media/image48.wmf"/><Relationship Id="rId1" Type="http://schemas.openxmlformats.org/officeDocument/2006/relationships/vmlDrawing" Target="../drawings/vmlDrawing17.vml"/><Relationship Id="rId6" Type="http://schemas.openxmlformats.org/officeDocument/2006/relationships/image" Target="../media/image107.emf"/><Relationship Id="rId11" Type="http://schemas.openxmlformats.org/officeDocument/2006/relationships/oleObject" Target="../embeddings/oleObject107.bin"/><Relationship Id="rId5" Type="http://schemas.openxmlformats.org/officeDocument/2006/relationships/oleObject" Target="../embeddings/oleObject104.bin"/><Relationship Id="rId15" Type="http://schemas.openxmlformats.org/officeDocument/2006/relationships/oleObject" Target="../embeddings/oleObject43.bin"/><Relationship Id="rId10" Type="http://schemas.openxmlformats.org/officeDocument/2006/relationships/image" Target="../media/image109.wmf"/><Relationship Id="rId19" Type="http://schemas.openxmlformats.org/officeDocument/2006/relationships/oleObject" Target="../embeddings/oleObject45.bin"/><Relationship Id="rId4" Type="http://schemas.openxmlformats.org/officeDocument/2006/relationships/image" Target="../media/image106.emf"/><Relationship Id="rId9" Type="http://schemas.openxmlformats.org/officeDocument/2006/relationships/oleObject" Target="../embeddings/oleObject106.bin"/><Relationship Id="rId14" Type="http://schemas.openxmlformats.org/officeDocument/2006/relationships/image" Target="../media/image45.wmf"/></Relationships>
</file>

<file path=ppt/slides/_rels/slide23.xml.rels><?xml version="1.0" encoding="UTF-8" standalone="yes"?>
<Relationships xmlns="http://schemas.openxmlformats.org/package/2006/relationships"><Relationship Id="rId8" Type="http://schemas.openxmlformats.org/officeDocument/2006/relationships/image" Target="../media/image113.wmf"/><Relationship Id="rId13" Type="http://schemas.openxmlformats.org/officeDocument/2006/relationships/oleObject" Target="../embeddings/oleObject113.bin"/><Relationship Id="rId3" Type="http://schemas.openxmlformats.org/officeDocument/2006/relationships/oleObject" Target="../embeddings/oleObject108.bin"/><Relationship Id="rId7" Type="http://schemas.openxmlformats.org/officeDocument/2006/relationships/oleObject" Target="../embeddings/oleObject110.bin"/><Relationship Id="rId12" Type="http://schemas.openxmlformats.org/officeDocument/2006/relationships/image" Target="../media/image115.wmf"/><Relationship Id="rId2" Type="http://schemas.openxmlformats.org/officeDocument/2006/relationships/slideLayout" Target="../slideLayouts/slideLayout7.xml"/><Relationship Id="rId1" Type="http://schemas.openxmlformats.org/officeDocument/2006/relationships/vmlDrawing" Target="../drawings/vmlDrawing18.vml"/><Relationship Id="rId6" Type="http://schemas.openxmlformats.org/officeDocument/2006/relationships/image" Target="../media/image112.wmf"/><Relationship Id="rId11" Type="http://schemas.openxmlformats.org/officeDocument/2006/relationships/oleObject" Target="../embeddings/oleObject112.bin"/><Relationship Id="rId5" Type="http://schemas.openxmlformats.org/officeDocument/2006/relationships/oleObject" Target="../embeddings/oleObject109.bin"/><Relationship Id="rId10" Type="http://schemas.openxmlformats.org/officeDocument/2006/relationships/image" Target="../media/image114.wmf"/><Relationship Id="rId4" Type="http://schemas.openxmlformats.org/officeDocument/2006/relationships/image" Target="../media/image111.wmf"/><Relationship Id="rId9" Type="http://schemas.openxmlformats.org/officeDocument/2006/relationships/oleObject" Target="../embeddings/oleObject111.bin"/><Relationship Id="rId14" Type="http://schemas.openxmlformats.org/officeDocument/2006/relationships/image" Target="../media/image116.wmf"/></Relationships>
</file>

<file path=ppt/slides/_rels/slide24.xml.rels><?xml version="1.0" encoding="UTF-8" standalone="yes"?>
<Relationships xmlns="http://schemas.openxmlformats.org/package/2006/relationships"><Relationship Id="rId8" Type="http://schemas.openxmlformats.org/officeDocument/2006/relationships/image" Target="../media/image119.wmf"/><Relationship Id="rId3" Type="http://schemas.openxmlformats.org/officeDocument/2006/relationships/oleObject" Target="../embeddings/oleObject114.bin"/><Relationship Id="rId7" Type="http://schemas.openxmlformats.org/officeDocument/2006/relationships/oleObject" Target="../embeddings/oleObject116.bin"/><Relationship Id="rId12" Type="http://schemas.openxmlformats.org/officeDocument/2006/relationships/image" Target="../media/image121.wmf"/><Relationship Id="rId2" Type="http://schemas.openxmlformats.org/officeDocument/2006/relationships/slideLayout" Target="../slideLayouts/slideLayout7.xml"/><Relationship Id="rId1" Type="http://schemas.openxmlformats.org/officeDocument/2006/relationships/vmlDrawing" Target="../drawings/vmlDrawing19.vml"/><Relationship Id="rId6" Type="http://schemas.openxmlformats.org/officeDocument/2006/relationships/image" Target="../media/image118.wmf"/><Relationship Id="rId11" Type="http://schemas.openxmlformats.org/officeDocument/2006/relationships/oleObject" Target="../embeddings/oleObject118.bin"/><Relationship Id="rId5" Type="http://schemas.openxmlformats.org/officeDocument/2006/relationships/oleObject" Target="../embeddings/oleObject115.bin"/><Relationship Id="rId10" Type="http://schemas.openxmlformats.org/officeDocument/2006/relationships/image" Target="../media/image120.wmf"/><Relationship Id="rId4" Type="http://schemas.openxmlformats.org/officeDocument/2006/relationships/image" Target="../media/image117.wmf"/><Relationship Id="rId9" Type="http://schemas.openxmlformats.org/officeDocument/2006/relationships/oleObject" Target="../embeddings/oleObject117.bin"/></Relationships>
</file>

<file path=ppt/slides/_rels/slide25.xml.rels><?xml version="1.0" encoding="UTF-8" standalone="yes"?>
<Relationships xmlns="http://schemas.openxmlformats.org/package/2006/relationships"><Relationship Id="rId13" Type="http://schemas.openxmlformats.org/officeDocument/2006/relationships/oleObject" Target="../embeddings/oleObject124.bin"/><Relationship Id="rId18" Type="http://schemas.openxmlformats.org/officeDocument/2006/relationships/image" Target="../media/image108.wmf"/><Relationship Id="rId26" Type="http://schemas.openxmlformats.org/officeDocument/2006/relationships/image" Target="../media/image132.wmf"/><Relationship Id="rId3" Type="http://schemas.openxmlformats.org/officeDocument/2006/relationships/oleObject" Target="../embeddings/oleObject119.bin"/><Relationship Id="rId21" Type="http://schemas.openxmlformats.org/officeDocument/2006/relationships/oleObject" Target="../embeddings/oleObject128.bin"/><Relationship Id="rId34" Type="http://schemas.openxmlformats.org/officeDocument/2006/relationships/image" Target="../media/image136.wmf"/><Relationship Id="rId7" Type="http://schemas.openxmlformats.org/officeDocument/2006/relationships/oleObject" Target="../embeddings/oleObject121.bin"/><Relationship Id="rId12" Type="http://schemas.openxmlformats.org/officeDocument/2006/relationships/image" Target="../media/image126.emf"/><Relationship Id="rId17" Type="http://schemas.openxmlformats.org/officeDocument/2006/relationships/oleObject" Target="../embeddings/oleObject126.bin"/><Relationship Id="rId25" Type="http://schemas.openxmlformats.org/officeDocument/2006/relationships/oleObject" Target="../embeddings/oleObject130.bin"/><Relationship Id="rId33" Type="http://schemas.openxmlformats.org/officeDocument/2006/relationships/oleObject" Target="../embeddings/oleObject134.bin"/><Relationship Id="rId2" Type="http://schemas.openxmlformats.org/officeDocument/2006/relationships/slideLayout" Target="../slideLayouts/slideLayout7.xml"/><Relationship Id="rId16" Type="http://schemas.openxmlformats.org/officeDocument/2006/relationships/image" Target="../media/image128.wmf"/><Relationship Id="rId20" Type="http://schemas.openxmlformats.org/officeDocument/2006/relationships/image" Target="../media/image129.wmf"/><Relationship Id="rId29" Type="http://schemas.openxmlformats.org/officeDocument/2006/relationships/oleObject" Target="../embeddings/oleObject132.bin"/><Relationship Id="rId1" Type="http://schemas.openxmlformats.org/officeDocument/2006/relationships/vmlDrawing" Target="../drawings/vmlDrawing20.vml"/><Relationship Id="rId6" Type="http://schemas.openxmlformats.org/officeDocument/2006/relationships/image" Target="../media/image123.wmf"/><Relationship Id="rId11" Type="http://schemas.openxmlformats.org/officeDocument/2006/relationships/oleObject" Target="../embeddings/oleObject123.bin"/><Relationship Id="rId24" Type="http://schemas.openxmlformats.org/officeDocument/2006/relationships/image" Target="../media/image131.wmf"/><Relationship Id="rId32" Type="http://schemas.openxmlformats.org/officeDocument/2006/relationships/image" Target="../media/image135.wmf"/><Relationship Id="rId5" Type="http://schemas.openxmlformats.org/officeDocument/2006/relationships/oleObject" Target="../embeddings/oleObject120.bin"/><Relationship Id="rId15" Type="http://schemas.openxmlformats.org/officeDocument/2006/relationships/oleObject" Target="../embeddings/oleObject125.bin"/><Relationship Id="rId23" Type="http://schemas.openxmlformats.org/officeDocument/2006/relationships/oleObject" Target="../embeddings/oleObject129.bin"/><Relationship Id="rId28" Type="http://schemas.openxmlformats.org/officeDocument/2006/relationships/image" Target="../media/image133.wmf"/><Relationship Id="rId36" Type="http://schemas.openxmlformats.org/officeDocument/2006/relationships/image" Target="../media/image137.wmf"/><Relationship Id="rId10" Type="http://schemas.openxmlformats.org/officeDocument/2006/relationships/image" Target="../media/image125.wmf"/><Relationship Id="rId19" Type="http://schemas.openxmlformats.org/officeDocument/2006/relationships/oleObject" Target="../embeddings/oleObject127.bin"/><Relationship Id="rId31" Type="http://schemas.openxmlformats.org/officeDocument/2006/relationships/oleObject" Target="../embeddings/oleObject133.bin"/><Relationship Id="rId4" Type="http://schemas.openxmlformats.org/officeDocument/2006/relationships/image" Target="../media/image122.wmf"/><Relationship Id="rId9" Type="http://schemas.openxmlformats.org/officeDocument/2006/relationships/oleObject" Target="../embeddings/oleObject122.bin"/><Relationship Id="rId14" Type="http://schemas.openxmlformats.org/officeDocument/2006/relationships/image" Target="../media/image127.wmf"/><Relationship Id="rId22" Type="http://schemas.openxmlformats.org/officeDocument/2006/relationships/image" Target="../media/image130.wmf"/><Relationship Id="rId27" Type="http://schemas.openxmlformats.org/officeDocument/2006/relationships/oleObject" Target="../embeddings/oleObject131.bin"/><Relationship Id="rId30" Type="http://schemas.openxmlformats.org/officeDocument/2006/relationships/image" Target="../media/image134.wmf"/><Relationship Id="rId35" Type="http://schemas.openxmlformats.org/officeDocument/2006/relationships/oleObject" Target="../embeddings/oleObject135.bin"/><Relationship Id="rId8" Type="http://schemas.openxmlformats.org/officeDocument/2006/relationships/image" Target="../media/image124.emf"/></Relationships>
</file>

<file path=ppt/slides/_rels/slide26.xml.rels><?xml version="1.0" encoding="UTF-8" standalone="yes"?>
<Relationships xmlns="http://schemas.openxmlformats.org/package/2006/relationships"><Relationship Id="rId8" Type="http://schemas.openxmlformats.org/officeDocument/2006/relationships/image" Target="../media/image140.wmf"/><Relationship Id="rId3" Type="http://schemas.openxmlformats.org/officeDocument/2006/relationships/oleObject" Target="../embeddings/oleObject136.bin"/><Relationship Id="rId7" Type="http://schemas.openxmlformats.org/officeDocument/2006/relationships/oleObject" Target="../embeddings/oleObject138.bin"/><Relationship Id="rId12" Type="http://schemas.openxmlformats.org/officeDocument/2006/relationships/image" Target="../media/image142.wmf"/><Relationship Id="rId2" Type="http://schemas.openxmlformats.org/officeDocument/2006/relationships/slideLayout" Target="../slideLayouts/slideLayout7.xml"/><Relationship Id="rId1" Type="http://schemas.openxmlformats.org/officeDocument/2006/relationships/vmlDrawing" Target="../drawings/vmlDrawing21.vml"/><Relationship Id="rId6" Type="http://schemas.openxmlformats.org/officeDocument/2006/relationships/image" Target="../media/image139.wmf"/><Relationship Id="rId11" Type="http://schemas.openxmlformats.org/officeDocument/2006/relationships/oleObject" Target="../embeddings/oleObject140.bin"/><Relationship Id="rId5" Type="http://schemas.openxmlformats.org/officeDocument/2006/relationships/oleObject" Target="../embeddings/oleObject137.bin"/><Relationship Id="rId10" Type="http://schemas.openxmlformats.org/officeDocument/2006/relationships/image" Target="../media/image141.wmf"/><Relationship Id="rId4" Type="http://schemas.openxmlformats.org/officeDocument/2006/relationships/image" Target="../media/image138.emf"/><Relationship Id="rId9" Type="http://schemas.openxmlformats.org/officeDocument/2006/relationships/oleObject" Target="../embeddings/oleObject139.bin"/></Relationships>
</file>

<file path=ppt/slides/_rels/slide27.xml.rels><?xml version="1.0" encoding="UTF-8" standalone="yes"?>
<Relationships xmlns="http://schemas.openxmlformats.org/package/2006/relationships"><Relationship Id="rId8" Type="http://schemas.openxmlformats.org/officeDocument/2006/relationships/image" Target="../media/image145.wmf"/><Relationship Id="rId13" Type="http://schemas.openxmlformats.org/officeDocument/2006/relationships/oleObject" Target="../embeddings/oleObject146.bin"/><Relationship Id="rId18" Type="http://schemas.openxmlformats.org/officeDocument/2006/relationships/image" Target="../media/image150.wmf"/><Relationship Id="rId3" Type="http://schemas.openxmlformats.org/officeDocument/2006/relationships/oleObject" Target="../embeddings/oleObject141.bin"/><Relationship Id="rId21" Type="http://schemas.openxmlformats.org/officeDocument/2006/relationships/oleObject" Target="../embeddings/oleObject150.bin"/><Relationship Id="rId7" Type="http://schemas.openxmlformats.org/officeDocument/2006/relationships/oleObject" Target="../embeddings/oleObject143.bin"/><Relationship Id="rId12" Type="http://schemas.openxmlformats.org/officeDocument/2006/relationships/image" Target="../media/image147.wmf"/><Relationship Id="rId17" Type="http://schemas.openxmlformats.org/officeDocument/2006/relationships/oleObject" Target="../embeddings/oleObject148.bin"/><Relationship Id="rId2" Type="http://schemas.openxmlformats.org/officeDocument/2006/relationships/slideLayout" Target="../slideLayouts/slideLayout7.xml"/><Relationship Id="rId16" Type="http://schemas.openxmlformats.org/officeDocument/2006/relationships/image" Target="../media/image149.wmf"/><Relationship Id="rId20" Type="http://schemas.openxmlformats.org/officeDocument/2006/relationships/image" Target="../media/image151.wmf"/><Relationship Id="rId1" Type="http://schemas.openxmlformats.org/officeDocument/2006/relationships/vmlDrawing" Target="../drawings/vmlDrawing22.vml"/><Relationship Id="rId6" Type="http://schemas.openxmlformats.org/officeDocument/2006/relationships/image" Target="../media/image144.emf"/><Relationship Id="rId11" Type="http://schemas.openxmlformats.org/officeDocument/2006/relationships/oleObject" Target="../embeddings/oleObject145.bin"/><Relationship Id="rId5" Type="http://schemas.openxmlformats.org/officeDocument/2006/relationships/oleObject" Target="../embeddings/oleObject142.bin"/><Relationship Id="rId15" Type="http://schemas.openxmlformats.org/officeDocument/2006/relationships/oleObject" Target="../embeddings/oleObject147.bin"/><Relationship Id="rId10" Type="http://schemas.openxmlformats.org/officeDocument/2006/relationships/image" Target="../media/image146.wmf"/><Relationship Id="rId19" Type="http://schemas.openxmlformats.org/officeDocument/2006/relationships/oleObject" Target="../embeddings/oleObject149.bin"/><Relationship Id="rId4" Type="http://schemas.openxmlformats.org/officeDocument/2006/relationships/image" Target="../media/image143.emf"/><Relationship Id="rId9" Type="http://schemas.openxmlformats.org/officeDocument/2006/relationships/oleObject" Target="../embeddings/oleObject144.bin"/><Relationship Id="rId14" Type="http://schemas.openxmlformats.org/officeDocument/2006/relationships/image" Target="../media/image148.wmf"/><Relationship Id="rId22" Type="http://schemas.openxmlformats.org/officeDocument/2006/relationships/image" Target="../media/image152.wmf"/></Relationships>
</file>

<file path=ppt/slides/_rels/slide28.xml.rels><?xml version="1.0" encoding="UTF-8" standalone="yes"?>
<Relationships xmlns="http://schemas.openxmlformats.org/package/2006/relationships"><Relationship Id="rId13" Type="http://schemas.openxmlformats.org/officeDocument/2006/relationships/oleObject" Target="../embeddings/oleObject156.bin"/><Relationship Id="rId18" Type="http://schemas.openxmlformats.org/officeDocument/2006/relationships/image" Target="../media/image159.wmf"/><Relationship Id="rId26" Type="http://schemas.openxmlformats.org/officeDocument/2006/relationships/image" Target="../media/image163.wmf"/><Relationship Id="rId39" Type="http://schemas.openxmlformats.org/officeDocument/2006/relationships/oleObject" Target="../embeddings/oleObject169.bin"/><Relationship Id="rId21" Type="http://schemas.openxmlformats.org/officeDocument/2006/relationships/oleObject" Target="../embeddings/oleObject160.bin"/><Relationship Id="rId34" Type="http://schemas.openxmlformats.org/officeDocument/2006/relationships/image" Target="../media/image167.wmf"/><Relationship Id="rId42" Type="http://schemas.openxmlformats.org/officeDocument/2006/relationships/image" Target="../media/image171.wmf"/><Relationship Id="rId7" Type="http://schemas.openxmlformats.org/officeDocument/2006/relationships/oleObject" Target="../embeddings/oleObject153.bin"/><Relationship Id="rId2" Type="http://schemas.openxmlformats.org/officeDocument/2006/relationships/slideLayout" Target="../slideLayouts/slideLayout7.xml"/><Relationship Id="rId16" Type="http://schemas.openxmlformats.org/officeDocument/2006/relationships/image" Target="../media/image108.wmf"/><Relationship Id="rId20" Type="http://schemas.openxmlformats.org/officeDocument/2006/relationships/image" Target="../media/image160.wmf"/><Relationship Id="rId29" Type="http://schemas.openxmlformats.org/officeDocument/2006/relationships/oleObject" Target="../embeddings/oleObject164.bin"/><Relationship Id="rId41" Type="http://schemas.openxmlformats.org/officeDocument/2006/relationships/oleObject" Target="../embeddings/oleObject170.bin"/><Relationship Id="rId1" Type="http://schemas.openxmlformats.org/officeDocument/2006/relationships/vmlDrawing" Target="../drawings/vmlDrawing23.vml"/><Relationship Id="rId6" Type="http://schemas.openxmlformats.org/officeDocument/2006/relationships/image" Target="../media/image154.wmf"/><Relationship Id="rId11" Type="http://schemas.openxmlformats.org/officeDocument/2006/relationships/oleObject" Target="../embeddings/oleObject155.bin"/><Relationship Id="rId24" Type="http://schemas.openxmlformats.org/officeDocument/2006/relationships/image" Target="../media/image162.wmf"/><Relationship Id="rId32" Type="http://schemas.openxmlformats.org/officeDocument/2006/relationships/image" Target="../media/image166.wmf"/><Relationship Id="rId37" Type="http://schemas.openxmlformats.org/officeDocument/2006/relationships/oleObject" Target="../embeddings/oleObject168.bin"/><Relationship Id="rId40" Type="http://schemas.openxmlformats.org/officeDocument/2006/relationships/image" Target="../media/image170.wmf"/><Relationship Id="rId5" Type="http://schemas.openxmlformats.org/officeDocument/2006/relationships/oleObject" Target="../embeddings/oleObject152.bin"/><Relationship Id="rId15" Type="http://schemas.openxmlformats.org/officeDocument/2006/relationships/oleObject" Target="../embeddings/oleObject157.bin"/><Relationship Id="rId23" Type="http://schemas.openxmlformats.org/officeDocument/2006/relationships/oleObject" Target="../embeddings/oleObject161.bin"/><Relationship Id="rId28" Type="http://schemas.openxmlformats.org/officeDocument/2006/relationships/image" Target="../media/image164.wmf"/><Relationship Id="rId36" Type="http://schemas.openxmlformats.org/officeDocument/2006/relationships/image" Target="../media/image168.wmf"/><Relationship Id="rId10" Type="http://schemas.openxmlformats.org/officeDocument/2006/relationships/image" Target="../media/image156.emf"/><Relationship Id="rId19" Type="http://schemas.openxmlformats.org/officeDocument/2006/relationships/oleObject" Target="../embeddings/oleObject159.bin"/><Relationship Id="rId31" Type="http://schemas.openxmlformats.org/officeDocument/2006/relationships/oleObject" Target="../embeddings/oleObject165.bin"/><Relationship Id="rId4" Type="http://schemas.openxmlformats.org/officeDocument/2006/relationships/image" Target="../media/image153.wmf"/><Relationship Id="rId9" Type="http://schemas.openxmlformats.org/officeDocument/2006/relationships/oleObject" Target="../embeddings/oleObject154.bin"/><Relationship Id="rId14" Type="http://schemas.openxmlformats.org/officeDocument/2006/relationships/image" Target="../media/image158.wmf"/><Relationship Id="rId22" Type="http://schemas.openxmlformats.org/officeDocument/2006/relationships/image" Target="../media/image161.wmf"/><Relationship Id="rId27" Type="http://schemas.openxmlformats.org/officeDocument/2006/relationships/oleObject" Target="../embeddings/oleObject163.bin"/><Relationship Id="rId30" Type="http://schemas.openxmlformats.org/officeDocument/2006/relationships/image" Target="../media/image165.wmf"/><Relationship Id="rId35" Type="http://schemas.openxmlformats.org/officeDocument/2006/relationships/oleObject" Target="../embeddings/oleObject167.bin"/><Relationship Id="rId8" Type="http://schemas.openxmlformats.org/officeDocument/2006/relationships/image" Target="../media/image155.emf"/><Relationship Id="rId3" Type="http://schemas.openxmlformats.org/officeDocument/2006/relationships/oleObject" Target="../embeddings/oleObject151.bin"/><Relationship Id="rId12" Type="http://schemas.openxmlformats.org/officeDocument/2006/relationships/image" Target="../media/image157.wmf"/><Relationship Id="rId17" Type="http://schemas.openxmlformats.org/officeDocument/2006/relationships/oleObject" Target="../embeddings/oleObject158.bin"/><Relationship Id="rId25" Type="http://schemas.openxmlformats.org/officeDocument/2006/relationships/oleObject" Target="../embeddings/oleObject162.bin"/><Relationship Id="rId33" Type="http://schemas.openxmlformats.org/officeDocument/2006/relationships/oleObject" Target="../embeddings/oleObject166.bin"/><Relationship Id="rId38" Type="http://schemas.openxmlformats.org/officeDocument/2006/relationships/image" Target="../media/image169.wmf"/></Relationships>
</file>

<file path=ppt/slides/_rels/slide29.xml.rels><?xml version="1.0" encoding="UTF-8" standalone="yes"?>
<Relationships xmlns="http://schemas.openxmlformats.org/package/2006/relationships"><Relationship Id="rId8" Type="http://schemas.openxmlformats.org/officeDocument/2006/relationships/image" Target="../media/image174.wmf"/><Relationship Id="rId13" Type="http://schemas.openxmlformats.org/officeDocument/2006/relationships/oleObject" Target="../embeddings/oleObject176.bin"/><Relationship Id="rId18" Type="http://schemas.openxmlformats.org/officeDocument/2006/relationships/image" Target="../media/image169.wmf"/><Relationship Id="rId3" Type="http://schemas.openxmlformats.org/officeDocument/2006/relationships/oleObject" Target="../embeddings/oleObject171.bin"/><Relationship Id="rId21" Type="http://schemas.openxmlformats.org/officeDocument/2006/relationships/oleObject" Target="../embeddings/oleObject180.bin"/><Relationship Id="rId7" Type="http://schemas.openxmlformats.org/officeDocument/2006/relationships/oleObject" Target="../embeddings/oleObject173.bin"/><Relationship Id="rId12" Type="http://schemas.openxmlformats.org/officeDocument/2006/relationships/image" Target="../media/image176.emf"/><Relationship Id="rId17" Type="http://schemas.openxmlformats.org/officeDocument/2006/relationships/oleObject" Target="../embeddings/oleObject178.bin"/><Relationship Id="rId2" Type="http://schemas.openxmlformats.org/officeDocument/2006/relationships/slideLayout" Target="../slideLayouts/slideLayout7.xml"/><Relationship Id="rId16" Type="http://schemas.openxmlformats.org/officeDocument/2006/relationships/image" Target="../media/image168.wmf"/><Relationship Id="rId20" Type="http://schemas.openxmlformats.org/officeDocument/2006/relationships/image" Target="../media/image170.wmf"/><Relationship Id="rId1" Type="http://schemas.openxmlformats.org/officeDocument/2006/relationships/vmlDrawing" Target="../drawings/vmlDrawing24.vml"/><Relationship Id="rId6" Type="http://schemas.openxmlformats.org/officeDocument/2006/relationships/image" Target="../media/image173.wmf"/><Relationship Id="rId11" Type="http://schemas.openxmlformats.org/officeDocument/2006/relationships/oleObject" Target="../embeddings/oleObject175.bin"/><Relationship Id="rId5" Type="http://schemas.openxmlformats.org/officeDocument/2006/relationships/oleObject" Target="../embeddings/oleObject172.bin"/><Relationship Id="rId15" Type="http://schemas.openxmlformats.org/officeDocument/2006/relationships/oleObject" Target="../embeddings/oleObject177.bin"/><Relationship Id="rId10" Type="http://schemas.openxmlformats.org/officeDocument/2006/relationships/image" Target="../media/image175.wmf"/><Relationship Id="rId19" Type="http://schemas.openxmlformats.org/officeDocument/2006/relationships/oleObject" Target="../embeddings/oleObject179.bin"/><Relationship Id="rId4" Type="http://schemas.openxmlformats.org/officeDocument/2006/relationships/image" Target="../media/image172.wmf"/><Relationship Id="rId9" Type="http://schemas.openxmlformats.org/officeDocument/2006/relationships/oleObject" Target="../embeddings/oleObject174.bin"/><Relationship Id="rId14" Type="http://schemas.openxmlformats.org/officeDocument/2006/relationships/image" Target="../media/image167.wmf"/><Relationship Id="rId22" Type="http://schemas.openxmlformats.org/officeDocument/2006/relationships/image" Target="../media/image171.wmf"/></Relationships>
</file>

<file path=ppt/slides/_rels/slide30.xml.rels><?xml version="1.0" encoding="UTF-8" standalone="yes"?>
<Relationships xmlns="http://schemas.openxmlformats.org/package/2006/relationships"><Relationship Id="rId8" Type="http://schemas.openxmlformats.org/officeDocument/2006/relationships/image" Target="../media/image179.wmf"/><Relationship Id="rId13" Type="http://schemas.openxmlformats.org/officeDocument/2006/relationships/oleObject" Target="../embeddings/oleObject186.bin"/><Relationship Id="rId3" Type="http://schemas.openxmlformats.org/officeDocument/2006/relationships/oleObject" Target="../embeddings/oleObject181.bin"/><Relationship Id="rId7" Type="http://schemas.openxmlformats.org/officeDocument/2006/relationships/oleObject" Target="../embeddings/oleObject183.bin"/><Relationship Id="rId12" Type="http://schemas.openxmlformats.org/officeDocument/2006/relationships/image" Target="../media/image181.wmf"/><Relationship Id="rId2" Type="http://schemas.openxmlformats.org/officeDocument/2006/relationships/slideLayout" Target="../slideLayouts/slideLayout7.xml"/><Relationship Id="rId1" Type="http://schemas.openxmlformats.org/officeDocument/2006/relationships/vmlDrawing" Target="../drawings/vmlDrawing25.vml"/><Relationship Id="rId6" Type="http://schemas.openxmlformats.org/officeDocument/2006/relationships/image" Target="../media/image178.emf"/><Relationship Id="rId11" Type="http://schemas.openxmlformats.org/officeDocument/2006/relationships/oleObject" Target="../embeddings/oleObject185.bin"/><Relationship Id="rId5" Type="http://schemas.openxmlformats.org/officeDocument/2006/relationships/oleObject" Target="../embeddings/oleObject182.bin"/><Relationship Id="rId10" Type="http://schemas.openxmlformats.org/officeDocument/2006/relationships/image" Target="../media/image180.wmf"/><Relationship Id="rId4" Type="http://schemas.openxmlformats.org/officeDocument/2006/relationships/image" Target="../media/image177.emf"/><Relationship Id="rId9" Type="http://schemas.openxmlformats.org/officeDocument/2006/relationships/oleObject" Target="../embeddings/oleObject184.bin"/><Relationship Id="rId14" Type="http://schemas.openxmlformats.org/officeDocument/2006/relationships/image" Target="../media/image182.wmf"/></Relationships>
</file>

<file path=ppt/slides/_rels/slide31.xml.rels><?xml version="1.0" encoding="UTF-8" standalone="yes"?>
<Relationships xmlns="http://schemas.openxmlformats.org/package/2006/relationships"><Relationship Id="rId8" Type="http://schemas.openxmlformats.org/officeDocument/2006/relationships/image" Target="../media/image185.wmf"/><Relationship Id="rId13" Type="http://schemas.openxmlformats.org/officeDocument/2006/relationships/oleObject" Target="../embeddings/oleObject192.bin"/><Relationship Id="rId18" Type="http://schemas.openxmlformats.org/officeDocument/2006/relationships/image" Target="../media/image120.wmf"/><Relationship Id="rId26" Type="http://schemas.openxmlformats.org/officeDocument/2006/relationships/image" Target="../media/image191.wmf"/><Relationship Id="rId3" Type="http://schemas.openxmlformats.org/officeDocument/2006/relationships/oleObject" Target="../embeddings/oleObject187.bin"/><Relationship Id="rId21" Type="http://schemas.openxmlformats.org/officeDocument/2006/relationships/oleObject" Target="../embeddings/oleObject196.bin"/><Relationship Id="rId7" Type="http://schemas.openxmlformats.org/officeDocument/2006/relationships/oleObject" Target="../embeddings/oleObject189.bin"/><Relationship Id="rId12" Type="http://schemas.openxmlformats.org/officeDocument/2006/relationships/image" Target="../media/image187.wmf"/><Relationship Id="rId17" Type="http://schemas.openxmlformats.org/officeDocument/2006/relationships/oleObject" Target="../embeddings/oleObject194.bin"/><Relationship Id="rId25" Type="http://schemas.openxmlformats.org/officeDocument/2006/relationships/oleObject" Target="../embeddings/oleObject198.bin"/><Relationship Id="rId2" Type="http://schemas.openxmlformats.org/officeDocument/2006/relationships/slideLayout" Target="../slideLayouts/slideLayout7.xml"/><Relationship Id="rId16" Type="http://schemas.openxmlformats.org/officeDocument/2006/relationships/image" Target="../media/image189.wmf"/><Relationship Id="rId20" Type="http://schemas.openxmlformats.org/officeDocument/2006/relationships/image" Target="../media/image121.wmf"/><Relationship Id="rId29" Type="http://schemas.openxmlformats.org/officeDocument/2006/relationships/oleObject" Target="../embeddings/oleObject181.bin"/><Relationship Id="rId1" Type="http://schemas.openxmlformats.org/officeDocument/2006/relationships/vmlDrawing" Target="../drawings/vmlDrawing26.vml"/><Relationship Id="rId6" Type="http://schemas.openxmlformats.org/officeDocument/2006/relationships/image" Target="../media/image184.wmf"/><Relationship Id="rId11" Type="http://schemas.openxmlformats.org/officeDocument/2006/relationships/oleObject" Target="../embeddings/oleObject191.bin"/><Relationship Id="rId24" Type="http://schemas.openxmlformats.org/officeDocument/2006/relationships/image" Target="../media/image190.wmf"/><Relationship Id="rId5" Type="http://schemas.openxmlformats.org/officeDocument/2006/relationships/oleObject" Target="../embeddings/oleObject188.bin"/><Relationship Id="rId15" Type="http://schemas.openxmlformats.org/officeDocument/2006/relationships/oleObject" Target="../embeddings/oleObject193.bin"/><Relationship Id="rId23" Type="http://schemas.openxmlformats.org/officeDocument/2006/relationships/oleObject" Target="../embeddings/oleObject197.bin"/><Relationship Id="rId28" Type="http://schemas.openxmlformats.org/officeDocument/2006/relationships/image" Target="../media/image192.wmf"/><Relationship Id="rId10" Type="http://schemas.openxmlformats.org/officeDocument/2006/relationships/image" Target="../media/image186.wmf"/><Relationship Id="rId19" Type="http://schemas.openxmlformats.org/officeDocument/2006/relationships/oleObject" Target="../embeddings/oleObject195.bin"/><Relationship Id="rId4" Type="http://schemas.openxmlformats.org/officeDocument/2006/relationships/image" Target="../media/image183.wmf"/><Relationship Id="rId9" Type="http://schemas.openxmlformats.org/officeDocument/2006/relationships/oleObject" Target="../embeddings/oleObject190.bin"/><Relationship Id="rId14" Type="http://schemas.openxmlformats.org/officeDocument/2006/relationships/image" Target="../media/image188.wmf"/><Relationship Id="rId22" Type="http://schemas.openxmlformats.org/officeDocument/2006/relationships/image" Target="../media/image113.wmf"/><Relationship Id="rId27" Type="http://schemas.openxmlformats.org/officeDocument/2006/relationships/oleObject" Target="../embeddings/oleObject199.bin"/><Relationship Id="rId30" Type="http://schemas.openxmlformats.org/officeDocument/2006/relationships/image" Target="../media/image177.emf"/></Relationships>
</file>

<file path=ppt/slides/_rels/slide32.xml.rels><?xml version="1.0" encoding="UTF-8" standalone="yes"?>
<Relationships xmlns="http://schemas.openxmlformats.org/package/2006/relationships"><Relationship Id="rId8" Type="http://schemas.openxmlformats.org/officeDocument/2006/relationships/image" Target="../media/image195.wmf"/><Relationship Id="rId13" Type="http://schemas.openxmlformats.org/officeDocument/2006/relationships/oleObject" Target="../embeddings/oleObject205.bin"/><Relationship Id="rId18" Type="http://schemas.openxmlformats.org/officeDocument/2006/relationships/image" Target="../media/image200.wmf"/><Relationship Id="rId3" Type="http://schemas.openxmlformats.org/officeDocument/2006/relationships/oleObject" Target="../embeddings/oleObject200.bin"/><Relationship Id="rId7" Type="http://schemas.openxmlformats.org/officeDocument/2006/relationships/oleObject" Target="../embeddings/oleObject202.bin"/><Relationship Id="rId12" Type="http://schemas.openxmlformats.org/officeDocument/2006/relationships/image" Target="../media/image197.wmf"/><Relationship Id="rId17" Type="http://schemas.openxmlformats.org/officeDocument/2006/relationships/oleObject" Target="../embeddings/oleObject207.bin"/><Relationship Id="rId2" Type="http://schemas.openxmlformats.org/officeDocument/2006/relationships/slideLayout" Target="../slideLayouts/slideLayout7.xml"/><Relationship Id="rId16" Type="http://schemas.openxmlformats.org/officeDocument/2006/relationships/image" Target="../media/image199.wmf"/><Relationship Id="rId20" Type="http://schemas.openxmlformats.org/officeDocument/2006/relationships/image" Target="../media/image201.wmf"/><Relationship Id="rId1" Type="http://schemas.openxmlformats.org/officeDocument/2006/relationships/vmlDrawing" Target="../drawings/vmlDrawing27.vml"/><Relationship Id="rId6" Type="http://schemas.openxmlformats.org/officeDocument/2006/relationships/image" Target="../media/image194.wmf"/><Relationship Id="rId11" Type="http://schemas.openxmlformats.org/officeDocument/2006/relationships/oleObject" Target="../embeddings/oleObject204.bin"/><Relationship Id="rId5" Type="http://schemas.openxmlformats.org/officeDocument/2006/relationships/oleObject" Target="../embeddings/oleObject201.bin"/><Relationship Id="rId15" Type="http://schemas.openxmlformats.org/officeDocument/2006/relationships/oleObject" Target="../embeddings/oleObject206.bin"/><Relationship Id="rId10" Type="http://schemas.openxmlformats.org/officeDocument/2006/relationships/image" Target="../media/image196.emf"/><Relationship Id="rId19" Type="http://schemas.openxmlformats.org/officeDocument/2006/relationships/oleObject" Target="../embeddings/oleObject208.bin"/><Relationship Id="rId4" Type="http://schemas.openxmlformats.org/officeDocument/2006/relationships/image" Target="../media/image193.wmf"/><Relationship Id="rId9" Type="http://schemas.openxmlformats.org/officeDocument/2006/relationships/oleObject" Target="../embeddings/oleObject203.bin"/><Relationship Id="rId14" Type="http://schemas.openxmlformats.org/officeDocument/2006/relationships/image" Target="../media/image198.wmf"/></Relationships>
</file>

<file path=ppt/slides/_rels/slide33.xml.rels><?xml version="1.0" encoding="UTF-8" standalone="yes"?>
<Relationships xmlns="http://schemas.openxmlformats.org/package/2006/relationships"><Relationship Id="rId8" Type="http://schemas.openxmlformats.org/officeDocument/2006/relationships/image" Target="../media/image46.wmf"/><Relationship Id="rId13" Type="http://schemas.openxmlformats.org/officeDocument/2006/relationships/oleObject" Target="../embeddings/oleObject214.bin"/><Relationship Id="rId3" Type="http://schemas.openxmlformats.org/officeDocument/2006/relationships/oleObject" Target="../embeddings/oleObject209.bin"/><Relationship Id="rId7" Type="http://schemas.openxmlformats.org/officeDocument/2006/relationships/oleObject" Target="../embeddings/oleObject211.bin"/><Relationship Id="rId12" Type="http://schemas.openxmlformats.org/officeDocument/2006/relationships/image" Target="../media/image48.wmf"/><Relationship Id="rId2" Type="http://schemas.openxmlformats.org/officeDocument/2006/relationships/slideLayout" Target="../slideLayouts/slideLayout7.xml"/><Relationship Id="rId16" Type="http://schemas.openxmlformats.org/officeDocument/2006/relationships/image" Target="../media/image204.wmf"/><Relationship Id="rId1" Type="http://schemas.openxmlformats.org/officeDocument/2006/relationships/vmlDrawing" Target="../drawings/vmlDrawing28.vml"/><Relationship Id="rId6" Type="http://schemas.openxmlformats.org/officeDocument/2006/relationships/image" Target="../media/image45.wmf"/><Relationship Id="rId11" Type="http://schemas.openxmlformats.org/officeDocument/2006/relationships/oleObject" Target="../embeddings/oleObject213.bin"/><Relationship Id="rId5" Type="http://schemas.openxmlformats.org/officeDocument/2006/relationships/oleObject" Target="../embeddings/oleObject210.bin"/><Relationship Id="rId15" Type="http://schemas.openxmlformats.org/officeDocument/2006/relationships/oleObject" Target="../embeddings/oleObject215.bin"/><Relationship Id="rId10" Type="http://schemas.openxmlformats.org/officeDocument/2006/relationships/image" Target="../media/image47.wmf"/><Relationship Id="rId4" Type="http://schemas.openxmlformats.org/officeDocument/2006/relationships/image" Target="../media/image202.wmf"/><Relationship Id="rId9" Type="http://schemas.openxmlformats.org/officeDocument/2006/relationships/oleObject" Target="../embeddings/oleObject212.bin"/><Relationship Id="rId14" Type="http://schemas.openxmlformats.org/officeDocument/2006/relationships/image" Target="../media/image203.wmf"/></Relationships>
</file>

<file path=ppt/slides/_rels/slide34.xml.rels><?xml version="1.0" encoding="UTF-8" standalone="yes"?>
<Relationships xmlns="http://schemas.openxmlformats.org/package/2006/relationships"><Relationship Id="rId8" Type="http://schemas.openxmlformats.org/officeDocument/2006/relationships/image" Target="../media/image207.wmf"/><Relationship Id="rId13" Type="http://schemas.openxmlformats.org/officeDocument/2006/relationships/oleObject" Target="../embeddings/oleObject221.bin"/><Relationship Id="rId18" Type="http://schemas.openxmlformats.org/officeDocument/2006/relationships/image" Target="../media/image113.wmf"/><Relationship Id="rId26" Type="http://schemas.openxmlformats.org/officeDocument/2006/relationships/image" Target="../media/image202.wmf"/><Relationship Id="rId3" Type="http://schemas.openxmlformats.org/officeDocument/2006/relationships/oleObject" Target="../embeddings/oleObject216.bin"/><Relationship Id="rId21" Type="http://schemas.openxmlformats.org/officeDocument/2006/relationships/oleObject" Target="../embeddings/oleObject225.bin"/><Relationship Id="rId7" Type="http://schemas.openxmlformats.org/officeDocument/2006/relationships/oleObject" Target="../embeddings/oleObject218.bin"/><Relationship Id="rId12" Type="http://schemas.openxmlformats.org/officeDocument/2006/relationships/image" Target="../media/image189.wmf"/><Relationship Id="rId17" Type="http://schemas.openxmlformats.org/officeDocument/2006/relationships/oleObject" Target="../embeddings/oleObject223.bin"/><Relationship Id="rId25" Type="http://schemas.openxmlformats.org/officeDocument/2006/relationships/oleObject" Target="../embeddings/oleObject227.bin"/><Relationship Id="rId2" Type="http://schemas.openxmlformats.org/officeDocument/2006/relationships/slideLayout" Target="../slideLayouts/slideLayout7.xml"/><Relationship Id="rId16" Type="http://schemas.openxmlformats.org/officeDocument/2006/relationships/image" Target="../media/image121.wmf"/><Relationship Id="rId20" Type="http://schemas.openxmlformats.org/officeDocument/2006/relationships/image" Target="../media/image114.wmf"/><Relationship Id="rId1" Type="http://schemas.openxmlformats.org/officeDocument/2006/relationships/vmlDrawing" Target="../drawings/vmlDrawing29.vml"/><Relationship Id="rId6" Type="http://schemas.openxmlformats.org/officeDocument/2006/relationships/image" Target="../media/image206.wmf"/><Relationship Id="rId11" Type="http://schemas.openxmlformats.org/officeDocument/2006/relationships/oleObject" Target="../embeddings/oleObject220.bin"/><Relationship Id="rId24" Type="http://schemas.openxmlformats.org/officeDocument/2006/relationships/image" Target="../media/image192.wmf"/><Relationship Id="rId5" Type="http://schemas.openxmlformats.org/officeDocument/2006/relationships/oleObject" Target="../embeddings/oleObject217.bin"/><Relationship Id="rId15" Type="http://schemas.openxmlformats.org/officeDocument/2006/relationships/oleObject" Target="../embeddings/oleObject222.bin"/><Relationship Id="rId23" Type="http://schemas.openxmlformats.org/officeDocument/2006/relationships/oleObject" Target="../embeddings/oleObject226.bin"/><Relationship Id="rId10" Type="http://schemas.openxmlformats.org/officeDocument/2006/relationships/image" Target="../media/image208.wmf"/><Relationship Id="rId19" Type="http://schemas.openxmlformats.org/officeDocument/2006/relationships/oleObject" Target="../embeddings/oleObject224.bin"/><Relationship Id="rId4" Type="http://schemas.openxmlformats.org/officeDocument/2006/relationships/image" Target="../media/image205.wmf"/><Relationship Id="rId9" Type="http://schemas.openxmlformats.org/officeDocument/2006/relationships/oleObject" Target="../embeddings/oleObject219.bin"/><Relationship Id="rId14" Type="http://schemas.openxmlformats.org/officeDocument/2006/relationships/image" Target="../media/image120.wmf"/><Relationship Id="rId22" Type="http://schemas.openxmlformats.org/officeDocument/2006/relationships/image" Target="../media/image209.wmf"/></Relationships>
</file>

<file path=ppt/slides/_rels/slide35.xml.rels><?xml version="1.0" encoding="UTF-8" standalone="yes"?>
<Relationships xmlns="http://schemas.openxmlformats.org/package/2006/relationships"><Relationship Id="rId8" Type="http://schemas.openxmlformats.org/officeDocument/2006/relationships/oleObject" Target="../embeddings/oleObject230.bin"/><Relationship Id="rId13" Type="http://schemas.openxmlformats.org/officeDocument/2006/relationships/image" Target="../media/image214.wmf"/><Relationship Id="rId18" Type="http://schemas.openxmlformats.org/officeDocument/2006/relationships/oleObject" Target="../embeddings/oleObject235.bin"/><Relationship Id="rId3" Type="http://schemas.openxmlformats.org/officeDocument/2006/relationships/notesSlide" Target="../notesSlides/notesSlide1.xml"/><Relationship Id="rId7" Type="http://schemas.openxmlformats.org/officeDocument/2006/relationships/image" Target="../media/image211.emf"/><Relationship Id="rId12" Type="http://schemas.openxmlformats.org/officeDocument/2006/relationships/oleObject" Target="../embeddings/oleObject232.bin"/><Relationship Id="rId17" Type="http://schemas.openxmlformats.org/officeDocument/2006/relationships/image" Target="../media/image216.wmf"/><Relationship Id="rId2" Type="http://schemas.openxmlformats.org/officeDocument/2006/relationships/slideLayout" Target="../slideLayouts/slideLayout7.xml"/><Relationship Id="rId16" Type="http://schemas.openxmlformats.org/officeDocument/2006/relationships/oleObject" Target="../embeddings/oleObject234.bin"/><Relationship Id="rId1" Type="http://schemas.openxmlformats.org/officeDocument/2006/relationships/vmlDrawing" Target="../drawings/vmlDrawing30.vml"/><Relationship Id="rId6" Type="http://schemas.openxmlformats.org/officeDocument/2006/relationships/oleObject" Target="../embeddings/oleObject229.bin"/><Relationship Id="rId11" Type="http://schemas.openxmlformats.org/officeDocument/2006/relationships/image" Target="../media/image213.wmf"/><Relationship Id="rId5" Type="http://schemas.openxmlformats.org/officeDocument/2006/relationships/image" Target="../media/image210.wmf"/><Relationship Id="rId15" Type="http://schemas.openxmlformats.org/officeDocument/2006/relationships/image" Target="../media/image215.wmf"/><Relationship Id="rId10" Type="http://schemas.openxmlformats.org/officeDocument/2006/relationships/oleObject" Target="../embeddings/oleObject231.bin"/><Relationship Id="rId19" Type="http://schemas.openxmlformats.org/officeDocument/2006/relationships/image" Target="../media/image217.wmf"/><Relationship Id="rId4" Type="http://schemas.openxmlformats.org/officeDocument/2006/relationships/oleObject" Target="../embeddings/oleObject228.bin"/><Relationship Id="rId9" Type="http://schemas.openxmlformats.org/officeDocument/2006/relationships/image" Target="../media/image212.wmf"/><Relationship Id="rId14" Type="http://schemas.openxmlformats.org/officeDocument/2006/relationships/oleObject" Target="../embeddings/oleObject233.bin"/></Relationships>
</file>

<file path=ppt/slides/_rels/slide36.xml.rels><?xml version="1.0" encoding="UTF-8" standalone="yes"?>
<Relationships xmlns="http://schemas.openxmlformats.org/package/2006/relationships"><Relationship Id="rId8" Type="http://schemas.openxmlformats.org/officeDocument/2006/relationships/oleObject" Target="../embeddings/oleObject238.bin"/><Relationship Id="rId3" Type="http://schemas.openxmlformats.org/officeDocument/2006/relationships/notesSlide" Target="../notesSlides/notesSlide2.xml"/><Relationship Id="rId7" Type="http://schemas.openxmlformats.org/officeDocument/2006/relationships/image" Target="../media/image219.wmf"/><Relationship Id="rId2" Type="http://schemas.openxmlformats.org/officeDocument/2006/relationships/slideLayout" Target="../slideLayouts/slideLayout7.xml"/><Relationship Id="rId1" Type="http://schemas.openxmlformats.org/officeDocument/2006/relationships/vmlDrawing" Target="../drawings/vmlDrawing31.vml"/><Relationship Id="rId6" Type="http://schemas.openxmlformats.org/officeDocument/2006/relationships/oleObject" Target="../embeddings/oleObject237.bin"/><Relationship Id="rId11" Type="http://schemas.openxmlformats.org/officeDocument/2006/relationships/image" Target="../media/image221.wmf"/><Relationship Id="rId5" Type="http://schemas.openxmlformats.org/officeDocument/2006/relationships/image" Target="../media/image218.wmf"/><Relationship Id="rId10" Type="http://schemas.openxmlformats.org/officeDocument/2006/relationships/oleObject" Target="../embeddings/oleObject239.bin"/><Relationship Id="rId4" Type="http://schemas.openxmlformats.org/officeDocument/2006/relationships/oleObject" Target="../embeddings/oleObject236.bin"/><Relationship Id="rId9" Type="http://schemas.openxmlformats.org/officeDocument/2006/relationships/image" Target="../media/image220.wmf"/></Relationships>
</file>

<file path=ppt/slides/_rels/slide37.xml.rels><?xml version="1.0" encoding="UTF-8" standalone="yes"?>
<Relationships xmlns="http://schemas.openxmlformats.org/package/2006/relationships"><Relationship Id="rId8" Type="http://schemas.openxmlformats.org/officeDocument/2006/relationships/image" Target="../media/image224.wmf"/><Relationship Id="rId13" Type="http://schemas.openxmlformats.org/officeDocument/2006/relationships/oleObject" Target="../embeddings/oleObject245.bin"/><Relationship Id="rId18" Type="http://schemas.openxmlformats.org/officeDocument/2006/relationships/image" Target="../media/image229.wmf"/><Relationship Id="rId3" Type="http://schemas.openxmlformats.org/officeDocument/2006/relationships/oleObject" Target="../embeddings/oleObject240.bin"/><Relationship Id="rId21" Type="http://schemas.openxmlformats.org/officeDocument/2006/relationships/oleObject" Target="../embeddings/oleObject249.bin"/><Relationship Id="rId7" Type="http://schemas.openxmlformats.org/officeDocument/2006/relationships/oleObject" Target="../embeddings/oleObject242.bin"/><Relationship Id="rId12" Type="http://schemas.openxmlformats.org/officeDocument/2006/relationships/image" Target="../media/image226.wmf"/><Relationship Id="rId17" Type="http://schemas.openxmlformats.org/officeDocument/2006/relationships/oleObject" Target="../embeddings/oleObject247.bin"/><Relationship Id="rId2" Type="http://schemas.openxmlformats.org/officeDocument/2006/relationships/slideLayout" Target="../slideLayouts/slideLayout7.xml"/><Relationship Id="rId16" Type="http://schemas.openxmlformats.org/officeDocument/2006/relationships/image" Target="../media/image228.wmf"/><Relationship Id="rId20" Type="http://schemas.openxmlformats.org/officeDocument/2006/relationships/image" Target="../media/image230.wmf"/><Relationship Id="rId1" Type="http://schemas.openxmlformats.org/officeDocument/2006/relationships/vmlDrawing" Target="../drawings/vmlDrawing32.vml"/><Relationship Id="rId6" Type="http://schemas.openxmlformats.org/officeDocument/2006/relationships/image" Target="../media/image223.wmf"/><Relationship Id="rId11" Type="http://schemas.openxmlformats.org/officeDocument/2006/relationships/oleObject" Target="../embeddings/oleObject244.bin"/><Relationship Id="rId5" Type="http://schemas.openxmlformats.org/officeDocument/2006/relationships/oleObject" Target="../embeddings/oleObject241.bin"/><Relationship Id="rId15" Type="http://schemas.openxmlformats.org/officeDocument/2006/relationships/oleObject" Target="../embeddings/oleObject246.bin"/><Relationship Id="rId10" Type="http://schemas.openxmlformats.org/officeDocument/2006/relationships/image" Target="../media/image225.wmf"/><Relationship Id="rId19" Type="http://schemas.openxmlformats.org/officeDocument/2006/relationships/oleObject" Target="../embeddings/oleObject248.bin"/><Relationship Id="rId4" Type="http://schemas.openxmlformats.org/officeDocument/2006/relationships/image" Target="../media/image222.wmf"/><Relationship Id="rId9" Type="http://schemas.openxmlformats.org/officeDocument/2006/relationships/oleObject" Target="../embeddings/oleObject243.bin"/><Relationship Id="rId14" Type="http://schemas.openxmlformats.org/officeDocument/2006/relationships/image" Target="../media/image227.wmf"/><Relationship Id="rId22" Type="http://schemas.openxmlformats.org/officeDocument/2006/relationships/image" Target="../media/image231.wmf"/></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8" Type="http://schemas.openxmlformats.org/officeDocument/2006/relationships/image" Target="../media/image234.wmf"/><Relationship Id="rId13" Type="http://schemas.openxmlformats.org/officeDocument/2006/relationships/oleObject" Target="../embeddings/oleObject255.bin"/><Relationship Id="rId3" Type="http://schemas.openxmlformats.org/officeDocument/2006/relationships/oleObject" Target="../embeddings/oleObject250.bin"/><Relationship Id="rId7" Type="http://schemas.openxmlformats.org/officeDocument/2006/relationships/oleObject" Target="../embeddings/oleObject252.bin"/><Relationship Id="rId12" Type="http://schemas.openxmlformats.org/officeDocument/2006/relationships/image" Target="../media/image236.wmf"/><Relationship Id="rId2" Type="http://schemas.openxmlformats.org/officeDocument/2006/relationships/slideLayout" Target="../slideLayouts/slideLayout7.xml"/><Relationship Id="rId16" Type="http://schemas.openxmlformats.org/officeDocument/2006/relationships/image" Target="../media/image238.wmf"/><Relationship Id="rId1" Type="http://schemas.openxmlformats.org/officeDocument/2006/relationships/vmlDrawing" Target="../drawings/vmlDrawing33.vml"/><Relationship Id="rId6" Type="http://schemas.openxmlformats.org/officeDocument/2006/relationships/image" Target="../media/image233.wmf"/><Relationship Id="rId11" Type="http://schemas.openxmlformats.org/officeDocument/2006/relationships/oleObject" Target="../embeddings/oleObject254.bin"/><Relationship Id="rId5" Type="http://schemas.openxmlformats.org/officeDocument/2006/relationships/oleObject" Target="../embeddings/oleObject251.bin"/><Relationship Id="rId15" Type="http://schemas.openxmlformats.org/officeDocument/2006/relationships/oleObject" Target="../embeddings/oleObject256.bin"/><Relationship Id="rId10" Type="http://schemas.openxmlformats.org/officeDocument/2006/relationships/image" Target="../media/image235.wmf"/><Relationship Id="rId4" Type="http://schemas.openxmlformats.org/officeDocument/2006/relationships/image" Target="../media/image232.wmf"/><Relationship Id="rId9" Type="http://schemas.openxmlformats.org/officeDocument/2006/relationships/oleObject" Target="../embeddings/oleObject253.bin"/><Relationship Id="rId14" Type="http://schemas.openxmlformats.org/officeDocument/2006/relationships/image" Target="../media/image237.wmf"/></Relationships>
</file>

<file path=ppt/slides/_rels/slide40.xml.rels><?xml version="1.0" encoding="UTF-8" standalone="yes"?>
<Relationships xmlns="http://schemas.openxmlformats.org/package/2006/relationships"><Relationship Id="rId8" Type="http://schemas.openxmlformats.org/officeDocument/2006/relationships/image" Target="../media/image241.emf"/><Relationship Id="rId13" Type="http://schemas.openxmlformats.org/officeDocument/2006/relationships/oleObject" Target="../embeddings/oleObject262.bin"/><Relationship Id="rId18" Type="http://schemas.openxmlformats.org/officeDocument/2006/relationships/image" Target="../media/image246.wmf"/><Relationship Id="rId3" Type="http://schemas.openxmlformats.org/officeDocument/2006/relationships/oleObject" Target="../embeddings/oleObject257.bin"/><Relationship Id="rId21" Type="http://schemas.openxmlformats.org/officeDocument/2006/relationships/oleObject" Target="../embeddings/oleObject266.bin"/><Relationship Id="rId7" Type="http://schemas.openxmlformats.org/officeDocument/2006/relationships/oleObject" Target="../embeddings/oleObject259.bin"/><Relationship Id="rId12" Type="http://schemas.openxmlformats.org/officeDocument/2006/relationships/image" Target="../media/image243.emf"/><Relationship Id="rId17" Type="http://schemas.openxmlformats.org/officeDocument/2006/relationships/oleObject" Target="../embeddings/oleObject264.bin"/><Relationship Id="rId2" Type="http://schemas.openxmlformats.org/officeDocument/2006/relationships/slideLayout" Target="../slideLayouts/slideLayout7.xml"/><Relationship Id="rId16" Type="http://schemas.openxmlformats.org/officeDocument/2006/relationships/image" Target="../media/image245.wmf"/><Relationship Id="rId20" Type="http://schemas.openxmlformats.org/officeDocument/2006/relationships/image" Target="../media/image247.wmf"/><Relationship Id="rId1" Type="http://schemas.openxmlformats.org/officeDocument/2006/relationships/vmlDrawing" Target="../drawings/vmlDrawing34.vml"/><Relationship Id="rId6" Type="http://schemas.openxmlformats.org/officeDocument/2006/relationships/image" Target="../media/image240.wmf"/><Relationship Id="rId11" Type="http://schemas.openxmlformats.org/officeDocument/2006/relationships/oleObject" Target="../embeddings/oleObject261.bin"/><Relationship Id="rId24" Type="http://schemas.openxmlformats.org/officeDocument/2006/relationships/image" Target="../media/image249.wmf"/><Relationship Id="rId5" Type="http://schemas.openxmlformats.org/officeDocument/2006/relationships/oleObject" Target="../embeddings/oleObject258.bin"/><Relationship Id="rId15" Type="http://schemas.openxmlformats.org/officeDocument/2006/relationships/oleObject" Target="../embeddings/oleObject263.bin"/><Relationship Id="rId23" Type="http://schemas.openxmlformats.org/officeDocument/2006/relationships/oleObject" Target="../embeddings/oleObject267.bin"/><Relationship Id="rId10" Type="http://schemas.openxmlformats.org/officeDocument/2006/relationships/image" Target="../media/image242.emf"/><Relationship Id="rId19" Type="http://schemas.openxmlformats.org/officeDocument/2006/relationships/oleObject" Target="../embeddings/oleObject265.bin"/><Relationship Id="rId4" Type="http://schemas.openxmlformats.org/officeDocument/2006/relationships/image" Target="../media/image239.wmf"/><Relationship Id="rId9" Type="http://schemas.openxmlformats.org/officeDocument/2006/relationships/oleObject" Target="../embeddings/oleObject260.bin"/><Relationship Id="rId14" Type="http://schemas.openxmlformats.org/officeDocument/2006/relationships/image" Target="../media/image244.wmf"/><Relationship Id="rId22" Type="http://schemas.openxmlformats.org/officeDocument/2006/relationships/image" Target="../media/image248.wmf"/></Relationships>
</file>

<file path=ppt/slides/_rels/slide41.xml.rels><?xml version="1.0" encoding="UTF-8" standalone="yes"?>
<Relationships xmlns="http://schemas.openxmlformats.org/package/2006/relationships"><Relationship Id="rId8" Type="http://schemas.openxmlformats.org/officeDocument/2006/relationships/image" Target="../media/image252.wmf"/><Relationship Id="rId3" Type="http://schemas.openxmlformats.org/officeDocument/2006/relationships/oleObject" Target="../embeddings/oleObject268.bin"/><Relationship Id="rId7" Type="http://schemas.openxmlformats.org/officeDocument/2006/relationships/oleObject" Target="../embeddings/oleObject270.bin"/><Relationship Id="rId2" Type="http://schemas.openxmlformats.org/officeDocument/2006/relationships/slideLayout" Target="../slideLayouts/slideLayout7.xml"/><Relationship Id="rId1" Type="http://schemas.openxmlformats.org/officeDocument/2006/relationships/vmlDrawing" Target="../drawings/vmlDrawing35.vml"/><Relationship Id="rId6" Type="http://schemas.openxmlformats.org/officeDocument/2006/relationships/image" Target="../media/image251.wmf"/><Relationship Id="rId5" Type="http://schemas.openxmlformats.org/officeDocument/2006/relationships/oleObject" Target="../embeddings/oleObject269.bin"/><Relationship Id="rId10" Type="http://schemas.openxmlformats.org/officeDocument/2006/relationships/image" Target="../media/image253.wmf"/><Relationship Id="rId4" Type="http://schemas.openxmlformats.org/officeDocument/2006/relationships/image" Target="../media/image250.wmf"/><Relationship Id="rId9" Type="http://schemas.openxmlformats.org/officeDocument/2006/relationships/oleObject" Target="../embeddings/oleObject271.bin"/></Relationships>
</file>

<file path=ppt/slides/_rels/slide42.xml.rels><?xml version="1.0" encoding="UTF-8" standalone="yes"?>
<Relationships xmlns="http://schemas.openxmlformats.org/package/2006/relationships"><Relationship Id="rId8" Type="http://schemas.openxmlformats.org/officeDocument/2006/relationships/image" Target="../media/image255.wmf"/><Relationship Id="rId13" Type="http://schemas.openxmlformats.org/officeDocument/2006/relationships/oleObject" Target="../embeddings/oleObject277.bin"/><Relationship Id="rId18" Type="http://schemas.openxmlformats.org/officeDocument/2006/relationships/image" Target="../media/image260.wmf"/><Relationship Id="rId26" Type="http://schemas.openxmlformats.org/officeDocument/2006/relationships/image" Target="../media/image264.wmf"/><Relationship Id="rId3" Type="http://schemas.openxmlformats.org/officeDocument/2006/relationships/oleObject" Target="../embeddings/oleObject272.bin"/><Relationship Id="rId21" Type="http://schemas.openxmlformats.org/officeDocument/2006/relationships/oleObject" Target="../embeddings/oleObject281.bin"/><Relationship Id="rId7" Type="http://schemas.openxmlformats.org/officeDocument/2006/relationships/oleObject" Target="../embeddings/oleObject274.bin"/><Relationship Id="rId12" Type="http://schemas.openxmlformats.org/officeDocument/2006/relationships/image" Target="../media/image257.wmf"/><Relationship Id="rId17" Type="http://schemas.openxmlformats.org/officeDocument/2006/relationships/oleObject" Target="../embeddings/oleObject279.bin"/><Relationship Id="rId25" Type="http://schemas.openxmlformats.org/officeDocument/2006/relationships/oleObject" Target="../embeddings/oleObject283.bin"/><Relationship Id="rId2" Type="http://schemas.openxmlformats.org/officeDocument/2006/relationships/slideLayout" Target="../slideLayouts/slideLayout7.xml"/><Relationship Id="rId16" Type="http://schemas.openxmlformats.org/officeDocument/2006/relationships/image" Target="../media/image259.wmf"/><Relationship Id="rId20" Type="http://schemas.openxmlformats.org/officeDocument/2006/relationships/image" Target="../media/image261.wmf"/><Relationship Id="rId1" Type="http://schemas.openxmlformats.org/officeDocument/2006/relationships/vmlDrawing" Target="../drawings/vmlDrawing36.vml"/><Relationship Id="rId6" Type="http://schemas.openxmlformats.org/officeDocument/2006/relationships/image" Target="../media/image254.wmf"/><Relationship Id="rId11" Type="http://schemas.openxmlformats.org/officeDocument/2006/relationships/oleObject" Target="../embeddings/oleObject276.bin"/><Relationship Id="rId24" Type="http://schemas.openxmlformats.org/officeDocument/2006/relationships/image" Target="../media/image263.wmf"/><Relationship Id="rId5" Type="http://schemas.openxmlformats.org/officeDocument/2006/relationships/oleObject" Target="../embeddings/oleObject273.bin"/><Relationship Id="rId15" Type="http://schemas.openxmlformats.org/officeDocument/2006/relationships/oleObject" Target="../embeddings/oleObject278.bin"/><Relationship Id="rId23" Type="http://schemas.openxmlformats.org/officeDocument/2006/relationships/oleObject" Target="../embeddings/oleObject282.bin"/><Relationship Id="rId10" Type="http://schemas.openxmlformats.org/officeDocument/2006/relationships/image" Target="../media/image256.wmf"/><Relationship Id="rId19" Type="http://schemas.openxmlformats.org/officeDocument/2006/relationships/oleObject" Target="../embeddings/oleObject280.bin"/><Relationship Id="rId4" Type="http://schemas.openxmlformats.org/officeDocument/2006/relationships/image" Target="../media/image108.wmf"/><Relationship Id="rId9" Type="http://schemas.openxmlformats.org/officeDocument/2006/relationships/oleObject" Target="../embeddings/oleObject275.bin"/><Relationship Id="rId14" Type="http://schemas.openxmlformats.org/officeDocument/2006/relationships/image" Target="../media/image258.wmf"/><Relationship Id="rId22" Type="http://schemas.openxmlformats.org/officeDocument/2006/relationships/image" Target="../media/image262.wmf"/></Relationships>
</file>

<file path=ppt/slides/_rels/slide43.xml.rels><?xml version="1.0" encoding="UTF-8" standalone="yes"?>
<Relationships xmlns="http://schemas.openxmlformats.org/package/2006/relationships"><Relationship Id="rId8" Type="http://schemas.openxmlformats.org/officeDocument/2006/relationships/image" Target="../media/image267.wmf"/><Relationship Id="rId3" Type="http://schemas.openxmlformats.org/officeDocument/2006/relationships/oleObject" Target="../embeddings/oleObject284.bin"/><Relationship Id="rId7" Type="http://schemas.openxmlformats.org/officeDocument/2006/relationships/oleObject" Target="../embeddings/oleObject286.bin"/><Relationship Id="rId2" Type="http://schemas.openxmlformats.org/officeDocument/2006/relationships/slideLayout" Target="../slideLayouts/slideLayout7.xml"/><Relationship Id="rId1" Type="http://schemas.openxmlformats.org/officeDocument/2006/relationships/vmlDrawing" Target="../drawings/vmlDrawing37.vml"/><Relationship Id="rId6" Type="http://schemas.openxmlformats.org/officeDocument/2006/relationships/image" Target="../media/image266.wmf"/><Relationship Id="rId5" Type="http://schemas.openxmlformats.org/officeDocument/2006/relationships/oleObject" Target="../embeddings/oleObject285.bin"/><Relationship Id="rId10" Type="http://schemas.openxmlformats.org/officeDocument/2006/relationships/image" Target="../media/image268.wmf"/><Relationship Id="rId4" Type="http://schemas.openxmlformats.org/officeDocument/2006/relationships/image" Target="../media/image265.wmf"/><Relationship Id="rId9" Type="http://schemas.openxmlformats.org/officeDocument/2006/relationships/oleObject" Target="../embeddings/oleObject287.bin"/></Relationships>
</file>

<file path=ppt/slides/_rels/slide44.xml.rels><?xml version="1.0" encoding="UTF-8" standalone="yes"?>
<Relationships xmlns="http://schemas.openxmlformats.org/package/2006/relationships"><Relationship Id="rId8" Type="http://schemas.openxmlformats.org/officeDocument/2006/relationships/image" Target="../media/image271.wmf"/><Relationship Id="rId13" Type="http://schemas.openxmlformats.org/officeDocument/2006/relationships/oleObject" Target="../embeddings/oleObject293.bin"/><Relationship Id="rId3" Type="http://schemas.openxmlformats.org/officeDocument/2006/relationships/oleObject" Target="../embeddings/oleObject288.bin"/><Relationship Id="rId7" Type="http://schemas.openxmlformats.org/officeDocument/2006/relationships/oleObject" Target="../embeddings/oleObject290.bin"/><Relationship Id="rId12" Type="http://schemas.openxmlformats.org/officeDocument/2006/relationships/image" Target="../media/image273.wmf"/><Relationship Id="rId2" Type="http://schemas.openxmlformats.org/officeDocument/2006/relationships/slideLayout" Target="../slideLayouts/slideLayout7.xml"/><Relationship Id="rId16" Type="http://schemas.openxmlformats.org/officeDocument/2006/relationships/image" Target="../media/image275.wmf"/><Relationship Id="rId1" Type="http://schemas.openxmlformats.org/officeDocument/2006/relationships/vmlDrawing" Target="../drawings/vmlDrawing38.vml"/><Relationship Id="rId6" Type="http://schemas.openxmlformats.org/officeDocument/2006/relationships/image" Target="../media/image270.wmf"/><Relationship Id="rId11" Type="http://schemas.openxmlformats.org/officeDocument/2006/relationships/oleObject" Target="../embeddings/oleObject292.bin"/><Relationship Id="rId5" Type="http://schemas.openxmlformats.org/officeDocument/2006/relationships/oleObject" Target="../embeddings/oleObject289.bin"/><Relationship Id="rId15" Type="http://schemas.openxmlformats.org/officeDocument/2006/relationships/oleObject" Target="../embeddings/oleObject294.bin"/><Relationship Id="rId10" Type="http://schemas.openxmlformats.org/officeDocument/2006/relationships/image" Target="../media/image272.wmf"/><Relationship Id="rId4" Type="http://schemas.openxmlformats.org/officeDocument/2006/relationships/image" Target="../media/image269.wmf"/><Relationship Id="rId9" Type="http://schemas.openxmlformats.org/officeDocument/2006/relationships/oleObject" Target="../embeddings/oleObject291.bin"/><Relationship Id="rId14" Type="http://schemas.openxmlformats.org/officeDocument/2006/relationships/image" Target="../media/image274.wmf"/></Relationships>
</file>

<file path=ppt/slides/_rels/slide45.xml.rels><?xml version="1.0" encoding="UTF-8" standalone="yes"?>
<Relationships xmlns="http://schemas.openxmlformats.org/package/2006/relationships"><Relationship Id="rId8" Type="http://schemas.openxmlformats.org/officeDocument/2006/relationships/image" Target="../media/image278.wmf"/><Relationship Id="rId13" Type="http://schemas.openxmlformats.org/officeDocument/2006/relationships/oleObject" Target="../embeddings/oleObject300.bin"/><Relationship Id="rId18" Type="http://schemas.openxmlformats.org/officeDocument/2006/relationships/image" Target="../media/image283.wmf"/><Relationship Id="rId3" Type="http://schemas.openxmlformats.org/officeDocument/2006/relationships/oleObject" Target="../embeddings/oleObject295.bin"/><Relationship Id="rId7" Type="http://schemas.openxmlformats.org/officeDocument/2006/relationships/oleObject" Target="../embeddings/oleObject297.bin"/><Relationship Id="rId12" Type="http://schemas.openxmlformats.org/officeDocument/2006/relationships/image" Target="../media/image280.wmf"/><Relationship Id="rId17" Type="http://schemas.openxmlformats.org/officeDocument/2006/relationships/oleObject" Target="../embeddings/oleObject302.bin"/><Relationship Id="rId2" Type="http://schemas.openxmlformats.org/officeDocument/2006/relationships/slideLayout" Target="../slideLayouts/slideLayout7.xml"/><Relationship Id="rId16" Type="http://schemas.openxmlformats.org/officeDocument/2006/relationships/image" Target="../media/image282.wmf"/><Relationship Id="rId20" Type="http://schemas.openxmlformats.org/officeDocument/2006/relationships/image" Target="../media/image284.wmf"/><Relationship Id="rId1" Type="http://schemas.openxmlformats.org/officeDocument/2006/relationships/vmlDrawing" Target="../drawings/vmlDrawing39.vml"/><Relationship Id="rId6" Type="http://schemas.openxmlformats.org/officeDocument/2006/relationships/image" Target="../media/image277.wmf"/><Relationship Id="rId11" Type="http://schemas.openxmlformats.org/officeDocument/2006/relationships/oleObject" Target="../embeddings/oleObject299.bin"/><Relationship Id="rId5" Type="http://schemas.openxmlformats.org/officeDocument/2006/relationships/oleObject" Target="../embeddings/oleObject296.bin"/><Relationship Id="rId15" Type="http://schemas.openxmlformats.org/officeDocument/2006/relationships/oleObject" Target="../embeddings/oleObject301.bin"/><Relationship Id="rId10" Type="http://schemas.openxmlformats.org/officeDocument/2006/relationships/image" Target="../media/image279.wmf"/><Relationship Id="rId19" Type="http://schemas.openxmlformats.org/officeDocument/2006/relationships/oleObject" Target="../embeddings/oleObject303.bin"/><Relationship Id="rId4" Type="http://schemas.openxmlformats.org/officeDocument/2006/relationships/image" Target="../media/image276.wmf"/><Relationship Id="rId9" Type="http://schemas.openxmlformats.org/officeDocument/2006/relationships/oleObject" Target="../embeddings/oleObject298.bin"/><Relationship Id="rId14" Type="http://schemas.openxmlformats.org/officeDocument/2006/relationships/image" Target="../media/image281.wmf"/></Relationships>
</file>

<file path=ppt/slides/_rels/slide46.xml.rels><?xml version="1.0" encoding="UTF-8" standalone="yes"?>
<Relationships xmlns="http://schemas.openxmlformats.org/package/2006/relationships"><Relationship Id="rId13" Type="http://schemas.openxmlformats.org/officeDocument/2006/relationships/oleObject" Target="../embeddings/oleObject309.bin"/><Relationship Id="rId18" Type="http://schemas.openxmlformats.org/officeDocument/2006/relationships/image" Target="../media/image292.wmf"/><Relationship Id="rId26" Type="http://schemas.openxmlformats.org/officeDocument/2006/relationships/image" Target="../media/image296.wmf"/><Relationship Id="rId3" Type="http://schemas.openxmlformats.org/officeDocument/2006/relationships/oleObject" Target="../embeddings/oleObject304.bin"/><Relationship Id="rId21" Type="http://schemas.openxmlformats.org/officeDocument/2006/relationships/oleObject" Target="../embeddings/oleObject313.bin"/><Relationship Id="rId34" Type="http://schemas.openxmlformats.org/officeDocument/2006/relationships/image" Target="../media/image300.emf"/><Relationship Id="rId7" Type="http://schemas.openxmlformats.org/officeDocument/2006/relationships/oleObject" Target="../embeddings/oleObject306.bin"/><Relationship Id="rId12" Type="http://schemas.openxmlformats.org/officeDocument/2006/relationships/image" Target="../media/image289.wmf"/><Relationship Id="rId17" Type="http://schemas.openxmlformats.org/officeDocument/2006/relationships/oleObject" Target="../embeddings/oleObject311.bin"/><Relationship Id="rId25" Type="http://schemas.openxmlformats.org/officeDocument/2006/relationships/oleObject" Target="../embeddings/oleObject315.bin"/><Relationship Id="rId33" Type="http://schemas.openxmlformats.org/officeDocument/2006/relationships/oleObject" Target="../embeddings/oleObject319.bin"/><Relationship Id="rId2" Type="http://schemas.openxmlformats.org/officeDocument/2006/relationships/slideLayout" Target="../slideLayouts/slideLayout1.xml"/><Relationship Id="rId16" Type="http://schemas.openxmlformats.org/officeDocument/2006/relationships/image" Target="../media/image291.wmf"/><Relationship Id="rId20" Type="http://schemas.openxmlformats.org/officeDocument/2006/relationships/image" Target="../media/image293.wmf"/><Relationship Id="rId29" Type="http://schemas.openxmlformats.org/officeDocument/2006/relationships/oleObject" Target="../embeddings/oleObject317.bin"/><Relationship Id="rId1" Type="http://schemas.openxmlformats.org/officeDocument/2006/relationships/vmlDrawing" Target="../drawings/vmlDrawing40.vml"/><Relationship Id="rId6" Type="http://schemas.openxmlformats.org/officeDocument/2006/relationships/image" Target="../media/image286.wmf"/><Relationship Id="rId11" Type="http://schemas.openxmlformats.org/officeDocument/2006/relationships/oleObject" Target="../embeddings/oleObject308.bin"/><Relationship Id="rId24" Type="http://schemas.openxmlformats.org/officeDocument/2006/relationships/image" Target="../media/image295.wmf"/><Relationship Id="rId32" Type="http://schemas.openxmlformats.org/officeDocument/2006/relationships/image" Target="../media/image299.emf"/><Relationship Id="rId5" Type="http://schemas.openxmlformats.org/officeDocument/2006/relationships/oleObject" Target="../embeddings/oleObject305.bin"/><Relationship Id="rId15" Type="http://schemas.openxmlformats.org/officeDocument/2006/relationships/oleObject" Target="../embeddings/oleObject310.bin"/><Relationship Id="rId23" Type="http://schemas.openxmlformats.org/officeDocument/2006/relationships/oleObject" Target="../embeddings/oleObject314.bin"/><Relationship Id="rId28" Type="http://schemas.openxmlformats.org/officeDocument/2006/relationships/image" Target="../media/image297.emf"/><Relationship Id="rId10" Type="http://schemas.openxmlformats.org/officeDocument/2006/relationships/image" Target="../media/image288.wmf"/><Relationship Id="rId19" Type="http://schemas.openxmlformats.org/officeDocument/2006/relationships/oleObject" Target="../embeddings/oleObject312.bin"/><Relationship Id="rId31" Type="http://schemas.openxmlformats.org/officeDocument/2006/relationships/oleObject" Target="../embeddings/oleObject318.bin"/><Relationship Id="rId4" Type="http://schemas.openxmlformats.org/officeDocument/2006/relationships/image" Target="../media/image285.wmf"/><Relationship Id="rId9" Type="http://schemas.openxmlformats.org/officeDocument/2006/relationships/oleObject" Target="../embeddings/oleObject307.bin"/><Relationship Id="rId14" Type="http://schemas.openxmlformats.org/officeDocument/2006/relationships/image" Target="../media/image290.wmf"/><Relationship Id="rId22" Type="http://schemas.openxmlformats.org/officeDocument/2006/relationships/image" Target="../media/image294.wmf"/><Relationship Id="rId27" Type="http://schemas.openxmlformats.org/officeDocument/2006/relationships/oleObject" Target="../embeddings/oleObject316.bin"/><Relationship Id="rId30" Type="http://schemas.openxmlformats.org/officeDocument/2006/relationships/image" Target="../media/image298.emf"/><Relationship Id="rId8" Type="http://schemas.openxmlformats.org/officeDocument/2006/relationships/image" Target="../media/image287.wmf"/></Relationships>
</file>

<file path=ppt/slides/_rels/slide47.xml.rels><?xml version="1.0" encoding="UTF-8" standalone="yes"?>
<Relationships xmlns="http://schemas.openxmlformats.org/package/2006/relationships"><Relationship Id="rId13" Type="http://schemas.openxmlformats.org/officeDocument/2006/relationships/oleObject" Target="../embeddings/oleObject325.bin"/><Relationship Id="rId18" Type="http://schemas.openxmlformats.org/officeDocument/2006/relationships/image" Target="../media/image306.emf"/><Relationship Id="rId26" Type="http://schemas.openxmlformats.org/officeDocument/2006/relationships/oleObject" Target="../embeddings/oleObject332.bin"/><Relationship Id="rId39" Type="http://schemas.openxmlformats.org/officeDocument/2006/relationships/oleObject" Target="../embeddings/oleObject339.bin"/><Relationship Id="rId21" Type="http://schemas.openxmlformats.org/officeDocument/2006/relationships/oleObject" Target="../embeddings/oleObject329.bin"/><Relationship Id="rId34" Type="http://schemas.openxmlformats.org/officeDocument/2006/relationships/image" Target="../media/image294.wmf"/><Relationship Id="rId42" Type="http://schemas.openxmlformats.org/officeDocument/2006/relationships/image" Target="../media/image311.emf"/><Relationship Id="rId7" Type="http://schemas.openxmlformats.org/officeDocument/2006/relationships/oleObject" Target="../embeddings/oleObject322.bin"/><Relationship Id="rId2" Type="http://schemas.openxmlformats.org/officeDocument/2006/relationships/slideLayout" Target="../slideLayouts/slideLayout7.xml"/><Relationship Id="rId16" Type="http://schemas.openxmlformats.org/officeDocument/2006/relationships/image" Target="../media/image305.wmf"/><Relationship Id="rId20" Type="http://schemas.openxmlformats.org/officeDocument/2006/relationships/image" Target="../media/image307.emf"/><Relationship Id="rId29" Type="http://schemas.openxmlformats.org/officeDocument/2006/relationships/oleObject" Target="../embeddings/oleObject334.bin"/><Relationship Id="rId41" Type="http://schemas.openxmlformats.org/officeDocument/2006/relationships/oleObject" Target="../embeddings/oleObject340.bin"/><Relationship Id="rId1" Type="http://schemas.openxmlformats.org/officeDocument/2006/relationships/vmlDrawing" Target="../drawings/vmlDrawing41.vml"/><Relationship Id="rId6" Type="http://schemas.openxmlformats.org/officeDocument/2006/relationships/image" Target="../media/image302.wmf"/><Relationship Id="rId11" Type="http://schemas.openxmlformats.org/officeDocument/2006/relationships/oleObject" Target="../embeddings/oleObject324.bin"/><Relationship Id="rId24" Type="http://schemas.openxmlformats.org/officeDocument/2006/relationships/image" Target="../media/image290.wmf"/><Relationship Id="rId32" Type="http://schemas.openxmlformats.org/officeDocument/2006/relationships/image" Target="../media/image293.wmf"/><Relationship Id="rId37" Type="http://schemas.openxmlformats.org/officeDocument/2006/relationships/oleObject" Target="../embeddings/oleObject338.bin"/><Relationship Id="rId40" Type="http://schemas.openxmlformats.org/officeDocument/2006/relationships/image" Target="../media/image310.emf"/><Relationship Id="rId5" Type="http://schemas.openxmlformats.org/officeDocument/2006/relationships/oleObject" Target="../embeddings/oleObject321.bin"/><Relationship Id="rId15" Type="http://schemas.openxmlformats.org/officeDocument/2006/relationships/oleObject" Target="../embeddings/oleObject326.bin"/><Relationship Id="rId23" Type="http://schemas.openxmlformats.org/officeDocument/2006/relationships/oleObject" Target="../embeddings/oleObject330.bin"/><Relationship Id="rId28" Type="http://schemas.openxmlformats.org/officeDocument/2006/relationships/image" Target="../media/image308.emf"/><Relationship Id="rId36" Type="http://schemas.openxmlformats.org/officeDocument/2006/relationships/image" Target="../media/image295.wmf"/><Relationship Id="rId10" Type="http://schemas.openxmlformats.org/officeDocument/2006/relationships/image" Target="../media/image292.wmf"/><Relationship Id="rId19" Type="http://schemas.openxmlformats.org/officeDocument/2006/relationships/oleObject" Target="../embeddings/oleObject328.bin"/><Relationship Id="rId31" Type="http://schemas.openxmlformats.org/officeDocument/2006/relationships/oleObject" Target="../embeddings/oleObject335.bin"/><Relationship Id="rId4" Type="http://schemas.openxmlformats.org/officeDocument/2006/relationships/image" Target="../media/image301.wmf"/><Relationship Id="rId9" Type="http://schemas.openxmlformats.org/officeDocument/2006/relationships/oleObject" Target="../embeddings/oleObject323.bin"/><Relationship Id="rId14" Type="http://schemas.openxmlformats.org/officeDocument/2006/relationships/image" Target="../media/image304.emf"/><Relationship Id="rId22" Type="http://schemas.openxmlformats.org/officeDocument/2006/relationships/image" Target="../media/image289.wmf"/><Relationship Id="rId27" Type="http://schemas.openxmlformats.org/officeDocument/2006/relationships/oleObject" Target="../embeddings/oleObject333.bin"/><Relationship Id="rId30" Type="http://schemas.openxmlformats.org/officeDocument/2006/relationships/image" Target="../media/image309.emf"/><Relationship Id="rId35" Type="http://schemas.openxmlformats.org/officeDocument/2006/relationships/oleObject" Target="../embeddings/oleObject337.bin"/><Relationship Id="rId8" Type="http://schemas.openxmlformats.org/officeDocument/2006/relationships/image" Target="../media/image291.wmf"/><Relationship Id="rId3" Type="http://schemas.openxmlformats.org/officeDocument/2006/relationships/oleObject" Target="../embeddings/oleObject320.bin"/><Relationship Id="rId12" Type="http://schemas.openxmlformats.org/officeDocument/2006/relationships/image" Target="../media/image303.emf"/><Relationship Id="rId17" Type="http://schemas.openxmlformats.org/officeDocument/2006/relationships/oleObject" Target="../embeddings/oleObject327.bin"/><Relationship Id="rId25" Type="http://schemas.openxmlformats.org/officeDocument/2006/relationships/oleObject" Target="../embeddings/oleObject331.bin"/><Relationship Id="rId33" Type="http://schemas.openxmlformats.org/officeDocument/2006/relationships/oleObject" Target="../embeddings/oleObject336.bin"/><Relationship Id="rId38" Type="http://schemas.openxmlformats.org/officeDocument/2006/relationships/image" Target="../media/image296.wmf"/></Relationships>
</file>

<file path=ppt/slides/_rels/slide48.xml.rels><?xml version="1.0" encoding="UTF-8" standalone="yes"?>
<Relationships xmlns="http://schemas.openxmlformats.org/package/2006/relationships"><Relationship Id="rId3" Type="http://schemas.openxmlformats.org/officeDocument/2006/relationships/oleObject" Target="../embeddings/oleObject341.bin"/><Relationship Id="rId2" Type="http://schemas.openxmlformats.org/officeDocument/2006/relationships/slideLayout" Target="../slideLayouts/slideLayout7.xml"/><Relationship Id="rId1" Type="http://schemas.openxmlformats.org/officeDocument/2006/relationships/vmlDrawing" Target="../drawings/vmlDrawing42.vml"/><Relationship Id="rId6" Type="http://schemas.openxmlformats.org/officeDocument/2006/relationships/image" Target="../media/image313.emf"/><Relationship Id="rId5" Type="http://schemas.openxmlformats.org/officeDocument/2006/relationships/oleObject" Target="../embeddings/oleObject342.bin"/><Relationship Id="rId4" Type="http://schemas.openxmlformats.org/officeDocument/2006/relationships/image" Target="../media/image312.wmf"/></Relationships>
</file>

<file path=ppt/slides/_rels/slide49.xml.rels><?xml version="1.0" encoding="UTF-8" standalone="yes"?>
<Relationships xmlns="http://schemas.openxmlformats.org/package/2006/relationships"><Relationship Id="rId8" Type="http://schemas.openxmlformats.org/officeDocument/2006/relationships/image" Target="../media/image316.wmf"/><Relationship Id="rId3" Type="http://schemas.openxmlformats.org/officeDocument/2006/relationships/oleObject" Target="../embeddings/oleObject343.bin"/><Relationship Id="rId7" Type="http://schemas.openxmlformats.org/officeDocument/2006/relationships/oleObject" Target="../embeddings/oleObject345.bin"/><Relationship Id="rId2" Type="http://schemas.openxmlformats.org/officeDocument/2006/relationships/slideLayout" Target="../slideLayouts/slideLayout7.xml"/><Relationship Id="rId1" Type="http://schemas.openxmlformats.org/officeDocument/2006/relationships/vmlDrawing" Target="../drawings/vmlDrawing43.vml"/><Relationship Id="rId6" Type="http://schemas.openxmlformats.org/officeDocument/2006/relationships/image" Target="../media/image315.wmf"/><Relationship Id="rId5" Type="http://schemas.openxmlformats.org/officeDocument/2006/relationships/oleObject" Target="../embeddings/oleObject344.bin"/><Relationship Id="rId10" Type="http://schemas.openxmlformats.org/officeDocument/2006/relationships/image" Target="../media/image317.wmf"/><Relationship Id="rId4" Type="http://schemas.openxmlformats.org/officeDocument/2006/relationships/image" Target="../media/image314.wmf"/><Relationship Id="rId9" Type="http://schemas.openxmlformats.org/officeDocument/2006/relationships/oleObject" Target="../embeddings/oleObject346.bin"/></Relationships>
</file>

<file path=ppt/slides/_rels/slide50.xml.rels><?xml version="1.0" encoding="UTF-8" standalone="yes"?>
<Relationships xmlns="http://schemas.openxmlformats.org/package/2006/relationships"><Relationship Id="rId8" Type="http://schemas.openxmlformats.org/officeDocument/2006/relationships/image" Target="../media/image320.emf"/><Relationship Id="rId13" Type="http://schemas.openxmlformats.org/officeDocument/2006/relationships/oleObject" Target="../embeddings/oleObject352.bin"/><Relationship Id="rId18" Type="http://schemas.openxmlformats.org/officeDocument/2006/relationships/image" Target="../media/image324.wmf"/><Relationship Id="rId26" Type="http://schemas.openxmlformats.org/officeDocument/2006/relationships/image" Target="../media/image326.wmf"/><Relationship Id="rId3" Type="http://schemas.openxmlformats.org/officeDocument/2006/relationships/oleObject" Target="../embeddings/oleObject347.bin"/><Relationship Id="rId21" Type="http://schemas.openxmlformats.org/officeDocument/2006/relationships/oleObject" Target="../embeddings/oleObject356.bin"/><Relationship Id="rId7" Type="http://schemas.openxmlformats.org/officeDocument/2006/relationships/oleObject" Target="../embeddings/oleObject349.bin"/><Relationship Id="rId12" Type="http://schemas.openxmlformats.org/officeDocument/2006/relationships/image" Target="../media/image322.wmf"/><Relationship Id="rId17" Type="http://schemas.openxmlformats.org/officeDocument/2006/relationships/oleObject" Target="../embeddings/oleObject354.bin"/><Relationship Id="rId25" Type="http://schemas.openxmlformats.org/officeDocument/2006/relationships/oleObject" Target="../embeddings/oleObject358.bin"/><Relationship Id="rId2" Type="http://schemas.openxmlformats.org/officeDocument/2006/relationships/slideLayout" Target="../slideLayouts/slideLayout138.xml"/><Relationship Id="rId16" Type="http://schemas.openxmlformats.org/officeDocument/2006/relationships/image" Target="../media/image289.wmf"/><Relationship Id="rId20" Type="http://schemas.openxmlformats.org/officeDocument/2006/relationships/image" Target="../media/image291.wmf"/><Relationship Id="rId29" Type="http://schemas.openxmlformats.org/officeDocument/2006/relationships/oleObject" Target="../embeddings/oleObject360.bin"/><Relationship Id="rId1" Type="http://schemas.openxmlformats.org/officeDocument/2006/relationships/vmlDrawing" Target="../drawings/vmlDrawing44.vml"/><Relationship Id="rId6" Type="http://schemas.openxmlformats.org/officeDocument/2006/relationships/image" Target="../media/image319.emf"/><Relationship Id="rId11" Type="http://schemas.openxmlformats.org/officeDocument/2006/relationships/oleObject" Target="../embeddings/oleObject351.bin"/><Relationship Id="rId24" Type="http://schemas.openxmlformats.org/officeDocument/2006/relationships/image" Target="../media/image325.wmf"/><Relationship Id="rId5" Type="http://schemas.openxmlformats.org/officeDocument/2006/relationships/oleObject" Target="../embeddings/oleObject348.bin"/><Relationship Id="rId15" Type="http://schemas.openxmlformats.org/officeDocument/2006/relationships/oleObject" Target="../embeddings/oleObject353.bin"/><Relationship Id="rId23" Type="http://schemas.openxmlformats.org/officeDocument/2006/relationships/oleObject" Target="../embeddings/oleObject357.bin"/><Relationship Id="rId28" Type="http://schemas.openxmlformats.org/officeDocument/2006/relationships/image" Target="../media/image295.wmf"/><Relationship Id="rId10" Type="http://schemas.openxmlformats.org/officeDocument/2006/relationships/image" Target="../media/image321.emf"/><Relationship Id="rId19" Type="http://schemas.openxmlformats.org/officeDocument/2006/relationships/oleObject" Target="../embeddings/oleObject355.bin"/><Relationship Id="rId4" Type="http://schemas.openxmlformats.org/officeDocument/2006/relationships/image" Target="../media/image318.emf"/><Relationship Id="rId9" Type="http://schemas.openxmlformats.org/officeDocument/2006/relationships/oleObject" Target="../embeddings/oleObject350.bin"/><Relationship Id="rId14" Type="http://schemas.openxmlformats.org/officeDocument/2006/relationships/image" Target="../media/image323.wmf"/><Relationship Id="rId22" Type="http://schemas.openxmlformats.org/officeDocument/2006/relationships/image" Target="../media/image292.wmf"/><Relationship Id="rId27" Type="http://schemas.openxmlformats.org/officeDocument/2006/relationships/oleObject" Target="../embeddings/oleObject359.bin"/><Relationship Id="rId30" Type="http://schemas.openxmlformats.org/officeDocument/2006/relationships/image" Target="../media/image327.wmf"/></Relationships>
</file>

<file path=ppt/slides/_rels/slide51.xml.rels><?xml version="1.0" encoding="UTF-8" standalone="yes"?>
<Relationships xmlns="http://schemas.openxmlformats.org/package/2006/relationships"><Relationship Id="rId3" Type="http://schemas.openxmlformats.org/officeDocument/2006/relationships/oleObject" Target="../embeddings/oleObject361.bin"/><Relationship Id="rId2" Type="http://schemas.openxmlformats.org/officeDocument/2006/relationships/slideLayout" Target="../slideLayouts/slideLayout138.xml"/><Relationship Id="rId1" Type="http://schemas.openxmlformats.org/officeDocument/2006/relationships/vmlDrawing" Target="../drawings/vmlDrawing45.vml"/><Relationship Id="rId6" Type="http://schemas.openxmlformats.org/officeDocument/2006/relationships/image" Target="../media/image329.wmf"/><Relationship Id="rId5" Type="http://schemas.openxmlformats.org/officeDocument/2006/relationships/oleObject" Target="../embeddings/oleObject362.bin"/><Relationship Id="rId4" Type="http://schemas.openxmlformats.org/officeDocument/2006/relationships/image" Target="../media/image328.wmf"/></Relationships>
</file>

<file path=ppt/slides/_rels/slide52.xml.rels><?xml version="1.0" encoding="UTF-8" standalone="yes"?>
<Relationships xmlns="http://schemas.openxmlformats.org/package/2006/relationships"><Relationship Id="rId8" Type="http://schemas.openxmlformats.org/officeDocument/2006/relationships/image" Target="../media/image332.wmf"/><Relationship Id="rId3" Type="http://schemas.openxmlformats.org/officeDocument/2006/relationships/oleObject" Target="../embeddings/oleObject363.bin"/><Relationship Id="rId7" Type="http://schemas.openxmlformats.org/officeDocument/2006/relationships/oleObject" Target="../embeddings/oleObject365.bin"/><Relationship Id="rId12" Type="http://schemas.openxmlformats.org/officeDocument/2006/relationships/image" Target="../media/image334.wmf"/><Relationship Id="rId2" Type="http://schemas.openxmlformats.org/officeDocument/2006/relationships/slideLayout" Target="../slideLayouts/slideLayout138.xml"/><Relationship Id="rId1" Type="http://schemas.openxmlformats.org/officeDocument/2006/relationships/vmlDrawing" Target="../drawings/vmlDrawing46.vml"/><Relationship Id="rId6" Type="http://schemas.openxmlformats.org/officeDocument/2006/relationships/image" Target="../media/image331.wmf"/><Relationship Id="rId11" Type="http://schemas.openxmlformats.org/officeDocument/2006/relationships/oleObject" Target="../embeddings/oleObject367.bin"/><Relationship Id="rId5" Type="http://schemas.openxmlformats.org/officeDocument/2006/relationships/oleObject" Target="../embeddings/oleObject364.bin"/><Relationship Id="rId10" Type="http://schemas.openxmlformats.org/officeDocument/2006/relationships/image" Target="../media/image333.wmf"/><Relationship Id="rId4" Type="http://schemas.openxmlformats.org/officeDocument/2006/relationships/image" Target="../media/image330.emf"/><Relationship Id="rId9" Type="http://schemas.openxmlformats.org/officeDocument/2006/relationships/oleObject" Target="../embeddings/oleObject366.bin"/></Relationships>
</file>

<file path=ppt/slides/_rels/slide53.xml.rels><?xml version="1.0" encoding="UTF-8" standalone="yes"?>
<Relationships xmlns="http://schemas.openxmlformats.org/package/2006/relationships"><Relationship Id="rId8" Type="http://schemas.openxmlformats.org/officeDocument/2006/relationships/image" Target="../media/image337.wmf"/><Relationship Id="rId3" Type="http://schemas.openxmlformats.org/officeDocument/2006/relationships/oleObject" Target="../embeddings/oleObject368.bin"/><Relationship Id="rId7" Type="http://schemas.openxmlformats.org/officeDocument/2006/relationships/oleObject" Target="../embeddings/oleObject370.bin"/><Relationship Id="rId12" Type="http://schemas.openxmlformats.org/officeDocument/2006/relationships/image" Target="../media/image339.wmf"/><Relationship Id="rId2" Type="http://schemas.openxmlformats.org/officeDocument/2006/relationships/slideLayout" Target="../slideLayouts/slideLayout138.xml"/><Relationship Id="rId1" Type="http://schemas.openxmlformats.org/officeDocument/2006/relationships/vmlDrawing" Target="../drawings/vmlDrawing47.vml"/><Relationship Id="rId6" Type="http://schemas.openxmlformats.org/officeDocument/2006/relationships/image" Target="../media/image336.wmf"/><Relationship Id="rId11" Type="http://schemas.openxmlformats.org/officeDocument/2006/relationships/oleObject" Target="../embeddings/oleObject372.bin"/><Relationship Id="rId5" Type="http://schemas.openxmlformats.org/officeDocument/2006/relationships/oleObject" Target="../embeddings/oleObject369.bin"/><Relationship Id="rId10" Type="http://schemas.openxmlformats.org/officeDocument/2006/relationships/image" Target="../media/image338.wmf"/><Relationship Id="rId4" Type="http://schemas.openxmlformats.org/officeDocument/2006/relationships/image" Target="../media/image335.wmf"/><Relationship Id="rId9" Type="http://schemas.openxmlformats.org/officeDocument/2006/relationships/oleObject" Target="../embeddings/oleObject371.bin"/></Relationships>
</file>

<file path=ppt/slides/_rels/slide54.xml.rels><?xml version="1.0" encoding="UTF-8" standalone="yes"?>
<Relationships xmlns="http://schemas.openxmlformats.org/package/2006/relationships"><Relationship Id="rId8" Type="http://schemas.openxmlformats.org/officeDocument/2006/relationships/image" Target="../media/image342.wmf"/><Relationship Id="rId13" Type="http://schemas.openxmlformats.org/officeDocument/2006/relationships/oleObject" Target="../embeddings/oleObject378.bin"/><Relationship Id="rId18" Type="http://schemas.openxmlformats.org/officeDocument/2006/relationships/image" Target="../media/image324.wmf"/><Relationship Id="rId26" Type="http://schemas.openxmlformats.org/officeDocument/2006/relationships/image" Target="../media/image326.wmf"/><Relationship Id="rId3" Type="http://schemas.openxmlformats.org/officeDocument/2006/relationships/oleObject" Target="../embeddings/oleObject373.bin"/><Relationship Id="rId21" Type="http://schemas.openxmlformats.org/officeDocument/2006/relationships/oleObject" Target="../embeddings/oleObject382.bin"/><Relationship Id="rId7" Type="http://schemas.openxmlformats.org/officeDocument/2006/relationships/oleObject" Target="../embeddings/oleObject375.bin"/><Relationship Id="rId12" Type="http://schemas.openxmlformats.org/officeDocument/2006/relationships/image" Target="../media/image344.wmf"/><Relationship Id="rId17" Type="http://schemas.openxmlformats.org/officeDocument/2006/relationships/oleObject" Target="../embeddings/oleObject380.bin"/><Relationship Id="rId25" Type="http://schemas.openxmlformats.org/officeDocument/2006/relationships/oleObject" Target="../embeddings/oleObject384.bin"/><Relationship Id="rId2" Type="http://schemas.openxmlformats.org/officeDocument/2006/relationships/slideLayout" Target="../slideLayouts/slideLayout149.xml"/><Relationship Id="rId16" Type="http://schemas.openxmlformats.org/officeDocument/2006/relationships/image" Target="../media/image289.wmf"/><Relationship Id="rId20" Type="http://schemas.openxmlformats.org/officeDocument/2006/relationships/image" Target="../media/image291.wmf"/><Relationship Id="rId29" Type="http://schemas.openxmlformats.org/officeDocument/2006/relationships/oleObject" Target="../embeddings/oleObject386.bin"/><Relationship Id="rId1" Type="http://schemas.openxmlformats.org/officeDocument/2006/relationships/vmlDrawing" Target="../drawings/vmlDrawing48.vml"/><Relationship Id="rId6" Type="http://schemas.openxmlformats.org/officeDocument/2006/relationships/image" Target="../media/image341.wmf"/><Relationship Id="rId11" Type="http://schemas.openxmlformats.org/officeDocument/2006/relationships/oleObject" Target="../embeddings/oleObject377.bin"/><Relationship Id="rId24" Type="http://schemas.openxmlformats.org/officeDocument/2006/relationships/image" Target="../media/image325.wmf"/><Relationship Id="rId5" Type="http://schemas.openxmlformats.org/officeDocument/2006/relationships/oleObject" Target="../embeddings/oleObject374.bin"/><Relationship Id="rId15" Type="http://schemas.openxmlformats.org/officeDocument/2006/relationships/oleObject" Target="../embeddings/oleObject379.bin"/><Relationship Id="rId23" Type="http://schemas.openxmlformats.org/officeDocument/2006/relationships/oleObject" Target="../embeddings/oleObject383.bin"/><Relationship Id="rId28" Type="http://schemas.openxmlformats.org/officeDocument/2006/relationships/image" Target="../media/image295.wmf"/><Relationship Id="rId10" Type="http://schemas.openxmlformats.org/officeDocument/2006/relationships/image" Target="../media/image343.wmf"/><Relationship Id="rId19" Type="http://schemas.openxmlformats.org/officeDocument/2006/relationships/oleObject" Target="../embeddings/oleObject381.bin"/><Relationship Id="rId4" Type="http://schemas.openxmlformats.org/officeDocument/2006/relationships/image" Target="../media/image340.wmf"/><Relationship Id="rId9" Type="http://schemas.openxmlformats.org/officeDocument/2006/relationships/oleObject" Target="../embeddings/oleObject376.bin"/><Relationship Id="rId14" Type="http://schemas.openxmlformats.org/officeDocument/2006/relationships/image" Target="../media/image345.wmf"/><Relationship Id="rId22" Type="http://schemas.openxmlformats.org/officeDocument/2006/relationships/image" Target="../media/image292.wmf"/><Relationship Id="rId27" Type="http://schemas.openxmlformats.org/officeDocument/2006/relationships/oleObject" Target="../embeddings/oleObject385.bin"/><Relationship Id="rId30" Type="http://schemas.openxmlformats.org/officeDocument/2006/relationships/image" Target="../media/image327.wmf"/></Relationships>
</file>

<file path=ppt/slides/_rels/slide55.xml.rels><?xml version="1.0" encoding="UTF-8" standalone="yes"?>
<Relationships xmlns="http://schemas.openxmlformats.org/package/2006/relationships"><Relationship Id="rId8" Type="http://schemas.openxmlformats.org/officeDocument/2006/relationships/image" Target="../media/image342.wmf"/><Relationship Id="rId13" Type="http://schemas.openxmlformats.org/officeDocument/2006/relationships/oleObject" Target="../embeddings/oleObject392.bin"/><Relationship Id="rId18" Type="http://schemas.openxmlformats.org/officeDocument/2006/relationships/image" Target="../media/image324.wmf"/><Relationship Id="rId26" Type="http://schemas.openxmlformats.org/officeDocument/2006/relationships/image" Target="../media/image326.wmf"/><Relationship Id="rId3" Type="http://schemas.openxmlformats.org/officeDocument/2006/relationships/oleObject" Target="../embeddings/oleObject387.bin"/><Relationship Id="rId21" Type="http://schemas.openxmlformats.org/officeDocument/2006/relationships/oleObject" Target="../embeddings/oleObject396.bin"/><Relationship Id="rId7" Type="http://schemas.openxmlformats.org/officeDocument/2006/relationships/oleObject" Target="../embeddings/oleObject389.bin"/><Relationship Id="rId12" Type="http://schemas.openxmlformats.org/officeDocument/2006/relationships/image" Target="../media/image344.wmf"/><Relationship Id="rId17" Type="http://schemas.openxmlformats.org/officeDocument/2006/relationships/oleObject" Target="../embeddings/oleObject394.bin"/><Relationship Id="rId25" Type="http://schemas.openxmlformats.org/officeDocument/2006/relationships/oleObject" Target="../embeddings/oleObject398.bin"/><Relationship Id="rId2" Type="http://schemas.openxmlformats.org/officeDocument/2006/relationships/slideLayout" Target="../slideLayouts/slideLayout149.xml"/><Relationship Id="rId16" Type="http://schemas.openxmlformats.org/officeDocument/2006/relationships/image" Target="../media/image289.wmf"/><Relationship Id="rId20" Type="http://schemas.openxmlformats.org/officeDocument/2006/relationships/image" Target="../media/image291.wmf"/><Relationship Id="rId29" Type="http://schemas.openxmlformats.org/officeDocument/2006/relationships/oleObject" Target="../embeddings/oleObject400.bin"/><Relationship Id="rId1" Type="http://schemas.openxmlformats.org/officeDocument/2006/relationships/vmlDrawing" Target="../drawings/vmlDrawing49.vml"/><Relationship Id="rId6" Type="http://schemas.openxmlformats.org/officeDocument/2006/relationships/image" Target="../media/image347.wmf"/><Relationship Id="rId11" Type="http://schemas.openxmlformats.org/officeDocument/2006/relationships/oleObject" Target="../embeddings/oleObject391.bin"/><Relationship Id="rId24" Type="http://schemas.openxmlformats.org/officeDocument/2006/relationships/image" Target="../media/image325.wmf"/><Relationship Id="rId5" Type="http://schemas.openxmlformats.org/officeDocument/2006/relationships/oleObject" Target="../embeddings/oleObject388.bin"/><Relationship Id="rId15" Type="http://schemas.openxmlformats.org/officeDocument/2006/relationships/oleObject" Target="../embeddings/oleObject393.bin"/><Relationship Id="rId23" Type="http://schemas.openxmlformats.org/officeDocument/2006/relationships/oleObject" Target="../embeddings/oleObject397.bin"/><Relationship Id="rId28" Type="http://schemas.openxmlformats.org/officeDocument/2006/relationships/image" Target="../media/image295.wmf"/><Relationship Id="rId10" Type="http://schemas.openxmlformats.org/officeDocument/2006/relationships/image" Target="../media/image343.wmf"/><Relationship Id="rId19" Type="http://schemas.openxmlformats.org/officeDocument/2006/relationships/oleObject" Target="../embeddings/oleObject395.bin"/><Relationship Id="rId4" Type="http://schemas.openxmlformats.org/officeDocument/2006/relationships/image" Target="../media/image346.wmf"/><Relationship Id="rId9" Type="http://schemas.openxmlformats.org/officeDocument/2006/relationships/oleObject" Target="../embeddings/oleObject390.bin"/><Relationship Id="rId14" Type="http://schemas.openxmlformats.org/officeDocument/2006/relationships/image" Target="../media/image345.wmf"/><Relationship Id="rId22" Type="http://schemas.openxmlformats.org/officeDocument/2006/relationships/image" Target="../media/image292.wmf"/><Relationship Id="rId27" Type="http://schemas.openxmlformats.org/officeDocument/2006/relationships/oleObject" Target="../embeddings/oleObject399.bin"/><Relationship Id="rId30" Type="http://schemas.openxmlformats.org/officeDocument/2006/relationships/image" Target="../media/image327.wmf"/></Relationships>
</file>

<file path=ppt/slides/_rels/slide56.xml.rels><?xml version="1.0" encoding="UTF-8" standalone="yes"?>
<Relationships xmlns="http://schemas.openxmlformats.org/package/2006/relationships"><Relationship Id="rId3" Type="http://schemas.openxmlformats.org/officeDocument/2006/relationships/oleObject" Target="../embeddings/oleObject401.bin"/><Relationship Id="rId2" Type="http://schemas.openxmlformats.org/officeDocument/2006/relationships/slideLayout" Target="../slideLayouts/slideLayout149.xml"/><Relationship Id="rId1" Type="http://schemas.openxmlformats.org/officeDocument/2006/relationships/vmlDrawing" Target="../drawings/vmlDrawing50.vml"/><Relationship Id="rId6" Type="http://schemas.openxmlformats.org/officeDocument/2006/relationships/image" Target="../media/image349.emf"/><Relationship Id="rId5" Type="http://schemas.openxmlformats.org/officeDocument/2006/relationships/oleObject" Target="../embeddings/oleObject402.bin"/><Relationship Id="rId4" Type="http://schemas.openxmlformats.org/officeDocument/2006/relationships/image" Target="../media/image348.wmf"/></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49.xml"/></Relationships>
</file>

<file path=ppt/slides/_rels/slide58.xml.rels><?xml version="1.0" encoding="UTF-8" standalone="yes"?>
<Relationships xmlns="http://schemas.openxmlformats.org/package/2006/relationships"><Relationship Id="rId3" Type="http://schemas.openxmlformats.org/officeDocument/2006/relationships/oleObject" Target="../embeddings/oleObject403.bin"/><Relationship Id="rId2" Type="http://schemas.openxmlformats.org/officeDocument/2006/relationships/slideLayout" Target="../slideLayouts/slideLayout149.xml"/><Relationship Id="rId1" Type="http://schemas.openxmlformats.org/officeDocument/2006/relationships/vmlDrawing" Target="../drawings/vmlDrawing51.vml"/><Relationship Id="rId4" Type="http://schemas.openxmlformats.org/officeDocument/2006/relationships/image" Target="../media/image350.emf"/></Relationships>
</file>

<file path=ppt/slides/_rels/slide59.xml.rels><?xml version="1.0" encoding="UTF-8" standalone="yes"?>
<Relationships xmlns="http://schemas.openxmlformats.org/package/2006/relationships"><Relationship Id="rId8" Type="http://schemas.openxmlformats.org/officeDocument/2006/relationships/image" Target="../media/image352.wmf"/><Relationship Id="rId13" Type="http://schemas.openxmlformats.org/officeDocument/2006/relationships/oleObject" Target="../embeddings/oleObject410.bin"/><Relationship Id="rId18" Type="http://schemas.openxmlformats.org/officeDocument/2006/relationships/image" Target="../media/image357.emf"/><Relationship Id="rId3" Type="http://schemas.openxmlformats.org/officeDocument/2006/relationships/oleObject" Target="../embeddings/oleObject404.bin"/><Relationship Id="rId21" Type="http://schemas.openxmlformats.org/officeDocument/2006/relationships/oleObject" Target="../embeddings/oleObject414.bin"/><Relationship Id="rId7" Type="http://schemas.openxmlformats.org/officeDocument/2006/relationships/oleObject" Target="../embeddings/oleObject407.bin"/><Relationship Id="rId12" Type="http://schemas.openxmlformats.org/officeDocument/2006/relationships/image" Target="../media/image354.wmf"/><Relationship Id="rId17" Type="http://schemas.openxmlformats.org/officeDocument/2006/relationships/oleObject" Target="../embeddings/oleObject412.bin"/><Relationship Id="rId2" Type="http://schemas.openxmlformats.org/officeDocument/2006/relationships/slideLayout" Target="../slideLayouts/slideLayout149.xml"/><Relationship Id="rId16" Type="http://schemas.openxmlformats.org/officeDocument/2006/relationships/image" Target="../media/image356.wmf"/><Relationship Id="rId20" Type="http://schemas.openxmlformats.org/officeDocument/2006/relationships/image" Target="../media/image358.emf"/><Relationship Id="rId1" Type="http://schemas.openxmlformats.org/officeDocument/2006/relationships/vmlDrawing" Target="../drawings/vmlDrawing52.vml"/><Relationship Id="rId6" Type="http://schemas.openxmlformats.org/officeDocument/2006/relationships/oleObject" Target="../embeddings/oleObject406.bin"/><Relationship Id="rId11" Type="http://schemas.openxmlformats.org/officeDocument/2006/relationships/oleObject" Target="../embeddings/oleObject409.bin"/><Relationship Id="rId5" Type="http://schemas.openxmlformats.org/officeDocument/2006/relationships/oleObject" Target="../embeddings/oleObject405.bin"/><Relationship Id="rId15" Type="http://schemas.openxmlformats.org/officeDocument/2006/relationships/oleObject" Target="../embeddings/oleObject411.bin"/><Relationship Id="rId10" Type="http://schemas.openxmlformats.org/officeDocument/2006/relationships/image" Target="../media/image353.wmf"/><Relationship Id="rId19" Type="http://schemas.openxmlformats.org/officeDocument/2006/relationships/oleObject" Target="../embeddings/oleObject413.bin"/><Relationship Id="rId4" Type="http://schemas.openxmlformats.org/officeDocument/2006/relationships/image" Target="../media/image351.wmf"/><Relationship Id="rId9" Type="http://schemas.openxmlformats.org/officeDocument/2006/relationships/oleObject" Target="../embeddings/oleObject408.bin"/><Relationship Id="rId14" Type="http://schemas.openxmlformats.org/officeDocument/2006/relationships/image" Target="../media/image355.wmf"/><Relationship Id="rId22" Type="http://schemas.openxmlformats.org/officeDocument/2006/relationships/image" Target="../media/image359.wmf"/></Relationships>
</file>

<file path=ppt/slides/_rels/slide60.xml.rels><?xml version="1.0" encoding="UTF-8" standalone="yes"?>
<Relationships xmlns="http://schemas.openxmlformats.org/package/2006/relationships"><Relationship Id="rId8" Type="http://schemas.openxmlformats.org/officeDocument/2006/relationships/image" Target="../media/image362.wmf"/><Relationship Id="rId3" Type="http://schemas.openxmlformats.org/officeDocument/2006/relationships/oleObject" Target="../embeddings/oleObject415.bin"/><Relationship Id="rId7" Type="http://schemas.openxmlformats.org/officeDocument/2006/relationships/oleObject" Target="../embeddings/oleObject417.bin"/><Relationship Id="rId2" Type="http://schemas.openxmlformats.org/officeDocument/2006/relationships/slideLayout" Target="../slideLayouts/slideLayout149.xml"/><Relationship Id="rId1" Type="http://schemas.openxmlformats.org/officeDocument/2006/relationships/vmlDrawing" Target="../drawings/vmlDrawing53.vml"/><Relationship Id="rId6" Type="http://schemas.openxmlformats.org/officeDocument/2006/relationships/image" Target="../media/image361.emf"/><Relationship Id="rId5" Type="http://schemas.openxmlformats.org/officeDocument/2006/relationships/oleObject" Target="../embeddings/oleObject416.bin"/><Relationship Id="rId4" Type="http://schemas.openxmlformats.org/officeDocument/2006/relationships/image" Target="../media/image360.emf"/></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4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日期占位符 1"/>
          <p:cNvSpPr>
            <a:spLocks noGrp="1"/>
          </p:cNvSpPr>
          <p:nvPr>
            <p:ph type="dt" sz="quarter"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fld id="{AA4A897B-8859-4A7D-B94E-4D18D3757952}" type="datetime1">
              <a:rPr kumimoji="1" lang="zh-CN" altLang="en-US" sz="1400" b="0" i="0" u="none" strike="noStrike" kern="1200" cap="none" spc="0" normalizeH="0" baseline="0" noProof="0">
                <a:ln>
                  <a:noFill/>
                </a:ln>
                <a:solidFill>
                  <a:srgbClr val="FF6600"/>
                </a:solidFill>
                <a:effectLst/>
                <a:uLnTx/>
                <a:uFillTx/>
                <a:latin typeface="Times New Roman"/>
                <a:ea typeface="宋体"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2019/6/4</a:t>
            </a:fld>
            <a:endPar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endParaRPr>
          </a:p>
        </p:txBody>
      </p:sp>
      <p:sp>
        <p:nvSpPr>
          <p:cNvPr id="18"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rPr>
              <a:t>电路理论－颜秋容</a:t>
            </a:r>
          </a:p>
        </p:txBody>
      </p:sp>
      <p:sp>
        <p:nvSpPr>
          <p:cNvPr id="4100" name="灯片编号占位符 3"/>
          <p:cNvSpPr>
            <a:spLocks noGrp="1"/>
          </p:cNvSpPr>
          <p:nvPr>
            <p:ph type="sldNum" sz="quarter" idx="12"/>
          </p:nvPr>
        </p:nvSpPr>
        <p:spPr>
          <a:noFill/>
        </p:spPr>
        <p:txBody>
          <a:bodyPr/>
          <a:lstStyle>
            <a:lvl1pPr>
              <a:spcBef>
                <a:spcPct val="20000"/>
              </a:spcBef>
              <a:buChar char="•"/>
              <a:defRPr kumimoji="1" sz="2400">
                <a:solidFill>
                  <a:schemeClr val="tx1"/>
                </a:solidFill>
                <a:latin typeface="Times New Roman" panose="02020603050405020304" pitchFamily="18" charset="0"/>
                <a:ea typeface="华文楷体" panose="02010600040101010101" pitchFamily="2" charset="-122"/>
              </a:defRPr>
            </a:lvl1pPr>
            <a:lvl2pPr marL="742950" indent="-28575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2pPr>
            <a:lvl3pPr marL="11430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51F336D3-B3CD-4F82-A959-EBDD22F53443}" type="slidenum">
              <a:rPr kumimoji="1" lang="en-US" altLang="zh-CN" sz="1400" b="0" i="0" u="none" strike="noStrike" kern="1200" cap="none" spc="0" normalizeH="0" baseline="0" noProof="0" smtClean="0">
                <a:ln>
                  <a:noFill/>
                </a:ln>
                <a:solidFill>
                  <a:srgbClr val="FF66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a:t>
            </a:fld>
            <a:endPar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endParaRPr>
          </a:p>
        </p:txBody>
      </p:sp>
      <p:grpSp>
        <p:nvGrpSpPr>
          <p:cNvPr id="4101" name="Group 2"/>
          <p:cNvGrpSpPr>
            <a:grpSpLocks/>
          </p:cNvGrpSpPr>
          <p:nvPr/>
        </p:nvGrpSpPr>
        <p:grpSpPr bwMode="auto">
          <a:xfrm>
            <a:off x="0" y="0"/>
            <a:ext cx="9144000" cy="6858000"/>
            <a:chOff x="0" y="0"/>
            <a:chExt cx="5970" cy="4956"/>
          </a:xfrm>
        </p:grpSpPr>
        <p:pic>
          <p:nvPicPr>
            <p:cNvPr id="4112" name="Picture 3" descr="beijing1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506" cy="49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13" name="Picture 4" descr="beijing1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88" y="0"/>
              <a:ext cx="1506" cy="49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14" name="Picture 5" descr="beijing1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76" y="0"/>
              <a:ext cx="1506" cy="49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15" name="Picture 6" descr="beijing1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64" y="0"/>
              <a:ext cx="1506" cy="49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4102" name="Picture 9" descr="未命名1"/>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28600" y="457200"/>
            <a:ext cx="775335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4145" name="Text Box 17"/>
          <p:cNvSpPr txBox="1">
            <a:spLocks noChangeArrowheads="1"/>
          </p:cNvSpPr>
          <p:nvPr/>
        </p:nvSpPr>
        <p:spPr bwMode="auto">
          <a:xfrm>
            <a:off x="969963" y="2060575"/>
            <a:ext cx="78501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srgbClr val="000000"/>
                </a:solidFill>
                <a:effectLst/>
                <a:uLnTx/>
                <a:uFillTx/>
                <a:latin typeface="Times New Roman" pitchFamily="18" charset="0"/>
                <a:ea typeface="隶书" pitchFamily="49" charset="-122"/>
                <a:cs typeface="+mn-cs"/>
              </a:rPr>
              <a:t>16.2 </a:t>
            </a:r>
            <a:r>
              <a:rPr kumimoji="1" lang="zh-CN" altLang="en-US" sz="2400" b="0" i="0" u="none" strike="noStrike" kern="1200" cap="none" spc="0" normalizeH="0" baseline="0" noProof="0" dirty="0">
                <a:ln>
                  <a:noFill/>
                </a:ln>
                <a:solidFill>
                  <a:srgbClr val="000000"/>
                </a:solidFill>
                <a:effectLst/>
                <a:uLnTx/>
                <a:uFillTx/>
                <a:latin typeface="Times New Roman" pitchFamily="18" charset="0"/>
                <a:ea typeface="隶书" pitchFamily="49" charset="-122"/>
                <a:cs typeface="+mn-cs"/>
              </a:rPr>
              <a:t>二端口网络的参数　</a:t>
            </a:r>
            <a:r>
              <a:rPr kumimoji="1" lang="en-US" altLang="zh-CN" sz="2400" b="0" i="0" u="none" strike="noStrike" kern="1200" cap="none" spc="0" normalizeH="0" baseline="0" noProof="0" dirty="0">
                <a:ln>
                  <a:noFill/>
                </a:ln>
                <a:solidFill>
                  <a:srgbClr val="000000"/>
                </a:solidFill>
                <a:effectLst>
                  <a:outerShdw blurRad="38100" dist="38100" dir="2700000" algn="tl">
                    <a:srgbClr val="C0C0C0"/>
                  </a:outerShdw>
                </a:effectLst>
                <a:uLnTx/>
                <a:uFillTx/>
                <a:latin typeface="Times New Roman" pitchFamily="18" charset="0"/>
                <a:ea typeface="隶书" pitchFamily="49" charset="-122"/>
                <a:cs typeface="+mn-cs"/>
              </a:rPr>
              <a:t>Parameters of two-ports</a:t>
            </a:r>
          </a:p>
        </p:txBody>
      </p:sp>
      <p:sp>
        <p:nvSpPr>
          <p:cNvPr id="304147" name="Text Box 19"/>
          <p:cNvSpPr txBox="1">
            <a:spLocks noChangeArrowheads="1"/>
          </p:cNvSpPr>
          <p:nvPr/>
        </p:nvSpPr>
        <p:spPr bwMode="auto">
          <a:xfrm>
            <a:off x="969963" y="1511300"/>
            <a:ext cx="78501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srgbClr val="000000"/>
                </a:solidFill>
                <a:effectLst/>
                <a:uLnTx/>
                <a:uFillTx/>
                <a:latin typeface="Times New Roman" pitchFamily="18" charset="0"/>
                <a:ea typeface="隶书" pitchFamily="49" charset="-122"/>
                <a:cs typeface="+mn-cs"/>
              </a:rPr>
              <a:t>16.1 </a:t>
            </a:r>
            <a:r>
              <a:rPr kumimoji="1" lang="zh-CN" altLang="en-US" sz="2400" b="0" i="0" u="none" strike="noStrike" kern="1200" cap="none" spc="0" normalizeH="0" baseline="0" noProof="0" dirty="0">
                <a:ln>
                  <a:noFill/>
                </a:ln>
                <a:solidFill>
                  <a:srgbClr val="000000"/>
                </a:solidFill>
                <a:effectLst/>
                <a:uLnTx/>
                <a:uFillTx/>
                <a:latin typeface="Times New Roman" pitchFamily="18" charset="0"/>
                <a:ea typeface="隶书" pitchFamily="49" charset="-122"/>
                <a:cs typeface="+mn-cs"/>
              </a:rPr>
              <a:t>二端口网络的特性    </a:t>
            </a:r>
            <a:r>
              <a:rPr kumimoji="1" lang="en-US" altLang="zh-CN" sz="2400" b="0" i="0" u="none" strike="noStrike" kern="1200" cap="none" spc="0" normalizeH="0" baseline="0" noProof="0" dirty="0">
                <a:ln>
                  <a:noFill/>
                </a:ln>
                <a:solidFill>
                  <a:srgbClr val="000000"/>
                </a:solidFill>
                <a:effectLst>
                  <a:outerShdw blurRad="38100" dist="38100" dir="2700000" algn="tl">
                    <a:srgbClr val="C0C0C0"/>
                  </a:outerShdw>
                </a:effectLst>
                <a:uLnTx/>
                <a:uFillTx/>
                <a:latin typeface="Times New Roman" pitchFamily="18" charset="0"/>
                <a:ea typeface="隶书" pitchFamily="49" charset="-122"/>
                <a:cs typeface="+mn-cs"/>
              </a:rPr>
              <a:t>Characteristics of </a:t>
            </a:r>
            <a:r>
              <a:rPr kumimoji="1" lang="en-US" altLang="zh-CN" sz="2400" b="0" i="0" u="none" strike="noStrike" kern="1200" cap="none" spc="0" normalizeH="0" baseline="0" noProof="0" dirty="0">
                <a:ln>
                  <a:noFill/>
                </a:ln>
                <a:solidFill>
                  <a:srgbClr val="FF3300"/>
                </a:solidFill>
                <a:effectLst>
                  <a:outerShdw blurRad="38100" dist="38100" dir="2700000" algn="tl">
                    <a:srgbClr val="C0C0C0"/>
                  </a:outerShdw>
                </a:effectLst>
                <a:uLnTx/>
                <a:uFillTx/>
                <a:latin typeface="Times New Roman" pitchFamily="18" charset="0"/>
                <a:ea typeface="隶书" pitchFamily="49" charset="-122"/>
                <a:cs typeface="+mn-cs"/>
              </a:rPr>
              <a:t>two-ports</a:t>
            </a:r>
          </a:p>
        </p:txBody>
      </p:sp>
      <p:sp>
        <p:nvSpPr>
          <p:cNvPr id="304149" name="Text Box 21"/>
          <p:cNvSpPr txBox="1">
            <a:spLocks noChangeArrowheads="1"/>
          </p:cNvSpPr>
          <p:nvPr/>
        </p:nvSpPr>
        <p:spPr bwMode="auto">
          <a:xfrm>
            <a:off x="971550" y="2540000"/>
            <a:ext cx="78644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srgbClr val="000000"/>
                </a:solidFill>
                <a:effectLst/>
                <a:uLnTx/>
                <a:uFillTx/>
                <a:latin typeface="Times New Roman" pitchFamily="18" charset="0"/>
                <a:ea typeface="隶书" pitchFamily="49" charset="-122"/>
                <a:cs typeface="+mn-cs"/>
              </a:rPr>
              <a:t>16.3 </a:t>
            </a:r>
            <a:r>
              <a:rPr kumimoji="1" lang="zh-CN" altLang="en-US" sz="2400" b="0" i="0" u="none" strike="noStrike" kern="1200" cap="none" spc="0" normalizeH="0" baseline="0" noProof="0" dirty="0">
                <a:ln>
                  <a:noFill/>
                </a:ln>
                <a:solidFill>
                  <a:srgbClr val="000000"/>
                </a:solidFill>
                <a:effectLst/>
                <a:uLnTx/>
                <a:uFillTx/>
                <a:latin typeface="Times New Roman" pitchFamily="18" charset="0"/>
                <a:ea typeface="隶书" pitchFamily="49" charset="-122"/>
                <a:cs typeface="+mn-cs"/>
              </a:rPr>
              <a:t>参数之间的关系　</a:t>
            </a:r>
            <a:r>
              <a:rPr kumimoji="1" lang="en-US" altLang="zh-CN" sz="2400" b="0" i="0" u="none" strike="noStrike" kern="1200" cap="none" spc="0" normalizeH="0" baseline="0" noProof="0" dirty="0">
                <a:ln>
                  <a:noFill/>
                </a:ln>
                <a:solidFill>
                  <a:srgbClr val="000000"/>
                </a:solidFill>
                <a:effectLst>
                  <a:outerShdw blurRad="38100" dist="38100" dir="2700000" algn="tl">
                    <a:srgbClr val="C0C0C0"/>
                  </a:outerShdw>
                </a:effectLst>
                <a:uLnTx/>
                <a:uFillTx/>
                <a:latin typeface="Times New Roman" pitchFamily="18" charset="0"/>
                <a:ea typeface="隶书" pitchFamily="49" charset="-122"/>
                <a:cs typeface="+mn-cs"/>
              </a:rPr>
              <a:t>Relationships between parameters</a:t>
            </a:r>
          </a:p>
        </p:txBody>
      </p:sp>
      <p:sp>
        <p:nvSpPr>
          <p:cNvPr id="304150" name="Text Box 22"/>
          <p:cNvSpPr txBox="1">
            <a:spLocks noChangeArrowheads="1"/>
          </p:cNvSpPr>
          <p:nvPr/>
        </p:nvSpPr>
        <p:spPr bwMode="auto">
          <a:xfrm>
            <a:off x="298450" y="0"/>
            <a:ext cx="8845550" cy="144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4400" b="0" i="0" u="none" strike="noStrike" kern="1200" cap="none" spc="0" normalizeH="0" baseline="0" noProof="0" dirty="0">
                <a:ln>
                  <a:noFill/>
                </a:ln>
                <a:solidFill>
                  <a:srgbClr val="FF0000"/>
                </a:solidFill>
                <a:effectLst>
                  <a:outerShdw blurRad="38100" dist="38100" dir="2700000" algn="tl">
                    <a:srgbClr val="C0C0C0"/>
                  </a:outerShdw>
                </a:effectLst>
                <a:uLnTx/>
                <a:uFillTx/>
                <a:latin typeface="Times New Roman" pitchFamily="18" charset="0"/>
                <a:ea typeface="隶书" pitchFamily="49" charset="-122"/>
                <a:cs typeface="+mn-cs"/>
              </a:rPr>
              <a:t>Chapter 16</a:t>
            </a:r>
            <a:r>
              <a:rPr kumimoji="1" lang="zh-CN" altLang="en-US" sz="4400" b="0" i="0" u="none" strike="noStrike" kern="1200" cap="none" spc="0" normalizeH="0" baseline="0" noProof="0" dirty="0">
                <a:ln>
                  <a:noFill/>
                </a:ln>
                <a:solidFill>
                  <a:srgbClr val="FF0000"/>
                </a:solidFill>
                <a:effectLst>
                  <a:outerShdw blurRad="38100" dist="38100" dir="2700000" algn="tl">
                    <a:srgbClr val="C0C0C0"/>
                  </a:outerShdw>
                </a:effectLst>
                <a:uLnTx/>
                <a:uFillTx/>
                <a:latin typeface="Times New Roman" pitchFamily="18" charset="0"/>
                <a:ea typeface="隶书" pitchFamily="49" charset="-122"/>
                <a:cs typeface="+mn-cs"/>
              </a:rPr>
              <a:t>　</a:t>
            </a:r>
            <a:r>
              <a:rPr kumimoji="1" lang="zh-CN" altLang="en-US" sz="4400" b="0" i="0" u="none" strike="noStrike" kern="1200" cap="none" spc="0" normalizeH="0" baseline="0" noProof="0" dirty="0">
                <a:ln>
                  <a:noFill/>
                </a:ln>
                <a:solidFill>
                  <a:srgbClr val="FF3300"/>
                </a:solidFill>
                <a:effectLst>
                  <a:outerShdw blurRad="38100" dist="38100" dir="2700000" algn="tl">
                    <a:srgbClr val="C0C0C0"/>
                  </a:outerShdw>
                </a:effectLst>
                <a:uLnTx/>
                <a:uFillTx/>
                <a:latin typeface="Times New Roman" pitchFamily="18" charset="0"/>
                <a:ea typeface="隶书" pitchFamily="49" charset="-122"/>
                <a:cs typeface="+mn-cs"/>
              </a:rPr>
              <a:t>二端口网络</a:t>
            </a:r>
            <a:endParaRPr kumimoji="1" lang="zh-CN" altLang="en-US" sz="4400" b="0" i="0" u="none" strike="noStrike" kern="1200" cap="none" spc="0" normalizeH="0" baseline="0" noProof="0" dirty="0">
              <a:ln>
                <a:noFill/>
              </a:ln>
              <a:solidFill>
                <a:srgbClr val="FF0000"/>
              </a:solidFill>
              <a:effectLst>
                <a:outerShdw blurRad="38100" dist="38100" dir="2700000" algn="tl">
                  <a:srgbClr val="C0C0C0"/>
                </a:outerShdw>
              </a:effectLst>
              <a:uLnTx/>
              <a:uFillTx/>
              <a:latin typeface="Times New Roman" pitchFamily="18" charset="0"/>
              <a:ea typeface="隶书" pitchFamily="49" charset="-122"/>
              <a:cs typeface="+mn-cs"/>
            </a:endParaRP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4400" b="0" i="0" u="none" strike="noStrike" kern="1200" cap="none" spc="0" normalizeH="0" baseline="0" noProof="0" dirty="0">
                <a:ln>
                  <a:noFill/>
                </a:ln>
                <a:solidFill>
                  <a:srgbClr val="FF3300"/>
                </a:solidFill>
                <a:effectLst>
                  <a:outerShdw blurRad="38100" dist="38100" dir="2700000" algn="tl">
                    <a:srgbClr val="C0C0C0"/>
                  </a:outerShdw>
                </a:effectLst>
                <a:uLnTx/>
                <a:uFillTx/>
                <a:latin typeface="Times New Roman" pitchFamily="18" charset="0"/>
                <a:ea typeface="隶书" pitchFamily="49" charset="-122"/>
                <a:cs typeface="+mn-cs"/>
              </a:rPr>
              <a:t>Two-port Networks</a:t>
            </a:r>
          </a:p>
        </p:txBody>
      </p:sp>
      <p:sp>
        <p:nvSpPr>
          <p:cNvPr id="304152" name="Text Box 24"/>
          <p:cNvSpPr txBox="1">
            <a:spLocks noChangeArrowheads="1"/>
          </p:cNvSpPr>
          <p:nvPr/>
        </p:nvSpPr>
        <p:spPr bwMode="auto">
          <a:xfrm>
            <a:off x="993775" y="2997200"/>
            <a:ext cx="7899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srgbClr val="000000"/>
                </a:solidFill>
                <a:effectLst>
                  <a:outerShdw blurRad="38100" dist="38100" dir="2700000" algn="tl">
                    <a:srgbClr val="C0C0C0"/>
                  </a:outerShdw>
                </a:effectLst>
                <a:uLnTx/>
                <a:uFillTx/>
                <a:latin typeface="Times New Roman" pitchFamily="18" charset="0"/>
                <a:ea typeface="隶书" pitchFamily="49" charset="-122"/>
                <a:cs typeface="+mn-cs"/>
              </a:rPr>
              <a:t>16.4 </a:t>
            </a:r>
            <a:r>
              <a:rPr kumimoji="1" lang="zh-CN" altLang="en-US" sz="2400" b="0" i="0" u="none" strike="noStrike" kern="1200" cap="none" spc="0" normalizeH="0" baseline="0" noProof="0" dirty="0">
                <a:ln>
                  <a:noFill/>
                </a:ln>
                <a:solidFill>
                  <a:srgbClr val="000000"/>
                </a:solidFill>
                <a:effectLst>
                  <a:outerShdw blurRad="38100" dist="38100" dir="2700000" algn="tl">
                    <a:srgbClr val="C0C0C0"/>
                  </a:outerShdw>
                </a:effectLst>
                <a:uLnTx/>
                <a:uFillTx/>
                <a:latin typeface="Times New Roman" pitchFamily="18" charset="0"/>
                <a:ea typeface="隶书" pitchFamily="49" charset="-122"/>
                <a:cs typeface="+mn-cs"/>
              </a:rPr>
              <a:t>二端口网络的等效电路　</a:t>
            </a:r>
            <a:r>
              <a:rPr kumimoji="1" lang="en-US" altLang="zh-CN" sz="2400" b="0" i="0" u="none" strike="noStrike" kern="1200" cap="none" spc="0" normalizeH="0" baseline="0" noProof="0" dirty="0">
                <a:ln>
                  <a:noFill/>
                </a:ln>
                <a:solidFill>
                  <a:srgbClr val="000000"/>
                </a:solidFill>
                <a:effectLst>
                  <a:outerShdw blurRad="38100" dist="38100" dir="2700000" algn="tl">
                    <a:srgbClr val="C0C0C0"/>
                  </a:outerShdw>
                </a:effectLst>
                <a:uLnTx/>
                <a:uFillTx/>
                <a:latin typeface="Times New Roman" pitchFamily="18" charset="0"/>
                <a:ea typeface="隶书" pitchFamily="49" charset="-122"/>
                <a:cs typeface="+mn-cs"/>
              </a:rPr>
              <a:t>Equivalent circuits</a:t>
            </a:r>
          </a:p>
        </p:txBody>
      </p:sp>
      <p:sp>
        <p:nvSpPr>
          <p:cNvPr id="4109" name="Text Box 25"/>
          <p:cNvSpPr txBox="1">
            <a:spLocks noChangeArrowheads="1"/>
          </p:cNvSpPr>
          <p:nvPr/>
        </p:nvSpPr>
        <p:spPr bwMode="auto">
          <a:xfrm>
            <a:off x="323528" y="4653136"/>
            <a:ext cx="8496300" cy="191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spcBef>
                <a:spcPct val="20000"/>
              </a:spcBef>
              <a:buChar char="•"/>
              <a:defRPr kumimoji="1" sz="2400">
                <a:solidFill>
                  <a:schemeClr val="tx1"/>
                </a:solidFill>
                <a:latin typeface="Times New Roman" panose="02020603050405020304" pitchFamily="18" charset="0"/>
                <a:ea typeface="华文楷体" panose="02010600040101010101" pitchFamily="2" charset="-122"/>
              </a:defRPr>
            </a:lvl1pPr>
            <a:lvl2pPr marL="742950" indent="-28575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2pPr>
            <a:lvl3pPr marL="11430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9pPr>
          </a:lstStyle>
          <a:p>
            <a:pPr marL="457200" marR="0" lvl="0" indent="-457200" algn="l"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dirty="0">
                <a:ln>
                  <a:noFill/>
                </a:ln>
                <a:solidFill>
                  <a:srgbClr val="CC3300"/>
                </a:solidFill>
                <a:effectLst/>
                <a:uLnTx/>
                <a:uFillTx/>
                <a:latin typeface="Times New Roman" panose="02020603050405020304" pitchFamily="18" charset="0"/>
                <a:ea typeface="隶书" panose="02010509060101010101" pitchFamily="49" charset="-122"/>
                <a:cs typeface="+mn-cs"/>
              </a:rPr>
              <a:t>目标：</a:t>
            </a:r>
          </a:p>
          <a:p>
            <a:pPr marL="457200" marR="0" lvl="0" indent="-457200" algn="l" defTabSz="914400" rtl="0" eaLnBrk="1" fontAlgn="base" latinLnBrk="0" hangingPunct="1">
              <a:lnSpc>
                <a:spcPct val="100000"/>
              </a:lnSpc>
              <a:spcBef>
                <a:spcPct val="0"/>
              </a:spcBef>
              <a:spcAft>
                <a:spcPct val="0"/>
              </a:spcAft>
              <a:buClrTx/>
              <a:buSzTx/>
              <a:buFontTx/>
              <a:buAutoNum type="alphaLcPeriod"/>
              <a:tabLst/>
              <a:defRPr/>
            </a:pPr>
            <a:r>
              <a:rPr kumimoji="1" lang="zh-CN" altLang="en-US" sz="2400" b="0" i="0" u="none" strike="noStrike" kern="1200" cap="none" spc="0" normalizeH="0" baseline="0" noProof="0" dirty="0">
                <a:ln>
                  <a:noFill/>
                </a:ln>
                <a:solidFill>
                  <a:srgbClr val="CC3300"/>
                </a:solidFill>
                <a:effectLst/>
                <a:uLnTx/>
                <a:uFillTx/>
                <a:latin typeface="Times New Roman" panose="02020603050405020304" pitchFamily="18" charset="0"/>
                <a:ea typeface="隶书" panose="02010509060101010101" pitchFamily="49" charset="-122"/>
                <a:cs typeface="+mn-cs"/>
              </a:rPr>
              <a:t>理解二端口网络特性的描述方法；</a:t>
            </a:r>
          </a:p>
          <a:p>
            <a:pPr marL="457200" marR="0" lvl="0" indent="-457200" algn="l" defTabSz="914400" rtl="0" eaLnBrk="1" fontAlgn="base" latinLnBrk="0" hangingPunct="1">
              <a:lnSpc>
                <a:spcPct val="100000"/>
              </a:lnSpc>
              <a:spcBef>
                <a:spcPct val="0"/>
              </a:spcBef>
              <a:spcAft>
                <a:spcPct val="0"/>
              </a:spcAft>
              <a:buClrTx/>
              <a:buSzTx/>
              <a:buFontTx/>
              <a:buAutoNum type="alphaLcPeriod"/>
              <a:tabLst/>
              <a:defRPr/>
            </a:pPr>
            <a:r>
              <a:rPr kumimoji="1" lang="zh-CN" altLang="en-US" sz="2400" b="0" i="0" u="none" strike="noStrike" kern="1200" cap="none" spc="0" normalizeH="0" baseline="0" noProof="0" dirty="0">
                <a:ln>
                  <a:noFill/>
                </a:ln>
                <a:solidFill>
                  <a:srgbClr val="CC3300"/>
                </a:solidFill>
                <a:effectLst/>
                <a:uLnTx/>
                <a:uFillTx/>
                <a:latin typeface="Times New Roman" panose="02020603050405020304" pitchFamily="18" charset="0"/>
                <a:ea typeface="隶书" panose="02010509060101010101" pitchFamily="49" charset="-122"/>
                <a:cs typeface="+mn-cs"/>
              </a:rPr>
              <a:t>计算、测量二端口网络的任何参数，并可相互转换；</a:t>
            </a:r>
          </a:p>
          <a:p>
            <a:pPr marL="457200" marR="0" lvl="0" indent="-457200" algn="l" defTabSz="914400" rtl="0" eaLnBrk="1" fontAlgn="base" latinLnBrk="0" hangingPunct="1">
              <a:lnSpc>
                <a:spcPct val="100000"/>
              </a:lnSpc>
              <a:spcBef>
                <a:spcPct val="0"/>
              </a:spcBef>
              <a:spcAft>
                <a:spcPct val="0"/>
              </a:spcAft>
              <a:buClrTx/>
              <a:buSzTx/>
              <a:buFontTx/>
              <a:buAutoNum type="alphaLcPeriod"/>
              <a:tabLst/>
              <a:defRPr/>
            </a:pPr>
            <a:r>
              <a:rPr kumimoji="1" lang="zh-CN" altLang="en-US" sz="2400" b="0" i="0" u="none" strike="noStrike" kern="1200" cap="none" spc="0" normalizeH="0" baseline="0" noProof="0" dirty="0">
                <a:ln>
                  <a:noFill/>
                </a:ln>
                <a:solidFill>
                  <a:srgbClr val="CC3300"/>
                </a:solidFill>
                <a:effectLst/>
                <a:uLnTx/>
                <a:uFillTx/>
                <a:latin typeface="Times New Roman" panose="02020603050405020304" pitchFamily="18" charset="0"/>
                <a:ea typeface="隶书" panose="02010509060101010101" pitchFamily="49" charset="-122"/>
                <a:cs typeface="+mn-cs"/>
              </a:rPr>
              <a:t>计算带负载二端口网络的端口电量；</a:t>
            </a:r>
          </a:p>
          <a:p>
            <a:pPr marL="457200" marR="0" lvl="0" indent="-457200" algn="l" defTabSz="914400" rtl="0" eaLnBrk="1" fontAlgn="base" latinLnBrk="0" hangingPunct="1">
              <a:lnSpc>
                <a:spcPct val="100000"/>
              </a:lnSpc>
              <a:spcBef>
                <a:spcPct val="0"/>
              </a:spcBef>
              <a:spcAft>
                <a:spcPct val="0"/>
              </a:spcAft>
              <a:buClrTx/>
              <a:buSzTx/>
              <a:buFontTx/>
              <a:buAutoNum type="alphaLcPeriod"/>
              <a:tabLst/>
              <a:defRPr/>
            </a:pPr>
            <a:r>
              <a:rPr kumimoji="1" lang="zh-CN" altLang="en-US" sz="2400" b="0" i="0" u="none" strike="noStrike" kern="1200" cap="none" spc="0" normalizeH="0" baseline="0" noProof="0" dirty="0">
                <a:ln>
                  <a:noFill/>
                </a:ln>
                <a:solidFill>
                  <a:srgbClr val="CC3300"/>
                </a:solidFill>
                <a:effectLst/>
                <a:uLnTx/>
                <a:uFillTx/>
                <a:latin typeface="Times New Roman" panose="02020603050405020304" pitchFamily="18" charset="0"/>
                <a:ea typeface="隶书" panose="02010509060101010101" pitchFamily="49" charset="-122"/>
                <a:cs typeface="+mn-cs"/>
              </a:rPr>
              <a:t>分析相互连接的二端口网络。</a:t>
            </a:r>
          </a:p>
        </p:txBody>
      </p:sp>
      <p:sp>
        <p:nvSpPr>
          <p:cNvPr id="304154" name="Text Box 26"/>
          <p:cNvSpPr txBox="1">
            <a:spLocks noChangeArrowheads="1"/>
          </p:cNvSpPr>
          <p:nvPr/>
        </p:nvSpPr>
        <p:spPr bwMode="auto">
          <a:xfrm>
            <a:off x="971550" y="3500438"/>
            <a:ext cx="78263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srgbClr val="000000"/>
                </a:solidFill>
                <a:effectLst>
                  <a:outerShdw blurRad="38100" dist="38100" dir="2700000" algn="tl">
                    <a:srgbClr val="C0C0C0"/>
                  </a:outerShdw>
                </a:effectLst>
                <a:uLnTx/>
                <a:uFillTx/>
                <a:latin typeface="Times New Roman" pitchFamily="18" charset="0"/>
                <a:ea typeface="隶书" pitchFamily="49" charset="-122"/>
                <a:cs typeface="+mn-cs"/>
              </a:rPr>
              <a:t>16.5 </a:t>
            </a:r>
            <a:r>
              <a:rPr kumimoji="1" lang="zh-CN" altLang="en-US" sz="2400" b="0" i="0" u="none" strike="noStrike" kern="1200" cap="none" spc="0" normalizeH="0" baseline="0" noProof="0" dirty="0">
                <a:ln>
                  <a:noFill/>
                </a:ln>
                <a:solidFill>
                  <a:srgbClr val="000000"/>
                </a:solidFill>
                <a:effectLst>
                  <a:outerShdw blurRad="38100" dist="38100" dir="2700000" algn="tl">
                    <a:srgbClr val="C0C0C0"/>
                  </a:outerShdw>
                </a:effectLst>
                <a:uLnTx/>
                <a:uFillTx/>
                <a:latin typeface="Times New Roman" pitchFamily="18" charset="0"/>
                <a:ea typeface="隶书" pitchFamily="49" charset="-122"/>
                <a:cs typeface="+mn-cs"/>
              </a:rPr>
              <a:t>二端口网络的相互连接　 </a:t>
            </a:r>
            <a:r>
              <a:rPr kumimoji="1" lang="en-US" altLang="zh-CN" sz="2400" b="0" i="0" u="none" strike="noStrike" kern="1200" cap="none" spc="0" normalizeH="0" baseline="0" noProof="0" dirty="0">
                <a:ln>
                  <a:noFill/>
                </a:ln>
                <a:solidFill>
                  <a:srgbClr val="000000"/>
                </a:solidFill>
                <a:effectLst>
                  <a:outerShdw blurRad="38100" dist="38100" dir="2700000" algn="tl">
                    <a:srgbClr val="C0C0C0"/>
                  </a:outerShdw>
                </a:effectLst>
                <a:uLnTx/>
                <a:uFillTx/>
                <a:latin typeface="Times New Roman" pitchFamily="18" charset="0"/>
                <a:ea typeface="隶书" pitchFamily="49" charset="-122"/>
                <a:cs typeface="+mn-cs"/>
              </a:rPr>
              <a:t>Interconnections of two-ports</a:t>
            </a:r>
          </a:p>
        </p:txBody>
      </p:sp>
    </p:spTree>
    <p:extLst>
      <p:ext uri="{BB962C8B-B14F-4D97-AF65-F5344CB8AC3E}">
        <p14:creationId xmlns:p14="http://schemas.microsoft.com/office/powerpoint/2010/main" val="27848804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ext Box 2"/>
          <p:cNvSpPr txBox="1">
            <a:spLocks noChangeArrowheads="1"/>
          </p:cNvSpPr>
          <p:nvPr/>
        </p:nvSpPr>
        <p:spPr bwMode="auto">
          <a:xfrm>
            <a:off x="2435225" y="277813"/>
            <a:ext cx="3228975" cy="531812"/>
          </a:xfrm>
          <a:prstGeom prst="rect">
            <a:avLst/>
          </a:prstGeom>
          <a:noFill/>
          <a:ln w="12700" algn="ctr">
            <a:solidFill>
              <a:srgbClr val="FFFFAF"/>
            </a:solidFill>
            <a:miter lim="800000"/>
            <a:headEnd/>
            <a:tailEnd/>
          </a:ln>
          <a:effectLst>
            <a:prstShdw prst="shdw17" dist="17961" dir="2700000">
              <a:srgbClr val="FFFFAF">
                <a:gamma/>
                <a:shade val="60000"/>
                <a:invGamma/>
              </a:srgbClr>
            </a:prstShdw>
          </a:effectLst>
          <a:extLst>
            <a:ext uri="{909E8E84-426E-40DD-AFC4-6F175D3DCCD1}">
              <a14:hiddenFill xmlns:a14="http://schemas.microsoft.com/office/drawing/2010/main">
                <a:solidFill>
                  <a:srgbClr val="CCFFFF"/>
                </a:solidFill>
              </a14:hiddenFill>
            </a:ext>
          </a:extLst>
        </p:spPr>
        <p:txBody>
          <a:bodyPr anchor="ctr">
            <a:spAutoFit/>
          </a:bodyPr>
          <a:lstStyle/>
          <a:p>
            <a:pPr algn="just">
              <a:spcBef>
                <a:spcPct val="50000"/>
              </a:spcBef>
            </a:pPr>
            <a:r>
              <a:rPr lang="en-US" altLang="zh-CN" sz="2800">
                <a:solidFill>
                  <a:schemeClr val="tx2"/>
                </a:solidFill>
                <a:latin typeface="楷体_GB2312" pitchFamily="49" charset="-122"/>
                <a:ea typeface="楷体_GB2312" pitchFamily="49" charset="-122"/>
              </a:rPr>
              <a:t>16.1  </a:t>
            </a:r>
            <a:r>
              <a:rPr lang="zh-CN" altLang="en-US" sz="2800">
                <a:solidFill>
                  <a:schemeClr val="tx2"/>
                </a:solidFill>
                <a:latin typeface="楷体_GB2312" pitchFamily="49" charset="-122"/>
                <a:ea typeface="楷体_GB2312" pitchFamily="49" charset="-122"/>
              </a:rPr>
              <a:t>二端口概述   </a:t>
            </a:r>
          </a:p>
        </p:txBody>
      </p:sp>
      <p:sp>
        <p:nvSpPr>
          <p:cNvPr id="10256" name="Text Box 16"/>
          <p:cNvSpPr txBox="1">
            <a:spLocks noChangeArrowheads="1"/>
          </p:cNvSpPr>
          <p:nvPr/>
        </p:nvSpPr>
        <p:spPr bwMode="auto">
          <a:xfrm>
            <a:off x="755650" y="1068388"/>
            <a:ext cx="5170488"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eaLnBrk="1" hangingPunct="1"/>
            <a:r>
              <a:rPr lang="zh-CN" altLang="en-US">
                <a:solidFill>
                  <a:srgbClr val="FF0000"/>
                </a:solidFill>
                <a:latin typeface="Times New Roman" panose="02020603050405020304" pitchFamily="18" charset="0"/>
              </a:rPr>
              <a:t>二端网络（</a:t>
            </a:r>
            <a:r>
              <a:rPr lang="en-US" altLang="zh-CN">
                <a:solidFill>
                  <a:srgbClr val="FF0000"/>
                </a:solidFill>
                <a:latin typeface="Times New Roman" panose="02020603050405020304" pitchFamily="18" charset="0"/>
              </a:rPr>
              <a:t>two-terminal network</a:t>
            </a:r>
            <a:r>
              <a:rPr lang="zh-CN" altLang="en-US">
                <a:solidFill>
                  <a:srgbClr val="FF0000"/>
                </a:solidFill>
                <a:latin typeface="Times New Roman" panose="02020603050405020304" pitchFamily="18" charset="0"/>
              </a:rPr>
              <a:t>）    </a:t>
            </a:r>
            <a:endParaRPr lang="zh-CN" altLang="en-US" b="0">
              <a:solidFill>
                <a:srgbClr val="FF0000"/>
              </a:solidFill>
              <a:latin typeface="Times New Roman" panose="02020603050405020304" pitchFamily="18" charset="0"/>
            </a:endParaRPr>
          </a:p>
        </p:txBody>
      </p:sp>
      <p:sp>
        <p:nvSpPr>
          <p:cNvPr id="10357" name="Text Box 117"/>
          <p:cNvSpPr txBox="1">
            <a:spLocks noChangeArrowheads="1"/>
          </p:cNvSpPr>
          <p:nvPr/>
        </p:nvSpPr>
        <p:spPr bwMode="auto">
          <a:xfrm>
            <a:off x="755650" y="3651250"/>
            <a:ext cx="6573838"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r>
              <a:rPr lang="zh-CN" altLang="en-US">
                <a:solidFill>
                  <a:srgbClr val="FF0000"/>
                </a:solidFill>
                <a:latin typeface="Times New Roman" panose="02020603050405020304" pitchFamily="18" charset="0"/>
              </a:rPr>
              <a:t>四端网络（</a:t>
            </a:r>
            <a:r>
              <a:rPr lang="en-US" altLang="zh-CN">
                <a:solidFill>
                  <a:srgbClr val="FF0000"/>
                </a:solidFill>
                <a:latin typeface="Times New Roman" panose="02020603050405020304" pitchFamily="18" charset="0"/>
              </a:rPr>
              <a:t>four-terminal network</a:t>
            </a:r>
            <a:r>
              <a:rPr lang="zh-CN" altLang="en-US">
                <a:solidFill>
                  <a:srgbClr val="FF0000"/>
                </a:solidFill>
                <a:latin typeface="Times New Roman" panose="02020603050405020304" pitchFamily="18" charset="0"/>
              </a:rPr>
              <a:t>）</a:t>
            </a:r>
            <a:endParaRPr lang="zh-CN" altLang="en-US" b="0">
              <a:solidFill>
                <a:srgbClr val="FF0000"/>
              </a:solidFill>
              <a:latin typeface="Times New Roman" panose="02020603050405020304" pitchFamily="18" charset="0"/>
            </a:endParaRPr>
          </a:p>
        </p:txBody>
      </p:sp>
      <p:grpSp>
        <p:nvGrpSpPr>
          <p:cNvPr id="10433" name="Group 193"/>
          <p:cNvGrpSpPr>
            <a:grpSpLocks/>
          </p:cNvGrpSpPr>
          <p:nvPr/>
        </p:nvGrpSpPr>
        <p:grpSpPr bwMode="auto">
          <a:xfrm>
            <a:off x="1109663" y="1693863"/>
            <a:ext cx="2566987" cy="1524000"/>
            <a:chOff x="315" y="1058"/>
            <a:chExt cx="1617" cy="960"/>
          </a:xfrm>
        </p:grpSpPr>
        <p:sp>
          <p:nvSpPr>
            <p:cNvPr id="10258" name="Oval 18"/>
            <p:cNvSpPr>
              <a:spLocks noChangeArrowheads="1"/>
            </p:cNvSpPr>
            <p:nvPr/>
          </p:nvSpPr>
          <p:spPr bwMode="auto">
            <a:xfrm>
              <a:off x="604" y="1370"/>
              <a:ext cx="272" cy="272"/>
            </a:xfrm>
            <a:prstGeom prst="ellipse">
              <a:avLst/>
            </a:prstGeom>
            <a:solidFill>
              <a:schemeClr val="accent1"/>
            </a:solidFill>
            <a:ln w="28575">
              <a:solidFill>
                <a:schemeClr val="tx1"/>
              </a:solidFill>
              <a:round/>
              <a:headEnd/>
              <a:tailEnd/>
            </a:ln>
          </p:spPr>
          <p:txBody>
            <a:bodyPr wrap="none" anchor="ctr"/>
            <a:lstStyle/>
            <a:p>
              <a:endParaRPr lang="zh-CN" altLang="en-US"/>
            </a:p>
          </p:txBody>
        </p:sp>
        <p:grpSp>
          <p:nvGrpSpPr>
            <p:cNvPr id="10262" name="Group 22"/>
            <p:cNvGrpSpPr>
              <a:grpSpLocks/>
            </p:cNvGrpSpPr>
            <p:nvPr/>
          </p:nvGrpSpPr>
          <p:grpSpPr bwMode="auto">
            <a:xfrm>
              <a:off x="732" y="1154"/>
              <a:ext cx="624" cy="768"/>
              <a:chOff x="720" y="1392"/>
              <a:chExt cx="624" cy="768"/>
            </a:xfrm>
          </p:grpSpPr>
          <p:sp>
            <p:nvSpPr>
              <p:cNvPr id="10259" name="Line 19"/>
              <p:cNvSpPr>
                <a:spLocks noChangeShapeType="1"/>
              </p:cNvSpPr>
              <p:nvPr/>
            </p:nvSpPr>
            <p:spPr bwMode="auto">
              <a:xfrm>
                <a:off x="720" y="1392"/>
                <a:ext cx="0" cy="76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60" name="Line 20"/>
              <p:cNvSpPr>
                <a:spLocks noChangeShapeType="1"/>
              </p:cNvSpPr>
              <p:nvPr/>
            </p:nvSpPr>
            <p:spPr bwMode="auto">
              <a:xfrm>
                <a:off x="720" y="2160"/>
                <a:ext cx="624"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61" name="Line 21"/>
              <p:cNvSpPr>
                <a:spLocks noChangeShapeType="1"/>
              </p:cNvSpPr>
              <p:nvPr/>
            </p:nvSpPr>
            <p:spPr bwMode="auto">
              <a:xfrm>
                <a:off x="720" y="1392"/>
                <a:ext cx="624"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0263" name="Text Box 23"/>
            <p:cNvSpPr txBox="1">
              <a:spLocks noChangeArrowheads="1"/>
            </p:cNvSpPr>
            <p:nvPr/>
          </p:nvSpPr>
          <p:spPr bwMode="auto">
            <a:xfrm>
              <a:off x="482" y="1132"/>
              <a:ext cx="225"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eaLnBrk="1" hangingPunct="1"/>
              <a:r>
                <a:rPr lang="en-US" altLang="zh-CN">
                  <a:latin typeface="Times New Roman" panose="02020603050405020304" pitchFamily="18" charset="0"/>
                </a:rPr>
                <a:t>+</a:t>
              </a:r>
              <a:endParaRPr lang="en-US" altLang="zh-CN" b="0">
                <a:latin typeface="Times New Roman" panose="02020603050405020304" pitchFamily="18" charset="0"/>
              </a:endParaRPr>
            </a:p>
          </p:txBody>
        </p:sp>
        <p:sp>
          <p:nvSpPr>
            <p:cNvPr id="10265" name="Text Box 25"/>
            <p:cNvSpPr txBox="1">
              <a:spLocks noChangeArrowheads="1"/>
            </p:cNvSpPr>
            <p:nvPr/>
          </p:nvSpPr>
          <p:spPr bwMode="auto">
            <a:xfrm>
              <a:off x="486" y="1498"/>
              <a:ext cx="212"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eaLnBrk="1" hangingPunct="1"/>
              <a:r>
                <a:rPr lang="en-US" altLang="zh-CN">
                  <a:latin typeface="Times New Roman" panose="02020603050405020304" pitchFamily="18" charset="0"/>
                </a:rPr>
                <a:t>_</a:t>
              </a:r>
              <a:endParaRPr lang="en-US" altLang="zh-CN" b="0">
                <a:latin typeface="Times New Roman" panose="02020603050405020304" pitchFamily="18" charset="0"/>
              </a:endParaRPr>
            </a:p>
          </p:txBody>
        </p:sp>
        <p:sp>
          <p:nvSpPr>
            <p:cNvPr id="10257" name="Rectangle 17"/>
            <p:cNvSpPr>
              <a:spLocks noChangeArrowheads="1"/>
            </p:cNvSpPr>
            <p:nvPr/>
          </p:nvSpPr>
          <p:spPr bwMode="auto">
            <a:xfrm>
              <a:off x="1356" y="1058"/>
              <a:ext cx="576" cy="960"/>
            </a:xfrm>
            <a:prstGeom prst="rect">
              <a:avLst/>
            </a:prstGeom>
            <a:solidFill>
              <a:srgbClr val="FFFFCC">
                <a:alpha val="50000"/>
              </a:srgbClr>
            </a:solidFill>
            <a:ln w="31750">
              <a:solidFill>
                <a:schemeClr val="tx1"/>
              </a:solidFill>
              <a:miter lim="800000"/>
              <a:headEnd/>
              <a:tailEnd/>
            </a:ln>
          </p:spPr>
          <p:txBody>
            <a:bodyPr wrap="none" anchor="ctr"/>
            <a:lstStyle/>
            <a:p>
              <a:pPr eaLnBrk="1" hangingPunct="1"/>
              <a:endParaRPr lang="zh-CN" altLang="zh-CN" b="0">
                <a:latin typeface="Times New Roman" panose="02020603050405020304" pitchFamily="18" charset="0"/>
              </a:endParaRPr>
            </a:p>
          </p:txBody>
        </p:sp>
        <p:sp>
          <p:nvSpPr>
            <p:cNvPr id="10267" name="Text Box 27"/>
            <p:cNvSpPr txBox="1">
              <a:spLocks noChangeArrowheads="1"/>
            </p:cNvSpPr>
            <p:nvPr/>
          </p:nvSpPr>
          <p:spPr bwMode="auto">
            <a:xfrm>
              <a:off x="1514" y="1340"/>
              <a:ext cx="233"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eaLnBrk="1" hangingPunct="1"/>
              <a:r>
                <a:rPr lang="en-US" altLang="zh-CN">
                  <a:latin typeface="Times New Roman" panose="02020603050405020304" pitchFamily="18" charset="0"/>
                </a:rPr>
                <a:t>P</a:t>
              </a:r>
              <a:endParaRPr lang="en-US" altLang="zh-CN" b="0">
                <a:latin typeface="Times New Roman" panose="02020603050405020304" pitchFamily="18" charset="0"/>
              </a:endParaRPr>
            </a:p>
          </p:txBody>
        </p:sp>
        <p:sp>
          <p:nvSpPr>
            <p:cNvPr id="10302" name="Oval 62"/>
            <p:cNvSpPr>
              <a:spLocks noChangeArrowheads="1"/>
            </p:cNvSpPr>
            <p:nvPr/>
          </p:nvSpPr>
          <p:spPr bwMode="auto">
            <a:xfrm>
              <a:off x="1175" y="1898"/>
              <a:ext cx="45" cy="45"/>
            </a:xfrm>
            <a:prstGeom prst="ellipse">
              <a:avLst/>
            </a:prstGeom>
            <a:solidFill>
              <a:schemeClr val="tx1"/>
            </a:solidFill>
            <a:ln w="28575">
              <a:solidFill>
                <a:schemeClr val="tx1"/>
              </a:solidFill>
              <a:round/>
              <a:headEnd/>
              <a:tailEnd/>
            </a:ln>
          </p:spPr>
          <p:txBody>
            <a:bodyPr wrap="none" anchor="ctr"/>
            <a:lstStyle/>
            <a:p>
              <a:endParaRPr lang="zh-CN" altLang="en-US"/>
            </a:p>
          </p:txBody>
        </p:sp>
        <p:sp>
          <p:nvSpPr>
            <p:cNvPr id="10314" name="Oval 74"/>
            <p:cNvSpPr>
              <a:spLocks noChangeArrowheads="1"/>
            </p:cNvSpPr>
            <p:nvPr/>
          </p:nvSpPr>
          <p:spPr bwMode="auto">
            <a:xfrm>
              <a:off x="1175" y="1130"/>
              <a:ext cx="45" cy="45"/>
            </a:xfrm>
            <a:prstGeom prst="ellipse">
              <a:avLst/>
            </a:prstGeom>
            <a:solidFill>
              <a:schemeClr val="tx1"/>
            </a:solidFill>
            <a:ln w="28575">
              <a:solidFill>
                <a:schemeClr val="tx1"/>
              </a:solidFill>
              <a:round/>
              <a:headEnd/>
              <a:tailEnd/>
            </a:ln>
          </p:spPr>
          <p:txBody>
            <a:bodyPr wrap="none" anchor="ctr"/>
            <a:lstStyle/>
            <a:p>
              <a:endParaRPr lang="zh-CN" altLang="en-US"/>
            </a:p>
          </p:txBody>
        </p:sp>
        <p:sp>
          <p:nvSpPr>
            <p:cNvPr id="10358" name="Text Box 118"/>
            <p:cNvSpPr txBox="1">
              <a:spLocks noChangeArrowheads="1"/>
            </p:cNvSpPr>
            <p:nvPr/>
          </p:nvSpPr>
          <p:spPr bwMode="auto">
            <a:xfrm>
              <a:off x="315" y="1326"/>
              <a:ext cx="294"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eaLnBrk="1" hangingPunct="1"/>
              <a:r>
                <a:rPr lang="en-US" altLang="zh-CN" i="1">
                  <a:latin typeface="Times New Roman" panose="02020603050405020304" pitchFamily="18" charset="0"/>
                </a:rPr>
                <a:t>u</a:t>
              </a:r>
              <a:r>
                <a:rPr lang="en-US" altLang="zh-CN" baseline="-25000">
                  <a:latin typeface="Times New Roman" panose="02020603050405020304" pitchFamily="18" charset="0"/>
                </a:rPr>
                <a:t>S</a:t>
              </a:r>
            </a:p>
          </p:txBody>
        </p:sp>
      </p:grpSp>
      <p:grpSp>
        <p:nvGrpSpPr>
          <p:cNvPr id="10434" name="Group 194"/>
          <p:cNvGrpSpPr>
            <a:grpSpLocks/>
          </p:cNvGrpSpPr>
          <p:nvPr/>
        </p:nvGrpSpPr>
        <p:grpSpPr bwMode="auto">
          <a:xfrm>
            <a:off x="4456113" y="1716088"/>
            <a:ext cx="1973262" cy="1522412"/>
            <a:chOff x="2405" y="1072"/>
            <a:chExt cx="1243" cy="959"/>
          </a:xfrm>
        </p:grpSpPr>
        <p:sp>
          <p:nvSpPr>
            <p:cNvPr id="10277" name="Rectangle 37"/>
            <p:cNvSpPr>
              <a:spLocks noChangeArrowheads="1"/>
            </p:cNvSpPr>
            <p:nvPr/>
          </p:nvSpPr>
          <p:spPr bwMode="auto">
            <a:xfrm flipH="1">
              <a:off x="2405" y="1072"/>
              <a:ext cx="576" cy="959"/>
            </a:xfrm>
            <a:prstGeom prst="rect">
              <a:avLst/>
            </a:prstGeom>
            <a:solidFill>
              <a:srgbClr val="FFFFCC">
                <a:alpha val="50000"/>
              </a:srgbClr>
            </a:solidFill>
            <a:ln w="31750">
              <a:solidFill>
                <a:schemeClr val="tx1"/>
              </a:solidFill>
              <a:miter lim="800000"/>
              <a:headEnd/>
              <a:tailEnd/>
            </a:ln>
          </p:spPr>
          <p:txBody>
            <a:bodyPr wrap="none" lIns="90000" tIns="46800" rIns="90000" bIns="46800" anchor="ctr"/>
            <a:lstStyle/>
            <a:p>
              <a:pPr eaLnBrk="1" hangingPunct="1"/>
              <a:endParaRPr lang="zh-CN" altLang="zh-CN" b="0">
                <a:latin typeface="Times New Roman" panose="02020603050405020304" pitchFamily="18" charset="0"/>
              </a:endParaRPr>
            </a:p>
          </p:txBody>
        </p:sp>
        <p:sp>
          <p:nvSpPr>
            <p:cNvPr id="10278" name="Text Box 38"/>
            <p:cNvSpPr txBox="1">
              <a:spLocks noChangeArrowheads="1"/>
            </p:cNvSpPr>
            <p:nvPr/>
          </p:nvSpPr>
          <p:spPr bwMode="auto">
            <a:xfrm flipH="1">
              <a:off x="2544" y="1354"/>
              <a:ext cx="255"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eaLnBrk="1" hangingPunct="1"/>
              <a:r>
                <a:rPr lang="en-US" altLang="zh-CN">
                  <a:latin typeface="Times New Roman" panose="02020603050405020304" pitchFamily="18" charset="0"/>
                </a:rPr>
                <a:t>A</a:t>
              </a:r>
              <a:endParaRPr lang="en-US" altLang="zh-CN" b="0">
                <a:latin typeface="Times New Roman" panose="02020603050405020304" pitchFamily="18" charset="0"/>
              </a:endParaRPr>
            </a:p>
          </p:txBody>
        </p:sp>
        <p:sp>
          <p:nvSpPr>
            <p:cNvPr id="10272" name="Line 32"/>
            <p:cNvSpPr>
              <a:spLocks noChangeShapeType="1"/>
            </p:cNvSpPr>
            <p:nvPr/>
          </p:nvSpPr>
          <p:spPr bwMode="auto">
            <a:xfrm flipH="1">
              <a:off x="3606" y="1168"/>
              <a:ext cx="0" cy="76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73" name="Line 33"/>
            <p:cNvSpPr>
              <a:spLocks noChangeShapeType="1"/>
            </p:cNvSpPr>
            <p:nvPr/>
          </p:nvSpPr>
          <p:spPr bwMode="auto">
            <a:xfrm flipH="1">
              <a:off x="2982" y="1936"/>
              <a:ext cx="624"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74" name="Line 34"/>
            <p:cNvSpPr>
              <a:spLocks noChangeShapeType="1"/>
            </p:cNvSpPr>
            <p:nvPr/>
          </p:nvSpPr>
          <p:spPr bwMode="auto">
            <a:xfrm flipH="1">
              <a:off x="2988" y="1168"/>
              <a:ext cx="624"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315" name="Oval 75"/>
            <p:cNvSpPr>
              <a:spLocks noChangeArrowheads="1"/>
            </p:cNvSpPr>
            <p:nvPr/>
          </p:nvSpPr>
          <p:spPr bwMode="auto">
            <a:xfrm>
              <a:off x="3131" y="1136"/>
              <a:ext cx="45" cy="45"/>
            </a:xfrm>
            <a:prstGeom prst="ellipse">
              <a:avLst/>
            </a:prstGeom>
            <a:solidFill>
              <a:schemeClr val="tx1"/>
            </a:solidFill>
            <a:ln w="28575">
              <a:solidFill>
                <a:schemeClr val="tx1"/>
              </a:solidFill>
              <a:round/>
              <a:headEnd/>
              <a:tailEnd/>
            </a:ln>
          </p:spPr>
          <p:txBody>
            <a:bodyPr wrap="none" anchor="ctr"/>
            <a:lstStyle/>
            <a:p>
              <a:endParaRPr lang="zh-CN" altLang="en-US"/>
            </a:p>
          </p:txBody>
        </p:sp>
        <p:sp>
          <p:nvSpPr>
            <p:cNvPr id="10316" name="Oval 76"/>
            <p:cNvSpPr>
              <a:spLocks noChangeArrowheads="1"/>
            </p:cNvSpPr>
            <p:nvPr/>
          </p:nvSpPr>
          <p:spPr bwMode="auto">
            <a:xfrm>
              <a:off x="3131" y="1920"/>
              <a:ext cx="45" cy="45"/>
            </a:xfrm>
            <a:prstGeom prst="ellipse">
              <a:avLst/>
            </a:prstGeom>
            <a:solidFill>
              <a:schemeClr val="tx1"/>
            </a:solidFill>
            <a:ln w="28575">
              <a:solidFill>
                <a:schemeClr val="tx1"/>
              </a:solidFill>
              <a:round/>
              <a:headEnd/>
              <a:tailEnd/>
            </a:ln>
          </p:spPr>
          <p:txBody>
            <a:bodyPr wrap="none" anchor="ctr"/>
            <a:lstStyle/>
            <a:p>
              <a:endParaRPr lang="zh-CN" altLang="en-US"/>
            </a:p>
          </p:txBody>
        </p:sp>
        <p:sp>
          <p:nvSpPr>
            <p:cNvPr id="10280" name="Rectangle 40"/>
            <p:cNvSpPr>
              <a:spLocks noChangeArrowheads="1"/>
            </p:cNvSpPr>
            <p:nvPr/>
          </p:nvSpPr>
          <p:spPr bwMode="auto">
            <a:xfrm>
              <a:off x="3560" y="1392"/>
              <a:ext cx="88" cy="320"/>
            </a:xfrm>
            <a:prstGeom prst="rect">
              <a:avLst/>
            </a:prstGeom>
            <a:solidFill>
              <a:schemeClr val="accent1"/>
            </a:solidFill>
            <a:ln w="31750">
              <a:solidFill>
                <a:schemeClr val="tx1"/>
              </a:solidFill>
              <a:miter lim="800000"/>
              <a:headEnd/>
              <a:tailEnd/>
            </a:ln>
          </p:spPr>
          <p:txBody>
            <a:bodyPr wrap="none" anchor="ctr"/>
            <a:lstStyle/>
            <a:p>
              <a:endParaRPr lang="zh-CN" altLang="en-US"/>
            </a:p>
          </p:txBody>
        </p:sp>
        <p:sp>
          <p:nvSpPr>
            <p:cNvPr id="10359" name="Text Box 119"/>
            <p:cNvSpPr txBox="1">
              <a:spLocks noChangeArrowheads="1"/>
            </p:cNvSpPr>
            <p:nvPr/>
          </p:nvSpPr>
          <p:spPr bwMode="auto">
            <a:xfrm>
              <a:off x="3269" y="1390"/>
              <a:ext cx="244"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eaLnBrk="1" hangingPunct="1"/>
              <a:r>
                <a:rPr lang="en-US" altLang="zh-CN" i="1">
                  <a:latin typeface="Times New Roman" panose="02020603050405020304" pitchFamily="18" charset="0"/>
                </a:rPr>
                <a:t>R</a:t>
              </a:r>
              <a:endParaRPr lang="en-US" altLang="zh-CN" b="0">
                <a:latin typeface="Symbol" panose="05050102010706020507" pitchFamily="18" charset="2"/>
              </a:endParaRPr>
            </a:p>
          </p:txBody>
        </p:sp>
      </p:grpSp>
      <p:grpSp>
        <p:nvGrpSpPr>
          <p:cNvPr id="70" name="Group 136">
            <a:extLst>
              <a:ext uri="{FF2B5EF4-FFF2-40B4-BE49-F238E27FC236}">
                <a16:creationId xmlns:a16="http://schemas.microsoft.com/office/drawing/2014/main" id="{A49D725E-1EB7-4CC1-90A2-04BC214539B3}"/>
              </a:ext>
            </a:extLst>
          </p:cNvPr>
          <p:cNvGrpSpPr>
            <a:grpSpLocks/>
          </p:cNvGrpSpPr>
          <p:nvPr/>
        </p:nvGrpSpPr>
        <p:grpSpPr bwMode="auto">
          <a:xfrm>
            <a:off x="1501775" y="4594227"/>
            <a:ext cx="6145213" cy="1189038"/>
            <a:chOff x="946" y="2894"/>
            <a:chExt cx="3871" cy="749"/>
          </a:xfrm>
        </p:grpSpPr>
        <p:sp>
          <p:nvSpPr>
            <p:cNvPr id="71" name="Line 52">
              <a:extLst>
                <a:ext uri="{FF2B5EF4-FFF2-40B4-BE49-F238E27FC236}">
                  <a16:creationId xmlns:a16="http://schemas.microsoft.com/office/drawing/2014/main" id="{84DBD680-26A1-4D7F-83F1-8B87A4BCB420}"/>
                </a:ext>
              </a:extLst>
            </p:cNvPr>
            <p:cNvSpPr>
              <a:spLocks noChangeShapeType="1"/>
            </p:cNvSpPr>
            <p:nvPr/>
          </p:nvSpPr>
          <p:spPr bwMode="auto">
            <a:xfrm>
              <a:off x="1278" y="3059"/>
              <a:ext cx="3184"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2" name="Line 53">
              <a:extLst>
                <a:ext uri="{FF2B5EF4-FFF2-40B4-BE49-F238E27FC236}">
                  <a16:creationId xmlns:a16="http://schemas.microsoft.com/office/drawing/2014/main" id="{9EEE0EC9-ABD6-4D8E-8695-67B905720DD2}"/>
                </a:ext>
              </a:extLst>
            </p:cNvPr>
            <p:cNvSpPr>
              <a:spLocks noChangeShapeType="1"/>
            </p:cNvSpPr>
            <p:nvPr/>
          </p:nvSpPr>
          <p:spPr bwMode="auto">
            <a:xfrm>
              <a:off x="1300" y="3483"/>
              <a:ext cx="3184"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3" name="Rectangle 54" descr="30%">
              <a:extLst>
                <a:ext uri="{FF2B5EF4-FFF2-40B4-BE49-F238E27FC236}">
                  <a16:creationId xmlns:a16="http://schemas.microsoft.com/office/drawing/2014/main" id="{3ACB6CBE-E8D3-4571-8A24-A9E5ED4E5B8F}"/>
                </a:ext>
              </a:extLst>
            </p:cNvPr>
            <p:cNvSpPr>
              <a:spLocks noChangeArrowheads="1"/>
            </p:cNvSpPr>
            <p:nvPr/>
          </p:nvSpPr>
          <p:spPr bwMode="auto">
            <a:xfrm>
              <a:off x="2004" y="2971"/>
              <a:ext cx="1696" cy="616"/>
            </a:xfrm>
            <a:prstGeom prst="rect">
              <a:avLst/>
            </a:prstGeom>
            <a:pattFill prst="pct30">
              <a:fgClr>
                <a:srgbClr val="D5FFFF"/>
              </a:fgClr>
              <a:bgClr>
                <a:srgbClr val="FFFFFF"/>
              </a:bgClr>
            </a:pattFill>
            <a:ln w="31750">
              <a:solidFill>
                <a:schemeClr val="tx1"/>
              </a:solidFill>
              <a:miter lim="800000"/>
              <a:headEnd/>
              <a:tailEnd/>
            </a:ln>
          </p:spPr>
          <p:txBody>
            <a:bodyPr wrap="none" anchor="ctr"/>
            <a:lstStyle/>
            <a:p>
              <a:pPr eaLnBrk="1" hangingPunct="1"/>
              <a:endParaRPr lang="zh-CN" altLang="en-US" b="0" dirty="0">
                <a:latin typeface="Times New Roman" panose="02020603050405020304" pitchFamily="18" charset="0"/>
              </a:endParaRPr>
            </a:p>
          </p:txBody>
        </p:sp>
        <p:sp>
          <p:nvSpPr>
            <p:cNvPr id="74" name="Oval 55">
              <a:extLst>
                <a:ext uri="{FF2B5EF4-FFF2-40B4-BE49-F238E27FC236}">
                  <a16:creationId xmlns:a16="http://schemas.microsoft.com/office/drawing/2014/main" id="{32E7D31B-9F94-46AA-A109-606A5C278ED7}"/>
                </a:ext>
              </a:extLst>
            </p:cNvPr>
            <p:cNvSpPr>
              <a:spLocks noChangeArrowheads="1"/>
            </p:cNvSpPr>
            <p:nvPr/>
          </p:nvSpPr>
          <p:spPr bwMode="auto">
            <a:xfrm>
              <a:off x="1226" y="3435"/>
              <a:ext cx="68" cy="68"/>
            </a:xfrm>
            <a:prstGeom prst="ellipse">
              <a:avLst/>
            </a:prstGeom>
            <a:noFill/>
            <a:ln w="19050">
              <a:solidFill>
                <a:schemeClr val="tx1"/>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sp>
          <p:nvSpPr>
            <p:cNvPr id="75" name="Oval 56">
              <a:extLst>
                <a:ext uri="{FF2B5EF4-FFF2-40B4-BE49-F238E27FC236}">
                  <a16:creationId xmlns:a16="http://schemas.microsoft.com/office/drawing/2014/main" id="{E1660D45-4208-4FC0-95B7-9A470D341ED9}"/>
                </a:ext>
              </a:extLst>
            </p:cNvPr>
            <p:cNvSpPr>
              <a:spLocks noChangeArrowheads="1"/>
            </p:cNvSpPr>
            <p:nvPr/>
          </p:nvSpPr>
          <p:spPr bwMode="auto">
            <a:xfrm>
              <a:off x="1220" y="3023"/>
              <a:ext cx="68" cy="68"/>
            </a:xfrm>
            <a:prstGeom prst="ellipse">
              <a:avLst/>
            </a:prstGeom>
            <a:noFill/>
            <a:ln w="19050">
              <a:solidFill>
                <a:schemeClr val="tx1"/>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sp>
          <p:nvSpPr>
            <p:cNvPr id="80" name="Text Box 65">
              <a:extLst>
                <a:ext uri="{FF2B5EF4-FFF2-40B4-BE49-F238E27FC236}">
                  <a16:creationId xmlns:a16="http://schemas.microsoft.com/office/drawing/2014/main" id="{76970786-0CC1-4C79-9051-0FF2D0C540E3}"/>
                </a:ext>
              </a:extLst>
            </p:cNvPr>
            <p:cNvSpPr txBox="1">
              <a:spLocks noChangeArrowheads="1"/>
            </p:cNvSpPr>
            <p:nvPr/>
          </p:nvSpPr>
          <p:spPr bwMode="auto">
            <a:xfrm>
              <a:off x="946" y="3109"/>
              <a:ext cx="287"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eaLnBrk="1" hangingPunct="1"/>
              <a:r>
                <a:rPr lang="en-US" altLang="zh-CN" i="1">
                  <a:latin typeface="Times New Roman" panose="02020603050405020304" pitchFamily="18" charset="0"/>
                </a:rPr>
                <a:t>u</a:t>
              </a:r>
              <a:r>
                <a:rPr lang="en-US" altLang="zh-CN" baseline="-25000">
                  <a:latin typeface="Times New Roman" panose="02020603050405020304" pitchFamily="18" charset="0"/>
                </a:rPr>
                <a:t>1</a:t>
              </a:r>
              <a:endParaRPr lang="en-US" altLang="zh-CN" b="0">
                <a:latin typeface="Times New Roman" panose="02020603050405020304" pitchFamily="18" charset="0"/>
              </a:endParaRPr>
            </a:p>
          </p:txBody>
        </p:sp>
        <p:sp>
          <p:nvSpPr>
            <p:cNvPr id="81" name="Oval 69">
              <a:extLst>
                <a:ext uri="{FF2B5EF4-FFF2-40B4-BE49-F238E27FC236}">
                  <a16:creationId xmlns:a16="http://schemas.microsoft.com/office/drawing/2014/main" id="{9531A564-C6F6-47DD-83C3-30C446D7878F}"/>
                </a:ext>
              </a:extLst>
            </p:cNvPr>
            <p:cNvSpPr>
              <a:spLocks noChangeArrowheads="1"/>
            </p:cNvSpPr>
            <p:nvPr/>
          </p:nvSpPr>
          <p:spPr bwMode="auto">
            <a:xfrm>
              <a:off x="4468" y="3443"/>
              <a:ext cx="68" cy="68"/>
            </a:xfrm>
            <a:prstGeom prst="ellipse">
              <a:avLst/>
            </a:prstGeom>
            <a:noFill/>
            <a:ln w="19050">
              <a:solidFill>
                <a:schemeClr val="tx1"/>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sp>
          <p:nvSpPr>
            <p:cNvPr id="82" name="Oval 70">
              <a:extLst>
                <a:ext uri="{FF2B5EF4-FFF2-40B4-BE49-F238E27FC236}">
                  <a16:creationId xmlns:a16="http://schemas.microsoft.com/office/drawing/2014/main" id="{156927E2-3D70-4F77-9B9D-8A2BB6BB14F9}"/>
                </a:ext>
              </a:extLst>
            </p:cNvPr>
            <p:cNvSpPr>
              <a:spLocks noChangeArrowheads="1"/>
            </p:cNvSpPr>
            <p:nvPr/>
          </p:nvSpPr>
          <p:spPr bwMode="auto">
            <a:xfrm>
              <a:off x="4452" y="3027"/>
              <a:ext cx="68" cy="68"/>
            </a:xfrm>
            <a:prstGeom prst="ellipse">
              <a:avLst/>
            </a:prstGeom>
            <a:noFill/>
            <a:ln w="19050">
              <a:solidFill>
                <a:schemeClr val="tx1"/>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sp>
          <p:nvSpPr>
            <p:cNvPr id="83" name="Text Box 71">
              <a:extLst>
                <a:ext uri="{FF2B5EF4-FFF2-40B4-BE49-F238E27FC236}">
                  <a16:creationId xmlns:a16="http://schemas.microsoft.com/office/drawing/2014/main" id="{1539756D-9607-4B99-916B-29EBF4C2C977}"/>
                </a:ext>
              </a:extLst>
            </p:cNvPr>
            <p:cNvSpPr txBox="1">
              <a:spLocks noChangeArrowheads="1"/>
            </p:cNvSpPr>
            <p:nvPr/>
          </p:nvSpPr>
          <p:spPr bwMode="auto">
            <a:xfrm>
              <a:off x="4530" y="3093"/>
              <a:ext cx="287"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eaLnBrk="1" hangingPunct="1"/>
              <a:r>
                <a:rPr lang="en-US" altLang="zh-CN" i="1">
                  <a:latin typeface="Times New Roman" panose="02020603050405020304" pitchFamily="18" charset="0"/>
                </a:rPr>
                <a:t>u</a:t>
              </a:r>
              <a:r>
                <a:rPr lang="en-US" altLang="zh-CN" baseline="-25000">
                  <a:latin typeface="Times New Roman" panose="02020603050405020304" pitchFamily="18" charset="0"/>
                </a:rPr>
                <a:t>2</a:t>
              </a:r>
              <a:endParaRPr lang="en-US" altLang="zh-CN" b="0">
                <a:latin typeface="Times New Roman" panose="02020603050405020304" pitchFamily="18" charset="0"/>
              </a:endParaRPr>
            </a:p>
          </p:txBody>
        </p:sp>
        <p:sp>
          <p:nvSpPr>
            <p:cNvPr id="84" name="Text Box 103">
              <a:extLst>
                <a:ext uri="{FF2B5EF4-FFF2-40B4-BE49-F238E27FC236}">
                  <a16:creationId xmlns:a16="http://schemas.microsoft.com/office/drawing/2014/main" id="{6F6657A3-C8DA-431E-81F0-FC6F66D0B8F9}"/>
                </a:ext>
              </a:extLst>
            </p:cNvPr>
            <p:cNvSpPr txBox="1">
              <a:spLocks noChangeArrowheads="1"/>
            </p:cNvSpPr>
            <p:nvPr/>
          </p:nvSpPr>
          <p:spPr bwMode="auto">
            <a:xfrm>
              <a:off x="956" y="2894"/>
              <a:ext cx="22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r>
                <a:rPr lang="en-US" altLang="zh-CN">
                  <a:latin typeface="Times New Roman" panose="02020603050405020304" pitchFamily="18" charset="0"/>
                </a:rPr>
                <a:t>+</a:t>
              </a:r>
            </a:p>
          </p:txBody>
        </p:sp>
        <p:sp>
          <p:nvSpPr>
            <p:cNvPr id="85" name="Text Box 104">
              <a:extLst>
                <a:ext uri="{FF2B5EF4-FFF2-40B4-BE49-F238E27FC236}">
                  <a16:creationId xmlns:a16="http://schemas.microsoft.com/office/drawing/2014/main" id="{F6A1AF34-D611-401B-A42C-55A0F35FC2AC}"/>
                </a:ext>
              </a:extLst>
            </p:cNvPr>
            <p:cNvSpPr txBox="1">
              <a:spLocks noChangeArrowheads="1"/>
            </p:cNvSpPr>
            <p:nvPr/>
          </p:nvSpPr>
          <p:spPr bwMode="auto">
            <a:xfrm>
              <a:off x="962" y="3307"/>
              <a:ext cx="21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r>
                <a:rPr lang="en-US" altLang="zh-CN">
                  <a:latin typeface="黑体" panose="02010609060101010101" pitchFamily="49" charset="-122"/>
                  <a:ea typeface="黑体" panose="02010609060101010101" pitchFamily="49" charset="-122"/>
                </a:rPr>
                <a:t>-</a:t>
              </a:r>
            </a:p>
          </p:txBody>
        </p:sp>
        <p:sp>
          <p:nvSpPr>
            <p:cNvPr id="86" name="Text Box 125">
              <a:extLst>
                <a:ext uri="{FF2B5EF4-FFF2-40B4-BE49-F238E27FC236}">
                  <a16:creationId xmlns:a16="http://schemas.microsoft.com/office/drawing/2014/main" id="{27F785DD-07DD-4565-A66D-48B5FEB4D6CC}"/>
                </a:ext>
              </a:extLst>
            </p:cNvPr>
            <p:cNvSpPr txBox="1">
              <a:spLocks noChangeArrowheads="1"/>
            </p:cNvSpPr>
            <p:nvPr/>
          </p:nvSpPr>
          <p:spPr bwMode="auto">
            <a:xfrm>
              <a:off x="4544" y="2918"/>
              <a:ext cx="22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r>
                <a:rPr lang="en-US" altLang="zh-CN">
                  <a:latin typeface="Times New Roman" panose="02020603050405020304" pitchFamily="18" charset="0"/>
                </a:rPr>
                <a:t>+</a:t>
              </a:r>
            </a:p>
          </p:txBody>
        </p:sp>
        <p:sp>
          <p:nvSpPr>
            <p:cNvPr id="87" name="Text Box 126">
              <a:extLst>
                <a:ext uri="{FF2B5EF4-FFF2-40B4-BE49-F238E27FC236}">
                  <a16:creationId xmlns:a16="http://schemas.microsoft.com/office/drawing/2014/main" id="{36BCDF92-47D0-43CA-8DA9-9933E59A63F6}"/>
                </a:ext>
              </a:extLst>
            </p:cNvPr>
            <p:cNvSpPr txBox="1">
              <a:spLocks noChangeArrowheads="1"/>
            </p:cNvSpPr>
            <p:nvPr/>
          </p:nvSpPr>
          <p:spPr bwMode="auto">
            <a:xfrm>
              <a:off x="4544" y="3355"/>
              <a:ext cx="21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r>
                <a:rPr lang="en-US" altLang="zh-CN">
                  <a:latin typeface="黑体" panose="02010609060101010101" pitchFamily="49" charset="-122"/>
                  <a:ea typeface="黑体" panose="02010609060101010101" pitchFamily="49" charset="-122"/>
                </a:rPr>
                <a:t>-</a:t>
              </a:r>
            </a:p>
          </p:txBody>
        </p:sp>
        <p:sp>
          <p:nvSpPr>
            <p:cNvPr id="88" name="Line 130">
              <a:extLst>
                <a:ext uri="{FF2B5EF4-FFF2-40B4-BE49-F238E27FC236}">
                  <a16:creationId xmlns:a16="http://schemas.microsoft.com/office/drawing/2014/main" id="{1810862F-7740-4022-9FCD-2B68F4D6E088}"/>
                </a:ext>
              </a:extLst>
            </p:cNvPr>
            <p:cNvSpPr>
              <a:spLocks noChangeShapeType="1"/>
            </p:cNvSpPr>
            <p:nvPr/>
          </p:nvSpPr>
          <p:spPr bwMode="auto">
            <a:xfrm>
              <a:off x="1544" y="3008"/>
              <a:ext cx="224"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89" name="Line 131">
              <a:extLst>
                <a:ext uri="{FF2B5EF4-FFF2-40B4-BE49-F238E27FC236}">
                  <a16:creationId xmlns:a16="http://schemas.microsoft.com/office/drawing/2014/main" id="{59A523C8-FA96-450B-BF65-6AD511A8923A}"/>
                </a:ext>
              </a:extLst>
            </p:cNvPr>
            <p:cNvSpPr>
              <a:spLocks noChangeShapeType="1"/>
            </p:cNvSpPr>
            <p:nvPr/>
          </p:nvSpPr>
          <p:spPr bwMode="auto">
            <a:xfrm flipH="1">
              <a:off x="1448" y="3528"/>
              <a:ext cx="200"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90" name="Line 132">
              <a:extLst>
                <a:ext uri="{FF2B5EF4-FFF2-40B4-BE49-F238E27FC236}">
                  <a16:creationId xmlns:a16="http://schemas.microsoft.com/office/drawing/2014/main" id="{A7D14082-34C8-4DBD-856C-5F8B133A1278}"/>
                </a:ext>
              </a:extLst>
            </p:cNvPr>
            <p:cNvSpPr>
              <a:spLocks noChangeShapeType="1"/>
            </p:cNvSpPr>
            <p:nvPr/>
          </p:nvSpPr>
          <p:spPr bwMode="auto">
            <a:xfrm flipH="1">
              <a:off x="3904" y="3024"/>
              <a:ext cx="192"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91" name="Line 133">
              <a:extLst>
                <a:ext uri="{FF2B5EF4-FFF2-40B4-BE49-F238E27FC236}">
                  <a16:creationId xmlns:a16="http://schemas.microsoft.com/office/drawing/2014/main" id="{90D9BCD9-6EFB-443F-BA9F-B70B48796129}"/>
                </a:ext>
              </a:extLst>
            </p:cNvPr>
            <p:cNvSpPr>
              <a:spLocks noChangeShapeType="1"/>
            </p:cNvSpPr>
            <p:nvPr/>
          </p:nvSpPr>
          <p:spPr bwMode="auto">
            <a:xfrm>
              <a:off x="3960" y="3520"/>
              <a:ext cx="216"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256">
                                            <p:txEl>
                                              <p:pRg st="0" end="0"/>
                                            </p:txEl>
                                          </p:spTgt>
                                        </p:tgtEl>
                                        <p:attrNameLst>
                                          <p:attrName>style.visibility</p:attrName>
                                        </p:attrNameLst>
                                      </p:cBhvr>
                                      <p:to>
                                        <p:strVal val="visible"/>
                                      </p:to>
                                    </p:set>
                                    <p:animEffect transition="in" filter="wipe(left)">
                                      <p:cBhvr>
                                        <p:cTn id="7" dur="500"/>
                                        <p:tgtEl>
                                          <p:spTgt spid="10256">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8" fill="hold" nodeType="clickEffect">
                                  <p:stCondLst>
                                    <p:cond delay="0"/>
                                  </p:stCondLst>
                                  <p:childTnLst>
                                    <p:set>
                                      <p:cBhvr>
                                        <p:cTn id="11" dur="1" fill="hold">
                                          <p:stCondLst>
                                            <p:cond delay="0"/>
                                          </p:stCondLst>
                                        </p:cTn>
                                        <p:tgtEl>
                                          <p:spTgt spid="10433"/>
                                        </p:tgtEl>
                                        <p:attrNameLst>
                                          <p:attrName>style.visibility</p:attrName>
                                        </p:attrNameLst>
                                      </p:cBhvr>
                                      <p:to>
                                        <p:strVal val="visible"/>
                                      </p:to>
                                    </p:set>
                                    <p:anim calcmode="lin" valueType="num">
                                      <p:cBhvr additive="base">
                                        <p:cTn id="12" dur="500" fill="hold"/>
                                        <p:tgtEl>
                                          <p:spTgt spid="10433"/>
                                        </p:tgtEl>
                                        <p:attrNameLst>
                                          <p:attrName>ppt_x</p:attrName>
                                        </p:attrNameLst>
                                      </p:cBhvr>
                                      <p:tavLst>
                                        <p:tav tm="0">
                                          <p:val>
                                            <p:strVal val="0-#ppt_w/2"/>
                                          </p:val>
                                        </p:tav>
                                        <p:tav tm="100000">
                                          <p:val>
                                            <p:strVal val="#ppt_x"/>
                                          </p:val>
                                        </p:tav>
                                      </p:tavLst>
                                    </p:anim>
                                    <p:anim calcmode="lin" valueType="num">
                                      <p:cBhvr additive="base">
                                        <p:cTn id="13" dur="500" fill="hold"/>
                                        <p:tgtEl>
                                          <p:spTgt spid="10433"/>
                                        </p:tgtEl>
                                        <p:attrNameLst>
                                          <p:attrName>ppt_y</p:attrName>
                                        </p:attrNameLst>
                                      </p:cBhvr>
                                      <p:tavLst>
                                        <p:tav tm="0">
                                          <p:val>
                                            <p:strVal val="#ppt_y"/>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2" fill="hold" nodeType="clickEffect">
                                  <p:stCondLst>
                                    <p:cond delay="0"/>
                                  </p:stCondLst>
                                  <p:childTnLst>
                                    <p:set>
                                      <p:cBhvr>
                                        <p:cTn id="17" dur="1" fill="hold">
                                          <p:stCondLst>
                                            <p:cond delay="0"/>
                                          </p:stCondLst>
                                        </p:cTn>
                                        <p:tgtEl>
                                          <p:spTgt spid="10434"/>
                                        </p:tgtEl>
                                        <p:attrNameLst>
                                          <p:attrName>style.visibility</p:attrName>
                                        </p:attrNameLst>
                                      </p:cBhvr>
                                      <p:to>
                                        <p:strVal val="visible"/>
                                      </p:to>
                                    </p:set>
                                    <p:anim calcmode="lin" valueType="num">
                                      <p:cBhvr additive="base">
                                        <p:cTn id="18" dur="500" fill="hold"/>
                                        <p:tgtEl>
                                          <p:spTgt spid="10434"/>
                                        </p:tgtEl>
                                        <p:attrNameLst>
                                          <p:attrName>ppt_x</p:attrName>
                                        </p:attrNameLst>
                                      </p:cBhvr>
                                      <p:tavLst>
                                        <p:tav tm="0">
                                          <p:val>
                                            <p:strVal val="1+#ppt_w/2"/>
                                          </p:val>
                                        </p:tav>
                                        <p:tav tm="100000">
                                          <p:val>
                                            <p:strVal val="#ppt_x"/>
                                          </p:val>
                                        </p:tav>
                                      </p:tavLst>
                                    </p:anim>
                                    <p:anim calcmode="lin" valueType="num">
                                      <p:cBhvr additive="base">
                                        <p:cTn id="19" dur="500" fill="hold"/>
                                        <p:tgtEl>
                                          <p:spTgt spid="10434"/>
                                        </p:tgtEl>
                                        <p:attrNameLst>
                                          <p:attrName>ppt_y</p:attrName>
                                        </p:attrNameLst>
                                      </p:cBhvr>
                                      <p:tavLst>
                                        <p:tav tm="0">
                                          <p:val>
                                            <p:strVal val="#ppt_y"/>
                                          </p:val>
                                        </p:tav>
                                        <p:tav tm="100000">
                                          <p:val>
                                            <p:strVal val="#ppt_y"/>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10357">
                                            <p:txEl>
                                              <p:pRg st="0" end="0"/>
                                            </p:txEl>
                                          </p:spTgt>
                                        </p:tgtEl>
                                        <p:attrNameLst>
                                          <p:attrName>style.visibility</p:attrName>
                                        </p:attrNameLst>
                                      </p:cBhvr>
                                      <p:to>
                                        <p:strVal val="visible"/>
                                      </p:to>
                                    </p:set>
                                    <p:animEffect transition="in" filter="wipe(left)">
                                      <p:cBhvr>
                                        <p:cTn id="24" dur="500"/>
                                        <p:tgtEl>
                                          <p:spTgt spid="10357">
                                            <p:txEl>
                                              <p:pRg st="0" end="0"/>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70"/>
                                        </p:tgtEl>
                                        <p:attrNameLst>
                                          <p:attrName>style.visibility</p:attrName>
                                        </p:attrNameLst>
                                      </p:cBhvr>
                                      <p:to>
                                        <p:strVal val="visible"/>
                                      </p:to>
                                    </p:set>
                                    <p:anim calcmode="lin" valueType="num">
                                      <p:cBhvr additive="base">
                                        <p:cTn id="29" dur="500" fill="hold"/>
                                        <p:tgtEl>
                                          <p:spTgt spid="70"/>
                                        </p:tgtEl>
                                        <p:attrNameLst>
                                          <p:attrName>ppt_x</p:attrName>
                                        </p:attrNameLst>
                                      </p:cBhvr>
                                      <p:tavLst>
                                        <p:tav tm="0">
                                          <p:val>
                                            <p:strVal val="#ppt_x"/>
                                          </p:val>
                                        </p:tav>
                                        <p:tav tm="100000">
                                          <p:val>
                                            <p:strVal val="#ppt_x"/>
                                          </p:val>
                                        </p:tav>
                                      </p:tavLst>
                                    </p:anim>
                                    <p:anim calcmode="lin" valueType="num">
                                      <p:cBhvr additive="base">
                                        <p:cTn id="30" dur="500" fill="hold"/>
                                        <p:tgtEl>
                                          <p:spTgt spid="7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56" grpId="0" build="p" autoUpdateAnimBg="0"/>
      <p:bldP spid="10357" grpId="0" build="p" autoUpdateAnimBg="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ext Box 2"/>
          <p:cNvSpPr txBox="1">
            <a:spLocks noChangeArrowheads="1"/>
          </p:cNvSpPr>
          <p:nvPr/>
        </p:nvSpPr>
        <p:spPr bwMode="auto">
          <a:xfrm>
            <a:off x="355600" y="287338"/>
            <a:ext cx="301625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spcBef>
                <a:spcPct val="50000"/>
              </a:spcBef>
            </a:pPr>
            <a:r>
              <a:rPr lang="zh-CN" altLang="en-US">
                <a:solidFill>
                  <a:srgbClr val="CC0066"/>
                </a:solidFill>
                <a:latin typeface="Times New Roman" panose="02020603050405020304" pitchFamily="18" charset="0"/>
              </a:rPr>
              <a:t>一、 端口 （</a:t>
            </a:r>
            <a:r>
              <a:rPr lang="en-US" altLang="zh-CN">
                <a:solidFill>
                  <a:srgbClr val="CC0066"/>
                </a:solidFill>
                <a:latin typeface="Times New Roman" panose="02020603050405020304" pitchFamily="18" charset="0"/>
              </a:rPr>
              <a:t>port</a:t>
            </a:r>
            <a:r>
              <a:rPr lang="zh-CN" altLang="en-US">
                <a:solidFill>
                  <a:srgbClr val="CC0066"/>
                </a:solidFill>
                <a:latin typeface="Times New Roman" panose="02020603050405020304" pitchFamily="18" charset="0"/>
              </a:rPr>
              <a:t>）   </a:t>
            </a:r>
          </a:p>
        </p:txBody>
      </p:sp>
      <p:sp>
        <p:nvSpPr>
          <p:cNvPr id="12291" name="Text Box 3"/>
          <p:cNvSpPr txBox="1">
            <a:spLocks noChangeArrowheads="1"/>
          </p:cNvSpPr>
          <p:nvPr/>
        </p:nvSpPr>
        <p:spPr bwMode="auto">
          <a:xfrm>
            <a:off x="4271963" y="912813"/>
            <a:ext cx="4610100" cy="14065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just" eaLnBrk="1" hangingPunct="1">
              <a:lnSpc>
                <a:spcPct val="120000"/>
              </a:lnSpc>
              <a:spcBef>
                <a:spcPct val="50000"/>
              </a:spcBef>
            </a:pPr>
            <a:r>
              <a:rPr lang="en-US" altLang="zh-CN">
                <a:latin typeface="Times New Roman" panose="02020603050405020304" pitchFamily="18" charset="0"/>
              </a:rPr>
              <a:t>        </a:t>
            </a:r>
            <a:r>
              <a:rPr lang="zh-CN" altLang="en-US">
                <a:latin typeface="Times New Roman" panose="02020603050405020304" pitchFamily="18" charset="0"/>
              </a:rPr>
              <a:t>端口由一对端钮构成，且    满足从一个端钮流入的电流等于从另一个端钮流出的电流。                 </a:t>
            </a:r>
          </a:p>
        </p:txBody>
      </p:sp>
      <p:sp>
        <p:nvSpPr>
          <p:cNvPr id="12306" name="Text Box 18"/>
          <p:cNvSpPr txBox="1">
            <a:spLocks noChangeArrowheads="1"/>
          </p:cNvSpPr>
          <p:nvPr/>
        </p:nvSpPr>
        <p:spPr bwMode="auto">
          <a:xfrm>
            <a:off x="423863" y="2824163"/>
            <a:ext cx="385445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spcBef>
                <a:spcPct val="50000"/>
              </a:spcBef>
            </a:pPr>
            <a:r>
              <a:rPr lang="zh-CN" altLang="en-US">
                <a:solidFill>
                  <a:srgbClr val="CC0066"/>
                </a:solidFill>
                <a:latin typeface="Times New Roman" panose="02020603050405020304" pitchFamily="18" charset="0"/>
              </a:rPr>
              <a:t>二、二端口（</a:t>
            </a:r>
            <a:r>
              <a:rPr lang="en-US" altLang="zh-CN">
                <a:solidFill>
                  <a:srgbClr val="CC0066"/>
                </a:solidFill>
                <a:latin typeface="Times New Roman" panose="02020603050405020304" pitchFamily="18" charset="0"/>
              </a:rPr>
              <a:t>two-port</a:t>
            </a:r>
            <a:r>
              <a:rPr lang="zh-CN" altLang="en-US">
                <a:solidFill>
                  <a:srgbClr val="CC0066"/>
                </a:solidFill>
                <a:latin typeface="Times New Roman" panose="02020603050405020304" pitchFamily="18" charset="0"/>
              </a:rPr>
              <a:t>）</a:t>
            </a:r>
          </a:p>
        </p:txBody>
      </p:sp>
      <p:sp>
        <p:nvSpPr>
          <p:cNvPr id="12307" name="Text Box 19"/>
          <p:cNvSpPr txBox="1">
            <a:spLocks noChangeArrowheads="1"/>
          </p:cNvSpPr>
          <p:nvPr/>
        </p:nvSpPr>
        <p:spPr bwMode="auto">
          <a:xfrm>
            <a:off x="566738" y="3371850"/>
            <a:ext cx="8577262" cy="8223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spcBef>
                <a:spcPct val="50000"/>
              </a:spcBef>
            </a:pPr>
            <a:r>
              <a:rPr lang="en-US" altLang="zh-CN">
                <a:latin typeface="Times New Roman" panose="02020603050405020304" pitchFamily="18" charset="0"/>
              </a:rPr>
              <a:t>        </a:t>
            </a:r>
            <a:r>
              <a:rPr lang="zh-CN" altLang="en-US">
                <a:latin typeface="Times New Roman" panose="02020603050405020304" pitchFamily="18" charset="0"/>
              </a:rPr>
              <a:t>当一个电路与外部电路通过两个端口连接时称此电路为    二端口。</a:t>
            </a:r>
          </a:p>
        </p:txBody>
      </p:sp>
      <p:grpSp>
        <p:nvGrpSpPr>
          <p:cNvPr id="12425" name="Group 137"/>
          <p:cNvGrpSpPr>
            <a:grpSpLocks/>
          </p:cNvGrpSpPr>
          <p:nvPr/>
        </p:nvGrpSpPr>
        <p:grpSpPr bwMode="auto">
          <a:xfrm>
            <a:off x="952500" y="798513"/>
            <a:ext cx="2755900" cy="1641475"/>
            <a:chOff x="600" y="503"/>
            <a:chExt cx="1736" cy="1034"/>
          </a:xfrm>
        </p:grpSpPr>
        <p:sp>
          <p:nvSpPr>
            <p:cNvPr id="12295" name="Line 7"/>
            <p:cNvSpPr>
              <a:spLocks noChangeShapeType="1"/>
            </p:cNvSpPr>
            <p:nvPr/>
          </p:nvSpPr>
          <p:spPr bwMode="auto">
            <a:xfrm flipV="1">
              <a:off x="945" y="873"/>
              <a:ext cx="778" cy="1"/>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296" name="Line 8"/>
            <p:cNvSpPr>
              <a:spLocks noChangeShapeType="1"/>
            </p:cNvSpPr>
            <p:nvPr/>
          </p:nvSpPr>
          <p:spPr bwMode="auto">
            <a:xfrm>
              <a:off x="948" y="1419"/>
              <a:ext cx="778"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302" name="Text Box 14"/>
            <p:cNvSpPr txBox="1">
              <a:spLocks noChangeArrowheads="1"/>
            </p:cNvSpPr>
            <p:nvPr/>
          </p:nvSpPr>
          <p:spPr bwMode="auto">
            <a:xfrm>
              <a:off x="600" y="991"/>
              <a:ext cx="358"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spcBef>
                  <a:spcPct val="50000"/>
                </a:spcBef>
              </a:pPr>
              <a:r>
                <a:rPr lang="en-US" altLang="zh-CN" i="1">
                  <a:latin typeface="Times New Roman" panose="02020603050405020304" pitchFamily="18" charset="0"/>
                </a:rPr>
                <a:t>u</a:t>
              </a:r>
              <a:endParaRPr lang="en-US" altLang="zh-CN">
                <a:latin typeface="Times New Roman" panose="02020603050405020304" pitchFamily="18" charset="0"/>
              </a:endParaRPr>
            </a:p>
          </p:txBody>
        </p:sp>
        <p:sp>
          <p:nvSpPr>
            <p:cNvPr id="12303" name="Text Box 15"/>
            <p:cNvSpPr txBox="1">
              <a:spLocks noChangeArrowheads="1"/>
            </p:cNvSpPr>
            <p:nvPr/>
          </p:nvSpPr>
          <p:spPr bwMode="auto">
            <a:xfrm>
              <a:off x="1213" y="503"/>
              <a:ext cx="358"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spcBef>
                  <a:spcPct val="50000"/>
                </a:spcBef>
              </a:pPr>
              <a:r>
                <a:rPr lang="en-US" altLang="zh-CN" i="1">
                  <a:latin typeface="Times New Roman" panose="02020603050405020304" pitchFamily="18" charset="0"/>
                </a:rPr>
                <a:t>i</a:t>
              </a:r>
              <a:endParaRPr lang="en-US" altLang="zh-CN">
                <a:latin typeface="Times New Roman" panose="02020603050405020304" pitchFamily="18" charset="0"/>
              </a:endParaRPr>
            </a:p>
          </p:txBody>
        </p:sp>
        <p:sp>
          <p:nvSpPr>
            <p:cNvPr id="12305" name="Text Box 17"/>
            <p:cNvSpPr txBox="1">
              <a:spLocks noChangeArrowheads="1"/>
            </p:cNvSpPr>
            <p:nvPr/>
          </p:nvSpPr>
          <p:spPr bwMode="auto">
            <a:xfrm>
              <a:off x="1200" y="1050"/>
              <a:ext cx="358"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spcBef>
                  <a:spcPct val="50000"/>
                </a:spcBef>
              </a:pPr>
              <a:r>
                <a:rPr lang="en-US" altLang="zh-CN" i="1">
                  <a:latin typeface="Times New Roman" panose="02020603050405020304" pitchFamily="18" charset="0"/>
                </a:rPr>
                <a:t>i</a:t>
              </a:r>
              <a:endParaRPr lang="en-US" altLang="zh-CN">
                <a:latin typeface="Times New Roman" panose="02020603050405020304" pitchFamily="18" charset="0"/>
              </a:endParaRPr>
            </a:p>
          </p:txBody>
        </p:sp>
        <p:sp>
          <p:nvSpPr>
            <p:cNvPr id="12335" name="Oval 47"/>
            <p:cNvSpPr>
              <a:spLocks noChangeArrowheads="1"/>
            </p:cNvSpPr>
            <p:nvPr/>
          </p:nvSpPr>
          <p:spPr bwMode="auto">
            <a:xfrm>
              <a:off x="893" y="1383"/>
              <a:ext cx="68" cy="68"/>
            </a:xfrm>
            <a:prstGeom prst="ellipse">
              <a:avLst/>
            </a:prstGeom>
            <a:noFill/>
            <a:ln w="19050">
              <a:solidFill>
                <a:schemeClr val="tx1"/>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sp>
          <p:nvSpPr>
            <p:cNvPr id="12362" name="Rectangle 74" descr="50%"/>
            <p:cNvSpPr>
              <a:spLocks noChangeArrowheads="1"/>
            </p:cNvSpPr>
            <p:nvPr/>
          </p:nvSpPr>
          <p:spPr bwMode="auto">
            <a:xfrm>
              <a:off x="1733" y="759"/>
              <a:ext cx="603" cy="776"/>
            </a:xfrm>
            <a:prstGeom prst="rect">
              <a:avLst/>
            </a:prstGeom>
            <a:pattFill prst="pct50">
              <a:fgClr>
                <a:srgbClr val="D5FFFF"/>
              </a:fgClr>
              <a:bgClr>
                <a:srgbClr val="FFFFFF"/>
              </a:bgClr>
            </a:pattFill>
            <a:ln w="31750">
              <a:solidFill>
                <a:schemeClr val="tx1"/>
              </a:solidFill>
              <a:miter lim="800000"/>
              <a:headEnd/>
              <a:tailEnd/>
            </a:ln>
          </p:spPr>
          <p:txBody>
            <a:bodyPr wrap="none" anchor="ctr"/>
            <a:lstStyle/>
            <a:p>
              <a:endParaRPr lang="zh-CN" altLang="en-US"/>
            </a:p>
          </p:txBody>
        </p:sp>
        <p:sp>
          <p:nvSpPr>
            <p:cNvPr id="12363" name="Oval 75"/>
            <p:cNvSpPr>
              <a:spLocks noChangeArrowheads="1"/>
            </p:cNvSpPr>
            <p:nvPr/>
          </p:nvSpPr>
          <p:spPr bwMode="auto">
            <a:xfrm>
              <a:off x="885" y="847"/>
              <a:ext cx="68" cy="68"/>
            </a:xfrm>
            <a:prstGeom prst="ellipse">
              <a:avLst/>
            </a:prstGeom>
            <a:noFill/>
            <a:ln w="19050">
              <a:solidFill>
                <a:schemeClr val="tx1"/>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sp>
          <p:nvSpPr>
            <p:cNvPr id="12371" name="Text Box 83"/>
            <p:cNvSpPr txBox="1">
              <a:spLocks noChangeArrowheads="1"/>
            </p:cNvSpPr>
            <p:nvPr/>
          </p:nvSpPr>
          <p:spPr bwMode="auto">
            <a:xfrm>
              <a:off x="614" y="728"/>
              <a:ext cx="22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r>
                <a:rPr lang="en-US" altLang="zh-CN">
                  <a:latin typeface="Times New Roman" panose="02020603050405020304" pitchFamily="18" charset="0"/>
                </a:rPr>
                <a:t>+</a:t>
              </a:r>
            </a:p>
          </p:txBody>
        </p:sp>
        <p:sp>
          <p:nvSpPr>
            <p:cNvPr id="12374" name="Text Box 86"/>
            <p:cNvSpPr txBox="1">
              <a:spLocks noChangeArrowheads="1"/>
            </p:cNvSpPr>
            <p:nvPr/>
          </p:nvSpPr>
          <p:spPr bwMode="auto">
            <a:xfrm>
              <a:off x="620" y="1249"/>
              <a:ext cx="21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r>
                <a:rPr lang="en-US" altLang="zh-CN">
                  <a:latin typeface="黑体" panose="02010609060101010101" pitchFamily="49" charset="-122"/>
                  <a:ea typeface="黑体" panose="02010609060101010101" pitchFamily="49" charset="-122"/>
                </a:rPr>
                <a:t>-</a:t>
              </a:r>
            </a:p>
          </p:txBody>
        </p:sp>
        <p:sp>
          <p:nvSpPr>
            <p:cNvPr id="12377" name="Line 89"/>
            <p:cNvSpPr>
              <a:spLocks noChangeShapeType="1"/>
            </p:cNvSpPr>
            <p:nvPr/>
          </p:nvSpPr>
          <p:spPr bwMode="auto">
            <a:xfrm>
              <a:off x="1164" y="828"/>
              <a:ext cx="270"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2417" name="Line 129"/>
            <p:cNvSpPr>
              <a:spLocks noChangeShapeType="1"/>
            </p:cNvSpPr>
            <p:nvPr/>
          </p:nvSpPr>
          <p:spPr bwMode="auto">
            <a:xfrm flipH="1">
              <a:off x="1167" y="1376"/>
              <a:ext cx="247"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grpSp>
        <p:nvGrpSpPr>
          <p:cNvPr id="12424" name="Group 136"/>
          <p:cNvGrpSpPr>
            <a:grpSpLocks/>
          </p:cNvGrpSpPr>
          <p:nvPr/>
        </p:nvGrpSpPr>
        <p:grpSpPr bwMode="auto">
          <a:xfrm>
            <a:off x="1501775" y="4325938"/>
            <a:ext cx="6145213" cy="1660525"/>
            <a:chOff x="946" y="2725"/>
            <a:chExt cx="3871" cy="1046"/>
          </a:xfrm>
        </p:grpSpPr>
        <p:sp>
          <p:nvSpPr>
            <p:cNvPr id="12340" name="Line 52"/>
            <p:cNvSpPr>
              <a:spLocks noChangeShapeType="1"/>
            </p:cNvSpPr>
            <p:nvPr/>
          </p:nvSpPr>
          <p:spPr bwMode="auto">
            <a:xfrm>
              <a:off x="1278" y="3059"/>
              <a:ext cx="3184"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341" name="Line 53"/>
            <p:cNvSpPr>
              <a:spLocks noChangeShapeType="1"/>
            </p:cNvSpPr>
            <p:nvPr/>
          </p:nvSpPr>
          <p:spPr bwMode="auto">
            <a:xfrm>
              <a:off x="1300" y="3483"/>
              <a:ext cx="3184"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342" name="Rectangle 54" descr="30%"/>
            <p:cNvSpPr>
              <a:spLocks noChangeArrowheads="1"/>
            </p:cNvSpPr>
            <p:nvPr/>
          </p:nvSpPr>
          <p:spPr bwMode="auto">
            <a:xfrm>
              <a:off x="2004" y="2971"/>
              <a:ext cx="1696" cy="616"/>
            </a:xfrm>
            <a:prstGeom prst="rect">
              <a:avLst/>
            </a:prstGeom>
            <a:pattFill prst="pct30">
              <a:fgClr>
                <a:srgbClr val="D5FFFF"/>
              </a:fgClr>
              <a:bgClr>
                <a:srgbClr val="FFFFFF"/>
              </a:bgClr>
            </a:pattFill>
            <a:ln w="31750">
              <a:solidFill>
                <a:schemeClr val="tx1"/>
              </a:solidFill>
              <a:miter lim="800000"/>
              <a:headEnd/>
              <a:tailEnd/>
            </a:ln>
          </p:spPr>
          <p:txBody>
            <a:bodyPr wrap="none" anchor="ctr"/>
            <a:lstStyle/>
            <a:p>
              <a:pPr eaLnBrk="1" hangingPunct="1"/>
              <a:endParaRPr lang="zh-CN" altLang="en-US" b="0" dirty="0">
                <a:latin typeface="Times New Roman" panose="02020603050405020304" pitchFamily="18" charset="0"/>
              </a:endParaRPr>
            </a:p>
          </p:txBody>
        </p:sp>
        <p:sp>
          <p:nvSpPr>
            <p:cNvPr id="12343" name="Oval 55"/>
            <p:cNvSpPr>
              <a:spLocks noChangeArrowheads="1"/>
            </p:cNvSpPr>
            <p:nvPr/>
          </p:nvSpPr>
          <p:spPr bwMode="auto">
            <a:xfrm>
              <a:off x="1226" y="3435"/>
              <a:ext cx="68" cy="68"/>
            </a:xfrm>
            <a:prstGeom prst="ellipse">
              <a:avLst/>
            </a:prstGeom>
            <a:noFill/>
            <a:ln w="19050">
              <a:solidFill>
                <a:schemeClr val="tx1"/>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sp>
          <p:nvSpPr>
            <p:cNvPr id="12344" name="Oval 56"/>
            <p:cNvSpPr>
              <a:spLocks noChangeArrowheads="1"/>
            </p:cNvSpPr>
            <p:nvPr/>
          </p:nvSpPr>
          <p:spPr bwMode="auto">
            <a:xfrm>
              <a:off x="1220" y="3023"/>
              <a:ext cx="68" cy="68"/>
            </a:xfrm>
            <a:prstGeom prst="ellipse">
              <a:avLst/>
            </a:prstGeom>
            <a:noFill/>
            <a:ln w="19050">
              <a:solidFill>
                <a:schemeClr val="tx1"/>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sp>
          <p:nvSpPr>
            <p:cNvPr id="12345" name="Text Box 57"/>
            <p:cNvSpPr txBox="1">
              <a:spLocks noChangeArrowheads="1"/>
            </p:cNvSpPr>
            <p:nvPr/>
          </p:nvSpPr>
          <p:spPr bwMode="auto">
            <a:xfrm>
              <a:off x="1458" y="2725"/>
              <a:ext cx="233"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eaLnBrk="1" hangingPunct="1"/>
              <a:r>
                <a:rPr lang="en-US" altLang="zh-CN" i="1">
                  <a:latin typeface="Times New Roman" panose="02020603050405020304" pitchFamily="18" charset="0"/>
                </a:rPr>
                <a:t>i</a:t>
              </a:r>
              <a:r>
                <a:rPr lang="en-US" altLang="zh-CN" baseline="-25000">
                  <a:latin typeface="Times New Roman" panose="02020603050405020304" pitchFamily="18" charset="0"/>
                </a:rPr>
                <a:t>1</a:t>
              </a:r>
              <a:endParaRPr lang="en-US" altLang="zh-CN" b="0">
                <a:latin typeface="Times New Roman" panose="02020603050405020304" pitchFamily="18" charset="0"/>
              </a:endParaRPr>
            </a:p>
          </p:txBody>
        </p:sp>
        <p:sp>
          <p:nvSpPr>
            <p:cNvPr id="12350" name="Text Box 62"/>
            <p:cNvSpPr txBox="1">
              <a:spLocks noChangeArrowheads="1"/>
            </p:cNvSpPr>
            <p:nvPr/>
          </p:nvSpPr>
          <p:spPr bwMode="auto">
            <a:xfrm>
              <a:off x="3938" y="3483"/>
              <a:ext cx="233"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r>
                <a:rPr lang="en-US" altLang="zh-CN" i="1">
                  <a:latin typeface="Times New Roman" panose="02020603050405020304" pitchFamily="18" charset="0"/>
                </a:rPr>
                <a:t>i</a:t>
              </a:r>
              <a:r>
                <a:rPr lang="en-US" altLang="zh-CN" baseline="-25000">
                  <a:latin typeface="Times New Roman" panose="02020603050405020304" pitchFamily="18" charset="0"/>
                </a:rPr>
                <a:t>2</a:t>
              </a:r>
              <a:endParaRPr lang="en-US" altLang="zh-CN" b="0">
                <a:latin typeface="Times New Roman" panose="02020603050405020304" pitchFamily="18" charset="0"/>
              </a:endParaRPr>
            </a:p>
          </p:txBody>
        </p:sp>
        <p:sp>
          <p:nvSpPr>
            <p:cNvPr id="12351" name="Text Box 63"/>
            <p:cNvSpPr txBox="1">
              <a:spLocks noChangeArrowheads="1"/>
            </p:cNvSpPr>
            <p:nvPr/>
          </p:nvSpPr>
          <p:spPr bwMode="auto">
            <a:xfrm>
              <a:off x="3906" y="2725"/>
              <a:ext cx="233"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eaLnBrk="1" hangingPunct="1"/>
              <a:r>
                <a:rPr lang="en-US" altLang="zh-CN" i="1">
                  <a:latin typeface="Times New Roman" panose="02020603050405020304" pitchFamily="18" charset="0"/>
                </a:rPr>
                <a:t>i</a:t>
              </a:r>
              <a:r>
                <a:rPr lang="en-US" altLang="zh-CN" baseline="-25000">
                  <a:latin typeface="Times New Roman" panose="02020603050405020304" pitchFamily="18" charset="0"/>
                </a:rPr>
                <a:t>2</a:t>
              </a:r>
              <a:endParaRPr lang="en-US" altLang="zh-CN" b="0">
                <a:latin typeface="Times New Roman" panose="02020603050405020304" pitchFamily="18" charset="0"/>
              </a:endParaRPr>
            </a:p>
          </p:txBody>
        </p:sp>
        <p:sp>
          <p:nvSpPr>
            <p:cNvPr id="12352" name="Text Box 64"/>
            <p:cNvSpPr txBox="1">
              <a:spLocks noChangeArrowheads="1"/>
            </p:cNvSpPr>
            <p:nvPr/>
          </p:nvSpPr>
          <p:spPr bwMode="auto">
            <a:xfrm>
              <a:off x="1512" y="3471"/>
              <a:ext cx="233"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r>
                <a:rPr lang="en-US" altLang="zh-CN" i="1">
                  <a:latin typeface="Times New Roman" panose="02020603050405020304" pitchFamily="18" charset="0"/>
                </a:rPr>
                <a:t>i</a:t>
              </a:r>
              <a:r>
                <a:rPr lang="en-US" altLang="zh-CN" baseline="-25000">
                  <a:latin typeface="Times New Roman" panose="02020603050405020304" pitchFamily="18" charset="0"/>
                </a:rPr>
                <a:t>1</a:t>
              </a:r>
              <a:endParaRPr lang="en-US" altLang="zh-CN" b="0">
                <a:latin typeface="Times New Roman" panose="02020603050405020304" pitchFamily="18" charset="0"/>
              </a:endParaRPr>
            </a:p>
          </p:txBody>
        </p:sp>
        <p:sp>
          <p:nvSpPr>
            <p:cNvPr id="12353" name="Text Box 65"/>
            <p:cNvSpPr txBox="1">
              <a:spLocks noChangeArrowheads="1"/>
            </p:cNvSpPr>
            <p:nvPr/>
          </p:nvSpPr>
          <p:spPr bwMode="auto">
            <a:xfrm>
              <a:off x="946" y="3109"/>
              <a:ext cx="287"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eaLnBrk="1" hangingPunct="1"/>
              <a:r>
                <a:rPr lang="en-US" altLang="zh-CN" i="1">
                  <a:latin typeface="Times New Roman" panose="02020603050405020304" pitchFamily="18" charset="0"/>
                </a:rPr>
                <a:t>u</a:t>
              </a:r>
              <a:r>
                <a:rPr lang="en-US" altLang="zh-CN" baseline="-25000">
                  <a:latin typeface="Times New Roman" panose="02020603050405020304" pitchFamily="18" charset="0"/>
                </a:rPr>
                <a:t>1</a:t>
              </a:r>
              <a:endParaRPr lang="en-US" altLang="zh-CN" b="0">
                <a:latin typeface="Times New Roman" panose="02020603050405020304" pitchFamily="18" charset="0"/>
              </a:endParaRPr>
            </a:p>
          </p:txBody>
        </p:sp>
        <p:sp>
          <p:nvSpPr>
            <p:cNvPr id="12357" name="Oval 69"/>
            <p:cNvSpPr>
              <a:spLocks noChangeArrowheads="1"/>
            </p:cNvSpPr>
            <p:nvPr/>
          </p:nvSpPr>
          <p:spPr bwMode="auto">
            <a:xfrm>
              <a:off x="4468" y="3443"/>
              <a:ext cx="68" cy="68"/>
            </a:xfrm>
            <a:prstGeom prst="ellipse">
              <a:avLst/>
            </a:prstGeom>
            <a:noFill/>
            <a:ln w="19050">
              <a:solidFill>
                <a:schemeClr val="tx1"/>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sp>
          <p:nvSpPr>
            <p:cNvPr id="12358" name="Oval 70"/>
            <p:cNvSpPr>
              <a:spLocks noChangeArrowheads="1"/>
            </p:cNvSpPr>
            <p:nvPr/>
          </p:nvSpPr>
          <p:spPr bwMode="auto">
            <a:xfrm>
              <a:off x="4452" y="3027"/>
              <a:ext cx="68" cy="68"/>
            </a:xfrm>
            <a:prstGeom prst="ellipse">
              <a:avLst/>
            </a:prstGeom>
            <a:noFill/>
            <a:ln w="19050">
              <a:solidFill>
                <a:schemeClr val="tx1"/>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sp>
          <p:nvSpPr>
            <p:cNvPr id="12359" name="Text Box 71"/>
            <p:cNvSpPr txBox="1">
              <a:spLocks noChangeArrowheads="1"/>
            </p:cNvSpPr>
            <p:nvPr/>
          </p:nvSpPr>
          <p:spPr bwMode="auto">
            <a:xfrm>
              <a:off x="4530" y="3093"/>
              <a:ext cx="287"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eaLnBrk="1" hangingPunct="1"/>
              <a:r>
                <a:rPr lang="en-US" altLang="zh-CN" i="1">
                  <a:latin typeface="Times New Roman" panose="02020603050405020304" pitchFamily="18" charset="0"/>
                </a:rPr>
                <a:t>u</a:t>
              </a:r>
              <a:r>
                <a:rPr lang="en-US" altLang="zh-CN" baseline="-25000">
                  <a:latin typeface="Times New Roman" panose="02020603050405020304" pitchFamily="18" charset="0"/>
                </a:rPr>
                <a:t>2</a:t>
              </a:r>
              <a:endParaRPr lang="en-US" altLang="zh-CN" b="0">
                <a:latin typeface="Times New Roman" panose="02020603050405020304" pitchFamily="18" charset="0"/>
              </a:endParaRPr>
            </a:p>
          </p:txBody>
        </p:sp>
        <p:sp>
          <p:nvSpPr>
            <p:cNvPr id="12391" name="Text Box 103"/>
            <p:cNvSpPr txBox="1">
              <a:spLocks noChangeArrowheads="1"/>
            </p:cNvSpPr>
            <p:nvPr/>
          </p:nvSpPr>
          <p:spPr bwMode="auto">
            <a:xfrm>
              <a:off x="956" y="2894"/>
              <a:ext cx="22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r>
                <a:rPr lang="en-US" altLang="zh-CN">
                  <a:latin typeface="Times New Roman" panose="02020603050405020304" pitchFamily="18" charset="0"/>
                </a:rPr>
                <a:t>+</a:t>
              </a:r>
            </a:p>
          </p:txBody>
        </p:sp>
        <p:sp>
          <p:nvSpPr>
            <p:cNvPr id="12392" name="Text Box 104"/>
            <p:cNvSpPr txBox="1">
              <a:spLocks noChangeArrowheads="1"/>
            </p:cNvSpPr>
            <p:nvPr/>
          </p:nvSpPr>
          <p:spPr bwMode="auto">
            <a:xfrm>
              <a:off x="962" y="3307"/>
              <a:ext cx="21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r>
                <a:rPr lang="en-US" altLang="zh-CN">
                  <a:latin typeface="黑体" panose="02010609060101010101" pitchFamily="49" charset="-122"/>
                  <a:ea typeface="黑体" panose="02010609060101010101" pitchFamily="49" charset="-122"/>
                </a:rPr>
                <a:t>-</a:t>
              </a:r>
            </a:p>
          </p:txBody>
        </p:sp>
        <p:sp>
          <p:nvSpPr>
            <p:cNvPr id="12413" name="Text Box 125"/>
            <p:cNvSpPr txBox="1">
              <a:spLocks noChangeArrowheads="1"/>
            </p:cNvSpPr>
            <p:nvPr/>
          </p:nvSpPr>
          <p:spPr bwMode="auto">
            <a:xfrm>
              <a:off x="4544" y="2918"/>
              <a:ext cx="22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r>
                <a:rPr lang="en-US" altLang="zh-CN">
                  <a:latin typeface="Times New Roman" panose="02020603050405020304" pitchFamily="18" charset="0"/>
                </a:rPr>
                <a:t>+</a:t>
              </a:r>
            </a:p>
          </p:txBody>
        </p:sp>
        <p:sp>
          <p:nvSpPr>
            <p:cNvPr id="12414" name="Text Box 126"/>
            <p:cNvSpPr txBox="1">
              <a:spLocks noChangeArrowheads="1"/>
            </p:cNvSpPr>
            <p:nvPr/>
          </p:nvSpPr>
          <p:spPr bwMode="auto">
            <a:xfrm>
              <a:off x="4544" y="3355"/>
              <a:ext cx="21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r>
                <a:rPr lang="en-US" altLang="zh-CN">
                  <a:latin typeface="黑体" panose="02010609060101010101" pitchFamily="49" charset="-122"/>
                  <a:ea typeface="黑体" panose="02010609060101010101" pitchFamily="49" charset="-122"/>
                </a:rPr>
                <a:t>-</a:t>
              </a:r>
            </a:p>
          </p:txBody>
        </p:sp>
        <p:sp>
          <p:nvSpPr>
            <p:cNvPr id="12418" name="Line 130"/>
            <p:cNvSpPr>
              <a:spLocks noChangeShapeType="1"/>
            </p:cNvSpPr>
            <p:nvPr/>
          </p:nvSpPr>
          <p:spPr bwMode="auto">
            <a:xfrm>
              <a:off x="1544" y="3008"/>
              <a:ext cx="224"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2419" name="Line 131"/>
            <p:cNvSpPr>
              <a:spLocks noChangeShapeType="1"/>
            </p:cNvSpPr>
            <p:nvPr/>
          </p:nvSpPr>
          <p:spPr bwMode="auto">
            <a:xfrm flipH="1">
              <a:off x="1448" y="3528"/>
              <a:ext cx="200"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2420" name="Line 132"/>
            <p:cNvSpPr>
              <a:spLocks noChangeShapeType="1"/>
            </p:cNvSpPr>
            <p:nvPr/>
          </p:nvSpPr>
          <p:spPr bwMode="auto">
            <a:xfrm flipH="1">
              <a:off x="3904" y="3024"/>
              <a:ext cx="192"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2421" name="Line 133"/>
            <p:cNvSpPr>
              <a:spLocks noChangeShapeType="1"/>
            </p:cNvSpPr>
            <p:nvPr/>
          </p:nvSpPr>
          <p:spPr bwMode="auto">
            <a:xfrm>
              <a:off x="3960" y="3520"/>
              <a:ext cx="216"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2425"/>
                                        </p:tgtEl>
                                        <p:attrNameLst>
                                          <p:attrName>style.visibility</p:attrName>
                                        </p:attrNameLst>
                                      </p:cBhvr>
                                      <p:to>
                                        <p:strVal val="visible"/>
                                      </p:to>
                                    </p:set>
                                    <p:anim calcmode="lin" valueType="num">
                                      <p:cBhvr additive="base">
                                        <p:cTn id="7" dur="500" fill="hold"/>
                                        <p:tgtEl>
                                          <p:spTgt spid="12425"/>
                                        </p:tgtEl>
                                        <p:attrNameLst>
                                          <p:attrName>ppt_x</p:attrName>
                                        </p:attrNameLst>
                                      </p:cBhvr>
                                      <p:tavLst>
                                        <p:tav tm="0">
                                          <p:val>
                                            <p:strVal val="0-#ppt_w/2"/>
                                          </p:val>
                                        </p:tav>
                                        <p:tav tm="100000">
                                          <p:val>
                                            <p:strVal val="#ppt_x"/>
                                          </p:val>
                                        </p:tav>
                                      </p:tavLst>
                                    </p:anim>
                                    <p:anim calcmode="lin" valueType="num">
                                      <p:cBhvr additive="base">
                                        <p:cTn id="8" dur="500" fill="hold"/>
                                        <p:tgtEl>
                                          <p:spTgt spid="12425"/>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2291">
                                            <p:txEl>
                                              <p:pRg st="0" end="0"/>
                                            </p:txEl>
                                          </p:spTgt>
                                        </p:tgtEl>
                                        <p:attrNameLst>
                                          <p:attrName>style.visibility</p:attrName>
                                        </p:attrNameLst>
                                      </p:cBhvr>
                                      <p:to>
                                        <p:strVal val="visible"/>
                                      </p:to>
                                    </p:set>
                                    <p:animEffect transition="in" filter="wipe(left)">
                                      <p:cBhvr>
                                        <p:cTn id="13" dur="500"/>
                                        <p:tgtEl>
                                          <p:spTgt spid="12291">
                                            <p:txEl>
                                              <p:pRg st="0" end="0"/>
                                            </p:txEl>
                                          </p:spTgt>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2306">
                                            <p:txEl>
                                              <p:pRg st="0" end="0"/>
                                            </p:txEl>
                                          </p:spTgt>
                                        </p:tgtEl>
                                        <p:attrNameLst>
                                          <p:attrName>style.visibility</p:attrName>
                                        </p:attrNameLst>
                                      </p:cBhvr>
                                      <p:to>
                                        <p:strVal val="visible"/>
                                      </p:to>
                                    </p:set>
                                    <p:animEffect transition="in" filter="wipe(left)">
                                      <p:cBhvr>
                                        <p:cTn id="18" dur="500"/>
                                        <p:tgtEl>
                                          <p:spTgt spid="12306">
                                            <p:txEl>
                                              <p:pRg st="0" end="0"/>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2307">
                                            <p:txEl>
                                              <p:pRg st="0" end="0"/>
                                            </p:txEl>
                                          </p:spTgt>
                                        </p:tgtEl>
                                        <p:attrNameLst>
                                          <p:attrName>style.visibility</p:attrName>
                                        </p:attrNameLst>
                                      </p:cBhvr>
                                      <p:to>
                                        <p:strVal val="visible"/>
                                      </p:to>
                                    </p:set>
                                    <p:animEffect transition="in" filter="wipe(left)">
                                      <p:cBhvr>
                                        <p:cTn id="23" dur="500"/>
                                        <p:tgtEl>
                                          <p:spTgt spid="12307">
                                            <p:txEl>
                                              <p:pRg st="0" end="0"/>
                                            </p:txEl>
                                          </p:spTgt>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 presetClass="entr" presetSubtype="4" fill="hold" nodeType="clickEffect">
                                  <p:stCondLst>
                                    <p:cond delay="0"/>
                                  </p:stCondLst>
                                  <p:childTnLst>
                                    <p:set>
                                      <p:cBhvr>
                                        <p:cTn id="27" dur="1" fill="hold">
                                          <p:stCondLst>
                                            <p:cond delay="0"/>
                                          </p:stCondLst>
                                        </p:cTn>
                                        <p:tgtEl>
                                          <p:spTgt spid="12424"/>
                                        </p:tgtEl>
                                        <p:attrNameLst>
                                          <p:attrName>style.visibility</p:attrName>
                                        </p:attrNameLst>
                                      </p:cBhvr>
                                      <p:to>
                                        <p:strVal val="visible"/>
                                      </p:to>
                                    </p:set>
                                    <p:anim calcmode="lin" valueType="num">
                                      <p:cBhvr additive="base">
                                        <p:cTn id="28" dur="500" fill="hold"/>
                                        <p:tgtEl>
                                          <p:spTgt spid="12424"/>
                                        </p:tgtEl>
                                        <p:attrNameLst>
                                          <p:attrName>ppt_x</p:attrName>
                                        </p:attrNameLst>
                                      </p:cBhvr>
                                      <p:tavLst>
                                        <p:tav tm="0">
                                          <p:val>
                                            <p:strVal val="#ppt_x"/>
                                          </p:val>
                                        </p:tav>
                                        <p:tav tm="100000">
                                          <p:val>
                                            <p:strVal val="#ppt_x"/>
                                          </p:val>
                                        </p:tav>
                                      </p:tavLst>
                                    </p:anim>
                                    <p:anim calcmode="lin" valueType="num">
                                      <p:cBhvr additive="base">
                                        <p:cTn id="29" dur="500" fill="hold"/>
                                        <p:tgtEl>
                                          <p:spTgt spid="1242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1" grpId="0" build="p" autoUpdateAnimBg="0"/>
      <p:bldP spid="12306" grpId="0" build="p" autoUpdateAnimBg="0"/>
      <p:bldP spid="12307" grpId="0" build="p" autoUpdateAnimBg="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57" name="Text Box 117"/>
          <p:cNvSpPr txBox="1">
            <a:spLocks noChangeArrowheads="1"/>
          </p:cNvSpPr>
          <p:nvPr/>
        </p:nvSpPr>
        <p:spPr bwMode="auto">
          <a:xfrm>
            <a:off x="755650" y="493372"/>
            <a:ext cx="6573838"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r>
              <a:rPr lang="zh-CN" altLang="en-US" dirty="0">
                <a:solidFill>
                  <a:srgbClr val="FF0000"/>
                </a:solidFill>
                <a:latin typeface="Times New Roman" panose="02020603050405020304" pitchFamily="18" charset="0"/>
              </a:rPr>
              <a:t>典型二端口网络</a:t>
            </a:r>
            <a:endParaRPr lang="zh-CN" altLang="en-US" b="0" dirty="0">
              <a:solidFill>
                <a:srgbClr val="FF0000"/>
              </a:solidFill>
              <a:latin typeface="Times New Roman" panose="02020603050405020304" pitchFamily="18" charset="0"/>
            </a:endParaRPr>
          </a:p>
        </p:txBody>
      </p:sp>
      <p:grpSp>
        <p:nvGrpSpPr>
          <p:cNvPr id="10435" name="Group 195"/>
          <p:cNvGrpSpPr>
            <a:grpSpLocks/>
          </p:cNvGrpSpPr>
          <p:nvPr/>
        </p:nvGrpSpPr>
        <p:grpSpPr bwMode="auto">
          <a:xfrm>
            <a:off x="1754188" y="1052172"/>
            <a:ext cx="2817812" cy="2125663"/>
            <a:chOff x="862" y="2652"/>
            <a:chExt cx="1775" cy="1339"/>
          </a:xfrm>
        </p:grpSpPr>
        <p:sp>
          <p:nvSpPr>
            <p:cNvPr id="10367" name="Text Box 127"/>
            <p:cNvSpPr txBox="1">
              <a:spLocks noChangeArrowheads="1"/>
            </p:cNvSpPr>
            <p:nvPr/>
          </p:nvSpPr>
          <p:spPr bwMode="auto">
            <a:xfrm>
              <a:off x="1169" y="3703"/>
              <a:ext cx="1316"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spcBef>
                  <a:spcPct val="50000"/>
                </a:spcBef>
              </a:pPr>
              <a:r>
                <a:rPr lang="zh-CN" altLang="en-US">
                  <a:latin typeface="Times New Roman" panose="02020603050405020304" pitchFamily="18" charset="0"/>
                </a:rPr>
                <a:t>理想变压器         </a:t>
              </a:r>
            </a:p>
          </p:txBody>
        </p:sp>
        <p:sp>
          <p:nvSpPr>
            <p:cNvPr id="10368" name="Line 128"/>
            <p:cNvSpPr>
              <a:spLocks noChangeShapeType="1"/>
            </p:cNvSpPr>
            <p:nvPr/>
          </p:nvSpPr>
          <p:spPr bwMode="auto">
            <a:xfrm flipV="1">
              <a:off x="1898" y="2825"/>
              <a:ext cx="1" cy="129"/>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69" name="Line 129"/>
            <p:cNvSpPr>
              <a:spLocks noChangeShapeType="1"/>
            </p:cNvSpPr>
            <p:nvPr/>
          </p:nvSpPr>
          <p:spPr bwMode="auto">
            <a:xfrm flipV="1">
              <a:off x="1898" y="3463"/>
              <a:ext cx="1" cy="126"/>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70" name="Freeform 130"/>
            <p:cNvSpPr>
              <a:spLocks/>
            </p:cNvSpPr>
            <p:nvPr/>
          </p:nvSpPr>
          <p:spPr bwMode="auto">
            <a:xfrm>
              <a:off x="1832" y="2954"/>
              <a:ext cx="70" cy="509"/>
            </a:xfrm>
            <a:custGeom>
              <a:avLst/>
              <a:gdLst>
                <a:gd name="T0" fmla="*/ 103 w 103"/>
                <a:gd name="T1" fmla="*/ 799 h 799"/>
                <a:gd name="T2" fmla="*/ 65 w 103"/>
                <a:gd name="T3" fmla="*/ 788 h 799"/>
                <a:gd name="T4" fmla="*/ 33 w 103"/>
                <a:gd name="T5" fmla="*/ 767 h 799"/>
                <a:gd name="T6" fmla="*/ 11 w 103"/>
                <a:gd name="T7" fmla="*/ 735 h 799"/>
                <a:gd name="T8" fmla="*/ 0 w 103"/>
                <a:gd name="T9" fmla="*/ 698 h 799"/>
                <a:gd name="T10" fmla="*/ 11 w 103"/>
                <a:gd name="T11" fmla="*/ 660 h 799"/>
                <a:gd name="T12" fmla="*/ 33 w 103"/>
                <a:gd name="T13" fmla="*/ 629 h 799"/>
                <a:gd name="T14" fmla="*/ 65 w 103"/>
                <a:gd name="T15" fmla="*/ 607 h 799"/>
                <a:gd name="T16" fmla="*/ 103 w 103"/>
                <a:gd name="T17" fmla="*/ 597 h 799"/>
                <a:gd name="T18" fmla="*/ 65 w 103"/>
                <a:gd name="T19" fmla="*/ 591 h 799"/>
                <a:gd name="T20" fmla="*/ 33 w 103"/>
                <a:gd name="T21" fmla="*/ 570 h 799"/>
                <a:gd name="T22" fmla="*/ 11 w 103"/>
                <a:gd name="T23" fmla="*/ 538 h 799"/>
                <a:gd name="T24" fmla="*/ 0 w 103"/>
                <a:gd name="T25" fmla="*/ 501 h 799"/>
                <a:gd name="T26" fmla="*/ 11 w 103"/>
                <a:gd name="T27" fmla="*/ 463 h 799"/>
                <a:gd name="T28" fmla="*/ 33 w 103"/>
                <a:gd name="T29" fmla="*/ 426 h 799"/>
                <a:gd name="T30" fmla="*/ 65 w 103"/>
                <a:gd name="T31" fmla="*/ 405 h 799"/>
                <a:gd name="T32" fmla="*/ 103 w 103"/>
                <a:gd name="T33" fmla="*/ 399 h 799"/>
                <a:gd name="T34" fmla="*/ 65 w 103"/>
                <a:gd name="T35" fmla="*/ 394 h 799"/>
                <a:gd name="T36" fmla="*/ 33 w 103"/>
                <a:gd name="T37" fmla="*/ 367 h 799"/>
                <a:gd name="T38" fmla="*/ 11 w 103"/>
                <a:gd name="T39" fmla="*/ 335 h 799"/>
                <a:gd name="T40" fmla="*/ 0 w 103"/>
                <a:gd name="T41" fmla="*/ 298 h 799"/>
                <a:gd name="T42" fmla="*/ 11 w 103"/>
                <a:gd name="T43" fmla="*/ 261 h 799"/>
                <a:gd name="T44" fmla="*/ 33 w 103"/>
                <a:gd name="T45" fmla="*/ 229 h 799"/>
                <a:gd name="T46" fmla="*/ 65 w 103"/>
                <a:gd name="T47" fmla="*/ 208 h 799"/>
                <a:gd name="T48" fmla="*/ 103 w 103"/>
                <a:gd name="T49" fmla="*/ 197 h 799"/>
                <a:gd name="T50" fmla="*/ 65 w 103"/>
                <a:gd name="T51" fmla="*/ 192 h 799"/>
                <a:gd name="T52" fmla="*/ 33 w 103"/>
                <a:gd name="T53" fmla="*/ 170 h 799"/>
                <a:gd name="T54" fmla="*/ 11 w 103"/>
                <a:gd name="T55" fmla="*/ 138 h 799"/>
                <a:gd name="T56" fmla="*/ 0 w 103"/>
                <a:gd name="T57" fmla="*/ 101 h 799"/>
                <a:gd name="T58" fmla="*/ 11 w 103"/>
                <a:gd name="T59" fmla="*/ 64 h 799"/>
                <a:gd name="T60" fmla="*/ 33 w 103"/>
                <a:gd name="T61" fmla="*/ 26 h 799"/>
                <a:gd name="T62" fmla="*/ 65 w 103"/>
                <a:gd name="T63" fmla="*/ 5 h 799"/>
                <a:gd name="T64" fmla="*/ 103 w 103"/>
                <a:gd name="T65" fmla="*/ 0 h 7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03" h="799">
                  <a:moveTo>
                    <a:pt x="103" y="799"/>
                  </a:moveTo>
                  <a:lnTo>
                    <a:pt x="65" y="788"/>
                  </a:lnTo>
                  <a:lnTo>
                    <a:pt x="33" y="767"/>
                  </a:lnTo>
                  <a:lnTo>
                    <a:pt x="11" y="735"/>
                  </a:lnTo>
                  <a:lnTo>
                    <a:pt x="0" y="698"/>
                  </a:lnTo>
                  <a:lnTo>
                    <a:pt x="11" y="660"/>
                  </a:lnTo>
                  <a:lnTo>
                    <a:pt x="33" y="629"/>
                  </a:lnTo>
                  <a:lnTo>
                    <a:pt x="65" y="607"/>
                  </a:lnTo>
                  <a:lnTo>
                    <a:pt x="103" y="597"/>
                  </a:lnTo>
                  <a:lnTo>
                    <a:pt x="65" y="591"/>
                  </a:lnTo>
                  <a:lnTo>
                    <a:pt x="33" y="570"/>
                  </a:lnTo>
                  <a:lnTo>
                    <a:pt x="11" y="538"/>
                  </a:lnTo>
                  <a:lnTo>
                    <a:pt x="0" y="501"/>
                  </a:lnTo>
                  <a:lnTo>
                    <a:pt x="11" y="463"/>
                  </a:lnTo>
                  <a:lnTo>
                    <a:pt x="33" y="426"/>
                  </a:lnTo>
                  <a:lnTo>
                    <a:pt x="65" y="405"/>
                  </a:lnTo>
                  <a:lnTo>
                    <a:pt x="103" y="399"/>
                  </a:lnTo>
                  <a:lnTo>
                    <a:pt x="65" y="394"/>
                  </a:lnTo>
                  <a:lnTo>
                    <a:pt x="33" y="367"/>
                  </a:lnTo>
                  <a:lnTo>
                    <a:pt x="11" y="335"/>
                  </a:lnTo>
                  <a:lnTo>
                    <a:pt x="0" y="298"/>
                  </a:lnTo>
                  <a:lnTo>
                    <a:pt x="11" y="261"/>
                  </a:lnTo>
                  <a:lnTo>
                    <a:pt x="33" y="229"/>
                  </a:lnTo>
                  <a:lnTo>
                    <a:pt x="65" y="208"/>
                  </a:lnTo>
                  <a:lnTo>
                    <a:pt x="103" y="197"/>
                  </a:lnTo>
                  <a:lnTo>
                    <a:pt x="65" y="192"/>
                  </a:lnTo>
                  <a:lnTo>
                    <a:pt x="33" y="170"/>
                  </a:lnTo>
                  <a:lnTo>
                    <a:pt x="11" y="138"/>
                  </a:lnTo>
                  <a:lnTo>
                    <a:pt x="0" y="101"/>
                  </a:lnTo>
                  <a:lnTo>
                    <a:pt x="11" y="64"/>
                  </a:lnTo>
                  <a:lnTo>
                    <a:pt x="33" y="26"/>
                  </a:lnTo>
                  <a:lnTo>
                    <a:pt x="65" y="5"/>
                  </a:lnTo>
                  <a:lnTo>
                    <a:pt x="103" y="0"/>
                  </a:lnTo>
                </a:path>
              </a:pathLst>
            </a:custGeom>
            <a:noFill/>
            <a:ln w="31750" cmpd="sng">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371" name="Line 131"/>
            <p:cNvSpPr>
              <a:spLocks noChangeShapeType="1"/>
            </p:cNvSpPr>
            <p:nvPr/>
          </p:nvSpPr>
          <p:spPr bwMode="auto">
            <a:xfrm>
              <a:off x="1591" y="3463"/>
              <a:ext cx="0" cy="126"/>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72" name="Line 132"/>
            <p:cNvSpPr>
              <a:spLocks noChangeShapeType="1"/>
            </p:cNvSpPr>
            <p:nvPr/>
          </p:nvSpPr>
          <p:spPr bwMode="auto">
            <a:xfrm>
              <a:off x="1591" y="2825"/>
              <a:ext cx="0" cy="129"/>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73" name="Freeform 133"/>
            <p:cNvSpPr>
              <a:spLocks/>
            </p:cNvSpPr>
            <p:nvPr/>
          </p:nvSpPr>
          <p:spPr bwMode="auto">
            <a:xfrm>
              <a:off x="1587" y="2954"/>
              <a:ext cx="65" cy="509"/>
            </a:xfrm>
            <a:custGeom>
              <a:avLst/>
              <a:gdLst>
                <a:gd name="T0" fmla="*/ 0 w 97"/>
                <a:gd name="T1" fmla="*/ 0 h 799"/>
                <a:gd name="T2" fmla="*/ 38 w 97"/>
                <a:gd name="T3" fmla="*/ 5 h 799"/>
                <a:gd name="T4" fmla="*/ 70 w 97"/>
                <a:gd name="T5" fmla="*/ 26 h 799"/>
                <a:gd name="T6" fmla="*/ 92 w 97"/>
                <a:gd name="T7" fmla="*/ 64 h 799"/>
                <a:gd name="T8" fmla="*/ 97 w 97"/>
                <a:gd name="T9" fmla="*/ 101 h 799"/>
                <a:gd name="T10" fmla="*/ 92 w 97"/>
                <a:gd name="T11" fmla="*/ 138 h 799"/>
                <a:gd name="T12" fmla="*/ 70 w 97"/>
                <a:gd name="T13" fmla="*/ 170 h 799"/>
                <a:gd name="T14" fmla="*/ 38 w 97"/>
                <a:gd name="T15" fmla="*/ 192 h 799"/>
                <a:gd name="T16" fmla="*/ 0 w 97"/>
                <a:gd name="T17" fmla="*/ 197 h 799"/>
                <a:gd name="T18" fmla="*/ 38 w 97"/>
                <a:gd name="T19" fmla="*/ 208 h 799"/>
                <a:gd name="T20" fmla="*/ 70 w 97"/>
                <a:gd name="T21" fmla="*/ 229 h 799"/>
                <a:gd name="T22" fmla="*/ 92 w 97"/>
                <a:gd name="T23" fmla="*/ 261 h 799"/>
                <a:gd name="T24" fmla="*/ 97 w 97"/>
                <a:gd name="T25" fmla="*/ 298 h 799"/>
                <a:gd name="T26" fmla="*/ 92 w 97"/>
                <a:gd name="T27" fmla="*/ 335 h 799"/>
                <a:gd name="T28" fmla="*/ 70 w 97"/>
                <a:gd name="T29" fmla="*/ 367 h 799"/>
                <a:gd name="T30" fmla="*/ 38 w 97"/>
                <a:gd name="T31" fmla="*/ 394 h 799"/>
                <a:gd name="T32" fmla="*/ 0 w 97"/>
                <a:gd name="T33" fmla="*/ 399 h 799"/>
                <a:gd name="T34" fmla="*/ 38 w 97"/>
                <a:gd name="T35" fmla="*/ 405 h 799"/>
                <a:gd name="T36" fmla="*/ 70 w 97"/>
                <a:gd name="T37" fmla="*/ 426 h 799"/>
                <a:gd name="T38" fmla="*/ 92 w 97"/>
                <a:gd name="T39" fmla="*/ 463 h 799"/>
                <a:gd name="T40" fmla="*/ 97 w 97"/>
                <a:gd name="T41" fmla="*/ 501 h 799"/>
                <a:gd name="T42" fmla="*/ 92 w 97"/>
                <a:gd name="T43" fmla="*/ 538 h 799"/>
                <a:gd name="T44" fmla="*/ 70 w 97"/>
                <a:gd name="T45" fmla="*/ 570 h 799"/>
                <a:gd name="T46" fmla="*/ 38 w 97"/>
                <a:gd name="T47" fmla="*/ 591 h 799"/>
                <a:gd name="T48" fmla="*/ 0 w 97"/>
                <a:gd name="T49" fmla="*/ 597 h 799"/>
                <a:gd name="T50" fmla="*/ 38 w 97"/>
                <a:gd name="T51" fmla="*/ 607 h 799"/>
                <a:gd name="T52" fmla="*/ 70 w 97"/>
                <a:gd name="T53" fmla="*/ 629 h 799"/>
                <a:gd name="T54" fmla="*/ 92 w 97"/>
                <a:gd name="T55" fmla="*/ 660 h 799"/>
                <a:gd name="T56" fmla="*/ 97 w 97"/>
                <a:gd name="T57" fmla="*/ 698 h 799"/>
                <a:gd name="T58" fmla="*/ 92 w 97"/>
                <a:gd name="T59" fmla="*/ 735 h 799"/>
                <a:gd name="T60" fmla="*/ 70 w 97"/>
                <a:gd name="T61" fmla="*/ 767 h 799"/>
                <a:gd name="T62" fmla="*/ 38 w 97"/>
                <a:gd name="T63" fmla="*/ 788 h 799"/>
                <a:gd name="T64" fmla="*/ 0 w 97"/>
                <a:gd name="T65" fmla="*/ 799 h 7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7" h="799">
                  <a:moveTo>
                    <a:pt x="0" y="0"/>
                  </a:moveTo>
                  <a:lnTo>
                    <a:pt x="38" y="5"/>
                  </a:lnTo>
                  <a:lnTo>
                    <a:pt x="70" y="26"/>
                  </a:lnTo>
                  <a:lnTo>
                    <a:pt x="92" y="64"/>
                  </a:lnTo>
                  <a:lnTo>
                    <a:pt x="97" y="101"/>
                  </a:lnTo>
                  <a:lnTo>
                    <a:pt x="92" y="138"/>
                  </a:lnTo>
                  <a:lnTo>
                    <a:pt x="70" y="170"/>
                  </a:lnTo>
                  <a:lnTo>
                    <a:pt x="38" y="192"/>
                  </a:lnTo>
                  <a:lnTo>
                    <a:pt x="0" y="197"/>
                  </a:lnTo>
                  <a:lnTo>
                    <a:pt x="38" y="208"/>
                  </a:lnTo>
                  <a:lnTo>
                    <a:pt x="70" y="229"/>
                  </a:lnTo>
                  <a:lnTo>
                    <a:pt x="92" y="261"/>
                  </a:lnTo>
                  <a:lnTo>
                    <a:pt x="97" y="298"/>
                  </a:lnTo>
                  <a:lnTo>
                    <a:pt x="92" y="335"/>
                  </a:lnTo>
                  <a:lnTo>
                    <a:pt x="70" y="367"/>
                  </a:lnTo>
                  <a:lnTo>
                    <a:pt x="38" y="394"/>
                  </a:lnTo>
                  <a:lnTo>
                    <a:pt x="0" y="399"/>
                  </a:lnTo>
                  <a:lnTo>
                    <a:pt x="38" y="405"/>
                  </a:lnTo>
                  <a:lnTo>
                    <a:pt x="70" y="426"/>
                  </a:lnTo>
                  <a:lnTo>
                    <a:pt x="92" y="463"/>
                  </a:lnTo>
                  <a:lnTo>
                    <a:pt x="97" y="501"/>
                  </a:lnTo>
                  <a:lnTo>
                    <a:pt x="92" y="538"/>
                  </a:lnTo>
                  <a:lnTo>
                    <a:pt x="70" y="570"/>
                  </a:lnTo>
                  <a:lnTo>
                    <a:pt x="38" y="591"/>
                  </a:lnTo>
                  <a:lnTo>
                    <a:pt x="0" y="597"/>
                  </a:lnTo>
                  <a:lnTo>
                    <a:pt x="38" y="607"/>
                  </a:lnTo>
                  <a:lnTo>
                    <a:pt x="70" y="629"/>
                  </a:lnTo>
                  <a:lnTo>
                    <a:pt x="92" y="660"/>
                  </a:lnTo>
                  <a:lnTo>
                    <a:pt x="97" y="698"/>
                  </a:lnTo>
                  <a:lnTo>
                    <a:pt x="92" y="735"/>
                  </a:lnTo>
                  <a:lnTo>
                    <a:pt x="70" y="767"/>
                  </a:lnTo>
                  <a:lnTo>
                    <a:pt x="38" y="788"/>
                  </a:lnTo>
                  <a:lnTo>
                    <a:pt x="0" y="799"/>
                  </a:lnTo>
                </a:path>
              </a:pathLst>
            </a:custGeom>
            <a:noFill/>
            <a:ln w="31750" cmpd="sng">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374" name="Line 134"/>
            <p:cNvSpPr>
              <a:spLocks noChangeShapeType="1"/>
            </p:cNvSpPr>
            <p:nvPr/>
          </p:nvSpPr>
          <p:spPr bwMode="auto">
            <a:xfrm>
              <a:off x="1899" y="2825"/>
              <a:ext cx="670"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75" name="Line 135"/>
            <p:cNvSpPr>
              <a:spLocks noChangeShapeType="1"/>
            </p:cNvSpPr>
            <p:nvPr/>
          </p:nvSpPr>
          <p:spPr bwMode="auto">
            <a:xfrm>
              <a:off x="1895" y="3589"/>
              <a:ext cx="678"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76" name="Line 136"/>
            <p:cNvSpPr>
              <a:spLocks noChangeShapeType="1"/>
            </p:cNvSpPr>
            <p:nvPr/>
          </p:nvSpPr>
          <p:spPr bwMode="auto">
            <a:xfrm flipH="1">
              <a:off x="920" y="2825"/>
              <a:ext cx="671"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77" name="Line 137"/>
            <p:cNvSpPr>
              <a:spLocks noChangeShapeType="1"/>
            </p:cNvSpPr>
            <p:nvPr/>
          </p:nvSpPr>
          <p:spPr bwMode="auto">
            <a:xfrm flipH="1">
              <a:off x="920" y="3589"/>
              <a:ext cx="671"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78" name="Rectangle 138"/>
            <p:cNvSpPr>
              <a:spLocks noChangeArrowheads="1"/>
            </p:cNvSpPr>
            <p:nvPr/>
          </p:nvSpPr>
          <p:spPr bwMode="auto">
            <a:xfrm>
              <a:off x="1584" y="2652"/>
              <a:ext cx="326"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spAutoFit/>
            </a:bodyPr>
            <a:lstStyle/>
            <a:p>
              <a:pPr eaLnBrk="1" hangingPunct="1"/>
              <a:r>
                <a:rPr lang="en-US" altLang="zh-CN" i="1">
                  <a:solidFill>
                    <a:srgbClr val="000000"/>
                  </a:solidFill>
                  <a:latin typeface="Times New Roman" panose="02020603050405020304" pitchFamily="18" charset="0"/>
                </a:rPr>
                <a:t>n</a:t>
              </a:r>
              <a:r>
                <a:rPr lang="en-US" altLang="zh-CN">
                  <a:solidFill>
                    <a:srgbClr val="000000"/>
                  </a:solidFill>
                  <a:latin typeface="Times New Roman" panose="02020603050405020304" pitchFamily="18" charset="0"/>
                </a:rPr>
                <a:t>:1</a:t>
              </a:r>
              <a:endParaRPr lang="en-US" altLang="zh-CN">
                <a:latin typeface="Times New Roman" panose="02020603050405020304" pitchFamily="18" charset="0"/>
              </a:endParaRPr>
            </a:p>
          </p:txBody>
        </p:sp>
        <p:sp>
          <p:nvSpPr>
            <p:cNvPr id="10379" name="Oval 139"/>
            <p:cNvSpPr>
              <a:spLocks noChangeArrowheads="1"/>
            </p:cNvSpPr>
            <p:nvPr/>
          </p:nvSpPr>
          <p:spPr bwMode="auto">
            <a:xfrm>
              <a:off x="862" y="2791"/>
              <a:ext cx="62" cy="58"/>
            </a:xfrm>
            <a:prstGeom prst="ellipse">
              <a:avLst/>
            </a:prstGeom>
            <a:noFill/>
            <a:ln w="19050">
              <a:solidFill>
                <a:schemeClr val="tx1"/>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sp>
          <p:nvSpPr>
            <p:cNvPr id="10380" name="Oval 140"/>
            <p:cNvSpPr>
              <a:spLocks noChangeArrowheads="1"/>
            </p:cNvSpPr>
            <p:nvPr/>
          </p:nvSpPr>
          <p:spPr bwMode="auto">
            <a:xfrm>
              <a:off x="1629" y="2870"/>
              <a:ext cx="39" cy="36"/>
            </a:xfrm>
            <a:prstGeom prst="ellipse">
              <a:avLst/>
            </a:prstGeom>
            <a:solidFill>
              <a:schemeClr val="tx1"/>
            </a:solidFill>
            <a:ln w="28575">
              <a:solidFill>
                <a:schemeClr val="tx1"/>
              </a:solidFill>
              <a:round/>
              <a:headEnd/>
              <a:tailEnd/>
            </a:ln>
          </p:spPr>
          <p:txBody>
            <a:bodyPr wrap="none" anchor="ctr"/>
            <a:lstStyle/>
            <a:p>
              <a:endParaRPr lang="zh-CN" altLang="en-US"/>
            </a:p>
          </p:txBody>
        </p:sp>
        <p:sp>
          <p:nvSpPr>
            <p:cNvPr id="10381" name="Oval 141"/>
            <p:cNvSpPr>
              <a:spLocks noChangeArrowheads="1"/>
            </p:cNvSpPr>
            <p:nvPr/>
          </p:nvSpPr>
          <p:spPr bwMode="auto">
            <a:xfrm>
              <a:off x="1802" y="2870"/>
              <a:ext cx="39" cy="36"/>
            </a:xfrm>
            <a:prstGeom prst="ellipse">
              <a:avLst/>
            </a:prstGeom>
            <a:solidFill>
              <a:schemeClr val="tx1"/>
            </a:solidFill>
            <a:ln w="28575">
              <a:solidFill>
                <a:schemeClr val="tx1"/>
              </a:solidFill>
              <a:round/>
              <a:headEnd/>
              <a:tailEnd/>
            </a:ln>
          </p:spPr>
          <p:txBody>
            <a:bodyPr wrap="none" anchor="ctr"/>
            <a:lstStyle/>
            <a:p>
              <a:endParaRPr lang="zh-CN" altLang="en-US"/>
            </a:p>
          </p:txBody>
        </p:sp>
        <p:sp>
          <p:nvSpPr>
            <p:cNvPr id="10382" name="Oval 142"/>
            <p:cNvSpPr>
              <a:spLocks noChangeArrowheads="1"/>
            </p:cNvSpPr>
            <p:nvPr/>
          </p:nvSpPr>
          <p:spPr bwMode="auto">
            <a:xfrm>
              <a:off x="862" y="3551"/>
              <a:ext cx="62" cy="58"/>
            </a:xfrm>
            <a:prstGeom prst="ellipse">
              <a:avLst/>
            </a:prstGeom>
            <a:noFill/>
            <a:ln w="19050">
              <a:solidFill>
                <a:schemeClr val="tx1"/>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sp>
          <p:nvSpPr>
            <p:cNvPr id="10383" name="Oval 143"/>
            <p:cNvSpPr>
              <a:spLocks noChangeArrowheads="1"/>
            </p:cNvSpPr>
            <p:nvPr/>
          </p:nvSpPr>
          <p:spPr bwMode="auto">
            <a:xfrm>
              <a:off x="2575" y="3551"/>
              <a:ext cx="62" cy="58"/>
            </a:xfrm>
            <a:prstGeom prst="ellipse">
              <a:avLst/>
            </a:prstGeom>
            <a:noFill/>
            <a:ln w="19050">
              <a:solidFill>
                <a:schemeClr val="tx1"/>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sp>
          <p:nvSpPr>
            <p:cNvPr id="10384" name="Oval 144"/>
            <p:cNvSpPr>
              <a:spLocks noChangeArrowheads="1"/>
            </p:cNvSpPr>
            <p:nvPr/>
          </p:nvSpPr>
          <p:spPr bwMode="auto">
            <a:xfrm>
              <a:off x="2565" y="2797"/>
              <a:ext cx="61" cy="58"/>
            </a:xfrm>
            <a:prstGeom prst="ellipse">
              <a:avLst/>
            </a:prstGeom>
            <a:noFill/>
            <a:ln w="19050">
              <a:solidFill>
                <a:schemeClr val="tx1"/>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grpSp>
      <p:grpSp>
        <p:nvGrpSpPr>
          <p:cNvPr id="10436" name="Group 196"/>
          <p:cNvGrpSpPr>
            <a:grpSpLocks/>
          </p:cNvGrpSpPr>
          <p:nvPr/>
        </p:nvGrpSpPr>
        <p:grpSpPr bwMode="auto">
          <a:xfrm>
            <a:off x="5102225" y="1175997"/>
            <a:ext cx="2670175" cy="2085975"/>
            <a:chOff x="2971" y="2730"/>
            <a:chExt cx="1682" cy="1314"/>
          </a:xfrm>
        </p:grpSpPr>
        <p:sp>
          <p:nvSpPr>
            <p:cNvPr id="10386" name="Text Box 146"/>
            <p:cNvSpPr txBox="1">
              <a:spLocks noChangeArrowheads="1"/>
            </p:cNvSpPr>
            <p:nvPr/>
          </p:nvSpPr>
          <p:spPr bwMode="auto">
            <a:xfrm>
              <a:off x="3407" y="3756"/>
              <a:ext cx="1188"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Lst>
          </p:spPr>
          <p:txBody>
            <a:bodyPr>
              <a:spAutoFit/>
            </a:bodyPr>
            <a:lstStyle/>
            <a:p>
              <a:pPr algn="l" eaLnBrk="1" hangingPunct="1">
                <a:spcBef>
                  <a:spcPct val="50000"/>
                </a:spcBef>
              </a:pPr>
              <a:r>
                <a:rPr lang="zh-CN" altLang="en-US">
                  <a:latin typeface="Times New Roman" panose="02020603050405020304" pitchFamily="18" charset="0"/>
                </a:rPr>
                <a:t>滤波器电路       </a:t>
              </a:r>
            </a:p>
          </p:txBody>
        </p:sp>
        <p:sp>
          <p:nvSpPr>
            <p:cNvPr id="10387" name="Rectangle 147"/>
            <p:cNvSpPr>
              <a:spLocks noChangeArrowheads="1"/>
            </p:cNvSpPr>
            <p:nvPr/>
          </p:nvSpPr>
          <p:spPr bwMode="auto">
            <a:xfrm>
              <a:off x="3691" y="2730"/>
              <a:ext cx="267" cy="147"/>
            </a:xfrm>
            <a:prstGeom prst="rect">
              <a:avLst/>
            </a:prstGeom>
            <a:noFill/>
            <a:ln w="31750">
              <a:solidFill>
                <a:srgbClr val="000000"/>
              </a:solidFill>
              <a:miter lim="800000"/>
              <a:headEnd/>
              <a:tailEnd/>
            </a:ln>
            <a:extLst>
              <a:ext uri="{909E8E84-426E-40DD-AFC4-6F175D3DCCD1}">
                <a14:hiddenFill xmlns:a14="http://schemas.microsoft.com/office/drawing/2010/main">
                  <a:solidFill>
                    <a:srgbClr val="FF00FF"/>
                  </a:solidFill>
                </a14:hiddenFill>
              </a:ext>
            </a:extLst>
          </p:spPr>
          <p:txBody>
            <a:bodyPr/>
            <a:lstStyle/>
            <a:p>
              <a:endParaRPr lang="zh-CN" altLang="en-US"/>
            </a:p>
          </p:txBody>
        </p:sp>
        <p:grpSp>
          <p:nvGrpSpPr>
            <p:cNvPr id="10388" name="Group 148"/>
            <p:cNvGrpSpPr>
              <a:grpSpLocks/>
            </p:cNvGrpSpPr>
            <p:nvPr/>
          </p:nvGrpSpPr>
          <p:grpSpPr bwMode="auto">
            <a:xfrm>
              <a:off x="4053" y="3214"/>
              <a:ext cx="211" cy="94"/>
              <a:chOff x="2788" y="1109"/>
              <a:chExt cx="332" cy="109"/>
            </a:xfrm>
          </p:grpSpPr>
          <p:sp>
            <p:nvSpPr>
              <p:cNvPr id="10389" name="Line 149"/>
              <p:cNvSpPr>
                <a:spLocks noChangeShapeType="1"/>
              </p:cNvSpPr>
              <p:nvPr/>
            </p:nvSpPr>
            <p:spPr bwMode="auto">
              <a:xfrm>
                <a:off x="2788" y="1109"/>
                <a:ext cx="332"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90" name="Line 150"/>
              <p:cNvSpPr>
                <a:spLocks noChangeShapeType="1"/>
              </p:cNvSpPr>
              <p:nvPr/>
            </p:nvSpPr>
            <p:spPr bwMode="auto">
              <a:xfrm>
                <a:off x="2788" y="1217"/>
                <a:ext cx="332"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0391" name="Line 151"/>
            <p:cNvSpPr>
              <a:spLocks noChangeShapeType="1"/>
            </p:cNvSpPr>
            <p:nvPr/>
          </p:nvSpPr>
          <p:spPr bwMode="auto">
            <a:xfrm>
              <a:off x="3483" y="2807"/>
              <a:ext cx="0" cy="391"/>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92" name="Line 152"/>
            <p:cNvSpPr>
              <a:spLocks noChangeShapeType="1"/>
            </p:cNvSpPr>
            <p:nvPr/>
          </p:nvSpPr>
          <p:spPr bwMode="auto">
            <a:xfrm>
              <a:off x="3484" y="3291"/>
              <a:ext cx="0" cy="378"/>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93" name="Line 153"/>
            <p:cNvSpPr>
              <a:spLocks noChangeShapeType="1"/>
            </p:cNvSpPr>
            <p:nvPr/>
          </p:nvSpPr>
          <p:spPr bwMode="auto">
            <a:xfrm flipV="1">
              <a:off x="3033" y="3664"/>
              <a:ext cx="1583" cy="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94" name="Line 154"/>
            <p:cNvSpPr>
              <a:spLocks noChangeShapeType="1"/>
            </p:cNvSpPr>
            <p:nvPr/>
          </p:nvSpPr>
          <p:spPr bwMode="auto">
            <a:xfrm>
              <a:off x="3033" y="2807"/>
              <a:ext cx="658"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95" name="Line 155"/>
            <p:cNvSpPr>
              <a:spLocks noChangeShapeType="1"/>
            </p:cNvSpPr>
            <p:nvPr/>
          </p:nvSpPr>
          <p:spPr bwMode="auto">
            <a:xfrm>
              <a:off x="3958" y="2807"/>
              <a:ext cx="652" cy="1"/>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96" name="Rectangle 156"/>
            <p:cNvSpPr>
              <a:spLocks noChangeArrowheads="1"/>
            </p:cNvSpPr>
            <p:nvPr/>
          </p:nvSpPr>
          <p:spPr bwMode="auto">
            <a:xfrm>
              <a:off x="3708" y="2911"/>
              <a:ext cx="206"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spAutoFit/>
            </a:bodyPr>
            <a:lstStyle/>
            <a:p>
              <a:pPr eaLnBrk="1" hangingPunct="1"/>
              <a:r>
                <a:rPr lang="en-US" altLang="zh-CN" i="1">
                  <a:solidFill>
                    <a:srgbClr val="000000"/>
                  </a:solidFill>
                  <a:latin typeface="Times New Roman" panose="02020603050405020304" pitchFamily="18" charset="0"/>
                </a:rPr>
                <a:t>R</a:t>
              </a:r>
              <a:endParaRPr lang="en-US" altLang="zh-CN">
                <a:latin typeface="Times New Roman" panose="02020603050405020304" pitchFamily="18" charset="0"/>
              </a:endParaRPr>
            </a:p>
          </p:txBody>
        </p:sp>
        <p:sp>
          <p:nvSpPr>
            <p:cNvPr id="10397" name="Rectangle 157"/>
            <p:cNvSpPr>
              <a:spLocks noChangeArrowheads="1"/>
            </p:cNvSpPr>
            <p:nvPr/>
          </p:nvSpPr>
          <p:spPr bwMode="auto">
            <a:xfrm>
              <a:off x="3119" y="3115"/>
              <a:ext cx="247"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spAutoFit/>
            </a:bodyPr>
            <a:lstStyle/>
            <a:p>
              <a:pPr eaLnBrk="1" hangingPunct="1"/>
              <a:r>
                <a:rPr lang="en-US" altLang="zh-CN" i="1">
                  <a:solidFill>
                    <a:srgbClr val="000000"/>
                  </a:solidFill>
                  <a:latin typeface="Times New Roman" panose="02020603050405020304" pitchFamily="18" charset="0"/>
                </a:rPr>
                <a:t>C</a:t>
              </a:r>
              <a:endParaRPr lang="en-US" altLang="zh-CN">
                <a:latin typeface="Times New Roman" panose="02020603050405020304" pitchFamily="18" charset="0"/>
              </a:endParaRPr>
            </a:p>
          </p:txBody>
        </p:sp>
        <p:sp>
          <p:nvSpPr>
            <p:cNvPr id="10398" name="Rectangle 158"/>
            <p:cNvSpPr>
              <a:spLocks noChangeArrowheads="1"/>
            </p:cNvSpPr>
            <p:nvPr/>
          </p:nvSpPr>
          <p:spPr bwMode="auto">
            <a:xfrm>
              <a:off x="4270" y="3143"/>
              <a:ext cx="245"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spAutoFit/>
            </a:bodyPr>
            <a:lstStyle/>
            <a:p>
              <a:pPr eaLnBrk="1" hangingPunct="1"/>
              <a:r>
                <a:rPr lang="en-US" altLang="zh-CN" i="1">
                  <a:solidFill>
                    <a:srgbClr val="000000"/>
                  </a:solidFill>
                  <a:latin typeface="Times New Roman" panose="02020603050405020304" pitchFamily="18" charset="0"/>
                </a:rPr>
                <a:t>C</a:t>
              </a:r>
              <a:endParaRPr lang="en-US" altLang="zh-CN">
                <a:latin typeface="Times New Roman" panose="02020603050405020304" pitchFamily="18" charset="0"/>
              </a:endParaRPr>
            </a:p>
          </p:txBody>
        </p:sp>
        <p:grpSp>
          <p:nvGrpSpPr>
            <p:cNvPr id="10400" name="Group 160"/>
            <p:cNvGrpSpPr>
              <a:grpSpLocks/>
            </p:cNvGrpSpPr>
            <p:nvPr/>
          </p:nvGrpSpPr>
          <p:grpSpPr bwMode="auto">
            <a:xfrm>
              <a:off x="3376" y="3198"/>
              <a:ext cx="212" cy="93"/>
              <a:chOff x="2788" y="1109"/>
              <a:chExt cx="332" cy="109"/>
            </a:xfrm>
          </p:grpSpPr>
          <p:sp>
            <p:nvSpPr>
              <p:cNvPr id="10401" name="Line 161"/>
              <p:cNvSpPr>
                <a:spLocks noChangeShapeType="1"/>
              </p:cNvSpPr>
              <p:nvPr/>
            </p:nvSpPr>
            <p:spPr bwMode="auto">
              <a:xfrm>
                <a:off x="2788" y="1109"/>
                <a:ext cx="332"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402" name="Line 162"/>
              <p:cNvSpPr>
                <a:spLocks noChangeShapeType="1"/>
              </p:cNvSpPr>
              <p:nvPr/>
            </p:nvSpPr>
            <p:spPr bwMode="auto">
              <a:xfrm>
                <a:off x="2788" y="1217"/>
                <a:ext cx="332"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0403" name="Line 163"/>
            <p:cNvSpPr>
              <a:spLocks noChangeShapeType="1"/>
            </p:cNvSpPr>
            <p:nvPr/>
          </p:nvSpPr>
          <p:spPr bwMode="auto">
            <a:xfrm flipH="1">
              <a:off x="4160" y="2807"/>
              <a:ext cx="0" cy="40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404" name="Line 164"/>
            <p:cNvSpPr>
              <a:spLocks noChangeShapeType="1"/>
            </p:cNvSpPr>
            <p:nvPr/>
          </p:nvSpPr>
          <p:spPr bwMode="auto">
            <a:xfrm>
              <a:off x="4160" y="3308"/>
              <a:ext cx="0" cy="361"/>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427" name="Oval 187"/>
            <p:cNvSpPr>
              <a:spLocks noChangeArrowheads="1"/>
            </p:cNvSpPr>
            <p:nvPr/>
          </p:nvSpPr>
          <p:spPr bwMode="auto">
            <a:xfrm>
              <a:off x="2971" y="3641"/>
              <a:ext cx="62" cy="58"/>
            </a:xfrm>
            <a:prstGeom prst="ellipse">
              <a:avLst/>
            </a:prstGeom>
            <a:noFill/>
            <a:ln w="19050">
              <a:solidFill>
                <a:schemeClr val="tx1"/>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sp>
          <p:nvSpPr>
            <p:cNvPr id="10429" name="Oval 189"/>
            <p:cNvSpPr>
              <a:spLocks noChangeArrowheads="1"/>
            </p:cNvSpPr>
            <p:nvPr/>
          </p:nvSpPr>
          <p:spPr bwMode="auto">
            <a:xfrm>
              <a:off x="4591" y="3641"/>
              <a:ext cx="62" cy="58"/>
            </a:xfrm>
            <a:prstGeom prst="ellipse">
              <a:avLst/>
            </a:prstGeom>
            <a:noFill/>
            <a:ln w="19050">
              <a:solidFill>
                <a:schemeClr val="tx1"/>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sp>
          <p:nvSpPr>
            <p:cNvPr id="10430" name="Oval 190"/>
            <p:cNvSpPr>
              <a:spLocks noChangeArrowheads="1"/>
            </p:cNvSpPr>
            <p:nvPr/>
          </p:nvSpPr>
          <p:spPr bwMode="auto">
            <a:xfrm>
              <a:off x="4591" y="2771"/>
              <a:ext cx="62" cy="58"/>
            </a:xfrm>
            <a:prstGeom prst="ellipse">
              <a:avLst/>
            </a:prstGeom>
            <a:noFill/>
            <a:ln w="19050">
              <a:solidFill>
                <a:schemeClr val="tx1"/>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sp>
          <p:nvSpPr>
            <p:cNvPr id="10431" name="Oval 191"/>
            <p:cNvSpPr>
              <a:spLocks noChangeArrowheads="1"/>
            </p:cNvSpPr>
            <p:nvPr/>
          </p:nvSpPr>
          <p:spPr bwMode="auto">
            <a:xfrm>
              <a:off x="2971" y="2777"/>
              <a:ext cx="62" cy="58"/>
            </a:xfrm>
            <a:prstGeom prst="ellipse">
              <a:avLst/>
            </a:prstGeom>
            <a:noFill/>
            <a:ln w="19050">
              <a:solidFill>
                <a:schemeClr val="tx1"/>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grpSp>
      <p:sp>
        <p:nvSpPr>
          <p:cNvPr id="70" name="Text Box 117">
            <a:extLst>
              <a:ext uri="{FF2B5EF4-FFF2-40B4-BE49-F238E27FC236}">
                <a16:creationId xmlns:a16="http://schemas.microsoft.com/office/drawing/2014/main" id="{3AAFB06B-DC4D-47DB-B2BF-9DF7987B9163}"/>
              </a:ext>
            </a:extLst>
          </p:cNvPr>
          <p:cNvSpPr txBox="1">
            <a:spLocks noChangeArrowheads="1"/>
          </p:cNvSpPr>
          <p:nvPr/>
        </p:nvSpPr>
        <p:spPr bwMode="auto">
          <a:xfrm>
            <a:off x="473149" y="3702643"/>
            <a:ext cx="8245549" cy="19389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marL="342900" indent="-342900" algn="l" eaLnBrk="1" hangingPunct="1">
              <a:buFont typeface="Wingdings" panose="05000000000000000000" pitchFamily="2" charset="2"/>
              <a:buChar char="ü"/>
            </a:pPr>
            <a:r>
              <a:rPr lang="zh-CN" altLang="en-US" dirty="0">
                <a:solidFill>
                  <a:srgbClr val="FF0000"/>
                </a:solidFill>
                <a:latin typeface="Times New Roman" panose="02020603050405020304" pitchFamily="18" charset="0"/>
              </a:rPr>
              <a:t>二端口网络大量出现在通信、控制系统和电力系统中，信号（或能量）从一个端口输入，另一个端口输出。</a:t>
            </a:r>
            <a:endParaRPr lang="en-US" altLang="zh-CN" dirty="0">
              <a:solidFill>
                <a:srgbClr val="FF0000"/>
              </a:solidFill>
              <a:latin typeface="Times New Roman" panose="02020603050405020304" pitchFamily="18" charset="0"/>
            </a:endParaRPr>
          </a:p>
          <a:p>
            <a:pPr marL="342900" indent="-342900" algn="l" eaLnBrk="1" hangingPunct="1">
              <a:buFont typeface="Wingdings" panose="05000000000000000000" pitchFamily="2" charset="2"/>
              <a:buChar char="ü"/>
            </a:pPr>
            <a:r>
              <a:rPr lang="zh-CN" altLang="en-US" dirty="0">
                <a:solidFill>
                  <a:srgbClr val="FF0000"/>
                </a:solidFill>
                <a:latin typeface="Times New Roman" panose="02020603050405020304" pitchFamily="18" charset="0"/>
              </a:rPr>
              <a:t>很多情况下，我们只关心输入、输出端口的电压、电流，而并不关心二端口网络内部的情况，因此可以把二端口网络是为“黑盒子”来分析。</a:t>
            </a:r>
          </a:p>
        </p:txBody>
      </p:sp>
    </p:spTree>
    <p:extLst>
      <p:ext uri="{BB962C8B-B14F-4D97-AF65-F5344CB8AC3E}">
        <p14:creationId xmlns:p14="http://schemas.microsoft.com/office/powerpoint/2010/main" val="194584900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357">
                                            <p:txEl>
                                              <p:pRg st="0" end="0"/>
                                            </p:txEl>
                                          </p:spTgt>
                                        </p:tgtEl>
                                        <p:attrNameLst>
                                          <p:attrName>style.visibility</p:attrName>
                                        </p:attrNameLst>
                                      </p:cBhvr>
                                      <p:to>
                                        <p:strVal val="visible"/>
                                      </p:to>
                                    </p:set>
                                    <p:animEffect transition="in" filter="wipe(left)">
                                      <p:cBhvr>
                                        <p:cTn id="7" dur="500"/>
                                        <p:tgtEl>
                                          <p:spTgt spid="1035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4" fill="hold" nodeType="clickEffect">
                                  <p:stCondLst>
                                    <p:cond delay="0"/>
                                  </p:stCondLst>
                                  <p:childTnLst>
                                    <p:set>
                                      <p:cBhvr>
                                        <p:cTn id="11" dur="1" fill="hold">
                                          <p:stCondLst>
                                            <p:cond delay="0"/>
                                          </p:stCondLst>
                                        </p:cTn>
                                        <p:tgtEl>
                                          <p:spTgt spid="10435"/>
                                        </p:tgtEl>
                                        <p:attrNameLst>
                                          <p:attrName>style.visibility</p:attrName>
                                        </p:attrNameLst>
                                      </p:cBhvr>
                                      <p:to>
                                        <p:strVal val="visible"/>
                                      </p:to>
                                    </p:set>
                                    <p:anim calcmode="lin" valueType="num">
                                      <p:cBhvr additive="base">
                                        <p:cTn id="12" dur="500" fill="hold"/>
                                        <p:tgtEl>
                                          <p:spTgt spid="10435"/>
                                        </p:tgtEl>
                                        <p:attrNameLst>
                                          <p:attrName>ppt_x</p:attrName>
                                        </p:attrNameLst>
                                      </p:cBhvr>
                                      <p:tavLst>
                                        <p:tav tm="0">
                                          <p:val>
                                            <p:strVal val="#ppt_x"/>
                                          </p:val>
                                        </p:tav>
                                        <p:tav tm="100000">
                                          <p:val>
                                            <p:strVal val="#ppt_x"/>
                                          </p:val>
                                        </p:tav>
                                      </p:tavLst>
                                    </p:anim>
                                    <p:anim calcmode="lin" valueType="num">
                                      <p:cBhvr additive="base">
                                        <p:cTn id="13" dur="500" fill="hold"/>
                                        <p:tgtEl>
                                          <p:spTgt spid="10435"/>
                                        </p:tgtEl>
                                        <p:attrNameLst>
                                          <p:attrName>ppt_y</p:attrName>
                                        </p:attrNameLst>
                                      </p:cBhvr>
                                      <p:tavLst>
                                        <p:tav tm="0">
                                          <p:val>
                                            <p:strVal val="1+#ppt_h/2"/>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4" fill="hold" nodeType="clickEffect">
                                  <p:stCondLst>
                                    <p:cond delay="0"/>
                                  </p:stCondLst>
                                  <p:childTnLst>
                                    <p:set>
                                      <p:cBhvr>
                                        <p:cTn id="17" dur="1" fill="hold">
                                          <p:stCondLst>
                                            <p:cond delay="0"/>
                                          </p:stCondLst>
                                        </p:cTn>
                                        <p:tgtEl>
                                          <p:spTgt spid="10436"/>
                                        </p:tgtEl>
                                        <p:attrNameLst>
                                          <p:attrName>style.visibility</p:attrName>
                                        </p:attrNameLst>
                                      </p:cBhvr>
                                      <p:to>
                                        <p:strVal val="visible"/>
                                      </p:to>
                                    </p:set>
                                    <p:anim calcmode="lin" valueType="num">
                                      <p:cBhvr additive="base">
                                        <p:cTn id="18" dur="500" fill="hold"/>
                                        <p:tgtEl>
                                          <p:spTgt spid="10436"/>
                                        </p:tgtEl>
                                        <p:attrNameLst>
                                          <p:attrName>ppt_x</p:attrName>
                                        </p:attrNameLst>
                                      </p:cBhvr>
                                      <p:tavLst>
                                        <p:tav tm="0">
                                          <p:val>
                                            <p:strVal val="#ppt_x"/>
                                          </p:val>
                                        </p:tav>
                                        <p:tav tm="100000">
                                          <p:val>
                                            <p:strVal val="#ppt_x"/>
                                          </p:val>
                                        </p:tav>
                                      </p:tavLst>
                                    </p:anim>
                                    <p:anim calcmode="lin" valueType="num">
                                      <p:cBhvr additive="base">
                                        <p:cTn id="19" dur="500" fill="hold"/>
                                        <p:tgtEl>
                                          <p:spTgt spid="10436"/>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70">
                                            <p:txEl>
                                              <p:pRg st="0" end="0"/>
                                            </p:txEl>
                                          </p:spTgt>
                                        </p:tgtEl>
                                        <p:attrNameLst>
                                          <p:attrName>style.visibility</p:attrName>
                                        </p:attrNameLst>
                                      </p:cBhvr>
                                      <p:to>
                                        <p:strVal val="visible"/>
                                      </p:to>
                                    </p:set>
                                    <p:animEffect transition="in" filter="wipe(left)">
                                      <p:cBhvr>
                                        <p:cTn id="24" dur="500"/>
                                        <p:tgtEl>
                                          <p:spTgt spid="70">
                                            <p:txEl>
                                              <p:pRg st="0" end="0"/>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70">
                                            <p:txEl>
                                              <p:pRg st="1" end="1"/>
                                            </p:txEl>
                                          </p:spTgt>
                                        </p:tgtEl>
                                        <p:attrNameLst>
                                          <p:attrName>style.visibility</p:attrName>
                                        </p:attrNameLst>
                                      </p:cBhvr>
                                      <p:to>
                                        <p:strVal val="visible"/>
                                      </p:to>
                                    </p:set>
                                    <p:animEffect transition="in" filter="wipe(left)">
                                      <p:cBhvr>
                                        <p:cTn id="29" dur="500"/>
                                        <p:tgtEl>
                                          <p:spTgt spid="70">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57" grpId="0" build="p" autoUpdateAnimBg="0"/>
      <p:bldP spid="70" grpId="0" build="p" autoUpdateAnimBg="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ext Box 1026"/>
          <p:cNvSpPr txBox="1">
            <a:spLocks noChangeArrowheads="1"/>
          </p:cNvSpPr>
          <p:nvPr/>
        </p:nvSpPr>
        <p:spPr bwMode="auto">
          <a:xfrm>
            <a:off x="666750" y="284163"/>
            <a:ext cx="4814888"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spcBef>
                <a:spcPct val="50000"/>
              </a:spcBef>
            </a:pPr>
            <a:r>
              <a:rPr lang="zh-CN" altLang="en-US">
                <a:solidFill>
                  <a:srgbClr val="CC0066"/>
                </a:solidFill>
                <a:latin typeface="Times New Roman" panose="02020603050405020304" pitchFamily="18" charset="0"/>
              </a:rPr>
              <a:t>三</a:t>
            </a:r>
            <a:r>
              <a:rPr lang="zh-CN" altLang="en-US">
                <a:solidFill>
                  <a:srgbClr val="CC0066"/>
                </a:solidFill>
              </a:rPr>
              <a:t>、二端口与四端网络  </a:t>
            </a:r>
          </a:p>
        </p:txBody>
      </p:sp>
      <p:grpSp>
        <p:nvGrpSpPr>
          <p:cNvPr id="13606" name="Group 1318"/>
          <p:cNvGrpSpPr>
            <a:grpSpLocks/>
          </p:cNvGrpSpPr>
          <p:nvPr/>
        </p:nvGrpSpPr>
        <p:grpSpPr bwMode="auto">
          <a:xfrm>
            <a:off x="1703388" y="762000"/>
            <a:ext cx="2559050" cy="2182813"/>
            <a:chOff x="418" y="336"/>
            <a:chExt cx="1612" cy="1375"/>
          </a:xfrm>
        </p:grpSpPr>
        <p:sp>
          <p:nvSpPr>
            <p:cNvPr id="13315" name="Text Box 1027"/>
            <p:cNvSpPr txBox="1">
              <a:spLocks noChangeArrowheads="1"/>
            </p:cNvSpPr>
            <p:nvPr/>
          </p:nvSpPr>
          <p:spPr bwMode="auto">
            <a:xfrm>
              <a:off x="854" y="1423"/>
              <a:ext cx="892"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spcBef>
                  <a:spcPct val="50000"/>
                </a:spcBef>
              </a:pPr>
              <a:r>
                <a:rPr lang="zh-CN" altLang="en-US">
                  <a:latin typeface="Times New Roman" panose="02020603050405020304" pitchFamily="18" charset="0"/>
                </a:rPr>
                <a:t>二端口        </a:t>
              </a:r>
            </a:p>
          </p:txBody>
        </p:sp>
        <p:sp>
          <p:nvSpPr>
            <p:cNvPr id="13336" name="Text Box 1048"/>
            <p:cNvSpPr txBox="1">
              <a:spLocks noChangeArrowheads="1"/>
            </p:cNvSpPr>
            <p:nvPr/>
          </p:nvSpPr>
          <p:spPr bwMode="auto">
            <a:xfrm>
              <a:off x="1629" y="339"/>
              <a:ext cx="238"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spcBef>
                  <a:spcPct val="50000"/>
                </a:spcBef>
              </a:pPr>
              <a:r>
                <a:rPr lang="en-US" altLang="zh-CN" i="1">
                  <a:latin typeface="Times New Roman" panose="02020603050405020304" pitchFamily="18" charset="0"/>
                </a:rPr>
                <a:t>i</a:t>
              </a:r>
              <a:r>
                <a:rPr lang="en-US" altLang="zh-CN" baseline="-25000">
                  <a:latin typeface="Times New Roman" panose="02020603050405020304" pitchFamily="18" charset="0"/>
                </a:rPr>
                <a:t>2</a:t>
              </a:r>
              <a:endParaRPr lang="en-US" altLang="zh-CN">
                <a:latin typeface="Times New Roman" panose="02020603050405020304" pitchFamily="18" charset="0"/>
              </a:endParaRPr>
            </a:p>
          </p:txBody>
        </p:sp>
        <p:sp>
          <p:nvSpPr>
            <p:cNvPr id="13319" name="Rectangle 1031"/>
            <p:cNvSpPr>
              <a:spLocks noChangeArrowheads="1"/>
            </p:cNvSpPr>
            <p:nvPr/>
          </p:nvSpPr>
          <p:spPr bwMode="auto">
            <a:xfrm>
              <a:off x="1013" y="584"/>
              <a:ext cx="429" cy="708"/>
            </a:xfrm>
            <a:prstGeom prst="rect">
              <a:avLst/>
            </a:prstGeom>
            <a:solidFill>
              <a:srgbClr val="D5FFFF"/>
            </a:solidFill>
            <a:ln w="31750">
              <a:solidFill>
                <a:srgbClr val="000000"/>
              </a:solidFill>
              <a:miter lim="800000"/>
              <a:headEnd/>
              <a:tailEnd/>
            </a:ln>
          </p:spPr>
          <p:txBody>
            <a:bodyPr/>
            <a:lstStyle/>
            <a:p>
              <a:endParaRPr lang="zh-CN" altLang="en-US"/>
            </a:p>
          </p:txBody>
        </p:sp>
        <p:sp>
          <p:nvSpPr>
            <p:cNvPr id="13326" name="Text Box 1038"/>
            <p:cNvSpPr txBox="1">
              <a:spLocks noChangeArrowheads="1"/>
            </p:cNvSpPr>
            <p:nvPr/>
          </p:nvSpPr>
          <p:spPr bwMode="auto">
            <a:xfrm>
              <a:off x="627" y="336"/>
              <a:ext cx="358"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spcBef>
                  <a:spcPct val="50000"/>
                </a:spcBef>
              </a:pPr>
              <a:r>
                <a:rPr lang="en-US" altLang="zh-CN" i="1">
                  <a:latin typeface="Times New Roman" panose="02020603050405020304" pitchFamily="18" charset="0"/>
                </a:rPr>
                <a:t>i</a:t>
              </a:r>
              <a:r>
                <a:rPr lang="en-US" altLang="zh-CN" baseline="-25000">
                  <a:latin typeface="Times New Roman" panose="02020603050405020304" pitchFamily="18" charset="0"/>
                </a:rPr>
                <a:t>1</a:t>
              </a:r>
              <a:endParaRPr lang="en-US" altLang="zh-CN">
                <a:latin typeface="Times New Roman" panose="02020603050405020304" pitchFamily="18" charset="0"/>
              </a:endParaRPr>
            </a:p>
          </p:txBody>
        </p:sp>
        <p:sp>
          <p:nvSpPr>
            <p:cNvPr id="13328" name="Text Box 1040"/>
            <p:cNvSpPr txBox="1">
              <a:spLocks noChangeArrowheads="1"/>
            </p:cNvSpPr>
            <p:nvPr/>
          </p:nvSpPr>
          <p:spPr bwMode="auto">
            <a:xfrm>
              <a:off x="621" y="1215"/>
              <a:ext cx="274"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spcBef>
                  <a:spcPct val="50000"/>
                </a:spcBef>
              </a:pPr>
              <a:r>
                <a:rPr lang="en-US" altLang="zh-CN" i="1">
                  <a:latin typeface="Times New Roman" panose="02020603050405020304" pitchFamily="18" charset="0"/>
                </a:rPr>
                <a:t>i</a:t>
              </a:r>
              <a:r>
                <a:rPr lang="en-US" altLang="zh-CN" baseline="-25000">
                  <a:latin typeface="Times New Roman" panose="02020603050405020304" pitchFamily="18" charset="0"/>
                </a:rPr>
                <a:t>1</a:t>
              </a:r>
              <a:endParaRPr lang="en-US" altLang="zh-CN">
                <a:latin typeface="Times New Roman" panose="02020603050405020304" pitchFamily="18" charset="0"/>
              </a:endParaRPr>
            </a:p>
          </p:txBody>
        </p:sp>
        <p:sp>
          <p:nvSpPr>
            <p:cNvPr id="13334" name="Text Box 1046"/>
            <p:cNvSpPr txBox="1">
              <a:spLocks noChangeArrowheads="1"/>
            </p:cNvSpPr>
            <p:nvPr/>
          </p:nvSpPr>
          <p:spPr bwMode="auto">
            <a:xfrm>
              <a:off x="1647" y="1209"/>
              <a:ext cx="358"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spcBef>
                  <a:spcPct val="50000"/>
                </a:spcBef>
              </a:pPr>
              <a:r>
                <a:rPr lang="en-US" altLang="zh-CN" i="1">
                  <a:latin typeface="Times New Roman" panose="02020603050405020304" pitchFamily="18" charset="0"/>
                </a:rPr>
                <a:t>i</a:t>
              </a:r>
              <a:r>
                <a:rPr lang="en-US" altLang="zh-CN" baseline="-25000">
                  <a:latin typeface="Times New Roman" panose="02020603050405020304" pitchFamily="18" charset="0"/>
                </a:rPr>
                <a:t>2</a:t>
              </a:r>
              <a:endParaRPr lang="en-US" altLang="zh-CN">
                <a:latin typeface="Times New Roman" panose="02020603050405020304" pitchFamily="18" charset="0"/>
              </a:endParaRPr>
            </a:p>
          </p:txBody>
        </p:sp>
        <p:grpSp>
          <p:nvGrpSpPr>
            <p:cNvPr id="13378" name="Group 1090"/>
            <p:cNvGrpSpPr>
              <a:grpSpLocks/>
            </p:cNvGrpSpPr>
            <p:nvPr/>
          </p:nvGrpSpPr>
          <p:grpSpPr bwMode="auto">
            <a:xfrm rot="-5400000">
              <a:off x="676" y="391"/>
              <a:ext cx="68" cy="584"/>
              <a:chOff x="1502" y="1975"/>
              <a:chExt cx="68" cy="584"/>
            </a:xfrm>
          </p:grpSpPr>
          <p:sp>
            <p:nvSpPr>
              <p:cNvPr id="13379" name="Line 1091"/>
              <p:cNvSpPr>
                <a:spLocks noChangeShapeType="1"/>
              </p:cNvSpPr>
              <p:nvPr/>
            </p:nvSpPr>
            <p:spPr bwMode="auto">
              <a:xfrm flipV="1">
                <a:off x="1534" y="2046"/>
                <a:ext cx="1" cy="513"/>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80" name="Oval 1092"/>
              <p:cNvSpPr>
                <a:spLocks noChangeArrowheads="1"/>
              </p:cNvSpPr>
              <p:nvPr/>
            </p:nvSpPr>
            <p:spPr bwMode="auto">
              <a:xfrm>
                <a:off x="1502" y="1975"/>
                <a:ext cx="68" cy="68"/>
              </a:xfrm>
              <a:prstGeom prst="ellipse">
                <a:avLst/>
              </a:prstGeom>
              <a:noFill/>
              <a:ln w="19050">
                <a:solidFill>
                  <a:schemeClr val="tx1"/>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grpSp>
        <p:grpSp>
          <p:nvGrpSpPr>
            <p:cNvPr id="13393" name="Group 1105"/>
            <p:cNvGrpSpPr>
              <a:grpSpLocks/>
            </p:cNvGrpSpPr>
            <p:nvPr/>
          </p:nvGrpSpPr>
          <p:grpSpPr bwMode="auto">
            <a:xfrm rot="-5400000">
              <a:off x="682" y="913"/>
              <a:ext cx="68" cy="584"/>
              <a:chOff x="1502" y="1975"/>
              <a:chExt cx="68" cy="584"/>
            </a:xfrm>
          </p:grpSpPr>
          <p:sp>
            <p:nvSpPr>
              <p:cNvPr id="13394" name="Line 1106"/>
              <p:cNvSpPr>
                <a:spLocks noChangeShapeType="1"/>
              </p:cNvSpPr>
              <p:nvPr/>
            </p:nvSpPr>
            <p:spPr bwMode="auto">
              <a:xfrm flipV="1">
                <a:off x="1534" y="2046"/>
                <a:ext cx="1" cy="513"/>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95" name="Oval 1107"/>
              <p:cNvSpPr>
                <a:spLocks noChangeArrowheads="1"/>
              </p:cNvSpPr>
              <p:nvPr/>
            </p:nvSpPr>
            <p:spPr bwMode="auto">
              <a:xfrm>
                <a:off x="1502" y="1975"/>
                <a:ext cx="68" cy="68"/>
              </a:xfrm>
              <a:prstGeom prst="ellipse">
                <a:avLst/>
              </a:prstGeom>
              <a:noFill/>
              <a:ln w="19050">
                <a:solidFill>
                  <a:schemeClr val="tx1"/>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grpSp>
        <p:sp>
          <p:nvSpPr>
            <p:cNvPr id="13406" name="Line 1118"/>
            <p:cNvSpPr>
              <a:spLocks noChangeShapeType="1"/>
            </p:cNvSpPr>
            <p:nvPr/>
          </p:nvSpPr>
          <p:spPr bwMode="auto">
            <a:xfrm rot="5400000" flipH="1" flipV="1">
              <a:off x="1698" y="413"/>
              <a:ext cx="1" cy="513"/>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3408" name="Group 1120"/>
            <p:cNvGrpSpPr>
              <a:grpSpLocks/>
            </p:cNvGrpSpPr>
            <p:nvPr/>
          </p:nvGrpSpPr>
          <p:grpSpPr bwMode="auto">
            <a:xfrm rot="5400000" flipH="1">
              <a:off x="1704" y="913"/>
              <a:ext cx="68" cy="584"/>
              <a:chOff x="1502" y="1975"/>
              <a:chExt cx="68" cy="584"/>
            </a:xfrm>
          </p:grpSpPr>
          <p:sp>
            <p:nvSpPr>
              <p:cNvPr id="13409" name="Line 1121"/>
              <p:cNvSpPr>
                <a:spLocks noChangeShapeType="1"/>
              </p:cNvSpPr>
              <p:nvPr/>
            </p:nvSpPr>
            <p:spPr bwMode="auto">
              <a:xfrm flipV="1">
                <a:off x="1534" y="2046"/>
                <a:ext cx="1" cy="513"/>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410" name="Oval 1122"/>
              <p:cNvSpPr>
                <a:spLocks noChangeArrowheads="1"/>
              </p:cNvSpPr>
              <p:nvPr/>
            </p:nvSpPr>
            <p:spPr bwMode="auto">
              <a:xfrm>
                <a:off x="1502" y="1975"/>
                <a:ext cx="68" cy="68"/>
              </a:xfrm>
              <a:prstGeom prst="ellipse">
                <a:avLst/>
              </a:prstGeom>
              <a:noFill/>
              <a:ln w="19050">
                <a:solidFill>
                  <a:schemeClr val="tx1"/>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grpSp>
        <p:sp>
          <p:nvSpPr>
            <p:cNvPr id="13539" name="Oval 1251"/>
            <p:cNvSpPr>
              <a:spLocks noChangeArrowheads="1"/>
            </p:cNvSpPr>
            <p:nvPr/>
          </p:nvSpPr>
          <p:spPr bwMode="auto">
            <a:xfrm>
              <a:off x="1945" y="637"/>
              <a:ext cx="68" cy="68"/>
            </a:xfrm>
            <a:prstGeom prst="ellipse">
              <a:avLst/>
            </a:prstGeom>
            <a:noFill/>
            <a:ln w="19050">
              <a:solidFill>
                <a:schemeClr val="tx1"/>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sp>
          <p:nvSpPr>
            <p:cNvPr id="13590" name="Line 1302"/>
            <p:cNvSpPr>
              <a:spLocks noChangeShapeType="1"/>
            </p:cNvSpPr>
            <p:nvPr/>
          </p:nvSpPr>
          <p:spPr bwMode="auto">
            <a:xfrm>
              <a:off x="632" y="632"/>
              <a:ext cx="272"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3591" name="Line 1303"/>
            <p:cNvSpPr>
              <a:spLocks noChangeShapeType="1"/>
            </p:cNvSpPr>
            <p:nvPr/>
          </p:nvSpPr>
          <p:spPr bwMode="auto">
            <a:xfrm>
              <a:off x="1624" y="1240"/>
              <a:ext cx="224"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3592" name="Line 1304"/>
            <p:cNvSpPr>
              <a:spLocks noChangeShapeType="1"/>
            </p:cNvSpPr>
            <p:nvPr/>
          </p:nvSpPr>
          <p:spPr bwMode="auto">
            <a:xfrm flipH="1">
              <a:off x="1592" y="624"/>
              <a:ext cx="216"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3593" name="Line 1305"/>
            <p:cNvSpPr>
              <a:spLocks noChangeShapeType="1"/>
            </p:cNvSpPr>
            <p:nvPr/>
          </p:nvSpPr>
          <p:spPr bwMode="auto">
            <a:xfrm flipH="1">
              <a:off x="568" y="1264"/>
              <a:ext cx="264"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grpSp>
        <p:nvGrpSpPr>
          <p:cNvPr id="13610" name="Group 1322"/>
          <p:cNvGrpSpPr>
            <a:grpSpLocks/>
          </p:cNvGrpSpPr>
          <p:nvPr/>
        </p:nvGrpSpPr>
        <p:grpSpPr bwMode="auto">
          <a:xfrm>
            <a:off x="4667250" y="806450"/>
            <a:ext cx="3009900" cy="2155825"/>
            <a:chOff x="2940" y="508"/>
            <a:chExt cx="1896" cy="1358"/>
          </a:xfrm>
        </p:grpSpPr>
        <p:sp>
          <p:nvSpPr>
            <p:cNvPr id="13317" name="Text Box 1029"/>
            <p:cNvSpPr txBox="1">
              <a:spLocks noChangeArrowheads="1"/>
            </p:cNvSpPr>
            <p:nvPr/>
          </p:nvSpPr>
          <p:spPr bwMode="auto">
            <a:xfrm>
              <a:off x="2940" y="1578"/>
              <a:ext cx="1896"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spcBef>
                  <a:spcPct val="50000"/>
                </a:spcBef>
              </a:pPr>
              <a:r>
                <a:rPr lang="zh-CN" altLang="en-US">
                  <a:latin typeface="Times New Roman" panose="02020603050405020304" pitchFamily="18" charset="0"/>
                </a:rPr>
                <a:t>具有公共端的二端口      </a:t>
              </a:r>
            </a:p>
          </p:txBody>
        </p:sp>
        <p:grpSp>
          <p:nvGrpSpPr>
            <p:cNvPr id="13609" name="Group 1321"/>
            <p:cNvGrpSpPr>
              <a:grpSpLocks/>
            </p:cNvGrpSpPr>
            <p:nvPr/>
          </p:nvGrpSpPr>
          <p:grpSpPr bwMode="auto">
            <a:xfrm>
              <a:off x="2943" y="508"/>
              <a:ext cx="1534" cy="1119"/>
              <a:chOff x="2943" y="508"/>
              <a:chExt cx="1534" cy="1119"/>
            </a:xfrm>
          </p:grpSpPr>
          <p:sp>
            <p:nvSpPr>
              <p:cNvPr id="13431" name="Text Box 1143"/>
              <p:cNvSpPr txBox="1">
                <a:spLocks noChangeArrowheads="1"/>
              </p:cNvSpPr>
              <p:nvPr/>
            </p:nvSpPr>
            <p:spPr bwMode="auto">
              <a:xfrm>
                <a:off x="4101" y="511"/>
                <a:ext cx="238"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spcBef>
                    <a:spcPct val="50000"/>
                  </a:spcBef>
                </a:pPr>
                <a:r>
                  <a:rPr lang="en-US" altLang="zh-CN" i="1">
                    <a:latin typeface="Times New Roman" panose="02020603050405020304" pitchFamily="18" charset="0"/>
                  </a:rPr>
                  <a:t>i</a:t>
                </a:r>
                <a:r>
                  <a:rPr lang="en-US" altLang="zh-CN" baseline="-25000">
                    <a:latin typeface="Times New Roman" panose="02020603050405020304" pitchFamily="18" charset="0"/>
                  </a:rPr>
                  <a:t>2</a:t>
                </a:r>
                <a:endParaRPr lang="en-US" altLang="zh-CN">
                  <a:latin typeface="Times New Roman" panose="02020603050405020304" pitchFamily="18" charset="0"/>
                </a:endParaRPr>
              </a:p>
            </p:txBody>
          </p:sp>
          <p:sp>
            <p:nvSpPr>
              <p:cNvPr id="13434" name="Text Box 1146"/>
              <p:cNvSpPr txBox="1">
                <a:spLocks noChangeArrowheads="1"/>
              </p:cNvSpPr>
              <p:nvPr/>
            </p:nvSpPr>
            <p:spPr bwMode="auto">
              <a:xfrm>
                <a:off x="3099" y="508"/>
                <a:ext cx="358"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spcBef>
                    <a:spcPct val="50000"/>
                  </a:spcBef>
                </a:pPr>
                <a:r>
                  <a:rPr lang="en-US" altLang="zh-CN" i="1">
                    <a:latin typeface="Times New Roman" panose="02020603050405020304" pitchFamily="18" charset="0"/>
                  </a:rPr>
                  <a:t>i</a:t>
                </a:r>
                <a:r>
                  <a:rPr lang="en-US" altLang="zh-CN" baseline="-25000">
                    <a:latin typeface="Times New Roman" panose="02020603050405020304" pitchFamily="18" charset="0"/>
                  </a:rPr>
                  <a:t>1</a:t>
                </a:r>
                <a:endParaRPr lang="en-US" altLang="zh-CN">
                  <a:latin typeface="Times New Roman" panose="02020603050405020304" pitchFamily="18" charset="0"/>
                </a:endParaRPr>
              </a:p>
            </p:txBody>
          </p:sp>
          <p:sp>
            <p:nvSpPr>
              <p:cNvPr id="13435" name="Text Box 1147"/>
              <p:cNvSpPr txBox="1">
                <a:spLocks noChangeArrowheads="1"/>
              </p:cNvSpPr>
              <p:nvPr/>
            </p:nvSpPr>
            <p:spPr bwMode="auto">
              <a:xfrm>
                <a:off x="3141" y="1339"/>
                <a:ext cx="274"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spcBef>
                    <a:spcPct val="50000"/>
                  </a:spcBef>
                </a:pPr>
                <a:r>
                  <a:rPr lang="en-US" altLang="zh-CN" i="1">
                    <a:latin typeface="Times New Roman" panose="02020603050405020304" pitchFamily="18" charset="0"/>
                  </a:rPr>
                  <a:t>i</a:t>
                </a:r>
                <a:r>
                  <a:rPr lang="en-US" altLang="zh-CN" baseline="-25000">
                    <a:latin typeface="Times New Roman" panose="02020603050405020304" pitchFamily="18" charset="0"/>
                  </a:rPr>
                  <a:t>1</a:t>
                </a:r>
                <a:endParaRPr lang="en-US" altLang="zh-CN">
                  <a:latin typeface="Times New Roman" panose="02020603050405020304" pitchFamily="18" charset="0"/>
                </a:endParaRPr>
              </a:p>
            </p:txBody>
          </p:sp>
          <p:sp>
            <p:nvSpPr>
              <p:cNvPr id="13436" name="Text Box 1148"/>
              <p:cNvSpPr txBox="1">
                <a:spLocks noChangeArrowheads="1"/>
              </p:cNvSpPr>
              <p:nvPr/>
            </p:nvSpPr>
            <p:spPr bwMode="auto">
              <a:xfrm>
                <a:off x="4119" y="1333"/>
                <a:ext cx="358"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spcBef>
                    <a:spcPct val="50000"/>
                  </a:spcBef>
                </a:pPr>
                <a:r>
                  <a:rPr lang="en-US" altLang="zh-CN" i="1">
                    <a:latin typeface="Times New Roman" panose="02020603050405020304" pitchFamily="18" charset="0"/>
                  </a:rPr>
                  <a:t>i</a:t>
                </a:r>
                <a:r>
                  <a:rPr lang="en-US" altLang="zh-CN" baseline="-25000">
                    <a:latin typeface="Times New Roman" panose="02020603050405020304" pitchFamily="18" charset="0"/>
                  </a:rPr>
                  <a:t>2</a:t>
                </a:r>
                <a:endParaRPr lang="en-US" altLang="zh-CN">
                  <a:latin typeface="Times New Roman" panose="02020603050405020304" pitchFamily="18" charset="0"/>
                </a:endParaRPr>
              </a:p>
            </p:txBody>
          </p:sp>
          <p:sp>
            <p:nvSpPr>
              <p:cNvPr id="13438" name="Line 1150"/>
              <p:cNvSpPr>
                <a:spLocks noChangeShapeType="1"/>
              </p:cNvSpPr>
              <p:nvPr/>
            </p:nvSpPr>
            <p:spPr bwMode="auto">
              <a:xfrm rot="16200000" flipV="1">
                <a:off x="3256" y="582"/>
                <a:ext cx="1" cy="513"/>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439" name="Oval 1151"/>
              <p:cNvSpPr>
                <a:spLocks noChangeArrowheads="1"/>
              </p:cNvSpPr>
              <p:nvPr/>
            </p:nvSpPr>
            <p:spPr bwMode="auto">
              <a:xfrm rot="-5400000">
                <a:off x="2943" y="804"/>
                <a:ext cx="68" cy="68"/>
              </a:xfrm>
              <a:prstGeom prst="ellipse">
                <a:avLst/>
              </a:prstGeom>
              <a:noFill/>
              <a:ln w="19050">
                <a:solidFill>
                  <a:schemeClr val="tx1"/>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sp>
            <p:nvSpPr>
              <p:cNvPr id="13441" name="Line 1153"/>
              <p:cNvSpPr>
                <a:spLocks noChangeShapeType="1"/>
              </p:cNvSpPr>
              <p:nvPr/>
            </p:nvSpPr>
            <p:spPr bwMode="auto">
              <a:xfrm rot="16200000" flipV="1">
                <a:off x="3708" y="658"/>
                <a:ext cx="1" cy="1364"/>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444" name="Line 1156"/>
              <p:cNvSpPr>
                <a:spLocks noChangeShapeType="1"/>
              </p:cNvSpPr>
              <p:nvPr/>
            </p:nvSpPr>
            <p:spPr bwMode="auto">
              <a:xfrm rot="5400000" flipH="1" flipV="1">
                <a:off x="4138" y="577"/>
                <a:ext cx="1" cy="513"/>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445" name="Oval 1157"/>
              <p:cNvSpPr>
                <a:spLocks noChangeArrowheads="1"/>
              </p:cNvSpPr>
              <p:nvPr/>
            </p:nvSpPr>
            <p:spPr bwMode="auto">
              <a:xfrm rot="5400000" flipH="1">
                <a:off x="4374" y="806"/>
                <a:ext cx="68" cy="68"/>
              </a:xfrm>
              <a:prstGeom prst="ellipse">
                <a:avLst/>
              </a:prstGeom>
              <a:noFill/>
              <a:ln w="19050">
                <a:solidFill>
                  <a:schemeClr val="tx1"/>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sp>
            <p:nvSpPr>
              <p:cNvPr id="13448" name="Oval 1160"/>
              <p:cNvSpPr>
                <a:spLocks noChangeArrowheads="1"/>
              </p:cNvSpPr>
              <p:nvPr/>
            </p:nvSpPr>
            <p:spPr bwMode="auto">
              <a:xfrm rot="5400000" flipH="1">
                <a:off x="4375" y="1296"/>
                <a:ext cx="68" cy="68"/>
              </a:xfrm>
              <a:prstGeom prst="ellipse">
                <a:avLst/>
              </a:prstGeom>
              <a:noFill/>
              <a:ln w="19050">
                <a:solidFill>
                  <a:schemeClr val="tx1"/>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sp>
            <p:nvSpPr>
              <p:cNvPr id="13453" name="Oval 1165"/>
              <p:cNvSpPr>
                <a:spLocks noChangeArrowheads="1"/>
              </p:cNvSpPr>
              <p:nvPr/>
            </p:nvSpPr>
            <p:spPr bwMode="auto">
              <a:xfrm rot="-5400000">
                <a:off x="2951" y="1296"/>
                <a:ext cx="68" cy="68"/>
              </a:xfrm>
              <a:prstGeom prst="ellipse">
                <a:avLst/>
              </a:prstGeom>
              <a:noFill/>
              <a:ln w="19050">
                <a:solidFill>
                  <a:schemeClr val="tx1"/>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sp>
            <p:nvSpPr>
              <p:cNvPr id="13454" name="Line 1166"/>
              <p:cNvSpPr>
                <a:spLocks noChangeShapeType="1"/>
              </p:cNvSpPr>
              <p:nvPr/>
            </p:nvSpPr>
            <p:spPr bwMode="auto">
              <a:xfrm>
                <a:off x="3690" y="1146"/>
                <a:ext cx="0" cy="19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433" name="Rectangle 1145"/>
              <p:cNvSpPr>
                <a:spLocks noChangeArrowheads="1"/>
              </p:cNvSpPr>
              <p:nvPr/>
            </p:nvSpPr>
            <p:spPr bwMode="auto">
              <a:xfrm>
                <a:off x="3485" y="740"/>
                <a:ext cx="429" cy="408"/>
              </a:xfrm>
              <a:prstGeom prst="rect">
                <a:avLst/>
              </a:prstGeom>
              <a:solidFill>
                <a:srgbClr val="D5FFFF"/>
              </a:solidFill>
              <a:ln w="31750">
                <a:solidFill>
                  <a:srgbClr val="000000"/>
                </a:solidFill>
                <a:miter lim="800000"/>
                <a:headEnd/>
                <a:tailEnd/>
              </a:ln>
            </p:spPr>
            <p:txBody>
              <a:bodyPr/>
              <a:lstStyle/>
              <a:p>
                <a:endParaRPr lang="zh-CN" altLang="en-US"/>
              </a:p>
            </p:txBody>
          </p:sp>
          <p:sp>
            <p:nvSpPr>
              <p:cNvPr id="13596" name="Line 1308"/>
              <p:cNvSpPr>
                <a:spLocks noChangeShapeType="1"/>
              </p:cNvSpPr>
              <p:nvPr/>
            </p:nvSpPr>
            <p:spPr bwMode="auto">
              <a:xfrm flipH="1">
                <a:off x="3096" y="1380"/>
                <a:ext cx="200"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3597" name="Line 1309"/>
              <p:cNvSpPr>
                <a:spLocks noChangeShapeType="1"/>
              </p:cNvSpPr>
              <p:nvPr/>
            </p:nvSpPr>
            <p:spPr bwMode="auto">
              <a:xfrm flipH="1">
                <a:off x="4072" y="788"/>
                <a:ext cx="200"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3598" name="Line 1310"/>
              <p:cNvSpPr>
                <a:spLocks noChangeShapeType="1"/>
              </p:cNvSpPr>
              <p:nvPr/>
            </p:nvSpPr>
            <p:spPr bwMode="auto">
              <a:xfrm>
                <a:off x="3088" y="788"/>
                <a:ext cx="208"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3599" name="Line 1311"/>
              <p:cNvSpPr>
                <a:spLocks noChangeShapeType="1"/>
              </p:cNvSpPr>
              <p:nvPr/>
            </p:nvSpPr>
            <p:spPr bwMode="auto">
              <a:xfrm>
                <a:off x="4004" y="1396"/>
                <a:ext cx="208"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grpSp>
      <p:grpSp>
        <p:nvGrpSpPr>
          <p:cNvPr id="13608" name="Group 1320"/>
          <p:cNvGrpSpPr>
            <a:grpSpLocks/>
          </p:cNvGrpSpPr>
          <p:nvPr/>
        </p:nvGrpSpPr>
        <p:grpSpPr bwMode="auto">
          <a:xfrm>
            <a:off x="2482850" y="3238500"/>
            <a:ext cx="2565400" cy="3095625"/>
            <a:chOff x="1348" y="1764"/>
            <a:chExt cx="1616" cy="1950"/>
          </a:xfrm>
        </p:grpSpPr>
        <p:sp>
          <p:nvSpPr>
            <p:cNvPr id="13316" name="Text Box 1028"/>
            <p:cNvSpPr txBox="1">
              <a:spLocks noChangeArrowheads="1"/>
            </p:cNvSpPr>
            <p:nvPr/>
          </p:nvSpPr>
          <p:spPr bwMode="auto">
            <a:xfrm>
              <a:off x="1770" y="3426"/>
              <a:ext cx="1116"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spcBef>
                  <a:spcPct val="50000"/>
                </a:spcBef>
              </a:pPr>
              <a:r>
                <a:rPr lang="zh-CN" altLang="en-US">
                  <a:latin typeface="Times New Roman" panose="02020603050405020304" pitchFamily="18" charset="0"/>
                </a:rPr>
                <a:t>四端网络      </a:t>
              </a:r>
            </a:p>
          </p:txBody>
        </p:sp>
        <p:sp>
          <p:nvSpPr>
            <p:cNvPr id="13338" name="Text Box 1050"/>
            <p:cNvSpPr txBox="1">
              <a:spLocks noChangeArrowheads="1"/>
            </p:cNvSpPr>
            <p:nvPr/>
          </p:nvSpPr>
          <p:spPr bwMode="auto">
            <a:xfrm>
              <a:off x="1806" y="2514"/>
              <a:ext cx="336" cy="14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spcBef>
                  <a:spcPct val="50000"/>
                </a:spcBef>
              </a:pPr>
              <a:r>
                <a:rPr lang="en-US" altLang="zh-CN" sz="900" b="0">
                  <a:latin typeface="Times New Roman" panose="02020603050405020304" pitchFamily="18" charset="0"/>
                </a:rPr>
                <a:t>  </a:t>
              </a:r>
              <a:r>
                <a:rPr lang="en-US" altLang="zh-CN" sz="900" b="0">
                  <a:solidFill>
                    <a:srgbClr val="3399FF"/>
                  </a:solidFill>
                  <a:latin typeface="Times New Roman" panose="02020603050405020304" pitchFamily="18" charset="0"/>
                </a:rPr>
                <a:t> </a:t>
              </a:r>
              <a:endParaRPr lang="en-US" altLang="zh-CN" sz="1800" b="0">
                <a:latin typeface="Times New Roman" panose="02020603050405020304" pitchFamily="18" charset="0"/>
              </a:endParaRPr>
            </a:p>
          </p:txBody>
        </p:sp>
        <p:graphicFrame>
          <p:nvGraphicFramePr>
            <p:cNvPr id="13339" name="Object 1051"/>
            <p:cNvGraphicFramePr>
              <a:graphicFrameLocks noChangeAspect="1"/>
            </p:cNvGraphicFramePr>
            <p:nvPr/>
          </p:nvGraphicFramePr>
          <p:xfrm>
            <a:off x="1854" y="3236"/>
            <a:ext cx="192" cy="128"/>
          </p:xfrm>
          <a:graphic>
            <a:graphicData uri="http://schemas.openxmlformats.org/presentationml/2006/ole">
              <mc:AlternateContent xmlns:mc="http://schemas.openxmlformats.org/markup-compatibility/2006">
                <mc:Choice xmlns:v="urn:schemas-microsoft-com:vml" Requires="v">
                  <p:oleObj spid="_x0000_s13626" name="VISIO" r:id="rId3" imgW="6124320" imgH="4092480" progId="Visio.Drawing.3">
                    <p:embed/>
                  </p:oleObj>
                </mc:Choice>
                <mc:Fallback>
                  <p:oleObj name="VISIO" r:id="rId3" imgW="6124320" imgH="4092480" progId="Visio.Drawing.3">
                    <p:embed/>
                    <p:pic>
                      <p:nvPicPr>
                        <p:cNvPr id="0" name="Object 105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54" y="3236"/>
                          <a:ext cx="192" cy="1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505" name="Rectangle 1217"/>
            <p:cNvSpPr>
              <a:spLocks noChangeArrowheads="1"/>
            </p:cNvSpPr>
            <p:nvPr/>
          </p:nvSpPr>
          <p:spPr bwMode="auto">
            <a:xfrm>
              <a:off x="1943" y="2348"/>
              <a:ext cx="429" cy="468"/>
            </a:xfrm>
            <a:prstGeom prst="rect">
              <a:avLst/>
            </a:prstGeom>
            <a:solidFill>
              <a:srgbClr val="D5FFFF"/>
            </a:solidFill>
            <a:ln w="31750">
              <a:solidFill>
                <a:srgbClr val="000000"/>
              </a:solidFill>
              <a:miter lim="800000"/>
              <a:headEnd/>
              <a:tailEnd/>
            </a:ln>
          </p:spPr>
          <p:txBody>
            <a:bodyPr/>
            <a:lstStyle/>
            <a:p>
              <a:endParaRPr lang="zh-CN" altLang="en-US"/>
            </a:p>
          </p:txBody>
        </p:sp>
        <p:sp>
          <p:nvSpPr>
            <p:cNvPr id="13507" name="Text Box 1219"/>
            <p:cNvSpPr txBox="1">
              <a:spLocks noChangeArrowheads="1"/>
            </p:cNvSpPr>
            <p:nvPr/>
          </p:nvSpPr>
          <p:spPr bwMode="auto">
            <a:xfrm>
              <a:off x="2223" y="2935"/>
              <a:ext cx="274"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spcBef>
                  <a:spcPct val="50000"/>
                </a:spcBef>
              </a:pPr>
              <a:r>
                <a:rPr lang="en-US" altLang="zh-CN" i="1">
                  <a:latin typeface="Times New Roman" panose="02020603050405020304" pitchFamily="18" charset="0"/>
                </a:rPr>
                <a:t>i</a:t>
              </a:r>
              <a:r>
                <a:rPr lang="en-US" altLang="zh-CN" baseline="-25000">
                  <a:latin typeface="Times New Roman" panose="02020603050405020304" pitchFamily="18" charset="0"/>
                </a:rPr>
                <a:t>4</a:t>
              </a:r>
              <a:endParaRPr lang="en-US" altLang="zh-CN">
                <a:latin typeface="Times New Roman" panose="02020603050405020304" pitchFamily="18" charset="0"/>
              </a:endParaRPr>
            </a:p>
          </p:txBody>
        </p:sp>
        <p:sp>
          <p:nvSpPr>
            <p:cNvPr id="13508" name="Text Box 1220"/>
            <p:cNvSpPr txBox="1">
              <a:spLocks noChangeArrowheads="1"/>
            </p:cNvSpPr>
            <p:nvPr/>
          </p:nvSpPr>
          <p:spPr bwMode="auto">
            <a:xfrm>
              <a:off x="2527" y="2229"/>
              <a:ext cx="358"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spcBef>
                  <a:spcPct val="50000"/>
                </a:spcBef>
              </a:pPr>
              <a:r>
                <a:rPr lang="en-US" altLang="zh-CN" i="1">
                  <a:latin typeface="Times New Roman" panose="02020603050405020304" pitchFamily="18" charset="0"/>
                </a:rPr>
                <a:t>i</a:t>
              </a:r>
              <a:r>
                <a:rPr lang="en-US" altLang="zh-CN" baseline="-25000">
                  <a:latin typeface="Times New Roman" panose="02020603050405020304" pitchFamily="18" charset="0"/>
                </a:rPr>
                <a:t>3</a:t>
              </a:r>
              <a:endParaRPr lang="en-US" altLang="zh-CN">
                <a:latin typeface="Times New Roman" panose="02020603050405020304" pitchFamily="18" charset="0"/>
              </a:endParaRPr>
            </a:p>
          </p:txBody>
        </p:sp>
        <p:grpSp>
          <p:nvGrpSpPr>
            <p:cNvPr id="13512" name="Group 1224"/>
            <p:cNvGrpSpPr>
              <a:grpSpLocks/>
            </p:cNvGrpSpPr>
            <p:nvPr/>
          </p:nvGrpSpPr>
          <p:grpSpPr bwMode="auto">
            <a:xfrm rot="-10800000">
              <a:off x="2116" y="2833"/>
              <a:ext cx="68" cy="584"/>
              <a:chOff x="1502" y="1975"/>
              <a:chExt cx="68" cy="584"/>
            </a:xfrm>
          </p:grpSpPr>
          <p:sp>
            <p:nvSpPr>
              <p:cNvPr id="13513" name="Line 1225"/>
              <p:cNvSpPr>
                <a:spLocks noChangeShapeType="1"/>
              </p:cNvSpPr>
              <p:nvPr/>
            </p:nvSpPr>
            <p:spPr bwMode="auto">
              <a:xfrm flipV="1">
                <a:off x="1534" y="2046"/>
                <a:ext cx="1" cy="513"/>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514" name="Oval 1226"/>
              <p:cNvSpPr>
                <a:spLocks noChangeArrowheads="1"/>
              </p:cNvSpPr>
              <p:nvPr/>
            </p:nvSpPr>
            <p:spPr bwMode="auto">
              <a:xfrm>
                <a:off x="1502" y="1975"/>
                <a:ext cx="68" cy="68"/>
              </a:xfrm>
              <a:prstGeom prst="ellipse">
                <a:avLst/>
              </a:prstGeom>
              <a:noFill/>
              <a:ln w="19050">
                <a:solidFill>
                  <a:schemeClr val="tx1"/>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grpSp>
        <p:grpSp>
          <p:nvGrpSpPr>
            <p:cNvPr id="13518" name="Group 1230"/>
            <p:cNvGrpSpPr>
              <a:grpSpLocks/>
            </p:cNvGrpSpPr>
            <p:nvPr/>
          </p:nvGrpSpPr>
          <p:grpSpPr bwMode="auto">
            <a:xfrm rot="5400000" flipH="1">
              <a:off x="2638" y="2293"/>
              <a:ext cx="68" cy="584"/>
              <a:chOff x="1502" y="1975"/>
              <a:chExt cx="68" cy="584"/>
            </a:xfrm>
          </p:grpSpPr>
          <p:sp>
            <p:nvSpPr>
              <p:cNvPr id="13519" name="Line 1231"/>
              <p:cNvSpPr>
                <a:spLocks noChangeShapeType="1"/>
              </p:cNvSpPr>
              <p:nvPr/>
            </p:nvSpPr>
            <p:spPr bwMode="auto">
              <a:xfrm flipV="1">
                <a:off x="1534" y="2046"/>
                <a:ext cx="1" cy="513"/>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520" name="Oval 1232"/>
              <p:cNvSpPr>
                <a:spLocks noChangeArrowheads="1"/>
              </p:cNvSpPr>
              <p:nvPr/>
            </p:nvSpPr>
            <p:spPr bwMode="auto">
              <a:xfrm>
                <a:off x="1502" y="1975"/>
                <a:ext cx="68" cy="68"/>
              </a:xfrm>
              <a:prstGeom prst="ellipse">
                <a:avLst/>
              </a:prstGeom>
              <a:noFill/>
              <a:ln w="19050">
                <a:solidFill>
                  <a:schemeClr val="tx1"/>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grpSp>
        <p:sp>
          <p:nvSpPr>
            <p:cNvPr id="13506" name="Text Box 1218"/>
            <p:cNvSpPr txBox="1">
              <a:spLocks noChangeArrowheads="1"/>
            </p:cNvSpPr>
            <p:nvPr/>
          </p:nvSpPr>
          <p:spPr bwMode="auto">
            <a:xfrm>
              <a:off x="1557" y="2220"/>
              <a:ext cx="358"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spcBef>
                  <a:spcPct val="50000"/>
                </a:spcBef>
              </a:pPr>
              <a:r>
                <a:rPr lang="en-US" altLang="zh-CN" i="1">
                  <a:latin typeface="Times New Roman" panose="02020603050405020304" pitchFamily="18" charset="0"/>
                </a:rPr>
                <a:t>i</a:t>
              </a:r>
              <a:r>
                <a:rPr lang="en-US" altLang="zh-CN" baseline="-25000">
                  <a:latin typeface="Times New Roman" panose="02020603050405020304" pitchFamily="18" charset="0"/>
                </a:rPr>
                <a:t>1</a:t>
              </a:r>
              <a:endParaRPr lang="en-US" altLang="zh-CN">
                <a:latin typeface="Times New Roman" panose="02020603050405020304" pitchFamily="18" charset="0"/>
              </a:endParaRPr>
            </a:p>
          </p:txBody>
        </p:sp>
        <p:grpSp>
          <p:nvGrpSpPr>
            <p:cNvPr id="13509" name="Group 1221"/>
            <p:cNvGrpSpPr>
              <a:grpSpLocks/>
            </p:cNvGrpSpPr>
            <p:nvPr/>
          </p:nvGrpSpPr>
          <p:grpSpPr bwMode="auto">
            <a:xfrm rot="-5400000">
              <a:off x="1606" y="2275"/>
              <a:ext cx="68" cy="584"/>
              <a:chOff x="1502" y="1975"/>
              <a:chExt cx="68" cy="584"/>
            </a:xfrm>
          </p:grpSpPr>
          <p:sp>
            <p:nvSpPr>
              <p:cNvPr id="13510" name="Line 1222"/>
              <p:cNvSpPr>
                <a:spLocks noChangeShapeType="1"/>
              </p:cNvSpPr>
              <p:nvPr/>
            </p:nvSpPr>
            <p:spPr bwMode="auto">
              <a:xfrm flipV="1">
                <a:off x="1534" y="2046"/>
                <a:ext cx="1" cy="513"/>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511" name="Oval 1223"/>
              <p:cNvSpPr>
                <a:spLocks noChangeArrowheads="1"/>
              </p:cNvSpPr>
              <p:nvPr/>
            </p:nvSpPr>
            <p:spPr bwMode="auto">
              <a:xfrm>
                <a:off x="1502" y="1975"/>
                <a:ext cx="68" cy="68"/>
              </a:xfrm>
              <a:prstGeom prst="ellipse">
                <a:avLst/>
              </a:prstGeom>
              <a:noFill/>
              <a:ln w="19050">
                <a:solidFill>
                  <a:schemeClr val="tx1"/>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grpSp>
        <p:sp>
          <p:nvSpPr>
            <p:cNvPr id="13503" name="Text Box 1215"/>
            <p:cNvSpPr txBox="1">
              <a:spLocks noChangeArrowheads="1"/>
            </p:cNvSpPr>
            <p:nvPr/>
          </p:nvSpPr>
          <p:spPr bwMode="auto">
            <a:xfrm>
              <a:off x="1870" y="1912"/>
              <a:ext cx="238"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spcBef>
                  <a:spcPct val="50000"/>
                </a:spcBef>
              </a:pPr>
              <a:r>
                <a:rPr lang="en-US" altLang="zh-CN" i="1">
                  <a:latin typeface="Times New Roman" panose="02020603050405020304" pitchFamily="18" charset="0"/>
                </a:rPr>
                <a:t>i</a:t>
              </a:r>
              <a:r>
                <a:rPr lang="en-US" altLang="zh-CN" baseline="-25000">
                  <a:latin typeface="Times New Roman" panose="02020603050405020304" pitchFamily="18" charset="0"/>
                </a:rPr>
                <a:t>2</a:t>
              </a:r>
              <a:endParaRPr lang="en-US" altLang="zh-CN">
                <a:latin typeface="Times New Roman" panose="02020603050405020304" pitchFamily="18" charset="0"/>
              </a:endParaRPr>
            </a:p>
          </p:txBody>
        </p:sp>
        <p:grpSp>
          <p:nvGrpSpPr>
            <p:cNvPr id="13515" name="Group 1227"/>
            <p:cNvGrpSpPr>
              <a:grpSpLocks/>
            </p:cNvGrpSpPr>
            <p:nvPr/>
          </p:nvGrpSpPr>
          <p:grpSpPr bwMode="auto">
            <a:xfrm flipH="1">
              <a:off x="2109" y="1764"/>
              <a:ext cx="68" cy="584"/>
              <a:chOff x="1502" y="1975"/>
              <a:chExt cx="68" cy="584"/>
            </a:xfrm>
          </p:grpSpPr>
          <p:sp>
            <p:nvSpPr>
              <p:cNvPr id="13516" name="Line 1228"/>
              <p:cNvSpPr>
                <a:spLocks noChangeShapeType="1"/>
              </p:cNvSpPr>
              <p:nvPr/>
            </p:nvSpPr>
            <p:spPr bwMode="auto">
              <a:xfrm flipV="1">
                <a:off x="1534" y="2046"/>
                <a:ext cx="1" cy="513"/>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517" name="Oval 1229"/>
              <p:cNvSpPr>
                <a:spLocks noChangeArrowheads="1"/>
              </p:cNvSpPr>
              <p:nvPr/>
            </p:nvSpPr>
            <p:spPr bwMode="auto">
              <a:xfrm>
                <a:off x="1502" y="1975"/>
                <a:ext cx="68" cy="68"/>
              </a:xfrm>
              <a:prstGeom prst="ellipse">
                <a:avLst/>
              </a:prstGeom>
              <a:noFill/>
              <a:ln w="19050">
                <a:solidFill>
                  <a:schemeClr val="tx1"/>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grpSp>
        <p:sp>
          <p:nvSpPr>
            <p:cNvPr id="13601" name="Line 1313"/>
            <p:cNvSpPr>
              <a:spLocks noChangeShapeType="1"/>
            </p:cNvSpPr>
            <p:nvPr/>
          </p:nvSpPr>
          <p:spPr bwMode="auto">
            <a:xfrm>
              <a:off x="1536" y="2512"/>
              <a:ext cx="232"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3602" name="Line 1314"/>
            <p:cNvSpPr>
              <a:spLocks noChangeShapeType="1"/>
            </p:cNvSpPr>
            <p:nvPr/>
          </p:nvSpPr>
          <p:spPr bwMode="auto">
            <a:xfrm>
              <a:off x="2080" y="1976"/>
              <a:ext cx="0" cy="216"/>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3603" name="Line 1315"/>
            <p:cNvSpPr>
              <a:spLocks noChangeShapeType="1"/>
            </p:cNvSpPr>
            <p:nvPr/>
          </p:nvSpPr>
          <p:spPr bwMode="auto">
            <a:xfrm flipH="1">
              <a:off x="2528" y="2544"/>
              <a:ext cx="192"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3604" name="Line 1316"/>
            <p:cNvSpPr>
              <a:spLocks noChangeShapeType="1"/>
            </p:cNvSpPr>
            <p:nvPr/>
          </p:nvSpPr>
          <p:spPr bwMode="auto">
            <a:xfrm flipV="1">
              <a:off x="2200" y="2944"/>
              <a:ext cx="0" cy="24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3606"/>
                                        </p:tgtEl>
                                        <p:attrNameLst>
                                          <p:attrName>style.visibility</p:attrName>
                                        </p:attrNameLst>
                                      </p:cBhvr>
                                      <p:to>
                                        <p:strVal val="visible"/>
                                      </p:to>
                                    </p:set>
                                    <p:anim calcmode="lin" valueType="num">
                                      <p:cBhvr additive="base">
                                        <p:cTn id="7" dur="500" fill="hold"/>
                                        <p:tgtEl>
                                          <p:spTgt spid="13606"/>
                                        </p:tgtEl>
                                        <p:attrNameLst>
                                          <p:attrName>ppt_x</p:attrName>
                                        </p:attrNameLst>
                                      </p:cBhvr>
                                      <p:tavLst>
                                        <p:tav tm="0">
                                          <p:val>
                                            <p:strVal val="0-#ppt_w/2"/>
                                          </p:val>
                                        </p:tav>
                                        <p:tav tm="100000">
                                          <p:val>
                                            <p:strVal val="#ppt_x"/>
                                          </p:val>
                                        </p:tav>
                                      </p:tavLst>
                                    </p:anim>
                                    <p:anim calcmode="lin" valueType="num">
                                      <p:cBhvr additive="base">
                                        <p:cTn id="8" dur="500" fill="hold"/>
                                        <p:tgtEl>
                                          <p:spTgt spid="13606"/>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nodeType="clickEffect">
                                  <p:stCondLst>
                                    <p:cond delay="0"/>
                                  </p:stCondLst>
                                  <p:childTnLst>
                                    <p:set>
                                      <p:cBhvr>
                                        <p:cTn id="12" dur="1" fill="hold">
                                          <p:stCondLst>
                                            <p:cond delay="0"/>
                                          </p:stCondLst>
                                        </p:cTn>
                                        <p:tgtEl>
                                          <p:spTgt spid="13610"/>
                                        </p:tgtEl>
                                        <p:attrNameLst>
                                          <p:attrName>style.visibility</p:attrName>
                                        </p:attrNameLst>
                                      </p:cBhvr>
                                      <p:to>
                                        <p:strVal val="visible"/>
                                      </p:to>
                                    </p:set>
                                    <p:anim calcmode="lin" valueType="num">
                                      <p:cBhvr additive="base">
                                        <p:cTn id="13" dur="500" fill="hold"/>
                                        <p:tgtEl>
                                          <p:spTgt spid="13610"/>
                                        </p:tgtEl>
                                        <p:attrNameLst>
                                          <p:attrName>ppt_x</p:attrName>
                                        </p:attrNameLst>
                                      </p:cBhvr>
                                      <p:tavLst>
                                        <p:tav tm="0">
                                          <p:val>
                                            <p:strVal val="1+#ppt_w/2"/>
                                          </p:val>
                                        </p:tav>
                                        <p:tav tm="100000">
                                          <p:val>
                                            <p:strVal val="#ppt_x"/>
                                          </p:val>
                                        </p:tav>
                                      </p:tavLst>
                                    </p:anim>
                                    <p:anim calcmode="lin" valueType="num">
                                      <p:cBhvr additive="base">
                                        <p:cTn id="14" dur="500" fill="hold"/>
                                        <p:tgtEl>
                                          <p:spTgt spid="13610"/>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13608"/>
                                        </p:tgtEl>
                                        <p:attrNameLst>
                                          <p:attrName>style.visibility</p:attrName>
                                        </p:attrNameLst>
                                      </p:cBhvr>
                                      <p:to>
                                        <p:strVal val="visible"/>
                                      </p:to>
                                    </p:set>
                                    <p:anim calcmode="lin" valueType="num">
                                      <p:cBhvr additive="base">
                                        <p:cTn id="19" dur="500" fill="hold"/>
                                        <p:tgtEl>
                                          <p:spTgt spid="13608"/>
                                        </p:tgtEl>
                                        <p:attrNameLst>
                                          <p:attrName>ppt_x</p:attrName>
                                        </p:attrNameLst>
                                      </p:cBhvr>
                                      <p:tavLst>
                                        <p:tav tm="0">
                                          <p:val>
                                            <p:strVal val="#ppt_x"/>
                                          </p:val>
                                        </p:tav>
                                        <p:tav tm="100000">
                                          <p:val>
                                            <p:strVal val="#ppt_x"/>
                                          </p:val>
                                        </p:tav>
                                      </p:tavLst>
                                    </p:anim>
                                    <p:anim calcmode="lin" valueType="num">
                                      <p:cBhvr additive="base">
                                        <p:cTn id="20" dur="500" fill="hold"/>
                                        <p:tgtEl>
                                          <p:spTgt spid="1360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339" name="Object 3"/>
          <p:cNvGraphicFramePr>
            <a:graphicFrameLocks noChangeAspect="1"/>
          </p:cNvGraphicFramePr>
          <p:nvPr/>
        </p:nvGraphicFramePr>
        <p:xfrm>
          <a:off x="1665288" y="4700588"/>
          <a:ext cx="1730375" cy="914400"/>
        </p:xfrm>
        <a:graphic>
          <a:graphicData uri="http://schemas.openxmlformats.org/presentationml/2006/ole">
            <mc:AlternateContent xmlns:mc="http://schemas.openxmlformats.org/markup-compatibility/2006">
              <mc:Choice xmlns:v="urn:schemas-microsoft-com:vml" Requires="v">
                <p:oleObj spid="_x0000_s174106" name="Equation" r:id="rId3" imgW="863280" imgH="457200" progId="Equation.3">
                  <p:embed/>
                </p:oleObj>
              </mc:Choice>
              <mc:Fallback>
                <p:oleObj name="Equation" r:id="rId3" imgW="863280" imgH="45720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65288" y="4700588"/>
                        <a:ext cx="1730375"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4467" name="Group 131"/>
          <p:cNvGrpSpPr>
            <a:grpSpLocks/>
          </p:cNvGrpSpPr>
          <p:nvPr/>
        </p:nvGrpSpPr>
        <p:grpSpPr bwMode="auto">
          <a:xfrm>
            <a:off x="3443288" y="4729163"/>
            <a:ext cx="3114675" cy="914400"/>
            <a:chOff x="1560" y="2400"/>
            <a:chExt cx="1446" cy="576"/>
          </a:xfrm>
        </p:grpSpPr>
        <p:sp>
          <p:nvSpPr>
            <p:cNvPr id="14340" name="AutoShape 4"/>
            <p:cNvSpPr>
              <a:spLocks/>
            </p:cNvSpPr>
            <p:nvPr/>
          </p:nvSpPr>
          <p:spPr bwMode="auto">
            <a:xfrm>
              <a:off x="1560" y="2400"/>
              <a:ext cx="48" cy="576"/>
            </a:xfrm>
            <a:prstGeom prst="rightBrace">
              <a:avLst>
                <a:gd name="adj1" fmla="val 100000"/>
                <a:gd name="adj2" fmla="val 50000"/>
              </a:avLst>
            </a:prstGeom>
            <a:noFill/>
            <a:ln w="9525">
              <a:solidFill>
                <a:schemeClr val="tx1"/>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sp>
          <p:nvSpPr>
            <p:cNvPr id="14341" name="Text Box 5"/>
            <p:cNvSpPr txBox="1">
              <a:spLocks noChangeArrowheads="1"/>
            </p:cNvSpPr>
            <p:nvPr/>
          </p:nvSpPr>
          <p:spPr bwMode="auto">
            <a:xfrm>
              <a:off x="1710" y="2544"/>
              <a:ext cx="1296"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spcBef>
                  <a:spcPct val="50000"/>
                </a:spcBef>
              </a:pPr>
              <a:r>
                <a:rPr lang="zh-CN" altLang="en-US">
                  <a:latin typeface="Times New Roman" panose="02020603050405020304" pitchFamily="18" charset="0"/>
                </a:rPr>
                <a:t>不满足端口条件        </a:t>
              </a:r>
            </a:p>
          </p:txBody>
        </p:sp>
      </p:grpSp>
      <p:graphicFrame>
        <p:nvGraphicFramePr>
          <p:cNvPr id="14342" name="Object 6"/>
          <p:cNvGraphicFramePr>
            <a:graphicFrameLocks noChangeAspect="1"/>
          </p:cNvGraphicFramePr>
          <p:nvPr/>
        </p:nvGraphicFramePr>
        <p:xfrm flipV="1">
          <a:off x="804863" y="4332288"/>
          <a:ext cx="547687" cy="365125"/>
        </p:xfrm>
        <a:graphic>
          <a:graphicData uri="http://schemas.openxmlformats.org/presentationml/2006/ole">
            <mc:AlternateContent xmlns:mc="http://schemas.openxmlformats.org/markup-compatibility/2006">
              <mc:Choice xmlns:v="urn:schemas-microsoft-com:vml" Requires="v">
                <p:oleObj spid="_x0000_s174107" name="VISIO" r:id="rId5" imgW="6124320" imgH="4092480" progId="Visio.Drawing.3">
                  <p:embed/>
                </p:oleObj>
              </mc:Choice>
              <mc:Fallback>
                <p:oleObj name="VISIO" r:id="rId5" imgW="6124320" imgH="4092480" progId="Visio.Drawing.3">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flipV="1">
                        <a:off x="804863" y="4332288"/>
                        <a:ext cx="547687" cy="365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468" name="Text Box 132"/>
          <p:cNvSpPr txBox="1">
            <a:spLocks noChangeArrowheads="1"/>
          </p:cNvSpPr>
          <p:nvPr/>
        </p:nvSpPr>
        <p:spPr bwMode="auto">
          <a:xfrm>
            <a:off x="1117600" y="3322638"/>
            <a:ext cx="3849688"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r>
              <a:rPr lang="en-US" altLang="zh-CN">
                <a:latin typeface="Times New Roman" panose="02020603050405020304" pitchFamily="18" charset="0"/>
              </a:rPr>
              <a:t>1</a:t>
            </a:r>
            <a:r>
              <a:rPr lang="en-US" altLang="zh-CN">
                <a:latin typeface="黑体" panose="02010609060101010101" pitchFamily="49" charset="-122"/>
                <a:ea typeface="黑体" panose="02010609060101010101" pitchFamily="49" charset="-122"/>
              </a:rPr>
              <a:t>-</a:t>
            </a:r>
            <a:r>
              <a:rPr lang="en-US" altLang="zh-CN">
                <a:latin typeface="Times New Roman" panose="02020603050405020304" pitchFamily="18" charset="0"/>
              </a:rPr>
              <a:t>1</a:t>
            </a:r>
            <a:r>
              <a:rPr lang="en-US" altLang="zh-CN">
                <a:latin typeface="Times New Roman" panose="02020603050405020304" pitchFamily="18" charset="0"/>
                <a:sym typeface="Symbol" panose="05050102010706020507" pitchFamily="18" charset="2"/>
              </a:rPr>
              <a:t></a:t>
            </a:r>
            <a:r>
              <a:rPr lang="en-US" altLang="zh-CN" b="0">
                <a:latin typeface="Times New Roman" panose="02020603050405020304" pitchFamily="18" charset="0"/>
              </a:rPr>
              <a:t> </a:t>
            </a:r>
            <a:r>
              <a:rPr lang="zh-CN" altLang="en-US" b="0">
                <a:latin typeface="Times New Roman" panose="02020603050405020304" pitchFamily="18" charset="0"/>
              </a:rPr>
              <a:t>， </a:t>
            </a:r>
            <a:r>
              <a:rPr lang="en-US" altLang="zh-CN">
                <a:latin typeface="Times New Roman" panose="02020603050405020304" pitchFamily="18" charset="0"/>
              </a:rPr>
              <a:t>2</a:t>
            </a:r>
            <a:r>
              <a:rPr lang="en-US" altLang="zh-CN">
                <a:latin typeface="黑体" panose="02010609060101010101" pitchFamily="49" charset="-122"/>
                <a:ea typeface="黑体" panose="02010609060101010101" pitchFamily="49" charset="-122"/>
              </a:rPr>
              <a:t>-</a:t>
            </a:r>
            <a:r>
              <a:rPr lang="en-US" altLang="zh-CN">
                <a:latin typeface="Times New Roman" panose="02020603050405020304" pitchFamily="18" charset="0"/>
              </a:rPr>
              <a:t>2 </a:t>
            </a:r>
            <a:r>
              <a:rPr lang="en-US" altLang="zh-CN">
                <a:latin typeface="Times New Roman" panose="02020603050405020304" pitchFamily="18" charset="0"/>
                <a:sym typeface="Symbol" panose="05050102010706020507" pitchFamily="18" charset="2"/>
              </a:rPr>
              <a:t>  </a:t>
            </a:r>
            <a:r>
              <a:rPr lang="zh-CN" altLang="en-US">
                <a:solidFill>
                  <a:schemeClr val="accent2"/>
                </a:solidFill>
                <a:latin typeface="Times New Roman" panose="02020603050405020304" pitchFamily="18" charset="0"/>
              </a:rPr>
              <a:t>是二端口。</a:t>
            </a:r>
          </a:p>
        </p:txBody>
      </p:sp>
      <p:sp>
        <p:nvSpPr>
          <p:cNvPr id="14469" name="Text Box 133"/>
          <p:cNvSpPr txBox="1">
            <a:spLocks noChangeArrowheads="1"/>
          </p:cNvSpPr>
          <p:nvPr/>
        </p:nvSpPr>
        <p:spPr bwMode="auto">
          <a:xfrm>
            <a:off x="1189038" y="4002088"/>
            <a:ext cx="6018212"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2"/>
                </a:solidFill>
                <a:miter lim="800000"/>
                <a:headEnd/>
                <a:tailEnd/>
              </a14:hiddenLine>
            </a:ext>
          </a:extLst>
        </p:spPr>
        <p:txBody>
          <a:bodyPr>
            <a:spAutoFit/>
          </a:bodyPr>
          <a:lstStyle/>
          <a:p>
            <a:pPr algn="l" eaLnBrk="1" hangingPunct="1"/>
            <a:r>
              <a:rPr lang="en-US" altLang="zh-CN">
                <a:solidFill>
                  <a:schemeClr val="accent1"/>
                </a:solidFill>
                <a:latin typeface="Times New Roman" panose="02020603050405020304" pitchFamily="18" charset="0"/>
              </a:rPr>
              <a:t>3</a:t>
            </a:r>
            <a:r>
              <a:rPr lang="en-US" altLang="zh-CN">
                <a:solidFill>
                  <a:schemeClr val="accent1"/>
                </a:solidFill>
                <a:latin typeface="黑体" panose="02010609060101010101" pitchFamily="49" charset="-122"/>
                <a:ea typeface="黑体" panose="02010609060101010101" pitchFamily="49" charset="-122"/>
              </a:rPr>
              <a:t>-</a:t>
            </a:r>
            <a:r>
              <a:rPr lang="en-US" altLang="zh-CN">
                <a:solidFill>
                  <a:schemeClr val="accent1"/>
                </a:solidFill>
                <a:latin typeface="Times New Roman" panose="02020603050405020304" pitchFamily="18" charset="0"/>
              </a:rPr>
              <a:t>3</a:t>
            </a:r>
            <a:r>
              <a:rPr lang="en-US" altLang="zh-CN">
                <a:solidFill>
                  <a:srgbClr val="66FFCC"/>
                </a:solidFill>
                <a:latin typeface="Times New Roman" panose="02020603050405020304" pitchFamily="18" charset="0"/>
              </a:rPr>
              <a:t> </a:t>
            </a:r>
            <a:r>
              <a:rPr lang="en-US" altLang="zh-CN">
                <a:solidFill>
                  <a:schemeClr val="accent1"/>
                </a:solidFill>
                <a:latin typeface="Times New Roman" panose="02020603050405020304" pitchFamily="18" charset="0"/>
                <a:sym typeface="Symbol" panose="05050102010706020507" pitchFamily="18" charset="2"/>
              </a:rPr>
              <a:t></a:t>
            </a:r>
            <a:r>
              <a:rPr lang="en-US" altLang="zh-CN" b="0">
                <a:solidFill>
                  <a:schemeClr val="accent1"/>
                </a:solidFill>
                <a:latin typeface="Times New Roman" panose="02020603050405020304" pitchFamily="18" charset="0"/>
              </a:rPr>
              <a:t> </a:t>
            </a:r>
            <a:r>
              <a:rPr lang="zh-CN" altLang="en-US" b="0">
                <a:solidFill>
                  <a:schemeClr val="accent1"/>
                </a:solidFill>
                <a:latin typeface="Times New Roman" panose="02020603050405020304" pitchFamily="18" charset="0"/>
              </a:rPr>
              <a:t>，</a:t>
            </a:r>
            <a:r>
              <a:rPr lang="en-US" altLang="zh-CN">
                <a:solidFill>
                  <a:schemeClr val="accent1"/>
                </a:solidFill>
                <a:latin typeface="Times New Roman" panose="02020603050405020304" pitchFamily="18" charset="0"/>
              </a:rPr>
              <a:t>4</a:t>
            </a:r>
            <a:r>
              <a:rPr lang="en-US" altLang="zh-CN">
                <a:solidFill>
                  <a:schemeClr val="accent1"/>
                </a:solidFill>
                <a:latin typeface="黑体" panose="02010609060101010101" pitchFamily="49" charset="-122"/>
                <a:ea typeface="黑体" panose="02010609060101010101" pitchFamily="49" charset="-122"/>
              </a:rPr>
              <a:t>-</a:t>
            </a:r>
            <a:r>
              <a:rPr lang="en-US" altLang="zh-CN">
                <a:solidFill>
                  <a:schemeClr val="accent1"/>
                </a:solidFill>
                <a:latin typeface="Times New Roman" panose="02020603050405020304" pitchFamily="18" charset="0"/>
              </a:rPr>
              <a:t>4 </a:t>
            </a:r>
            <a:r>
              <a:rPr lang="en-US" altLang="zh-CN">
                <a:solidFill>
                  <a:schemeClr val="accent1"/>
                </a:solidFill>
                <a:latin typeface="Times New Roman" panose="02020603050405020304" pitchFamily="18" charset="0"/>
                <a:sym typeface="Symbol" panose="05050102010706020507" pitchFamily="18" charset="2"/>
              </a:rPr>
              <a:t> </a:t>
            </a:r>
            <a:r>
              <a:rPr lang="zh-CN" altLang="en-US">
                <a:latin typeface="Times New Roman" panose="02020603050405020304" pitchFamily="18" charset="0"/>
              </a:rPr>
              <a:t>不是二端口，</a:t>
            </a:r>
            <a:r>
              <a:rPr lang="zh-CN" altLang="en-US">
                <a:solidFill>
                  <a:schemeClr val="accent2"/>
                </a:solidFill>
                <a:latin typeface="Times New Roman" panose="02020603050405020304" pitchFamily="18" charset="0"/>
              </a:rPr>
              <a:t>是四端网络。</a:t>
            </a:r>
          </a:p>
        </p:txBody>
      </p:sp>
      <p:grpSp>
        <p:nvGrpSpPr>
          <p:cNvPr id="14642" name="Group 306"/>
          <p:cNvGrpSpPr>
            <a:grpSpLocks/>
          </p:cNvGrpSpPr>
          <p:nvPr/>
        </p:nvGrpSpPr>
        <p:grpSpPr bwMode="auto">
          <a:xfrm>
            <a:off x="757238" y="328613"/>
            <a:ext cx="7313612" cy="2728912"/>
            <a:chOff x="294" y="216"/>
            <a:chExt cx="4607" cy="1719"/>
          </a:xfrm>
        </p:grpSpPr>
        <p:sp>
          <p:nvSpPr>
            <p:cNvPr id="14592" name="Text Box 256"/>
            <p:cNvSpPr txBox="1">
              <a:spLocks noChangeArrowheads="1"/>
            </p:cNvSpPr>
            <p:nvPr/>
          </p:nvSpPr>
          <p:spPr bwMode="auto">
            <a:xfrm>
              <a:off x="294" y="216"/>
              <a:ext cx="501"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eaLnBrk="1" hangingPunct="1"/>
              <a:r>
                <a:rPr lang="zh-CN" altLang="en-US">
                  <a:solidFill>
                    <a:srgbClr val="FF3300"/>
                  </a:solidFill>
                  <a:latin typeface="Times New Roman" panose="02020603050405020304" pitchFamily="18" charset="0"/>
                </a:rPr>
                <a:t>例    </a:t>
              </a:r>
            </a:p>
          </p:txBody>
        </p:sp>
        <p:sp>
          <p:nvSpPr>
            <p:cNvPr id="14540" name="Line 204"/>
            <p:cNvSpPr>
              <a:spLocks noChangeShapeType="1"/>
            </p:cNvSpPr>
            <p:nvPr/>
          </p:nvSpPr>
          <p:spPr bwMode="auto">
            <a:xfrm>
              <a:off x="1290" y="1187"/>
              <a:ext cx="3184"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541" name="Line 205"/>
            <p:cNvSpPr>
              <a:spLocks noChangeShapeType="1"/>
            </p:cNvSpPr>
            <p:nvPr/>
          </p:nvSpPr>
          <p:spPr bwMode="auto">
            <a:xfrm>
              <a:off x="1330" y="1611"/>
              <a:ext cx="3184"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542" name="Oval 206"/>
            <p:cNvSpPr>
              <a:spLocks noChangeArrowheads="1"/>
            </p:cNvSpPr>
            <p:nvPr/>
          </p:nvSpPr>
          <p:spPr bwMode="auto">
            <a:xfrm>
              <a:off x="1250" y="1563"/>
              <a:ext cx="68" cy="68"/>
            </a:xfrm>
            <a:prstGeom prst="ellipse">
              <a:avLst/>
            </a:prstGeom>
            <a:noFill/>
            <a:ln w="19050">
              <a:solidFill>
                <a:schemeClr val="tx1"/>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sp>
          <p:nvSpPr>
            <p:cNvPr id="14543" name="Oval 207"/>
            <p:cNvSpPr>
              <a:spLocks noChangeArrowheads="1"/>
            </p:cNvSpPr>
            <p:nvPr/>
          </p:nvSpPr>
          <p:spPr bwMode="auto">
            <a:xfrm>
              <a:off x="1218" y="1139"/>
              <a:ext cx="68" cy="68"/>
            </a:xfrm>
            <a:prstGeom prst="ellipse">
              <a:avLst/>
            </a:prstGeom>
            <a:noFill/>
            <a:ln w="19050">
              <a:solidFill>
                <a:schemeClr val="tx1"/>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sp>
          <p:nvSpPr>
            <p:cNvPr id="14544" name="Text Box 208"/>
            <p:cNvSpPr txBox="1">
              <a:spLocks noChangeArrowheads="1"/>
            </p:cNvSpPr>
            <p:nvPr/>
          </p:nvSpPr>
          <p:spPr bwMode="auto">
            <a:xfrm>
              <a:off x="1472" y="837"/>
              <a:ext cx="233"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eaLnBrk="1" hangingPunct="1"/>
              <a:r>
                <a:rPr lang="en-US" altLang="zh-CN" i="1">
                  <a:latin typeface="Times New Roman" panose="02020603050405020304" pitchFamily="18" charset="0"/>
                </a:rPr>
                <a:t>i</a:t>
              </a:r>
              <a:r>
                <a:rPr lang="en-US" altLang="zh-CN" baseline="-25000">
                  <a:latin typeface="Times New Roman" panose="02020603050405020304" pitchFamily="18" charset="0"/>
                </a:rPr>
                <a:t>1</a:t>
              </a:r>
              <a:endParaRPr lang="en-US" altLang="zh-CN" b="0">
                <a:latin typeface="Times New Roman" panose="02020603050405020304" pitchFamily="18" charset="0"/>
              </a:endParaRPr>
            </a:p>
          </p:txBody>
        </p:sp>
        <p:sp>
          <p:nvSpPr>
            <p:cNvPr id="14549" name="Text Box 213"/>
            <p:cNvSpPr txBox="1">
              <a:spLocks noChangeArrowheads="1"/>
            </p:cNvSpPr>
            <p:nvPr/>
          </p:nvSpPr>
          <p:spPr bwMode="auto">
            <a:xfrm>
              <a:off x="4016" y="1613"/>
              <a:ext cx="233"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r>
                <a:rPr lang="en-US" altLang="zh-CN" i="1">
                  <a:latin typeface="Times New Roman" panose="02020603050405020304" pitchFamily="18" charset="0"/>
                </a:rPr>
                <a:t>i</a:t>
              </a:r>
              <a:r>
                <a:rPr lang="en-US" altLang="zh-CN" baseline="-25000">
                  <a:latin typeface="Times New Roman" panose="02020603050405020304" pitchFamily="18" charset="0"/>
                </a:rPr>
                <a:t>2</a:t>
              </a:r>
              <a:endParaRPr lang="en-US" altLang="zh-CN" b="0">
                <a:latin typeface="Times New Roman" panose="02020603050405020304" pitchFamily="18" charset="0"/>
              </a:endParaRPr>
            </a:p>
          </p:txBody>
        </p:sp>
        <p:sp>
          <p:nvSpPr>
            <p:cNvPr id="14550" name="Text Box 214"/>
            <p:cNvSpPr txBox="1">
              <a:spLocks noChangeArrowheads="1"/>
            </p:cNvSpPr>
            <p:nvPr/>
          </p:nvSpPr>
          <p:spPr bwMode="auto">
            <a:xfrm>
              <a:off x="4008" y="837"/>
              <a:ext cx="233"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eaLnBrk="1" hangingPunct="1"/>
              <a:r>
                <a:rPr lang="en-US" altLang="zh-CN" i="1">
                  <a:latin typeface="Times New Roman" panose="02020603050405020304" pitchFamily="18" charset="0"/>
                </a:rPr>
                <a:t>i</a:t>
              </a:r>
              <a:r>
                <a:rPr lang="en-US" altLang="zh-CN" baseline="-25000">
                  <a:latin typeface="Times New Roman" panose="02020603050405020304" pitchFamily="18" charset="0"/>
                </a:rPr>
                <a:t>2</a:t>
              </a:r>
              <a:endParaRPr lang="en-US" altLang="zh-CN" b="0">
                <a:latin typeface="Times New Roman" panose="02020603050405020304" pitchFamily="18" charset="0"/>
              </a:endParaRPr>
            </a:p>
          </p:txBody>
        </p:sp>
        <p:sp>
          <p:nvSpPr>
            <p:cNvPr id="14551" name="Text Box 215"/>
            <p:cNvSpPr txBox="1">
              <a:spLocks noChangeArrowheads="1"/>
            </p:cNvSpPr>
            <p:nvPr/>
          </p:nvSpPr>
          <p:spPr bwMode="auto">
            <a:xfrm>
              <a:off x="1518" y="1647"/>
              <a:ext cx="233"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r>
                <a:rPr lang="en-US" altLang="zh-CN" i="1">
                  <a:latin typeface="Times New Roman" panose="02020603050405020304" pitchFamily="18" charset="0"/>
                </a:rPr>
                <a:t>i</a:t>
              </a:r>
              <a:r>
                <a:rPr lang="en-US" altLang="zh-CN" baseline="-25000">
                  <a:latin typeface="Times New Roman" panose="02020603050405020304" pitchFamily="18" charset="0"/>
                </a:rPr>
                <a:t>1</a:t>
              </a:r>
              <a:endParaRPr lang="en-US" altLang="zh-CN" b="0">
                <a:latin typeface="Times New Roman" panose="02020603050405020304" pitchFamily="18" charset="0"/>
              </a:endParaRPr>
            </a:p>
          </p:txBody>
        </p:sp>
        <p:sp>
          <p:nvSpPr>
            <p:cNvPr id="14552" name="Text Box 216"/>
            <p:cNvSpPr txBox="1">
              <a:spLocks noChangeArrowheads="1"/>
            </p:cNvSpPr>
            <p:nvPr/>
          </p:nvSpPr>
          <p:spPr bwMode="auto">
            <a:xfrm>
              <a:off x="976" y="1237"/>
              <a:ext cx="287"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eaLnBrk="1" hangingPunct="1"/>
              <a:r>
                <a:rPr lang="en-US" altLang="zh-CN" i="1">
                  <a:latin typeface="Times New Roman" panose="02020603050405020304" pitchFamily="18" charset="0"/>
                </a:rPr>
                <a:t>u</a:t>
              </a:r>
              <a:r>
                <a:rPr lang="en-US" altLang="zh-CN" baseline="-25000">
                  <a:latin typeface="Times New Roman" panose="02020603050405020304" pitchFamily="18" charset="0"/>
                </a:rPr>
                <a:t>1</a:t>
              </a:r>
              <a:endParaRPr lang="en-US" altLang="zh-CN" b="0">
                <a:latin typeface="Times New Roman" panose="02020603050405020304" pitchFamily="18" charset="0"/>
              </a:endParaRPr>
            </a:p>
          </p:txBody>
        </p:sp>
        <p:sp>
          <p:nvSpPr>
            <p:cNvPr id="14553" name="Text Box 217"/>
            <p:cNvSpPr txBox="1">
              <a:spLocks noChangeArrowheads="1"/>
            </p:cNvSpPr>
            <p:nvPr/>
          </p:nvSpPr>
          <p:spPr bwMode="auto">
            <a:xfrm>
              <a:off x="992" y="1037"/>
              <a:ext cx="225"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eaLnBrk="1" hangingPunct="1"/>
              <a:r>
                <a:rPr lang="en-US" altLang="zh-CN">
                  <a:latin typeface="Times New Roman" panose="02020603050405020304" pitchFamily="18" charset="0"/>
                </a:rPr>
                <a:t>+</a:t>
              </a:r>
              <a:endParaRPr lang="en-US" altLang="zh-CN" b="0">
                <a:latin typeface="Times New Roman" panose="02020603050405020304" pitchFamily="18" charset="0"/>
              </a:endParaRPr>
            </a:p>
          </p:txBody>
        </p:sp>
        <p:sp>
          <p:nvSpPr>
            <p:cNvPr id="14554" name="Text Box 218"/>
            <p:cNvSpPr txBox="1">
              <a:spLocks noChangeArrowheads="1"/>
            </p:cNvSpPr>
            <p:nvPr/>
          </p:nvSpPr>
          <p:spPr bwMode="auto">
            <a:xfrm>
              <a:off x="1008" y="1453"/>
              <a:ext cx="212"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eaLnBrk="1" hangingPunct="1"/>
              <a:r>
                <a:rPr lang="en-US" altLang="zh-CN">
                  <a:latin typeface="Times New Roman" panose="02020603050405020304" pitchFamily="18" charset="0"/>
                </a:rPr>
                <a:t>–</a:t>
              </a:r>
            </a:p>
          </p:txBody>
        </p:sp>
        <p:sp>
          <p:nvSpPr>
            <p:cNvPr id="14556" name="Oval 220"/>
            <p:cNvSpPr>
              <a:spLocks noChangeArrowheads="1"/>
            </p:cNvSpPr>
            <p:nvPr/>
          </p:nvSpPr>
          <p:spPr bwMode="auto">
            <a:xfrm>
              <a:off x="4480" y="1577"/>
              <a:ext cx="68" cy="68"/>
            </a:xfrm>
            <a:prstGeom prst="ellipse">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round/>
                  <a:headEnd/>
                  <a:tailEnd/>
                </a14:hiddenLine>
              </a:ext>
            </a:extLst>
          </p:spPr>
          <p:txBody>
            <a:bodyPr wrap="none" anchor="ctr"/>
            <a:lstStyle/>
            <a:p>
              <a:endParaRPr lang="zh-CN" altLang="en-US"/>
            </a:p>
          </p:txBody>
        </p:sp>
        <p:sp>
          <p:nvSpPr>
            <p:cNvPr id="14557" name="Oval 221"/>
            <p:cNvSpPr>
              <a:spLocks noChangeArrowheads="1"/>
            </p:cNvSpPr>
            <p:nvPr/>
          </p:nvSpPr>
          <p:spPr bwMode="auto">
            <a:xfrm>
              <a:off x="4464" y="1161"/>
              <a:ext cx="68" cy="68"/>
            </a:xfrm>
            <a:prstGeom prst="ellipse">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round/>
                  <a:headEnd/>
                  <a:tailEnd/>
                </a14:hiddenLine>
              </a:ext>
            </a:extLst>
          </p:spPr>
          <p:txBody>
            <a:bodyPr wrap="none" anchor="ctr"/>
            <a:lstStyle/>
            <a:p>
              <a:endParaRPr lang="zh-CN" altLang="en-US"/>
            </a:p>
          </p:txBody>
        </p:sp>
        <p:sp>
          <p:nvSpPr>
            <p:cNvPr id="14558" name="Text Box 222"/>
            <p:cNvSpPr txBox="1">
              <a:spLocks noChangeArrowheads="1"/>
            </p:cNvSpPr>
            <p:nvPr/>
          </p:nvSpPr>
          <p:spPr bwMode="auto">
            <a:xfrm>
              <a:off x="4614" y="1251"/>
              <a:ext cx="287"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Lst>
          </p:spPr>
          <p:txBody>
            <a:bodyPr wrap="none">
              <a:spAutoFit/>
            </a:bodyPr>
            <a:lstStyle/>
            <a:p>
              <a:pPr algn="l" eaLnBrk="1" hangingPunct="1"/>
              <a:r>
                <a:rPr lang="en-US" altLang="zh-CN" i="1">
                  <a:latin typeface="Times New Roman" panose="02020603050405020304" pitchFamily="18" charset="0"/>
                </a:rPr>
                <a:t>u</a:t>
              </a:r>
              <a:r>
                <a:rPr lang="en-US" altLang="zh-CN" baseline="-25000">
                  <a:latin typeface="Times New Roman" panose="02020603050405020304" pitchFamily="18" charset="0"/>
                </a:rPr>
                <a:t>2</a:t>
              </a:r>
              <a:endParaRPr lang="en-US" altLang="zh-CN" b="0">
                <a:latin typeface="Times New Roman" panose="02020603050405020304" pitchFamily="18" charset="0"/>
              </a:endParaRPr>
            </a:p>
          </p:txBody>
        </p:sp>
        <p:sp>
          <p:nvSpPr>
            <p:cNvPr id="14559" name="Text Box 223"/>
            <p:cNvSpPr txBox="1">
              <a:spLocks noChangeArrowheads="1"/>
            </p:cNvSpPr>
            <p:nvPr/>
          </p:nvSpPr>
          <p:spPr bwMode="auto">
            <a:xfrm>
              <a:off x="4566" y="1051"/>
              <a:ext cx="225"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Lst>
          </p:spPr>
          <p:txBody>
            <a:bodyPr wrap="none">
              <a:spAutoFit/>
            </a:bodyPr>
            <a:lstStyle/>
            <a:p>
              <a:pPr algn="l" eaLnBrk="1" hangingPunct="1"/>
              <a:r>
                <a:rPr lang="en-US" altLang="zh-CN">
                  <a:latin typeface="Times New Roman" panose="02020603050405020304" pitchFamily="18" charset="0"/>
                </a:rPr>
                <a:t>+</a:t>
              </a:r>
              <a:endParaRPr lang="en-US" altLang="zh-CN" b="0">
                <a:latin typeface="Times New Roman" panose="02020603050405020304" pitchFamily="18" charset="0"/>
              </a:endParaRPr>
            </a:p>
          </p:txBody>
        </p:sp>
        <p:sp>
          <p:nvSpPr>
            <p:cNvPr id="14561" name="Rectangle 225" descr="30%"/>
            <p:cNvSpPr>
              <a:spLocks noChangeArrowheads="1"/>
            </p:cNvSpPr>
            <p:nvPr/>
          </p:nvSpPr>
          <p:spPr bwMode="auto">
            <a:xfrm>
              <a:off x="2490" y="1081"/>
              <a:ext cx="706" cy="616"/>
            </a:xfrm>
            <a:prstGeom prst="rect">
              <a:avLst/>
            </a:prstGeom>
            <a:pattFill prst="pct30">
              <a:fgClr>
                <a:srgbClr val="D5FFFF"/>
              </a:fgClr>
              <a:bgClr>
                <a:srgbClr val="FFFFFF"/>
              </a:bgClr>
            </a:pattFill>
            <a:ln w="31750">
              <a:solidFill>
                <a:schemeClr val="tx1"/>
              </a:solidFill>
              <a:miter lim="800000"/>
              <a:headEnd/>
              <a:tailEnd/>
            </a:ln>
          </p:spPr>
          <p:txBody>
            <a:bodyPr wrap="none" anchor="ctr"/>
            <a:lstStyle/>
            <a:p>
              <a:pPr eaLnBrk="1" hangingPunct="1"/>
              <a:endParaRPr lang="en-US" altLang="zh-CN" b="0">
                <a:latin typeface="Times New Roman" panose="02020603050405020304" pitchFamily="18" charset="0"/>
              </a:endParaRPr>
            </a:p>
            <a:p>
              <a:pPr eaLnBrk="1" hangingPunct="1"/>
              <a:endParaRPr lang="en-US" altLang="zh-CN" b="0">
                <a:latin typeface="Times New Roman" panose="02020603050405020304" pitchFamily="18" charset="0"/>
              </a:endParaRPr>
            </a:p>
          </p:txBody>
        </p:sp>
        <p:sp>
          <p:nvSpPr>
            <p:cNvPr id="14562" name="Oval 226"/>
            <p:cNvSpPr>
              <a:spLocks noChangeArrowheads="1"/>
            </p:cNvSpPr>
            <p:nvPr/>
          </p:nvSpPr>
          <p:spPr bwMode="auto">
            <a:xfrm>
              <a:off x="4500" y="1571"/>
              <a:ext cx="68" cy="68"/>
            </a:xfrm>
            <a:prstGeom prst="ellipse">
              <a:avLst/>
            </a:prstGeom>
            <a:noFill/>
            <a:ln w="19050">
              <a:solidFill>
                <a:schemeClr val="tx1"/>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sp>
          <p:nvSpPr>
            <p:cNvPr id="14563" name="Oval 227"/>
            <p:cNvSpPr>
              <a:spLocks noChangeArrowheads="1"/>
            </p:cNvSpPr>
            <p:nvPr/>
          </p:nvSpPr>
          <p:spPr bwMode="auto">
            <a:xfrm>
              <a:off x="4476" y="1157"/>
              <a:ext cx="68" cy="68"/>
            </a:xfrm>
            <a:prstGeom prst="ellipse">
              <a:avLst/>
            </a:prstGeom>
            <a:noFill/>
            <a:ln w="19050">
              <a:solidFill>
                <a:schemeClr val="tx1"/>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sp>
          <p:nvSpPr>
            <p:cNvPr id="14564" name="Text Box 228"/>
            <p:cNvSpPr txBox="1">
              <a:spLocks noChangeArrowheads="1"/>
            </p:cNvSpPr>
            <p:nvPr/>
          </p:nvSpPr>
          <p:spPr bwMode="auto">
            <a:xfrm>
              <a:off x="4418" y="1629"/>
              <a:ext cx="358"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spcBef>
                  <a:spcPct val="50000"/>
                </a:spcBef>
              </a:pPr>
              <a:r>
                <a:rPr lang="en-US" altLang="zh-CN">
                  <a:latin typeface="Times New Roman" panose="02020603050405020304" pitchFamily="18" charset="0"/>
                </a:rPr>
                <a:t>2</a:t>
              </a:r>
              <a:r>
                <a:rPr lang="en-US" altLang="zh-CN">
                  <a:latin typeface="Times New Roman" panose="02020603050405020304" pitchFamily="18" charset="0"/>
                  <a:sym typeface="Symbol" panose="05050102010706020507" pitchFamily="18" charset="2"/>
                </a:rPr>
                <a:t></a:t>
              </a:r>
              <a:endParaRPr lang="en-US" altLang="zh-CN">
                <a:latin typeface="Times New Roman" panose="02020603050405020304" pitchFamily="18" charset="0"/>
              </a:endParaRPr>
            </a:p>
          </p:txBody>
        </p:sp>
        <p:sp>
          <p:nvSpPr>
            <p:cNvPr id="14565" name="Text Box 229"/>
            <p:cNvSpPr txBox="1">
              <a:spLocks noChangeArrowheads="1"/>
            </p:cNvSpPr>
            <p:nvPr/>
          </p:nvSpPr>
          <p:spPr bwMode="auto">
            <a:xfrm>
              <a:off x="4418" y="891"/>
              <a:ext cx="358"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spcBef>
                  <a:spcPct val="50000"/>
                </a:spcBef>
              </a:pPr>
              <a:r>
                <a:rPr lang="en-US" altLang="zh-CN">
                  <a:latin typeface="Times New Roman" panose="02020603050405020304" pitchFamily="18" charset="0"/>
                </a:rPr>
                <a:t>2</a:t>
              </a:r>
            </a:p>
          </p:txBody>
        </p:sp>
        <p:sp>
          <p:nvSpPr>
            <p:cNvPr id="14566" name="Text Box 230"/>
            <p:cNvSpPr txBox="1">
              <a:spLocks noChangeArrowheads="1"/>
            </p:cNvSpPr>
            <p:nvPr/>
          </p:nvSpPr>
          <p:spPr bwMode="auto">
            <a:xfrm>
              <a:off x="1178" y="1599"/>
              <a:ext cx="358"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spcBef>
                  <a:spcPct val="50000"/>
                </a:spcBef>
              </a:pPr>
              <a:r>
                <a:rPr lang="en-US" altLang="zh-CN">
                  <a:latin typeface="Times New Roman" panose="02020603050405020304" pitchFamily="18" charset="0"/>
                </a:rPr>
                <a:t>1</a:t>
              </a:r>
              <a:r>
                <a:rPr lang="en-US" altLang="zh-CN">
                  <a:latin typeface="Times New Roman" panose="02020603050405020304" pitchFamily="18" charset="0"/>
                  <a:sym typeface="Symbol" panose="05050102010706020507" pitchFamily="18" charset="2"/>
                </a:rPr>
                <a:t></a:t>
              </a:r>
              <a:endParaRPr lang="en-US" altLang="zh-CN">
                <a:latin typeface="Times New Roman" panose="02020603050405020304" pitchFamily="18" charset="0"/>
              </a:endParaRPr>
            </a:p>
          </p:txBody>
        </p:sp>
        <p:sp>
          <p:nvSpPr>
            <p:cNvPr id="14567" name="Text Box 231"/>
            <p:cNvSpPr txBox="1">
              <a:spLocks noChangeArrowheads="1"/>
            </p:cNvSpPr>
            <p:nvPr/>
          </p:nvSpPr>
          <p:spPr bwMode="auto">
            <a:xfrm>
              <a:off x="1148" y="843"/>
              <a:ext cx="358"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spcBef>
                  <a:spcPct val="50000"/>
                </a:spcBef>
              </a:pPr>
              <a:r>
                <a:rPr lang="en-US" altLang="zh-CN">
                  <a:latin typeface="Times New Roman" panose="02020603050405020304" pitchFamily="18" charset="0"/>
                </a:rPr>
                <a:t>1</a:t>
              </a:r>
            </a:p>
          </p:txBody>
        </p:sp>
        <p:sp>
          <p:nvSpPr>
            <p:cNvPr id="14570" name="Line 234"/>
            <p:cNvSpPr>
              <a:spLocks noChangeShapeType="1"/>
            </p:cNvSpPr>
            <p:nvPr/>
          </p:nvSpPr>
          <p:spPr bwMode="auto">
            <a:xfrm flipV="1">
              <a:off x="1836" y="762"/>
              <a:ext cx="1974" cy="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571" name="Text Box 235"/>
            <p:cNvSpPr txBox="1">
              <a:spLocks noChangeArrowheads="1"/>
            </p:cNvSpPr>
            <p:nvPr/>
          </p:nvSpPr>
          <p:spPr bwMode="auto">
            <a:xfrm>
              <a:off x="2705" y="795"/>
              <a:ext cx="267"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spcBef>
                  <a:spcPct val="50000"/>
                </a:spcBef>
              </a:pPr>
              <a:r>
                <a:rPr lang="en-US" altLang="zh-CN" i="1">
                  <a:latin typeface="Times New Roman" panose="02020603050405020304" pitchFamily="18" charset="0"/>
                </a:rPr>
                <a:t>R</a:t>
              </a:r>
            </a:p>
          </p:txBody>
        </p:sp>
        <p:sp>
          <p:nvSpPr>
            <p:cNvPr id="14572" name="Rectangle 236"/>
            <p:cNvSpPr>
              <a:spLocks noChangeArrowheads="1"/>
            </p:cNvSpPr>
            <p:nvPr/>
          </p:nvSpPr>
          <p:spPr bwMode="auto">
            <a:xfrm>
              <a:off x="2628" y="720"/>
              <a:ext cx="354" cy="108"/>
            </a:xfrm>
            <a:prstGeom prst="rect">
              <a:avLst/>
            </a:prstGeom>
            <a:solidFill>
              <a:schemeClr val="accent1"/>
            </a:solidFill>
            <a:ln w="31750">
              <a:solidFill>
                <a:schemeClr val="tx1"/>
              </a:solidFill>
              <a:miter lim="800000"/>
              <a:headEnd/>
              <a:tailEnd/>
            </a:ln>
          </p:spPr>
          <p:txBody>
            <a:bodyPr wrap="none" anchor="ctr"/>
            <a:lstStyle/>
            <a:p>
              <a:endParaRPr lang="zh-CN" altLang="en-US"/>
            </a:p>
          </p:txBody>
        </p:sp>
        <p:sp>
          <p:nvSpPr>
            <p:cNvPr id="14573" name="Line 237"/>
            <p:cNvSpPr>
              <a:spLocks noChangeShapeType="1"/>
            </p:cNvSpPr>
            <p:nvPr/>
          </p:nvSpPr>
          <p:spPr bwMode="auto">
            <a:xfrm>
              <a:off x="1836" y="756"/>
              <a:ext cx="0" cy="43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574" name="Line 238"/>
            <p:cNvSpPr>
              <a:spLocks noChangeShapeType="1"/>
            </p:cNvSpPr>
            <p:nvPr/>
          </p:nvSpPr>
          <p:spPr bwMode="auto">
            <a:xfrm>
              <a:off x="3804" y="758"/>
              <a:ext cx="0" cy="42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576" name="Text Box 240"/>
            <p:cNvSpPr txBox="1">
              <a:spLocks noChangeArrowheads="1"/>
            </p:cNvSpPr>
            <p:nvPr/>
          </p:nvSpPr>
          <p:spPr bwMode="auto">
            <a:xfrm>
              <a:off x="2196" y="769"/>
              <a:ext cx="169"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eaLnBrk="1" hangingPunct="1"/>
              <a:r>
                <a:rPr lang="en-US" altLang="zh-CN" i="1">
                  <a:latin typeface="Times New Roman" panose="02020603050405020304" pitchFamily="18" charset="0"/>
                </a:rPr>
                <a:t>i</a:t>
              </a:r>
              <a:endParaRPr lang="en-US" altLang="zh-CN" b="0">
                <a:latin typeface="Times New Roman" panose="02020603050405020304" pitchFamily="18" charset="0"/>
              </a:endParaRPr>
            </a:p>
          </p:txBody>
        </p:sp>
        <p:sp>
          <p:nvSpPr>
            <p:cNvPr id="14578" name="Text Box 242"/>
            <p:cNvSpPr txBox="1">
              <a:spLocks noChangeArrowheads="1"/>
            </p:cNvSpPr>
            <p:nvPr/>
          </p:nvSpPr>
          <p:spPr bwMode="auto">
            <a:xfrm>
              <a:off x="2108" y="1233"/>
              <a:ext cx="358"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spcBef>
                  <a:spcPct val="50000"/>
                </a:spcBef>
              </a:pPr>
              <a:r>
                <a:rPr lang="en-US" altLang="zh-CN" i="1">
                  <a:latin typeface="Times New Roman" panose="02020603050405020304" pitchFamily="18" charset="0"/>
                </a:rPr>
                <a:t>i</a:t>
              </a:r>
              <a:r>
                <a:rPr lang="en-US" altLang="zh-CN" baseline="-25000">
                  <a:latin typeface="Times New Roman" panose="02020603050405020304" pitchFamily="18" charset="0"/>
                </a:rPr>
                <a:t>1</a:t>
              </a:r>
              <a:r>
                <a:rPr lang="en-US" altLang="zh-CN">
                  <a:latin typeface="Times New Roman" panose="02020603050405020304" pitchFamily="18" charset="0"/>
                  <a:sym typeface="Symbol" panose="05050102010706020507" pitchFamily="18" charset="2"/>
                </a:rPr>
                <a:t></a:t>
              </a:r>
              <a:endParaRPr lang="en-US" altLang="zh-CN">
                <a:latin typeface="Times New Roman" panose="02020603050405020304" pitchFamily="18" charset="0"/>
              </a:endParaRPr>
            </a:p>
          </p:txBody>
        </p:sp>
        <p:sp>
          <p:nvSpPr>
            <p:cNvPr id="14581" name="Text Box 245"/>
            <p:cNvSpPr txBox="1">
              <a:spLocks noChangeArrowheads="1"/>
            </p:cNvSpPr>
            <p:nvPr/>
          </p:nvSpPr>
          <p:spPr bwMode="auto">
            <a:xfrm>
              <a:off x="3260" y="1197"/>
              <a:ext cx="358"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spcBef>
                  <a:spcPct val="50000"/>
                </a:spcBef>
              </a:pPr>
              <a:r>
                <a:rPr lang="en-US" altLang="zh-CN" i="1">
                  <a:latin typeface="Times New Roman" panose="02020603050405020304" pitchFamily="18" charset="0"/>
                </a:rPr>
                <a:t>i</a:t>
              </a:r>
              <a:r>
                <a:rPr lang="en-US" altLang="zh-CN" baseline="-25000">
                  <a:latin typeface="Times New Roman" panose="02020603050405020304" pitchFamily="18" charset="0"/>
                </a:rPr>
                <a:t>2</a:t>
              </a:r>
              <a:r>
                <a:rPr lang="en-US" altLang="zh-CN">
                  <a:latin typeface="Times New Roman" panose="02020603050405020304" pitchFamily="18" charset="0"/>
                  <a:sym typeface="Symbol" panose="05050102010706020507" pitchFamily="18" charset="2"/>
                </a:rPr>
                <a:t></a:t>
              </a:r>
              <a:endParaRPr lang="en-US" altLang="zh-CN">
                <a:latin typeface="Times New Roman" panose="02020603050405020304" pitchFamily="18" charset="0"/>
              </a:endParaRPr>
            </a:p>
          </p:txBody>
        </p:sp>
        <p:sp>
          <p:nvSpPr>
            <p:cNvPr id="14583" name="Oval 247"/>
            <p:cNvSpPr>
              <a:spLocks noChangeArrowheads="1"/>
            </p:cNvSpPr>
            <p:nvPr/>
          </p:nvSpPr>
          <p:spPr bwMode="auto">
            <a:xfrm>
              <a:off x="1950" y="1153"/>
              <a:ext cx="62" cy="56"/>
            </a:xfrm>
            <a:prstGeom prst="ellipse">
              <a:avLst/>
            </a:prstGeom>
            <a:solidFill>
              <a:schemeClr val="accent1"/>
            </a:solidFill>
            <a:ln w="19050">
              <a:solidFill>
                <a:schemeClr val="tx1"/>
              </a:solidFill>
              <a:round/>
              <a:headEnd/>
              <a:tailEnd/>
            </a:ln>
          </p:spPr>
          <p:txBody>
            <a:bodyPr wrap="none" anchor="ctr"/>
            <a:lstStyle/>
            <a:p>
              <a:endParaRPr lang="zh-CN" altLang="en-US"/>
            </a:p>
          </p:txBody>
        </p:sp>
        <p:sp>
          <p:nvSpPr>
            <p:cNvPr id="14584" name="Oval 248"/>
            <p:cNvSpPr>
              <a:spLocks noChangeArrowheads="1"/>
            </p:cNvSpPr>
            <p:nvPr/>
          </p:nvSpPr>
          <p:spPr bwMode="auto">
            <a:xfrm>
              <a:off x="1974" y="1581"/>
              <a:ext cx="62" cy="56"/>
            </a:xfrm>
            <a:prstGeom prst="ellipse">
              <a:avLst/>
            </a:prstGeom>
            <a:solidFill>
              <a:schemeClr val="accent1"/>
            </a:solidFill>
            <a:ln w="19050">
              <a:solidFill>
                <a:schemeClr val="tx1"/>
              </a:solidFill>
              <a:round/>
              <a:headEnd/>
              <a:tailEnd/>
            </a:ln>
          </p:spPr>
          <p:txBody>
            <a:bodyPr wrap="none" anchor="ctr"/>
            <a:lstStyle/>
            <a:p>
              <a:endParaRPr lang="zh-CN" altLang="en-US"/>
            </a:p>
          </p:txBody>
        </p:sp>
        <p:sp>
          <p:nvSpPr>
            <p:cNvPr id="14585" name="Oval 249"/>
            <p:cNvSpPr>
              <a:spLocks noChangeArrowheads="1"/>
            </p:cNvSpPr>
            <p:nvPr/>
          </p:nvSpPr>
          <p:spPr bwMode="auto">
            <a:xfrm>
              <a:off x="3630" y="1161"/>
              <a:ext cx="62" cy="56"/>
            </a:xfrm>
            <a:prstGeom prst="ellipse">
              <a:avLst/>
            </a:prstGeom>
            <a:solidFill>
              <a:schemeClr val="accent1"/>
            </a:solidFill>
            <a:ln w="19050">
              <a:solidFill>
                <a:schemeClr val="tx1"/>
              </a:solidFill>
              <a:round/>
              <a:headEnd/>
              <a:tailEnd/>
            </a:ln>
          </p:spPr>
          <p:txBody>
            <a:bodyPr wrap="none" anchor="ctr"/>
            <a:lstStyle/>
            <a:p>
              <a:endParaRPr lang="zh-CN" altLang="en-US"/>
            </a:p>
          </p:txBody>
        </p:sp>
        <p:sp>
          <p:nvSpPr>
            <p:cNvPr id="14586" name="Oval 250"/>
            <p:cNvSpPr>
              <a:spLocks noChangeArrowheads="1"/>
            </p:cNvSpPr>
            <p:nvPr/>
          </p:nvSpPr>
          <p:spPr bwMode="auto">
            <a:xfrm>
              <a:off x="3630" y="1581"/>
              <a:ext cx="62" cy="56"/>
            </a:xfrm>
            <a:prstGeom prst="ellipse">
              <a:avLst/>
            </a:prstGeom>
            <a:solidFill>
              <a:schemeClr val="accent1"/>
            </a:solidFill>
            <a:ln w="19050">
              <a:solidFill>
                <a:schemeClr val="tx1"/>
              </a:solidFill>
              <a:round/>
              <a:headEnd/>
              <a:tailEnd/>
            </a:ln>
          </p:spPr>
          <p:txBody>
            <a:bodyPr wrap="none" anchor="ctr"/>
            <a:lstStyle/>
            <a:p>
              <a:endParaRPr lang="zh-CN" altLang="en-US"/>
            </a:p>
          </p:txBody>
        </p:sp>
        <p:sp>
          <p:nvSpPr>
            <p:cNvPr id="14587" name="Text Box 251"/>
            <p:cNvSpPr txBox="1">
              <a:spLocks noChangeArrowheads="1"/>
            </p:cNvSpPr>
            <p:nvPr/>
          </p:nvSpPr>
          <p:spPr bwMode="auto">
            <a:xfrm>
              <a:off x="1904" y="908"/>
              <a:ext cx="212"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eaLnBrk="1" hangingPunct="1"/>
              <a:r>
                <a:rPr lang="en-US" altLang="zh-CN">
                  <a:solidFill>
                    <a:schemeClr val="accent1"/>
                  </a:solidFill>
                  <a:latin typeface="Times New Roman" panose="02020603050405020304" pitchFamily="18" charset="0"/>
                </a:rPr>
                <a:t>3</a:t>
              </a:r>
              <a:endParaRPr lang="en-US" altLang="zh-CN" b="0">
                <a:latin typeface="Times New Roman" panose="02020603050405020304" pitchFamily="18" charset="0"/>
              </a:endParaRPr>
            </a:p>
          </p:txBody>
        </p:sp>
        <p:sp>
          <p:nvSpPr>
            <p:cNvPr id="14588" name="Text Box 252"/>
            <p:cNvSpPr txBox="1">
              <a:spLocks noChangeArrowheads="1"/>
            </p:cNvSpPr>
            <p:nvPr/>
          </p:nvSpPr>
          <p:spPr bwMode="auto">
            <a:xfrm>
              <a:off x="1928" y="1606"/>
              <a:ext cx="260"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eaLnBrk="1" hangingPunct="1"/>
              <a:r>
                <a:rPr lang="en-US" altLang="zh-CN">
                  <a:solidFill>
                    <a:schemeClr val="accent1"/>
                  </a:solidFill>
                  <a:latin typeface="Times New Roman" panose="02020603050405020304" pitchFamily="18" charset="0"/>
                </a:rPr>
                <a:t>3</a:t>
              </a:r>
              <a:r>
                <a:rPr lang="en-US" altLang="zh-CN">
                  <a:solidFill>
                    <a:schemeClr val="accent1"/>
                  </a:solidFill>
                  <a:latin typeface="Times New Roman" panose="02020603050405020304" pitchFamily="18" charset="0"/>
                  <a:sym typeface="Symbol" panose="05050102010706020507" pitchFamily="18" charset="2"/>
                </a:rPr>
                <a:t></a:t>
              </a:r>
              <a:endParaRPr lang="en-US" altLang="zh-CN">
                <a:latin typeface="Times New Roman" panose="02020603050405020304" pitchFamily="18" charset="0"/>
                <a:sym typeface="Symbol" panose="05050102010706020507" pitchFamily="18" charset="2"/>
              </a:endParaRPr>
            </a:p>
          </p:txBody>
        </p:sp>
        <p:sp>
          <p:nvSpPr>
            <p:cNvPr id="14589" name="Text Box 253"/>
            <p:cNvSpPr txBox="1">
              <a:spLocks noChangeArrowheads="1"/>
            </p:cNvSpPr>
            <p:nvPr/>
          </p:nvSpPr>
          <p:spPr bwMode="auto">
            <a:xfrm>
              <a:off x="3572" y="1630"/>
              <a:ext cx="260"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eaLnBrk="1" hangingPunct="1"/>
              <a:r>
                <a:rPr lang="en-US" altLang="zh-CN">
                  <a:solidFill>
                    <a:schemeClr val="accent1"/>
                  </a:solidFill>
                  <a:latin typeface="Times New Roman" panose="02020603050405020304" pitchFamily="18" charset="0"/>
                </a:rPr>
                <a:t>4</a:t>
              </a:r>
              <a:r>
                <a:rPr lang="en-US" altLang="zh-CN">
                  <a:solidFill>
                    <a:schemeClr val="accent1"/>
                  </a:solidFill>
                  <a:latin typeface="Times New Roman" panose="02020603050405020304" pitchFamily="18" charset="0"/>
                  <a:sym typeface="Symbol" panose="05050102010706020507" pitchFamily="18" charset="2"/>
                </a:rPr>
                <a:t></a:t>
              </a:r>
              <a:endParaRPr lang="en-US" altLang="zh-CN">
                <a:latin typeface="Times New Roman" panose="02020603050405020304" pitchFamily="18" charset="0"/>
                <a:sym typeface="Symbol" panose="05050102010706020507" pitchFamily="18" charset="2"/>
              </a:endParaRPr>
            </a:p>
          </p:txBody>
        </p:sp>
        <p:sp>
          <p:nvSpPr>
            <p:cNvPr id="14590" name="Text Box 254"/>
            <p:cNvSpPr txBox="1">
              <a:spLocks noChangeArrowheads="1"/>
            </p:cNvSpPr>
            <p:nvPr/>
          </p:nvSpPr>
          <p:spPr bwMode="auto">
            <a:xfrm>
              <a:off x="3530" y="920"/>
              <a:ext cx="212"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eaLnBrk="1" hangingPunct="1"/>
              <a:r>
                <a:rPr lang="en-US" altLang="zh-CN">
                  <a:solidFill>
                    <a:schemeClr val="accent1"/>
                  </a:solidFill>
                  <a:latin typeface="Times New Roman" panose="02020603050405020304" pitchFamily="18" charset="0"/>
                </a:rPr>
                <a:t>4</a:t>
              </a:r>
              <a:endParaRPr lang="en-US" altLang="zh-CN" b="0">
                <a:latin typeface="Times New Roman" panose="02020603050405020304" pitchFamily="18" charset="0"/>
              </a:endParaRPr>
            </a:p>
          </p:txBody>
        </p:sp>
        <p:sp>
          <p:nvSpPr>
            <p:cNvPr id="14601" name="Rectangle 265"/>
            <p:cNvSpPr>
              <a:spLocks noChangeArrowheads="1"/>
            </p:cNvSpPr>
            <p:nvPr/>
          </p:nvSpPr>
          <p:spPr bwMode="auto">
            <a:xfrm>
              <a:off x="1708" y="568"/>
              <a:ext cx="2220" cy="1284"/>
            </a:xfrm>
            <a:prstGeom prst="rect">
              <a:avLst/>
            </a:prstGeom>
            <a:noFill/>
            <a:ln w="19050">
              <a:solidFill>
                <a:srgbClr val="FF3300"/>
              </a:solidFill>
              <a:prstDash val="dash"/>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4615" name="Text Box 279"/>
            <p:cNvSpPr txBox="1">
              <a:spLocks noChangeArrowheads="1"/>
            </p:cNvSpPr>
            <p:nvPr/>
          </p:nvSpPr>
          <p:spPr bwMode="auto">
            <a:xfrm>
              <a:off x="4592" y="1447"/>
              <a:ext cx="21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r>
                <a:rPr lang="en-US" altLang="zh-CN">
                  <a:latin typeface="黑体" panose="02010609060101010101" pitchFamily="49" charset="-122"/>
                  <a:ea typeface="黑体" panose="02010609060101010101" pitchFamily="49" charset="-122"/>
                </a:rPr>
                <a:t>-</a:t>
              </a:r>
            </a:p>
          </p:txBody>
        </p:sp>
        <p:sp>
          <p:nvSpPr>
            <p:cNvPr id="14632" name="Line 296"/>
            <p:cNvSpPr>
              <a:spLocks noChangeShapeType="1"/>
            </p:cNvSpPr>
            <p:nvPr/>
          </p:nvSpPr>
          <p:spPr bwMode="auto">
            <a:xfrm>
              <a:off x="1448" y="1136"/>
              <a:ext cx="208"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4633" name="Line 297"/>
            <p:cNvSpPr>
              <a:spLocks noChangeShapeType="1"/>
            </p:cNvSpPr>
            <p:nvPr/>
          </p:nvSpPr>
          <p:spPr bwMode="auto">
            <a:xfrm>
              <a:off x="2056" y="808"/>
              <a:ext cx="248"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4634" name="Line 298"/>
            <p:cNvSpPr>
              <a:spLocks noChangeShapeType="1"/>
            </p:cNvSpPr>
            <p:nvPr/>
          </p:nvSpPr>
          <p:spPr bwMode="auto">
            <a:xfrm>
              <a:off x="2104" y="1256"/>
              <a:ext cx="240"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4635" name="Line 299"/>
            <p:cNvSpPr>
              <a:spLocks noChangeShapeType="1"/>
            </p:cNvSpPr>
            <p:nvPr/>
          </p:nvSpPr>
          <p:spPr bwMode="auto">
            <a:xfrm>
              <a:off x="4040" y="1640"/>
              <a:ext cx="232"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4636" name="Line 300"/>
            <p:cNvSpPr>
              <a:spLocks noChangeShapeType="1"/>
            </p:cNvSpPr>
            <p:nvPr/>
          </p:nvSpPr>
          <p:spPr bwMode="auto">
            <a:xfrm flipH="1">
              <a:off x="4032" y="1128"/>
              <a:ext cx="208"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4637" name="Line 301"/>
            <p:cNvSpPr>
              <a:spLocks noChangeShapeType="1"/>
            </p:cNvSpPr>
            <p:nvPr/>
          </p:nvSpPr>
          <p:spPr bwMode="auto">
            <a:xfrm flipH="1">
              <a:off x="3240" y="1232"/>
              <a:ext cx="224"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4638" name="Line 302"/>
            <p:cNvSpPr>
              <a:spLocks noChangeShapeType="1"/>
            </p:cNvSpPr>
            <p:nvPr/>
          </p:nvSpPr>
          <p:spPr bwMode="auto">
            <a:xfrm flipH="1">
              <a:off x="1416" y="1664"/>
              <a:ext cx="232"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
        <p:nvSpPr>
          <p:cNvPr id="14643" name="Text Box 307"/>
          <p:cNvSpPr txBox="1">
            <a:spLocks noChangeArrowheads="1"/>
          </p:cNvSpPr>
          <p:nvPr/>
        </p:nvSpPr>
        <p:spPr bwMode="auto">
          <a:xfrm>
            <a:off x="277813" y="4619625"/>
            <a:ext cx="1316037" cy="457200"/>
          </a:xfrm>
          <a:prstGeom prst="rect">
            <a:avLst/>
          </a:prstGeom>
          <a:noFill/>
          <a:ln>
            <a:noFill/>
          </a:ln>
          <a:effectLst/>
          <a:extLst>
            <a:ext uri="{909E8E84-426E-40DD-AFC4-6F175D3DCCD1}">
              <a14:hiddenFill xmlns:a14="http://schemas.microsoft.com/office/drawing/2010/main">
                <a:solidFill>
                  <a:srgbClr val="FFFFCC">
                    <a:alpha val="50000"/>
                  </a:srgbClr>
                </a:solidFill>
              </a14:hiddenFill>
            </a:ext>
            <a:ext uri="{91240B29-F687-4F45-9708-019B960494DF}">
              <a14:hiddenLine xmlns:a14="http://schemas.microsoft.com/office/drawing/2010/main" w="19050">
                <a:solidFill>
                  <a:schemeClr val="tx1"/>
                </a:solidFill>
                <a:miter lim="800000"/>
                <a:headEnd/>
                <a:tailEnd type="none" w="med"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p>
            <a:r>
              <a:rPr lang="zh-CN" altLang="en-US">
                <a:latin typeface="Times New Roman" panose="02020603050405020304" pitchFamily="18" charset="0"/>
              </a:rPr>
              <a:t>因为</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468">
                                            <p:txEl>
                                              <p:pRg st="0" end="0"/>
                                            </p:txEl>
                                          </p:spTgt>
                                        </p:tgtEl>
                                        <p:attrNameLst>
                                          <p:attrName>style.visibility</p:attrName>
                                        </p:attrNameLst>
                                      </p:cBhvr>
                                      <p:to>
                                        <p:strVal val="visible"/>
                                      </p:to>
                                    </p:set>
                                    <p:animEffect transition="in" filter="wipe(left)">
                                      <p:cBhvr>
                                        <p:cTn id="7" dur="500"/>
                                        <p:tgtEl>
                                          <p:spTgt spid="14468">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4469">
                                            <p:txEl>
                                              <p:pRg st="0" end="0"/>
                                            </p:txEl>
                                          </p:spTgt>
                                        </p:tgtEl>
                                        <p:attrNameLst>
                                          <p:attrName>style.visibility</p:attrName>
                                        </p:attrNameLst>
                                      </p:cBhvr>
                                      <p:to>
                                        <p:strVal val="visible"/>
                                      </p:to>
                                    </p:set>
                                    <p:animEffect transition="in" filter="wipe(left)">
                                      <p:cBhvr>
                                        <p:cTn id="12" dur="500"/>
                                        <p:tgtEl>
                                          <p:spTgt spid="14469">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4643">
                                            <p:txEl>
                                              <p:pRg st="0" end="0"/>
                                            </p:txEl>
                                          </p:spTgt>
                                        </p:tgtEl>
                                        <p:attrNameLst>
                                          <p:attrName>style.visibility</p:attrName>
                                        </p:attrNameLst>
                                      </p:cBhvr>
                                      <p:to>
                                        <p:strVal val="visible"/>
                                      </p:to>
                                    </p:set>
                                    <p:animEffect transition="in" filter="wipe(left)">
                                      <p:cBhvr>
                                        <p:cTn id="17" dur="500"/>
                                        <p:tgtEl>
                                          <p:spTgt spid="14643">
                                            <p:txEl>
                                              <p:pRg st="0" end="0"/>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14339"/>
                                        </p:tgtEl>
                                        <p:attrNameLst>
                                          <p:attrName>style.visibility</p:attrName>
                                        </p:attrNameLst>
                                      </p:cBhvr>
                                      <p:to>
                                        <p:strVal val="visible"/>
                                      </p:to>
                                    </p:set>
                                    <p:animEffect transition="in" filter="wipe(left)">
                                      <p:cBhvr>
                                        <p:cTn id="22" dur="500"/>
                                        <p:tgtEl>
                                          <p:spTgt spid="14339"/>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14467"/>
                                        </p:tgtEl>
                                        <p:attrNameLst>
                                          <p:attrName>style.visibility</p:attrName>
                                        </p:attrNameLst>
                                      </p:cBhvr>
                                      <p:to>
                                        <p:strVal val="visible"/>
                                      </p:to>
                                    </p:set>
                                    <p:animEffect transition="in" filter="wipe(left)">
                                      <p:cBhvr>
                                        <p:cTn id="27" dur="500"/>
                                        <p:tgtEl>
                                          <p:spTgt spid="14467"/>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14342"/>
                                        </p:tgtEl>
                                        <p:attrNameLst>
                                          <p:attrName>style.visibility</p:attrName>
                                        </p:attrNameLst>
                                      </p:cBhvr>
                                      <p:to>
                                        <p:strVal val="visible"/>
                                      </p:to>
                                    </p:set>
                                    <p:animEffect transition="in" filter="wipe(left)">
                                      <p:cBhvr>
                                        <p:cTn id="32" dur="500"/>
                                        <p:tgtEl>
                                          <p:spTgt spid="143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468" grpId="0" build="p" autoUpdateAnimBg="0"/>
      <p:bldP spid="14469" grpId="0" build="p" autoUpdateAnimBg="0"/>
      <p:bldP spid="14643" grpId="0" build="p" autoUpdateAnimBg="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24615" name="Object 7"/>
          <p:cNvGraphicFramePr>
            <a:graphicFrameLocks noChangeAspect="1"/>
          </p:cNvGraphicFramePr>
          <p:nvPr/>
        </p:nvGraphicFramePr>
        <p:xfrm>
          <a:off x="611188" y="1052513"/>
          <a:ext cx="2611437" cy="2124075"/>
        </p:xfrm>
        <a:graphic>
          <a:graphicData uri="http://schemas.openxmlformats.org/presentationml/2006/ole">
            <mc:AlternateContent xmlns:mc="http://schemas.openxmlformats.org/markup-compatibility/2006">
              <mc:Choice xmlns:v="urn:schemas-microsoft-com:vml" Requires="v">
                <p:oleObj spid="_x0000_s221270" name="Visio" r:id="rId3" imgW="1423464" imgH="1162860" progId="Visio.Drawing.11">
                  <p:embed/>
                </p:oleObj>
              </mc:Choice>
              <mc:Fallback>
                <p:oleObj name="Visio" r:id="rId3" imgW="1423464" imgH="1162860" progId="Visio.Drawing.11">
                  <p:embed/>
                  <p:pic>
                    <p:nvPicPr>
                      <p:cNvPr id="324615"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1188" y="1052513"/>
                        <a:ext cx="2611437" cy="2124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24616" name="Object 8"/>
          <p:cNvGraphicFramePr>
            <a:graphicFrameLocks noChangeAspect="1"/>
          </p:cNvGraphicFramePr>
          <p:nvPr/>
        </p:nvGraphicFramePr>
        <p:xfrm>
          <a:off x="3563938" y="981075"/>
          <a:ext cx="2879725" cy="2305050"/>
        </p:xfrm>
        <a:graphic>
          <a:graphicData uri="http://schemas.openxmlformats.org/presentationml/2006/ole">
            <mc:AlternateContent xmlns:mc="http://schemas.openxmlformats.org/markup-compatibility/2006">
              <mc:Choice xmlns:v="urn:schemas-microsoft-com:vml" Requires="v">
                <p:oleObj spid="_x0000_s221271" name="Visio" r:id="rId5" imgW="1537478" imgH="1234869" progId="Visio.Drawing.11">
                  <p:embed/>
                </p:oleObj>
              </mc:Choice>
              <mc:Fallback>
                <p:oleObj name="Visio" r:id="rId5" imgW="1537478" imgH="1234869" progId="Visio.Drawing.11">
                  <p:embed/>
                  <p:pic>
                    <p:nvPicPr>
                      <p:cNvPr id="324616"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63938" y="981075"/>
                        <a:ext cx="2879725" cy="2305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324629" name="Group 21"/>
          <p:cNvGrpSpPr>
            <a:grpSpLocks/>
          </p:cNvGrpSpPr>
          <p:nvPr/>
        </p:nvGrpSpPr>
        <p:grpSpPr bwMode="auto">
          <a:xfrm>
            <a:off x="6588125" y="1557338"/>
            <a:ext cx="2293938" cy="1027112"/>
            <a:chOff x="4150" y="1071"/>
            <a:chExt cx="1445" cy="647"/>
          </a:xfrm>
        </p:grpSpPr>
        <p:graphicFrame>
          <p:nvGraphicFramePr>
            <p:cNvPr id="5139" name="Object 10"/>
            <p:cNvGraphicFramePr>
              <a:graphicFrameLocks noChangeAspect="1"/>
            </p:cNvGraphicFramePr>
            <p:nvPr/>
          </p:nvGraphicFramePr>
          <p:xfrm>
            <a:off x="4389" y="1071"/>
            <a:ext cx="1206" cy="334"/>
          </p:xfrm>
          <a:graphic>
            <a:graphicData uri="http://schemas.openxmlformats.org/presentationml/2006/ole">
              <mc:AlternateContent xmlns:mc="http://schemas.openxmlformats.org/markup-compatibility/2006">
                <mc:Choice xmlns:v="urn:schemas-microsoft-com:vml" Requires="v">
                  <p:oleObj spid="_x0000_s221272" name="Equation" r:id="rId7" imgW="926698" imgH="253890" progId="Equation.DSMT4">
                    <p:embed/>
                  </p:oleObj>
                </mc:Choice>
                <mc:Fallback>
                  <p:oleObj name="Equation" r:id="rId7" imgW="926698" imgH="253890" progId="Equation.DSMT4">
                    <p:embed/>
                    <p:pic>
                      <p:nvPicPr>
                        <p:cNvPr id="5139" name="Object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389" y="1071"/>
                          <a:ext cx="1206" cy="3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140" name="Object 11"/>
            <p:cNvGraphicFramePr>
              <a:graphicFrameLocks noChangeAspect="1"/>
            </p:cNvGraphicFramePr>
            <p:nvPr/>
          </p:nvGraphicFramePr>
          <p:xfrm>
            <a:off x="4414" y="1458"/>
            <a:ext cx="729" cy="260"/>
          </p:xfrm>
          <a:graphic>
            <a:graphicData uri="http://schemas.openxmlformats.org/presentationml/2006/ole">
              <mc:AlternateContent xmlns:mc="http://schemas.openxmlformats.org/markup-compatibility/2006">
                <mc:Choice xmlns:v="urn:schemas-microsoft-com:vml" Requires="v">
                  <p:oleObj spid="_x0000_s221273" name="Equation" r:id="rId9" imgW="558558" imgH="203112" progId="Equation.DSMT4">
                    <p:embed/>
                  </p:oleObj>
                </mc:Choice>
                <mc:Fallback>
                  <p:oleObj name="Equation" r:id="rId9" imgW="558558" imgH="203112" progId="Equation.DSMT4">
                    <p:embed/>
                    <p:pic>
                      <p:nvPicPr>
                        <p:cNvPr id="5140" name="Object 1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414" y="1458"/>
                          <a:ext cx="729" cy="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141" name="AutoShape 12"/>
            <p:cNvSpPr>
              <a:spLocks/>
            </p:cNvSpPr>
            <p:nvPr/>
          </p:nvSpPr>
          <p:spPr bwMode="auto">
            <a:xfrm>
              <a:off x="4150" y="1162"/>
              <a:ext cx="136" cy="499"/>
            </a:xfrm>
            <a:prstGeom prst="leftBrace">
              <a:avLst>
                <a:gd name="adj1" fmla="val 30576"/>
                <a:gd name="adj2" fmla="val 50000"/>
              </a:avLst>
            </a:prstGeom>
            <a:noFill/>
            <a:ln w="28575">
              <a:solidFill>
                <a:schemeClr val="folHlink"/>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2400">
                  <a:solidFill>
                    <a:schemeClr val="tx1"/>
                  </a:solidFill>
                  <a:latin typeface="Times New Roman" panose="02020603050405020304" pitchFamily="18" charset="0"/>
                  <a:ea typeface="华文楷体" panose="02010600040101010101" pitchFamily="2" charset="-122"/>
                </a:defRPr>
              </a:lvl1pPr>
              <a:lvl2pPr marL="742950" indent="-28575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2pPr>
              <a:lvl3pPr marL="11430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endParaRPr kumimoji="1" lang="zh-CN" altLang="zh-CN" sz="1800" b="0" i="0" u="none" strike="noStrike" kern="1200" cap="none" spc="0" normalizeH="0" baseline="0" noProof="0">
                <a:ln>
                  <a:noFill/>
                </a:ln>
                <a:solidFill>
                  <a:srgbClr val="000000"/>
                </a:solidFill>
                <a:effectLst/>
                <a:uLnTx/>
                <a:uFillTx/>
                <a:latin typeface="幼圆" panose="02010509060101010101" pitchFamily="49" charset="-122"/>
                <a:ea typeface="幼圆" panose="02010509060101010101" pitchFamily="49" charset="-122"/>
                <a:cs typeface="+mn-cs"/>
              </a:endParaRPr>
            </a:p>
          </p:txBody>
        </p:sp>
      </p:grpSp>
      <p:sp>
        <p:nvSpPr>
          <p:cNvPr id="324622" name="Rectangle 14"/>
          <p:cNvSpPr>
            <a:spLocks noChangeArrowheads="1"/>
          </p:cNvSpPr>
          <p:nvPr/>
        </p:nvSpPr>
        <p:spPr bwMode="auto">
          <a:xfrm>
            <a:off x="243061" y="3162927"/>
            <a:ext cx="2698175"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zh-CN" altLang="en-US" sz="2800" i="0" u="none" strike="noStrike" kern="1200" cap="none" spc="0" normalizeH="0" baseline="0" noProof="0" dirty="0">
                <a:ln>
                  <a:noFill/>
                </a:ln>
                <a:solidFill>
                  <a:srgbClr val="FF3300"/>
                </a:solidFill>
                <a:uLnTx/>
                <a:uFillTx/>
                <a:latin typeface="Times New Roman" pitchFamily="18" charset="0"/>
                <a:ea typeface="华文新魏" pitchFamily="2" charset="-122"/>
                <a:cs typeface="+mn-cs"/>
              </a:rPr>
              <a:t>含源二端口网络</a:t>
            </a:r>
            <a:endParaRPr kumimoji="1" lang="en-US" altLang="zh-CN" sz="2800" i="0" u="none" strike="noStrike" kern="1200" cap="none" spc="0" normalizeH="0" baseline="0" noProof="0" dirty="0">
              <a:ln>
                <a:noFill/>
              </a:ln>
              <a:solidFill>
                <a:srgbClr val="FF3300"/>
              </a:solidFill>
              <a:uLnTx/>
              <a:uFillTx/>
              <a:latin typeface="Times New Roman" pitchFamily="18" charset="0"/>
              <a:ea typeface="华文新魏" pitchFamily="2" charset="-122"/>
              <a:cs typeface="+mn-cs"/>
            </a:endParaRPr>
          </a:p>
        </p:txBody>
      </p:sp>
      <p:graphicFrame>
        <p:nvGraphicFramePr>
          <p:cNvPr id="324624" name="Object 16"/>
          <p:cNvGraphicFramePr>
            <a:graphicFrameLocks noChangeAspect="1"/>
          </p:cNvGraphicFramePr>
          <p:nvPr/>
        </p:nvGraphicFramePr>
        <p:xfrm>
          <a:off x="1439863" y="3554413"/>
          <a:ext cx="4572000" cy="2468562"/>
        </p:xfrm>
        <a:graphic>
          <a:graphicData uri="http://schemas.openxmlformats.org/presentationml/2006/ole">
            <mc:AlternateContent xmlns:mc="http://schemas.openxmlformats.org/markup-compatibility/2006">
              <mc:Choice xmlns:v="urn:schemas-microsoft-com:vml" Requires="v">
                <p:oleObj spid="_x0000_s221274" name="Visio" r:id="rId11" imgW="2227564" imgH="1207008" progId="Visio.Drawing.11">
                  <p:embed/>
                </p:oleObj>
              </mc:Choice>
              <mc:Fallback>
                <p:oleObj name="Visio" r:id="rId11" imgW="2227564" imgH="1207008" progId="Visio.Drawing.11">
                  <p:embed/>
                  <p:pic>
                    <p:nvPicPr>
                      <p:cNvPr id="324624" name="Object 1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439863" y="3554413"/>
                        <a:ext cx="4572000" cy="2468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24628" name="Rectangle 20"/>
          <p:cNvSpPr>
            <a:spLocks noChangeArrowheads="1"/>
          </p:cNvSpPr>
          <p:nvPr/>
        </p:nvSpPr>
        <p:spPr bwMode="auto">
          <a:xfrm>
            <a:off x="307639" y="663241"/>
            <a:ext cx="2698175"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spcBef>
                <a:spcPct val="50000"/>
              </a:spcBef>
            </a:pPr>
            <a:r>
              <a:rPr lang="zh-CN" altLang="en-US" sz="2800" dirty="0">
                <a:solidFill>
                  <a:srgbClr val="FF3300"/>
                </a:solidFill>
                <a:latin typeface="Times New Roman" pitchFamily="18" charset="0"/>
                <a:ea typeface="华文新魏" pitchFamily="2" charset="-122"/>
              </a:rPr>
              <a:t>含源一端口网咯</a:t>
            </a:r>
            <a:endParaRPr lang="en-US" altLang="zh-CN" sz="2800" dirty="0">
              <a:solidFill>
                <a:srgbClr val="FF3300"/>
              </a:solidFill>
              <a:latin typeface="Times New Roman" pitchFamily="18" charset="0"/>
              <a:ea typeface="华文新魏" pitchFamily="2" charset="-122"/>
            </a:endParaRPr>
          </a:p>
        </p:txBody>
      </p:sp>
      <p:grpSp>
        <p:nvGrpSpPr>
          <p:cNvPr id="324636" name="Group 28"/>
          <p:cNvGrpSpPr>
            <a:grpSpLocks/>
          </p:cNvGrpSpPr>
          <p:nvPr/>
        </p:nvGrpSpPr>
        <p:grpSpPr bwMode="auto">
          <a:xfrm>
            <a:off x="6659563" y="3717925"/>
            <a:ext cx="1682750" cy="2290763"/>
            <a:chOff x="4195" y="2568"/>
            <a:chExt cx="1060" cy="1443"/>
          </a:xfrm>
        </p:grpSpPr>
        <p:sp>
          <p:nvSpPr>
            <p:cNvPr id="324623" name="Rectangle 15"/>
            <p:cNvSpPr>
              <a:spLocks noChangeArrowheads="1"/>
            </p:cNvSpPr>
            <p:nvPr/>
          </p:nvSpPr>
          <p:spPr bwMode="auto">
            <a:xfrm>
              <a:off x="4377" y="2568"/>
              <a:ext cx="317"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0" i="0" u="none" strike="noStrike" kern="1200" cap="none" spc="0" normalizeH="0" baseline="0" noProof="0">
                  <a:ln>
                    <a:noFill/>
                  </a:ln>
                  <a:solidFill>
                    <a:srgbClr val="FF3300"/>
                  </a:solidFill>
                  <a:effectLst>
                    <a:outerShdw blurRad="38100" dist="38100" dir="2700000" algn="tl">
                      <a:srgbClr val="C0C0C0"/>
                    </a:outerShdw>
                  </a:effectLst>
                  <a:uLnTx/>
                  <a:uFillTx/>
                  <a:latin typeface="Times New Roman" pitchFamily="18" charset="0"/>
                  <a:ea typeface="华文新魏" pitchFamily="2" charset="-122"/>
                  <a:cs typeface="+mn-cs"/>
                </a:rPr>
                <a:t>?</a:t>
              </a:r>
            </a:p>
          </p:txBody>
        </p:sp>
        <p:graphicFrame>
          <p:nvGraphicFramePr>
            <p:cNvPr id="5135" name="Object 24"/>
            <p:cNvGraphicFramePr>
              <a:graphicFrameLocks noChangeAspect="1"/>
            </p:cNvGraphicFramePr>
            <p:nvPr/>
          </p:nvGraphicFramePr>
          <p:xfrm>
            <a:off x="4377" y="3302"/>
            <a:ext cx="861" cy="308"/>
          </p:xfrm>
          <a:graphic>
            <a:graphicData uri="http://schemas.openxmlformats.org/presentationml/2006/ole">
              <mc:AlternateContent xmlns:mc="http://schemas.openxmlformats.org/markup-compatibility/2006">
                <mc:Choice xmlns:v="urn:schemas-microsoft-com:vml" Requires="v">
                  <p:oleObj spid="_x0000_s221275" name="Equation" r:id="rId13" imgW="660113" imgH="241195" progId="Equation.DSMT4">
                    <p:embed/>
                  </p:oleObj>
                </mc:Choice>
                <mc:Fallback>
                  <p:oleObj name="Equation" r:id="rId13" imgW="660113" imgH="241195" progId="Equation.DSMT4">
                    <p:embed/>
                    <p:pic>
                      <p:nvPicPr>
                        <p:cNvPr id="5135" name="Object 24"/>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377" y="3302"/>
                          <a:ext cx="861" cy="3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136" name="AutoShape 25"/>
            <p:cNvSpPr>
              <a:spLocks/>
            </p:cNvSpPr>
            <p:nvPr/>
          </p:nvSpPr>
          <p:spPr bwMode="auto">
            <a:xfrm>
              <a:off x="4195" y="2750"/>
              <a:ext cx="91" cy="1179"/>
            </a:xfrm>
            <a:prstGeom prst="leftBrace">
              <a:avLst>
                <a:gd name="adj1" fmla="val 107967"/>
                <a:gd name="adj2" fmla="val 50000"/>
              </a:avLst>
            </a:prstGeom>
            <a:noFill/>
            <a:ln w="28575">
              <a:solidFill>
                <a:schemeClr val="folHlink"/>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2400">
                  <a:solidFill>
                    <a:schemeClr val="tx1"/>
                  </a:solidFill>
                  <a:latin typeface="Times New Roman" panose="02020603050405020304" pitchFamily="18" charset="0"/>
                  <a:ea typeface="华文楷体" panose="02010600040101010101" pitchFamily="2" charset="-122"/>
                </a:defRPr>
              </a:lvl1pPr>
              <a:lvl2pPr marL="742950" indent="-28575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2pPr>
              <a:lvl3pPr marL="11430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endParaRPr kumimoji="1" lang="zh-CN" altLang="zh-CN" sz="1800" b="0" i="0" u="none" strike="noStrike" kern="1200" cap="none" spc="0" normalizeH="0" baseline="0" noProof="0">
                <a:ln>
                  <a:noFill/>
                </a:ln>
                <a:solidFill>
                  <a:srgbClr val="000000"/>
                </a:solidFill>
                <a:effectLst/>
                <a:uLnTx/>
                <a:uFillTx/>
                <a:latin typeface="幼圆" panose="02010509060101010101" pitchFamily="49" charset="-122"/>
                <a:ea typeface="幼圆" panose="02010509060101010101" pitchFamily="49" charset="-122"/>
                <a:cs typeface="+mn-cs"/>
              </a:endParaRPr>
            </a:p>
          </p:txBody>
        </p:sp>
        <p:graphicFrame>
          <p:nvGraphicFramePr>
            <p:cNvPr id="5137" name="Object 26"/>
            <p:cNvGraphicFramePr>
              <a:graphicFrameLocks noChangeAspect="1"/>
            </p:cNvGraphicFramePr>
            <p:nvPr/>
          </p:nvGraphicFramePr>
          <p:xfrm>
            <a:off x="4327" y="3703"/>
            <a:ext cx="928" cy="308"/>
          </p:xfrm>
          <a:graphic>
            <a:graphicData uri="http://schemas.openxmlformats.org/presentationml/2006/ole">
              <mc:AlternateContent xmlns:mc="http://schemas.openxmlformats.org/markup-compatibility/2006">
                <mc:Choice xmlns:v="urn:schemas-microsoft-com:vml" Requires="v">
                  <p:oleObj spid="_x0000_s221276" name="Equation" r:id="rId15" imgW="710891" imgH="241195" progId="Equation.DSMT4">
                    <p:embed/>
                  </p:oleObj>
                </mc:Choice>
                <mc:Fallback>
                  <p:oleObj name="Equation" r:id="rId15" imgW="710891" imgH="241195" progId="Equation.DSMT4">
                    <p:embed/>
                    <p:pic>
                      <p:nvPicPr>
                        <p:cNvPr id="5137" name="Object 26"/>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327" y="3703"/>
                          <a:ext cx="928" cy="3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24635" name="Rectangle 27"/>
            <p:cNvSpPr>
              <a:spLocks noChangeArrowheads="1"/>
            </p:cNvSpPr>
            <p:nvPr/>
          </p:nvSpPr>
          <p:spPr bwMode="auto">
            <a:xfrm>
              <a:off x="4377" y="2931"/>
              <a:ext cx="317"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0" i="0" u="none" strike="noStrike" kern="1200" cap="none" spc="0" normalizeH="0" baseline="0" noProof="0">
                  <a:ln>
                    <a:noFill/>
                  </a:ln>
                  <a:solidFill>
                    <a:srgbClr val="FF3300"/>
                  </a:solidFill>
                  <a:effectLst>
                    <a:outerShdw blurRad="38100" dist="38100" dir="2700000" algn="tl">
                      <a:srgbClr val="C0C0C0"/>
                    </a:outerShdw>
                  </a:effectLst>
                  <a:uLnTx/>
                  <a:uFillTx/>
                  <a:latin typeface="Times New Roman" pitchFamily="18" charset="0"/>
                  <a:ea typeface="华文新魏" pitchFamily="2" charset="-122"/>
                  <a:cs typeface="+mn-cs"/>
                </a:rPr>
                <a:t>?</a:t>
              </a:r>
            </a:p>
          </p:txBody>
        </p:sp>
      </p:grpSp>
      <p:sp>
        <p:nvSpPr>
          <p:cNvPr id="324637" name="Rectangle 29"/>
          <p:cNvSpPr>
            <a:spLocks noChangeArrowheads="1"/>
          </p:cNvSpPr>
          <p:nvPr/>
        </p:nvSpPr>
        <p:spPr bwMode="auto">
          <a:xfrm>
            <a:off x="250825" y="6021388"/>
            <a:ext cx="878522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2400">
                <a:solidFill>
                  <a:schemeClr val="tx1"/>
                </a:solidFill>
                <a:latin typeface="Times New Roman" panose="02020603050405020304" pitchFamily="18" charset="0"/>
                <a:ea typeface="华文楷体" panose="02010600040101010101" pitchFamily="2" charset="-122"/>
              </a:defRPr>
            </a:lvl1pPr>
            <a:lvl2pPr marL="742950" indent="-28575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2pPr>
            <a:lvl3pPr marL="11430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zh-CN" altLang="en-US" sz="2800" b="0" i="0" u="none" strike="noStrike" kern="1200" cap="none" spc="0" normalizeH="0" baseline="0" noProof="0">
                <a:ln>
                  <a:noFill/>
                </a:ln>
                <a:solidFill>
                  <a:srgbClr val="3333CC"/>
                </a:solidFill>
                <a:effectLst/>
                <a:uLnTx/>
                <a:uFillTx/>
                <a:latin typeface="隶书" panose="02010509060101010101" pitchFamily="49" charset="-122"/>
                <a:ea typeface="隶书" panose="02010509060101010101" pitchFamily="49" charset="-122"/>
                <a:cs typeface="+mn-cs"/>
              </a:rPr>
              <a:t>关于</a:t>
            </a:r>
            <a:r>
              <a:rPr kumimoji="1" lang="en-US" altLang="zh-CN" sz="2800" b="0" i="0" u="none" strike="noStrike" kern="1200" cap="none" spc="0" normalizeH="0" baseline="0" noProof="0">
                <a:ln>
                  <a:noFill/>
                </a:ln>
                <a:solidFill>
                  <a:srgbClr val="3333CC"/>
                </a:solidFill>
                <a:effectLst/>
                <a:uLnTx/>
                <a:uFillTx/>
                <a:latin typeface="隶书" panose="02010509060101010101" pitchFamily="49" charset="-122"/>
                <a:ea typeface="隶书" panose="02010509060101010101" pitchFamily="49" charset="-122"/>
                <a:cs typeface="+mn-cs"/>
              </a:rPr>
              <a:t>4</a:t>
            </a:r>
            <a:r>
              <a:rPr kumimoji="1" lang="zh-CN" altLang="en-US" sz="2800" b="0" i="0" u="none" strike="noStrike" kern="1200" cap="none" spc="0" normalizeH="0" baseline="0" noProof="0">
                <a:ln>
                  <a:noFill/>
                </a:ln>
                <a:solidFill>
                  <a:srgbClr val="3333CC"/>
                </a:solidFill>
                <a:effectLst/>
                <a:uLnTx/>
                <a:uFillTx/>
                <a:latin typeface="隶书" panose="02010509060101010101" pitchFamily="49" charset="-122"/>
                <a:ea typeface="隶书" panose="02010509060101010101" pitchFamily="49" charset="-122"/>
                <a:cs typeface="+mn-cs"/>
              </a:rPr>
              <a:t>个端口变量的两个方程</a:t>
            </a:r>
          </a:p>
        </p:txBody>
      </p:sp>
      <p:sp>
        <p:nvSpPr>
          <p:cNvPr id="22" name="Rectangle 2"/>
          <p:cNvSpPr>
            <a:spLocks noChangeArrowheads="1"/>
          </p:cNvSpPr>
          <p:nvPr/>
        </p:nvSpPr>
        <p:spPr bwMode="auto">
          <a:xfrm>
            <a:off x="1941212" y="160526"/>
            <a:ext cx="4916788" cy="523220"/>
          </a:xfrm>
          <a:prstGeom prst="rect">
            <a:avLst/>
          </a:prstGeom>
          <a:noFill/>
          <a:ln w="12700" algn="ctr">
            <a:solidFill>
              <a:srgbClr val="FFFFAF"/>
            </a:solidFill>
            <a:miter lim="800000"/>
            <a:headEnd/>
            <a:tailEnd/>
          </a:ln>
          <a:effectLst>
            <a:prstShdw prst="shdw17" dist="17961" dir="2700000">
              <a:srgbClr val="FFFFAF">
                <a:gamma/>
                <a:shade val="60000"/>
                <a:invGamma/>
              </a:srgbClr>
            </a:prstShdw>
          </a:effectLst>
          <a:extLst>
            <a:ext uri="{909E8E84-426E-40DD-AFC4-6F175D3DCCD1}">
              <a14:hiddenFill xmlns:a14="http://schemas.microsoft.com/office/drawing/2010/main">
                <a:solidFill>
                  <a:srgbClr val="CCFFFF"/>
                </a:solidFill>
              </a14:hiddenFill>
            </a:ext>
          </a:extLst>
        </p:spPr>
        <p:txBody>
          <a:bodyPr wrap="square" anchor="ctr">
            <a:spAutoFit/>
          </a:bodyPr>
          <a:lstStyle>
            <a:lvl1pPr>
              <a:defRPr kumimoji="1" sz="4400">
                <a:solidFill>
                  <a:schemeClr val="tx2"/>
                </a:solidFill>
                <a:latin typeface="Times New Roman" panose="02020603050405020304" pitchFamily="18" charset="0"/>
                <a:ea typeface="宋体" panose="02010600030101010101" pitchFamily="2" charset="-122"/>
              </a:defRPr>
            </a:lvl1pPr>
            <a:lvl2pPr>
              <a:defRPr kumimoji="1" sz="4400">
                <a:solidFill>
                  <a:schemeClr val="tx2"/>
                </a:solidFill>
                <a:latin typeface="Times New Roman" panose="02020603050405020304" pitchFamily="18" charset="0"/>
                <a:ea typeface="宋体" panose="02010600030101010101" pitchFamily="2" charset="-122"/>
              </a:defRPr>
            </a:lvl2pPr>
            <a:lvl3pPr>
              <a:defRPr kumimoji="1" sz="4400">
                <a:solidFill>
                  <a:schemeClr val="tx2"/>
                </a:solidFill>
                <a:latin typeface="Times New Roman" panose="02020603050405020304" pitchFamily="18" charset="0"/>
                <a:ea typeface="宋体" panose="02010600030101010101" pitchFamily="2" charset="-122"/>
              </a:defRPr>
            </a:lvl3pPr>
            <a:lvl4pPr>
              <a:defRPr kumimoji="1" sz="4400">
                <a:solidFill>
                  <a:schemeClr val="tx2"/>
                </a:solidFill>
                <a:latin typeface="Times New Roman" panose="02020603050405020304" pitchFamily="18" charset="0"/>
                <a:ea typeface="宋体" panose="02010600030101010101" pitchFamily="2" charset="-122"/>
              </a:defRPr>
            </a:lvl4pPr>
            <a:lvl5pPr>
              <a:defRPr kumimoji="1" sz="4400">
                <a:solidFill>
                  <a:schemeClr val="tx2"/>
                </a:solidFill>
                <a:latin typeface="Times New Roman" panose="02020603050405020304" pitchFamily="18" charset="0"/>
                <a:ea typeface="宋体" panose="02010600030101010101" pitchFamily="2" charset="-122"/>
              </a:defRPr>
            </a:lvl5pPr>
            <a:lvl6pPr marL="457200" algn="ctr"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algn="just">
              <a:spcBef>
                <a:spcPct val="50000"/>
              </a:spcBef>
            </a:pPr>
            <a:r>
              <a:rPr lang="en-US" altLang="zh-CN" sz="2800" dirty="0">
                <a:latin typeface="楷体_GB2312" pitchFamily="49" charset="-122"/>
                <a:ea typeface="楷体_GB2312" pitchFamily="49" charset="-122"/>
              </a:rPr>
              <a:t>16.2  </a:t>
            </a:r>
            <a:r>
              <a:rPr lang="zh-CN" altLang="en-US" sz="2800" dirty="0">
                <a:latin typeface="楷体_GB2312" pitchFamily="49" charset="-122"/>
                <a:ea typeface="楷体_GB2312" pitchFamily="49" charset="-122"/>
              </a:rPr>
              <a:t>二端口的端口特性方程</a:t>
            </a:r>
          </a:p>
        </p:txBody>
      </p:sp>
    </p:spTree>
    <p:extLst>
      <p:ext uri="{BB962C8B-B14F-4D97-AF65-F5344CB8AC3E}">
        <p14:creationId xmlns:p14="http://schemas.microsoft.com/office/powerpoint/2010/main" val="194363675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24628"/>
                                        </p:tgtEl>
                                        <p:attrNameLst>
                                          <p:attrName>style.visibility</p:attrName>
                                        </p:attrNameLst>
                                      </p:cBhvr>
                                      <p:to>
                                        <p:strVal val="visible"/>
                                      </p:to>
                                    </p:set>
                                  </p:childTnLst>
                                </p:cTn>
                              </p:par>
                            </p:childTnLst>
                          </p:cTn>
                        </p:par>
                        <p:par>
                          <p:cTn id="7" fill="hold" nodeType="afterGroup">
                            <p:stCondLst>
                              <p:cond delay="0"/>
                            </p:stCondLst>
                            <p:childTnLst>
                              <p:par>
                                <p:cTn id="8" presetID="1" presetClass="entr" presetSubtype="0" fill="hold" nodeType="afterEffect">
                                  <p:stCondLst>
                                    <p:cond delay="0"/>
                                  </p:stCondLst>
                                  <p:childTnLst>
                                    <p:set>
                                      <p:cBhvr>
                                        <p:cTn id="9" dur="1" fill="hold">
                                          <p:stCondLst>
                                            <p:cond delay="0"/>
                                          </p:stCondLst>
                                        </p:cTn>
                                        <p:tgtEl>
                                          <p:spTgt spid="324615"/>
                                        </p:tgtEl>
                                        <p:attrNameLst>
                                          <p:attrName>style.visibility</p:attrName>
                                        </p:attrNameLst>
                                      </p:cBhvr>
                                      <p:to>
                                        <p:strVal val="visible"/>
                                      </p:to>
                                    </p:set>
                                  </p:childTnLst>
                                </p:cTn>
                              </p:par>
                            </p:childTnLst>
                          </p:cTn>
                        </p:par>
                      </p:childTnLst>
                    </p:cTn>
                  </p:par>
                  <p:par>
                    <p:cTn id="10" fill="hold" nodeType="clickPar">
                      <p:stCondLst>
                        <p:cond delay="indefinite"/>
                      </p:stCondLst>
                      <p:childTnLst>
                        <p:par>
                          <p:cTn id="11" fill="hold" nodeType="withGroup">
                            <p:stCondLst>
                              <p:cond delay="0"/>
                            </p:stCondLst>
                            <p:childTnLst>
                              <p:par>
                                <p:cTn id="12" presetID="1" presetClass="entr" presetSubtype="0" fill="hold" nodeType="clickEffect">
                                  <p:stCondLst>
                                    <p:cond delay="0"/>
                                  </p:stCondLst>
                                  <p:childTnLst>
                                    <p:set>
                                      <p:cBhvr>
                                        <p:cTn id="13" dur="1" fill="hold">
                                          <p:stCondLst>
                                            <p:cond delay="0"/>
                                          </p:stCondLst>
                                        </p:cTn>
                                        <p:tgtEl>
                                          <p:spTgt spid="324616"/>
                                        </p:tgtEl>
                                        <p:attrNameLst>
                                          <p:attrName>style.visibility</p:attrName>
                                        </p:attrNameLst>
                                      </p:cBhvr>
                                      <p:to>
                                        <p:strVal val="visible"/>
                                      </p:to>
                                    </p:set>
                                  </p:childTnLst>
                                </p:cTn>
                              </p:par>
                            </p:childTnLst>
                          </p:cTn>
                        </p:par>
                      </p:childTnLst>
                    </p:cTn>
                  </p:par>
                  <p:par>
                    <p:cTn id="14" fill="hold" nodeType="clickPar">
                      <p:stCondLst>
                        <p:cond delay="indefinite"/>
                      </p:stCondLst>
                      <p:childTnLst>
                        <p:par>
                          <p:cTn id="15" fill="hold" nodeType="withGroup">
                            <p:stCondLst>
                              <p:cond delay="0"/>
                            </p:stCondLst>
                            <p:childTnLst>
                              <p:par>
                                <p:cTn id="16" presetID="20" presetClass="entr" presetSubtype="0" fill="hold" nodeType="clickEffect">
                                  <p:stCondLst>
                                    <p:cond delay="0"/>
                                  </p:stCondLst>
                                  <p:childTnLst>
                                    <p:set>
                                      <p:cBhvr>
                                        <p:cTn id="17" dur="1" fill="hold">
                                          <p:stCondLst>
                                            <p:cond delay="0"/>
                                          </p:stCondLst>
                                        </p:cTn>
                                        <p:tgtEl>
                                          <p:spTgt spid="324629"/>
                                        </p:tgtEl>
                                        <p:attrNameLst>
                                          <p:attrName>style.visibility</p:attrName>
                                        </p:attrNameLst>
                                      </p:cBhvr>
                                      <p:to>
                                        <p:strVal val="visible"/>
                                      </p:to>
                                    </p:set>
                                    <p:animEffect transition="in" filter="wedge">
                                      <p:cBhvr>
                                        <p:cTn id="18" dur="2000"/>
                                        <p:tgtEl>
                                          <p:spTgt spid="324629"/>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24622"/>
                                        </p:tgtEl>
                                        <p:attrNameLst>
                                          <p:attrName>style.visibility</p:attrName>
                                        </p:attrNameLst>
                                      </p:cBhvr>
                                      <p:to>
                                        <p:strVal val="visible"/>
                                      </p:to>
                                    </p:set>
                                  </p:childTnLst>
                                </p:cTn>
                              </p:par>
                            </p:childTnLst>
                          </p:cTn>
                        </p:par>
                        <p:par>
                          <p:cTn id="23" fill="hold" nodeType="afterGroup">
                            <p:stCondLst>
                              <p:cond delay="0"/>
                            </p:stCondLst>
                            <p:childTnLst>
                              <p:par>
                                <p:cTn id="24" presetID="1" presetClass="entr" presetSubtype="0" fill="hold" nodeType="afterEffect">
                                  <p:stCondLst>
                                    <p:cond delay="0"/>
                                  </p:stCondLst>
                                  <p:childTnLst>
                                    <p:set>
                                      <p:cBhvr>
                                        <p:cTn id="25" dur="1" fill="hold">
                                          <p:stCondLst>
                                            <p:cond delay="0"/>
                                          </p:stCondLst>
                                        </p:cTn>
                                        <p:tgtEl>
                                          <p:spTgt spid="324624"/>
                                        </p:tgtEl>
                                        <p:attrNameLst>
                                          <p:attrName>style.visibility</p:attrName>
                                        </p:attrNameLst>
                                      </p:cBhvr>
                                      <p:to>
                                        <p:strVal val="visible"/>
                                      </p:to>
                                    </p:set>
                                  </p:childTnLst>
                                </p:cTn>
                              </p:par>
                            </p:childTnLst>
                          </p:cTn>
                        </p:par>
                      </p:childTnLst>
                    </p:cTn>
                  </p:par>
                  <p:par>
                    <p:cTn id="26" fill="hold" nodeType="clickPar">
                      <p:stCondLst>
                        <p:cond delay="indefinite"/>
                      </p:stCondLst>
                      <p:childTnLst>
                        <p:par>
                          <p:cTn id="27" fill="hold" nodeType="withGroup">
                            <p:stCondLst>
                              <p:cond delay="0"/>
                            </p:stCondLst>
                            <p:childTnLst>
                              <p:par>
                                <p:cTn id="28" presetID="20" presetClass="entr" presetSubtype="0" fill="hold" nodeType="clickEffect">
                                  <p:stCondLst>
                                    <p:cond delay="0"/>
                                  </p:stCondLst>
                                  <p:childTnLst>
                                    <p:set>
                                      <p:cBhvr>
                                        <p:cTn id="29" dur="1" fill="hold">
                                          <p:stCondLst>
                                            <p:cond delay="0"/>
                                          </p:stCondLst>
                                        </p:cTn>
                                        <p:tgtEl>
                                          <p:spTgt spid="324636"/>
                                        </p:tgtEl>
                                        <p:attrNameLst>
                                          <p:attrName>style.visibility</p:attrName>
                                        </p:attrNameLst>
                                      </p:cBhvr>
                                      <p:to>
                                        <p:strVal val="visible"/>
                                      </p:to>
                                    </p:set>
                                    <p:animEffect transition="in" filter="wedge">
                                      <p:cBhvr>
                                        <p:cTn id="30" dur="2000"/>
                                        <p:tgtEl>
                                          <p:spTgt spid="324636"/>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324637"/>
                                        </p:tgtEl>
                                        <p:attrNameLst>
                                          <p:attrName>style.visibility</p:attrName>
                                        </p:attrNameLst>
                                      </p:cBhvr>
                                      <p:to>
                                        <p:strVal val="visible"/>
                                      </p:to>
                                    </p:set>
                                    <p:anim calcmode="lin" valueType="num">
                                      <p:cBhvr additive="base">
                                        <p:cTn id="35" dur="500" fill="hold"/>
                                        <p:tgtEl>
                                          <p:spTgt spid="324637"/>
                                        </p:tgtEl>
                                        <p:attrNameLst>
                                          <p:attrName>ppt_x</p:attrName>
                                        </p:attrNameLst>
                                      </p:cBhvr>
                                      <p:tavLst>
                                        <p:tav tm="0">
                                          <p:val>
                                            <p:strVal val="#ppt_x"/>
                                          </p:val>
                                        </p:tav>
                                        <p:tav tm="100000">
                                          <p:val>
                                            <p:strVal val="#ppt_x"/>
                                          </p:val>
                                        </p:tav>
                                      </p:tavLst>
                                    </p:anim>
                                    <p:anim calcmode="lin" valueType="num">
                                      <p:cBhvr additive="base">
                                        <p:cTn id="36" dur="500" fill="hold"/>
                                        <p:tgtEl>
                                          <p:spTgt spid="324637"/>
                                        </p:tgtEl>
                                        <p:attrNameLst>
                                          <p:attrName>ppt_y</p:attrName>
                                        </p:attrNameLst>
                                      </p:cBhvr>
                                      <p:tavLst>
                                        <p:tav tm="0">
                                          <p:val>
                                            <p:strVal val="1+#ppt_h/2"/>
                                          </p:val>
                                        </p:tav>
                                        <p:tav tm="100000">
                                          <p:val>
                                            <p:strVal val="#ppt_y"/>
                                          </p:val>
                                        </p:tav>
                                      </p:tavLst>
                                    </p:anim>
                                  </p:childTnLst>
                                </p:cTn>
                              </p:par>
                            </p:childTnLst>
                          </p:cTn>
                        </p:par>
                        <p:par>
                          <p:cTn id="37" fill="hold" nodeType="afterGroup">
                            <p:stCondLst>
                              <p:cond delay="500"/>
                            </p:stCondLst>
                            <p:childTnLst>
                              <p:par>
                                <p:cTn id="38" presetID="21" presetClass="entr" presetSubtype="4" fill="hold" grpId="1" nodeType="afterEffect">
                                  <p:stCondLst>
                                    <p:cond delay="0"/>
                                  </p:stCondLst>
                                  <p:childTnLst>
                                    <p:set>
                                      <p:cBhvr>
                                        <p:cTn id="39" dur="1" fill="hold">
                                          <p:stCondLst>
                                            <p:cond delay="0"/>
                                          </p:stCondLst>
                                        </p:cTn>
                                        <p:tgtEl>
                                          <p:spTgt spid="324637"/>
                                        </p:tgtEl>
                                        <p:attrNameLst>
                                          <p:attrName>style.visibility</p:attrName>
                                        </p:attrNameLst>
                                      </p:cBhvr>
                                      <p:to>
                                        <p:strVal val="visible"/>
                                      </p:to>
                                    </p:set>
                                    <p:animEffect transition="in" filter="wheel(4)">
                                      <p:cBhvr>
                                        <p:cTn id="40" dur="2000"/>
                                        <p:tgtEl>
                                          <p:spTgt spid="3246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4622" grpId="0"/>
      <p:bldP spid="324628" grpId="0"/>
      <p:bldP spid="324637" grpId="0"/>
      <p:bldP spid="324637" grpId="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5644" name="Rectangle 12"/>
          <p:cNvSpPr>
            <a:spLocks noChangeArrowheads="1"/>
          </p:cNvSpPr>
          <p:nvPr/>
        </p:nvSpPr>
        <p:spPr bwMode="auto">
          <a:xfrm>
            <a:off x="381000" y="253219"/>
            <a:ext cx="2698175"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zh-CN" altLang="en-US" sz="2800" i="0" u="none" strike="noStrike" kern="1200" cap="none" spc="0" normalizeH="0" baseline="0" noProof="0" dirty="0">
                <a:ln>
                  <a:noFill/>
                </a:ln>
                <a:solidFill>
                  <a:srgbClr val="FF3300"/>
                </a:solidFill>
                <a:uLnTx/>
                <a:uFillTx/>
                <a:latin typeface="微软雅黑" panose="020B0503020204020204" pitchFamily="34" charset="-122"/>
                <a:ea typeface="微软雅黑" panose="020B0503020204020204" pitchFamily="34" charset="-122"/>
              </a:rPr>
              <a:t>含源一端口网络</a:t>
            </a:r>
            <a:endParaRPr kumimoji="1" lang="en-US" altLang="zh-CN" sz="1800" i="0" u="none" strike="noStrike" kern="1200" cap="none" spc="0" normalizeH="0" baseline="0" noProof="0" dirty="0">
              <a:ln>
                <a:noFill/>
              </a:ln>
              <a:solidFill>
                <a:srgbClr val="FF3300"/>
              </a:solidFill>
              <a:uLnTx/>
              <a:uFillTx/>
              <a:latin typeface="微软雅黑" panose="020B0503020204020204" pitchFamily="34" charset="-122"/>
              <a:ea typeface="微软雅黑" panose="020B0503020204020204" pitchFamily="34" charset="-122"/>
            </a:endParaRPr>
          </a:p>
        </p:txBody>
      </p:sp>
      <p:graphicFrame>
        <p:nvGraphicFramePr>
          <p:cNvPr id="325648" name="Object 16"/>
          <p:cNvGraphicFramePr>
            <a:graphicFrameLocks noChangeAspect="1"/>
          </p:cNvGraphicFramePr>
          <p:nvPr>
            <p:extLst/>
          </p:nvPr>
        </p:nvGraphicFramePr>
        <p:xfrm>
          <a:off x="5508625" y="620713"/>
          <a:ext cx="3384550" cy="3040062"/>
        </p:xfrm>
        <a:graphic>
          <a:graphicData uri="http://schemas.openxmlformats.org/presentationml/2006/ole">
            <mc:AlternateContent xmlns:mc="http://schemas.openxmlformats.org/markup-compatibility/2006">
              <mc:Choice xmlns:v="urn:schemas-microsoft-com:vml" Requires="v">
                <p:oleObj spid="_x0000_s220222" name="Visio" r:id="rId3" imgW="1771472" imgH="1598377" progId="Visio.Drawing.11">
                  <p:embed/>
                </p:oleObj>
              </mc:Choice>
              <mc:Fallback>
                <p:oleObj name="Visio" r:id="rId3" imgW="1771472" imgH="1598377" progId="Visio.Drawing.11">
                  <p:embed/>
                  <p:pic>
                    <p:nvPicPr>
                      <p:cNvPr id="325648" name="Object 16"/>
                      <p:cNvPicPr>
                        <a:picLocks noChangeAspect="1" noChangeArrowheads="1"/>
                      </p:cNvPicPr>
                      <p:nvPr/>
                    </p:nvPicPr>
                    <p:blipFill>
                      <a:blip r:embed="rId4"/>
                      <a:srcRect/>
                      <a:stretch>
                        <a:fillRect/>
                      </a:stretch>
                    </p:blipFill>
                    <p:spPr bwMode="auto">
                      <a:xfrm>
                        <a:off x="5508625" y="620713"/>
                        <a:ext cx="3384550" cy="3040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25649" name="Object 17"/>
          <p:cNvGraphicFramePr>
            <a:graphicFrameLocks noChangeAspect="1"/>
          </p:cNvGraphicFramePr>
          <p:nvPr>
            <p:extLst/>
          </p:nvPr>
        </p:nvGraphicFramePr>
        <p:xfrm>
          <a:off x="5508625" y="3284538"/>
          <a:ext cx="3148013" cy="3005137"/>
        </p:xfrm>
        <a:graphic>
          <a:graphicData uri="http://schemas.openxmlformats.org/presentationml/2006/ole">
            <mc:AlternateContent xmlns:mc="http://schemas.openxmlformats.org/markup-compatibility/2006">
              <mc:Choice xmlns:v="urn:schemas-microsoft-com:vml" Requires="v">
                <p:oleObj spid="_x0000_s220223" name="Visio" r:id="rId5" imgW="1615174" imgH="1551391" progId="Visio.Drawing.11">
                  <p:embed/>
                </p:oleObj>
              </mc:Choice>
              <mc:Fallback>
                <p:oleObj name="Visio" r:id="rId5" imgW="1615174" imgH="1551391" progId="Visio.Drawing.11">
                  <p:embed/>
                  <p:pic>
                    <p:nvPicPr>
                      <p:cNvPr id="325649" name="Object 17"/>
                      <p:cNvPicPr>
                        <a:picLocks noChangeAspect="1" noChangeArrowheads="1"/>
                      </p:cNvPicPr>
                      <p:nvPr/>
                    </p:nvPicPr>
                    <p:blipFill>
                      <a:blip r:embed="rId6"/>
                      <a:srcRect/>
                      <a:stretch>
                        <a:fillRect/>
                      </a:stretch>
                    </p:blipFill>
                    <p:spPr bwMode="auto">
                      <a:xfrm>
                        <a:off x="5508625" y="3284538"/>
                        <a:ext cx="3148013" cy="3005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25654" name="Object 22"/>
          <p:cNvGraphicFramePr>
            <a:graphicFrameLocks noChangeAspect="1"/>
          </p:cNvGraphicFramePr>
          <p:nvPr>
            <p:extLst>
              <p:ext uri="{D42A27DB-BD31-4B8C-83A1-F6EECF244321}">
                <p14:modId xmlns:p14="http://schemas.microsoft.com/office/powerpoint/2010/main" val="161714206"/>
              </p:ext>
            </p:extLst>
          </p:nvPr>
        </p:nvGraphicFramePr>
        <p:xfrm>
          <a:off x="292365" y="2163106"/>
          <a:ext cx="1930400" cy="2374900"/>
        </p:xfrm>
        <a:graphic>
          <a:graphicData uri="http://schemas.openxmlformats.org/presentationml/2006/ole">
            <mc:AlternateContent xmlns:mc="http://schemas.openxmlformats.org/markup-compatibility/2006">
              <mc:Choice xmlns:v="urn:schemas-microsoft-com:vml" Requires="v">
                <p:oleObj spid="_x0000_s220224" name="Visio" r:id="rId7" imgW="954548" imgH="1172718" progId="Visio.Drawing.11">
                  <p:embed/>
                </p:oleObj>
              </mc:Choice>
              <mc:Fallback>
                <p:oleObj name="Visio" r:id="rId7" imgW="954548" imgH="1172718" progId="Visio.Drawing.11">
                  <p:embed/>
                  <p:pic>
                    <p:nvPicPr>
                      <p:cNvPr id="325654" name="Object 2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2365" y="2163106"/>
                        <a:ext cx="1930400" cy="2374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325658" name="Group 26"/>
          <p:cNvGrpSpPr>
            <a:grpSpLocks/>
          </p:cNvGrpSpPr>
          <p:nvPr/>
        </p:nvGrpSpPr>
        <p:grpSpPr bwMode="auto">
          <a:xfrm>
            <a:off x="2501901" y="1700213"/>
            <a:ext cx="2549525" cy="865187"/>
            <a:chOff x="1576" y="1071"/>
            <a:chExt cx="1606" cy="545"/>
          </a:xfrm>
        </p:grpSpPr>
        <p:graphicFrame>
          <p:nvGraphicFramePr>
            <p:cNvPr id="6158" name="Object 21"/>
            <p:cNvGraphicFramePr>
              <a:graphicFrameLocks noChangeAspect="1"/>
            </p:cNvGraphicFramePr>
            <p:nvPr>
              <p:extLst/>
            </p:nvPr>
          </p:nvGraphicFramePr>
          <p:xfrm>
            <a:off x="1576" y="1071"/>
            <a:ext cx="1606" cy="446"/>
          </p:xfrm>
          <a:graphic>
            <a:graphicData uri="http://schemas.openxmlformats.org/presentationml/2006/ole">
              <mc:AlternateContent xmlns:mc="http://schemas.openxmlformats.org/markup-compatibility/2006">
                <mc:Choice xmlns:v="urn:schemas-microsoft-com:vml" Requires="v">
                  <p:oleObj spid="_x0000_s220225" name="Equation" r:id="rId9" imgW="914400" imgH="253800" progId="Equation.DSMT4">
                    <p:embed/>
                  </p:oleObj>
                </mc:Choice>
                <mc:Fallback>
                  <p:oleObj name="Equation" r:id="rId9" imgW="914400" imgH="253800" progId="Equation.DSMT4">
                    <p:embed/>
                    <p:pic>
                      <p:nvPicPr>
                        <p:cNvPr id="6158" name="Object 21"/>
                        <p:cNvPicPr>
                          <a:picLocks noChangeAspect="1" noChangeArrowheads="1"/>
                        </p:cNvPicPr>
                        <p:nvPr/>
                      </p:nvPicPr>
                      <p:blipFill>
                        <a:blip r:embed="rId10"/>
                        <a:srcRect/>
                        <a:stretch>
                          <a:fillRect/>
                        </a:stretch>
                      </p:blipFill>
                      <p:spPr bwMode="auto">
                        <a:xfrm>
                          <a:off x="1576" y="1071"/>
                          <a:ext cx="1606" cy="4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159" name="AutoShape 24"/>
            <p:cNvSpPr>
              <a:spLocks noChangeArrowheads="1"/>
            </p:cNvSpPr>
            <p:nvPr/>
          </p:nvSpPr>
          <p:spPr bwMode="auto">
            <a:xfrm>
              <a:off x="1610" y="1525"/>
              <a:ext cx="1497" cy="91"/>
            </a:xfrm>
            <a:prstGeom prst="rightArrow">
              <a:avLst>
                <a:gd name="adj1" fmla="val 50000"/>
                <a:gd name="adj2" fmla="val 411264"/>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2400">
                  <a:solidFill>
                    <a:schemeClr val="tx1"/>
                  </a:solidFill>
                  <a:latin typeface="Times New Roman" panose="02020603050405020304" pitchFamily="18" charset="0"/>
                  <a:ea typeface="华文楷体" panose="02010600040101010101" pitchFamily="2" charset="-122"/>
                </a:defRPr>
              </a:lvl1pPr>
              <a:lvl2pPr marL="742950" indent="-28575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2pPr>
              <a:lvl3pPr marL="11430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1800" b="0" i="0" u="none" strike="noStrike" kern="1200" cap="none" spc="0" normalizeH="0" baseline="0" noProof="0">
                <a:ln>
                  <a:noFill/>
                </a:ln>
                <a:solidFill>
                  <a:srgbClr val="000000"/>
                </a:solidFill>
                <a:effectLst/>
                <a:uLnTx/>
                <a:uFillTx/>
                <a:latin typeface="幼圆" panose="02010509060101010101" pitchFamily="49" charset="-122"/>
                <a:ea typeface="幼圆" panose="02010509060101010101" pitchFamily="49" charset="-122"/>
                <a:cs typeface="+mn-cs"/>
              </a:endParaRPr>
            </a:p>
          </p:txBody>
        </p:sp>
      </p:grpSp>
      <p:grpSp>
        <p:nvGrpSpPr>
          <p:cNvPr id="325659" name="Group 27"/>
          <p:cNvGrpSpPr>
            <a:grpSpLocks/>
          </p:cNvGrpSpPr>
          <p:nvPr/>
        </p:nvGrpSpPr>
        <p:grpSpPr bwMode="auto">
          <a:xfrm>
            <a:off x="2574043" y="3817281"/>
            <a:ext cx="2376488" cy="865187"/>
            <a:chOff x="1610" y="2931"/>
            <a:chExt cx="1497" cy="545"/>
          </a:xfrm>
        </p:grpSpPr>
        <p:graphicFrame>
          <p:nvGraphicFramePr>
            <p:cNvPr id="6156" name="Object 23"/>
            <p:cNvGraphicFramePr>
              <a:graphicFrameLocks noChangeAspect="1"/>
            </p:cNvGraphicFramePr>
            <p:nvPr>
              <p:extLst/>
            </p:nvPr>
          </p:nvGraphicFramePr>
          <p:xfrm>
            <a:off x="1654" y="2931"/>
            <a:ext cx="1362" cy="446"/>
          </p:xfrm>
          <a:graphic>
            <a:graphicData uri="http://schemas.openxmlformats.org/presentationml/2006/ole">
              <mc:AlternateContent xmlns:mc="http://schemas.openxmlformats.org/markup-compatibility/2006">
                <mc:Choice xmlns:v="urn:schemas-microsoft-com:vml" Requires="v">
                  <p:oleObj spid="_x0000_s220226" name="Equation" r:id="rId11" imgW="774360" imgH="253800" progId="Equation.DSMT4">
                    <p:embed/>
                  </p:oleObj>
                </mc:Choice>
                <mc:Fallback>
                  <p:oleObj name="Equation" r:id="rId11" imgW="774360" imgH="253800" progId="Equation.DSMT4">
                    <p:embed/>
                    <p:pic>
                      <p:nvPicPr>
                        <p:cNvPr id="6156" name="Object 23"/>
                        <p:cNvPicPr>
                          <a:picLocks noChangeAspect="1" noChangeArrowheads="1"/>
                        </p:cNvPicPr>
                        <p:nvPr/>
                      </p:nvPicPr>
                      <p:blipFill>
                        <a:blip r:embed="rId12"/>
                        <a:srcRect/>
                        <a:stretch>
                          <a:fillRect/>
                        </a:stretch>
                      </p:blipFill>
                      <p:spPr bwMode="auto">
                        <a:xfrm>
                          <a:off x="1654" y="2931"/>
                          <a:ext cx="1362" cy="4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157" name="AutoShape 25"/>
            <p:cNvSpPr>
              <a:spLocks noChangeArrowheads="1"/>
            </p:cNvSpPr>
            <p:nvPr/>
          </p:nvSpPr>
          <p:spPr bwMode="auto">
            <a:xfrm>
              <a:off x="1610" y="3385"/>
              <a:ext cx="1497" cy="91"/>
            </a:xfrm>
            <a:prstGeom prst="rightArrow">
              <a:avLst>
                <a:gd name="adj1" fmla="val 50000"/>
                <a:gd name="adj2" fmla="val 411264"/>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2400">
                  <a:solidFill>
                    <a:schemeClr val="tx1"/>
                  </a:solidFill>
                  <a:latin typeface="Times New Roman" panose="02020603050405020304" pitchFamily="18" charset="0"/>
                  <a:ea typeface="华文楷体" panose="02010600040101010101" pitchFamily="2" charset="-122"/>
                </a:defRPr>
              </a:lvl1pPr>
              <a:lvl2pPr marL="742950" indent="-28575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2pPr>
              <a:lvl3pPr marL="11430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1800" b="0" i="0" u="none" strike="noStrike" kern="1200" cap="none" spc="0" normalizeH="0" baseline="0" noProof="0">
                <a:ln>
                  <a:noFill/>
                </a:ln>
                <a:solidFill>
                  <a:srgbClr val="000000"/>
                </a:solidFill>
                <a:effectLst/>
                <a:uLnTx/>
                <a:uFillTx/>
                <a:latin typeface="幼圆" panose="02010509060101010101" pitchFamily="49" charset="-122"/>
                <a:ea typeface="幼圆" panose="02010509060101010101" pitchFamily="49" charset="-122"/>
                <a:cs typeface="+mn-cs"/>
              </a:endParaRPr>
            </a:p>
          </p:txBody>
        </p:sp>
      </p:grpSp>
      <p:sp>
        <p:nvSpPr>
          <p:cNvPr id="17" name="Rectangle 12"/>
          <p:cNvSpPr>
            <a:spLocks noChangeArrowheads="1"/>
          </p:cNvSpPr>
          <p:nvPr/>
        </p:nvSpPr>
        <p:spPr bwMode="auto">
          <a:xfrm>
            <a:off x="179558" y="4936169"/>
            <a:ext cx="4991949" cy="1815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800" i="0" u="none" strike="noStrike" kern="1200" cap="none" spc="0" normalizeH="0" baseline="0" noProof="0" dirty="0">
                <a:ln>
                  <a:noFill/>
                </a:ln>
                <a:solidFill>
                  <a:srgbClr val="FF3300"/>
                </a:solidFill>
                <a:uLnTx/>
                <a:uFillTx/>
                <a:latin typeface="微软雅黑" panose="020B0503020204020204" pitchFamily="34" charset="-122"/>
                <a:ea typeface="微软雅黑" panose="020B0503020204020204" pitchFamily="34" charset="-122"/>
              </a:rPr>
              <a:t>含源一端口网络可以等效为电压源与将原一端口网络内部独立电源置零后所得的无源一端口网络串联</a:t>
            </a:r>
            <a:endParaRPr kumimoji="1" lang="en-US" altLang="zh-CN" sz="1800" i="0" u="none" strike="noStrike" kern="1200" cap="none" spc="0" normalizeH="0" baseline="0" noProof="0" dirty="0">
              <a:ln>
                <a:noFill/>
              </a:ln>
              <a:solidFill>
                <a:srgbClr val="FF3300"/>
              </a:solidFill>
              <a:uLnTx/>
              <a:uFillTx/>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09204753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0" presetClass="entr" presetSubtype="0" fill="hold" nodeType="clickEffect">
                                  <p:stCondLst>
                                    <p:cond delay="0"/>
                                  </p:stCondLst>
                                  <p:childTnLst>
                                    <p:set>
                                      <p:cBhvr>
                                        <p:cTn id="6" dur="1" fill="hold">
                                          <p:stCondLst>
                                            <p:cond delay="0"/>
                                          </p:stCondLst>
                                        </p:cTn>
                                        <p:tgtEl>
                                          <p:spTgt spid="325654"/>
                                        </p:tgtEl>
                                        <p:attrNameLst>
                                          <p:attrName>style.visibility</p:attrName>
                                        </p:attrNameLst>
                                      </p:cBhvr>
                                      <p:to>
                                        <p:strVal val="visible"/>
                                      </p:to>
                                    </p:set>
                                    <p:animEffect transition="in" filter="wedge">
                                      <p:cBhvr>
                                        <p:cTn id="7" dur="2000"/>
                                        <p:tgtEl>
                                          <p:spTgt spid="32565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0" presetClass="entr" presetSubtype="0" fill="hold" nodeType="clickEffect">
                                  <p:stCondLst>
                                    <p:cond delay="0"/>
                                  </p:stCondLst>
                                  <p:childTnLst>
                                    <p:set>
                                      <p:cBhvr>
                                        <p:cTn id="11" dur="1" fill="hold">
                                          <p:stCondLst>
                                            <p:cond delay="0"/>
                                          </p:stCondLst>
                                        </p:cTn>
                                        <p:tgtEl>
                                          <p:spTgt spid="325658"/>
                                        </p:tgtEl>
                                        <p:attrNameLst>
                                          <p:attrName>style.visibility</p:attrName>
                                        </p:attrNameLst>
                                      </p:cBhvr>
                                      <p:to>
                                        <p:strVal val="visible"/>
                                      </p:to>
                                    </p:set>
                                    <p:animEffect transition="in" filter="wedge">
                                      <p:cBhvr>
                                        <p:cTn id="12" dur="2000"/>
                                        <p:tgtEl>
                                          <p:spTgt spid="32565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0" presetClass="entr" presetSubtype="0" fill="hold" nodeType="clickEffect">
                                  <p:stCondLst>
                                    <p:cond delay="0"/>
                                  </p:stCondLst>
                                  <p:childTnLst>
                                    <p:set>
                                      <p:cBhvr>
                                        <p:cTn id="16" dur="1" fill="hold">
                                          <p:stCondLst>
                                            <p:cond delay="0"/>
                                          </p:stCondLst>
                                        </p:cTn>
                                        <p:tgtEl>
                                          <p:spTgt spid="325648"/>
                                        </p:tgtEl>
                                        <p:attrNameLst>
                                          <p:attrName>style.visibility</p:attrName>
                                        </p:attrNameLst>
                                      </p:cBhvr>
                                      <p:to>
                                        <p:strVal val="visible"/>
                                      </p:to>
                                    </p:set>
                                    <p:animEffect transition="in" filter="wedge">
                                      <p:cBhvr>
                                        <p:cTn id="17" dur="2000"/>
                                        <p:tgtEl>
                                          <p:spTgt spid="32564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17"/>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20" presetClass="entr" presetSubtype="0" fill="hold" nodeType="clickEffect">
                                  <p:stCondLst>
                                    <p:cond delay="0"/>
                                  </p:stCondLst>
                                  <p:childTnLst>
                                    <p:set>
                                      <p:cBhvr>
                                        <p:cTn id="25" dur="1" fill="hold">
                                          <p:stCondLst>
                                            <p:cond delay="0"/>
                                          </p:stCondLst>
                                        </p:cTn>
                                        <p:tgtEl>
                                          <p:spTgt spid="325659"/>
                                        </p:tgtEl>
                                        <p:attrNameLst>
                                          <p:attrName>style.visibility</p:attrName>
                                        </p:attrNameLst>
                                      </p:cBhvr>
                                      <p:to>
                                        <p:strVal val="visible"/>
                                      </p:to>
                                    </p:set>
                                    <p:animEffect transition="in" filter="wedge">
                                      <p:cBhvr>
                                        <p:cTn id="26" dur="2000"/>
                                        <p:tgtEl>
                                          <p:spTgt spid="325659"/>
                                        </p:tgtEl>
                                      </p:cBhvr>
                                    </p:animEffect>
                                  </p:childTnLst>
                                </p:cTn>
                              </p:par>
                            </p:childTnLst>
                          </p:cTn>
                        </p:par>
                      </p:childTnLst>
                    </p:cTn>
                  </p:par>
                  <p:par>
                    <p:cTn id="27" fill="hold">
                      <p:stCondLst>
                        <p:cond delay="indefinite"/>
                      </p:stCondLst>
                      <p:childTnLst>
                        <p:par>
                          <p:cTn id="28" fill="hold">
                            <p:stCondLst>
                              <p:cond delay="0"/>
                            </p:stCondLst>
                            <p:childTnLst>
                              <p:par>
                                <p:cTn id="29" presetID="20" presetClass="entr" presetSubtype="0" fill="hold" nodeType="clickEffect">
                                  <p:stCondLst>
                                    <p:cond delay="0"/>
                                  </p:stCondLst>
                                  <p:childTnLst>
                                    <p:set>
                                      <p:cBhvr>
                                        <p:cTn id="30" dur="1" fill="hold">
                                          <p:stCondLst>
                                            <p:cond delay="0"/>
                                          </p:stCondLst>
                                        </p:cTn>
                                        <p:tgtEl>
                                          <p:spTgt spid="325649"/>
                                        </p:tgtEl>
                                        <p:attrNameLst>
                                          <p:attrName>style.visibility</p:attrName>
                                        </p:attrNameLst>
                                      </p:cBhvr>
                                      <p:to>
                                        <p:strVal val="visible"/>
                                      </p:to>
                                    </p:set>
                                    <p:animEffect transition="in" filter="wedge">
                                      <p:cBhvr>
                                        <p:cTn id="31" dur="2000"/>
                                        <p:tgtEl>
                                          <p:spTgt spid="3256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58405" name="Object 5"/>
          <p:cNvGraphicFramePr>
            <a:graphicFrameLocks noChangeAspect="1"/>
          </p:cNvGraphicFramePr>
          <p:nvPr/>
        </p:nvGraphicFramePr>
        <p:xfrm>
          <a:off x="4132263" y="981075"/>
          <a:ext cx="4824412" cy="2576513"/>
        </p:xfrm>
        <a:graphic>
          <a:graphicData uri="http://schemas.openxmlformats.org/presentationml/2006/ole">
            <mc:AlternateContent xmlns:mc="http://schemas.openxmlformats.org/markup-compatibility/2006">
              <mc:Choice xmlns:v="urn:schemas-microsoft-com:vml" Requires="v">
                <p:oleObj spid="_x0000_s222246" name="Visio" r:id="rId3" imgW="2537460" imgH="1363885" progId="Visio.Drawing.11">
                  <p:embed/>
                </p:oleObj>
              </mc:Choice>
              <mc:Fallback>
                <p:oleObj name="Visio" r:id="rId3" imgW="2537460" imgH="1363885" progId="Visio.Drawing.11">
                  <p:embed/>
                  <p:pic>
                    <p:nvPicPr>
                      <p:cNvPr id="358405"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32263" y="981075"/>
                        <a:ext cx="4824412" cy="2576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58406" name="Object 6"/>
          <p:cNvGraphicFramePr>
            <a:graphicFrameLocks noChangeAspect="1"/>
          </p:cNvGraphicFramePr>
          <p:nvPr>
            <p:extLst/>
          </p:nvPr>
        </p:nvGraphicFramePr>
        <p:xfrm>
          <a:off x="3922713" y="4076700"/>
          <a:ext cx="5251450" cy="2392363"/>
        </p:xfrm>
        <a:graphic>
          <a:graphicData uri="http://schemas.openxmlformats.org/presentationml/2006/ole">
            <mc:AlternateContent xmlns:mc="http://schemas.openxmlformats.org/markup-compatibility/2006">
              <mc:Choice xmlns:v="urn:schemas-microsoft-com:vml" Requires="v">
                <p:oleObj spid="_x0000_s222247" name="Visio" r:id="rId5" imgW="2871000" imgH="1306800" progId="Visio.Drawing.11">
                  <p:embed/>
                </p:oleObj>
              </mc:Choice>
              <mc:Fallback>
                <p:oleObj name="Visio" r:id="rId5" imgW="2871000" imgH="1306800" progId="Visio.Drawing.11">
                  <p:embed/>
                  <p:pic>
                    <p:nvPicPr>
                      <p:cNvPr id="358406" name="Object 6"/>
                      <p:cNvPicPr>
                        <a:picLocks noChangeAspect="1" noChangeArrowheads="1"/>
                      </p:cNvPicPr>
                      <p:nvPr/>
                    </p:nvPicPr>
                    <p:blipFill>
                      <a:blip r:embed="rId6"/>
                      <a:srcRect/>
                      <a:stretch>
                        <a:fillRect/>
                      </a:stretch>
                    </p:blipFill>
                    <p:spPr bwMode="auto">
                      <a:xfrm>
                        <a:off x="3922713" y="4076700"/>
                        <a:ext cx="5251450" cy="2392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58408" name="Text Box 8"/>
          <p:cNvSpPr txBox="1">
            <a:spLocks noChangeArrowheads="1"/>
          </p:cNvSpPr>
          <p:nvPr/>
        </p:nvSpPr>
        <p:spPr bwMode="auto">
          <a:xfrm>
            <a:off x="395288" y="115888"/>
            <a:ext cx="792162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800" i="0" u="none" strike="noStrike" kern="1200" cap="none" spc="0" normalizeH="0" baseline="0" noProof="0" dirty="0">
                <a:ln>
                  <a:noFill/>
                </a:ln>
                <a:solidFill>
                  <a:srgbClr val="FF3300"/>
                </a:solidFill>
                <a:uLnTx/>
                <a:uFillTx/>
                <a:latin typeface="微软雅黑" panose="020B0503020204020204" pitchFamily="34" charset="-122"/>
                <a:ea typeface="微软雅黑" panose="020B0503020204020204" pitchFamily="34" charset="-122"/>
              </a:rPr>
              <a:t>含源二端口网络</a:t>
            </a:r>
            <a:endParaRPr kumimoji="1" lang="en-US" altLang="zh-CN" sz="2800" i="0" u="none" strike="noStrike" kern="1200" cap="none" spc="0" normalizeH="0" baseline="0" noProof="0" dirty="0">
              <a:ln>
                <a:noFill/>
              </a:ln>
              <a:solidFill>
                <a:srgbClr val="FF3300"/>
              </a:solidFill>
              <a:uLnTx/>
              <a:uFillTx/>
              <a:latin typeface="微软雅黑" panose="020B0503020204020204" pitchFamily="34" charset="-122"/>
              <a:ea typeface="微软雅黑" panose="020B0503020204020204" pitchFamily="34" charset="-122"/>
            </a:endParaRPr>
          </a:p>
        </p:txBody>
      </p:sp>
      <p:graphicFrame>
        <p:nvGraphicFramePr>
          <p:cNvPr id="358410" name="Object 10"/>
          <p:cNvGraphicFramePr>
            <a:graphicFrameLocks noChangeAspect="1"/>
          </p:cNvGraphicFramePr>
          <p:nvPr>
            <p:extLst>
              <p:ext uri="{D42A27DB-BD31-4B8C-83A1-F6EECF244321}">
                <p14:modId xmlns:p14="http://schemas.microsoft.com/office/powerpoint/2010/main" val="3122130900"/>
              </p:ext>
            </p:extLst>
          </p:nvPr>
        </p:nvGraphicFramePr>
        <p:xfrm>
          <a:off x="-1587" y="850179"/>
          <a:ext cx="3924300" cy="2243137"/>
        </p:xfrm>
        <a:graphic>
          <a:graphicData uri="http://schemas.openxmlformats.org/presentationml/2006/ole">
            <mc:AlternateContent xmlns:mc="http://schemas.openxmlformats.org/markup-compatibility/2006">
              <mc:Choice xmlns:v="urn:schemas-microsoft-com:vml" Requires="v">
                <p:oleObj spid="_x0000_s222248" name="Visio" r:id="rId7" imgW="2139696" imgH="1209151" progId="Visio.Drawing.11">
                  <p:embed/>
                </p:oleObj>
              </mc:Choice>
              <mc:Fallback>
                <p:oleObj name="Visio" r:id="rId7" imgW="2139696" imgH="1209151" progId="Visio.Drawing.11">
                  <p:embed/>
                  <p:pic>
                    <p:nvPicPr>
                      <p:cNvPr id="358410" name="Object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587" y="850179"/>
                        <a:ext cx="3924300" cy="2243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358414" name="Group 14"/>
          <p:cNvGrpSpPr>
            <a:grpSpLocks/>
          </p:cNvGrpSpPr>
          <p:nvPr/>
        </p:nvGrpSpPr>
        <p:grpSpPr bwMode="auto">
          <a:xfrm>
            <a:off x="5500688" y="1268413"/>
            <a:ext cx="1944687" cy="5040312"/>
            <a:chOff x="3465" y="799"/>
            <a:chExt cx="1225" cy="3175"/>
          </a:xfrm>
        </p:grpSpPr>
        <p:sp>
          <p:nvSpPr>
            <p:cNvPr id="7181" name="Rectangle 12"/>
            <p:cNvSpPr>
              <a:spLocks noChangeArrowheads="1"/>
            </p:cNvSpPr>
            <p:nvPr/>
          </p:nvSpPr>
          <p:spPr bwMode="auto">
            <a:xfrm>
              <a:off x="3465" y="799"/>
              <a:ext cx="1225" cy="1406"/>
            </a:xfrm>
            <a:prstGeom prst="rect">
              <a:avLst/>
            </a:prstGeom>
            <a:noFill/>
            <a:ln w="19050">
              <a:solidFill>
                <a:srgbClr val="FF0000"/>
              </a:solidFill>
              <a:prstDash val="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2400">
                  <a:solidFill>
                    <a:schemeClr val="tx1"/>
                  </a:solidFill>
                  <a:latin typeface="Times New Roman" panose="02020603050405020304" pitchFamily="18" charset="0"/>
                  <a:ea typeface="华文楷体" panose="02010600040101010101" pitchFamily="2" charset="-122"/>
                </a:defRPr>
              </a:lvl1pPr>
              <a:lvl2pPr marL="742950" indent="-28575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2pPr>
              <a:lvl3pPr marL="11430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1800" b="0" i="0" u="none" strike="noStrike" kern="1200" cap="none" spc="0" normalizeH="0" baseline="0" noProof="0">
                <a:ln>
                  <a:noFill/>
                </a:ln>
                <a:solidFill>
                  <a:srgbClr val="000000"/>
                </a:solidFill>
                <a:effectLst/>
                <a:uLnTx/>
                <a:uFillTx/>
                <a:latin typeface="幼圆" panose="02010509060101010101" pitchFamily="49" charset="-122"/>
                <a:ea typeface="幼圆" panose="02010509060101010101" pitchFamily="49" charset="-122"/>
                <a:cs typeface="+mn-cs"/>
              </a:endParaRPr>
            </a:p>
          </p:txBody>
        </p:sp>
        <p:sp>
          <p:nvSpPr>
            <p:cNvPr id="7182" name="Rectangle 13"/>
            <p:cNvSpPr>
              <a:spLocks noChangeArrowheads="1"/>
            </p:cNvSpPr>
            <p:nvPr/>
          </p:nvSpPr>
          <p:spPr bwMode="auto">
            <a:xfrm>
              <a:off x="3465" y="2568"/>
              <a:ext cx="1225" cy="1406"/>
            </a:xfrm>
            <a:prstGeom prst="rect">
              <a:avLst/>
            </a:prstGeom>
            <a:noFill/>
            <a:ln w="19050">
              <a:solidFill>
                <a:srgbClr val="FF0000"/>
              </a:solidFill>
              <a:prstDash val="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2400">
                  <a:solidFill>
                    <a:schemeClr val="tx1"/>
                  </a:solidFill>
                  <a:latin typeface="Times New Roman" panose="02020603050405020304" pitchFamily="18" charset="0"/>
                  <a:ea typeface="华文楷体" panose="02010600040101010101" pitchFamily="2" charset="-122"/>
                </a:defRPr>
              </a:lvl1pPr>
              <a:lvl2pPr marL="742950" indent="-28575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2pPr>
              <a:lvl3pPr marL="11430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1800" b="0" i="0" u="none" strike="noStrike" kern="1200" cap="none" spc="0" normalizeH="0" baseline="0" noProof="0">
                <a:ln>
                  <a:noFill/>
                </a:ln>
                <a:solidFill>
                  <a:srgbClr val="000000"/>
                </a:solidFill>
                <a:effectLst/>
                <a:uLnTx/>
                <a:uFillTx/>
                <a:latin typeface="幼圆" panose="02010509060101010101" pitchFamily="49" charset="-122"/>
                <a:ea typeface="幼圆" panose="02010509060101010101" pitchFamily="49" charset="-122"/>
                <a:cs typeface="+mn-cs"/>
              </a:endParaRPr>
            </a:p>
          </p:txBody>
        </p:sp>
      </p:grpSp>
      <p:sp>
        <p:nvSpPr>
          <p:cNvPr id="358415" name="Rectangle 15"/>
          <p:cNvSpPr>
            <a:spLocks noChangeArrowheads="1"/>
          </p:cNvSpPr>
          <p:nvPr/>
        </p:nvSpPr>
        <p:spPr bwMode="auto">
          <a:xfrm>
            <a:off x="248588" y="3308495"/>
            <a:ext cx="3740800" cy="3323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kumimoji="1" sz="2400">
                <a:solidFill>
                  <a:schemeClr val="tx1"/>
                </a:solidFill>
                <a:latin typeface="Times New Roman" panose="02020603050405020304" pitchFamily="18" charset="0"/>
                <a:ea typeface="华文楷体" panose="02010600040101010101" pitchFamily="2" charset="-122"/>
              </a:defRPr>
            </a:lvl1pPr>
            <a:lvl2pPr marL="742950" indent="-28575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2pPr>
            <a:lvl3pPr marL="11430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9pPr>
          </a:lstStyle>
          <a:p>
            <a:pPr marL="457200" marR="0" lvl="0" indent="-457200" algn="l" defTabSz="914400" rtl="0" eaLnBrk="1" fontAlgn="base" latinLnBrk="0" hangingPunct="1">
              <a:lnSpc>
                <a:spcPct val="100000"/>
              </a:lnSpc>
              <a:spcBef>
                <a:spcPct val="50000"/>
              </a:spcBef>
              <a:spcAft>
                <a:spcPct val="0"/>
              </a:spcAft>
              <a:buClrTx/>
              <a:buSzTx/>
              <a:buFont typeface="Wingdings" panose="05000000000000000000" pitchFamily="2" charset="2"/>
              <a:buChar char="ü"/>
              <a:tabLst/>
              <a:defRPr/>
            </a:pPr>
            <a:r>
              <a:rPr kumimoji="1" lang="zh-CN" altLang="en-US" sz="2800" b="0" i="0" u="none" strike="noStrike" kern="1200" cap="none" spc="0" normalizeH="0" baseline="0" noProof="0" dirty="0">
                <a:ln>
                  <a:noFill/>
                </a:ln>
                <a:solidFill>
                  <a:srgbClr val="3333CC"/>
                </a:solidFill>
                <a:effectLst/>
                <a:uLnTx/>
                <a:uFillTx/>
                <a:latin typeface="隶书" panose="02010509060101010101" pitchFamily="49" charset="-122"/>
                <a:ea typeface="隶书" panose="02010509060101010101" pitchFamily="49" charset="-122"/>
                <a:cs typeface="+mn-cs"/>
              </a:rPr>
              <a:t>线性含源二端口网络，可等效为电压源与不含源二端口网络的</a:t>
            </a:r>
            <a:r>
              <a:rPr lang="zh-CN" altLang="en-US" sz="2800" b="0" dirty="0">
                <a:solidFill>
                  <a:srgbClr val="3333CC"/>
                </a:solidFill>
                <a:latin typeface="隶书" panose="02010509060101010101" pitchFamily="49" charset="-122"/>
                <a:ea typeface="隶书" panose="02010509060101010101" pitchFamily="49" charset="-122"/>
              </a:rPr>
              <a:t>连接</a:t>
            </a:r>
            <a:endParaRPr lang="en-US" altLang="zh-CN" sz="2800" b="0" dirty="0">
              <a:solidFill>
                <a:srgbClr val="3333CC"/>
              </a:solidFill>
              <a:latin typeface="隶书" panose="02010509060101010101" pitchFamily="49" charset="-122"/>
              <a:ea typeface="隶书" panose="02010509060101010101" pitchFamily="49" charset="-122"/>
            </a:endParaRPr>
          </a:p>
          <a:p>
            <a:pPr marL="457200" lvl="0" indent="-457200" algn="l" eaLnBrk="1" hangingPunct="1">
              <a:spcBef>
                <a:spcPct val="50000"/>
              </a:spcBef>
              <a:buFont typeface="Wingdings" panose="05000000000000000000" pitchFamily="2" charset="2"/>
              <a:buChar char="ü"/>
            </a:pPr>
            <a:r>
              <a:rPr lang="zh-CN" altLang="en-US" sz="2800" b="0" dirty="0">
                <a:solidFill>
                  <a:srgbClr val="3333CC"/>
                </a:solidFill>
                <a:latin typeface="隶书" panose="02010509060101010101" pitchFamily="49" charset="-122"/>
                <a:ea typeface="隶书" panose="02010509060101010101" pitchFamily="49" charset="-122"/>
              </a:rPr>
              <a:t>不含独立源的二端口网络称为</a:t>
            </a:r>
            <a:r>
              <a:rPr lang="zh-CN" altLang="en-US" sz="2800" b="0" dirty="0">
                <a:solidFill>
                  <a:srgbClr val="FF0000"/>
                </a:solidFill>
                <a:latin typeface="隶书" panose="02010509060101010101" pitchFamily="49" charset="-122"/>
                <a:ea typeface="隶书" panose="02010509060101010101" pitchFamily="49" charset="-122"/>
              </a:rPr>
              <a:t>松弛二端口网络</a:t>
            </a:r>
            <a:endParaRPr kumimoji="1" lang="zh-CN" altLang="en-US" sz="2800" b="0" i="0" u="none" strike="noStrike" kern="1200" cap="none" spc="0" normalizeH="0" baseline="0" noProof="0" dirty="0">
              <a:ln>
                <a:noFill/>
              </a:ln>
              <a:solidFill>
                <a:srgbClr val="FF0000"/>
              </a:solidFill>
              <a:effectLst/>
              <a:uLnTx/>
              <a:uFillTx/>
              <a:latin typeface="隶书" panose="02010509060101010101" pitchFamily="49" charset="-122"/>
              <a:ea typeface="隶书" panose="02010509060101010101" pitchFamily="49" charset="-122"/>
            </a:endParaRPr>
          </a:p>
        </p:txBody>
      </p:sp>
      <p:sp>
        <p:nvSpPr>
          <p:cNvPr id="2" name="右箭头 1"/>
          <p:cNvSpPr/>
          <p:nvPr/>
        </p:nvSpPr>
        <p:spPr bwMode="auto">
          <a:xfrm>
            <a:off x="3334472" y="1888331"/>
            <a:ext cx="654916" cy="381000"/>
          </a:xfrm>
          <a:prstGeom prst="rightArrow">
            <a:avLst/>
          </a:prstGeom>
          <a:solidFill>
            <a:schemeClr val="accent1"/>
          </a:solidFill>
          <a:ln>
            <a:noFill/>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1" lang="zh-CN" altLang="en-US" sz="1800" b="0" i="0" u="none" strike="noStrike" cap="none" normalizeH="0" baseline="0">
              <a:ln>
                <a:noFill/>
              </a:ln>
              <a:solidFill>
                <a:schemeClr val="tx1"/>
              </a:solidFill>
              <a:effectLst/>
              <a:latin typeface="幼圆" pitchFamily="49" charset="-122"/>
              <a:ea typeface="幼圆" pitchFamily="49" charset="-122"/>
            </a:endParaRPr>
          </a:p>
        </p:txBody>
      </p:sp>
      <p:sp>
        <p:nvSpPr>
          <p:cNvPr id="3" name="矩形 2"/>
          <p:cNvSpPr/>
          <p:nvPr/>
        </p:nvSpPr>
        <p:spPr>
          <a:xfrm>
            <a:off x="3265369" y="1409781"/>
            <a:ext cx="800219" cy="461665"/>
          </a:xfrm>
          <a:prstGeom prst="rect">
            <a:avLst/>
          </a:prstGeom>
        </p:spPr>
        <p:txBody>
          <a:bodyPr wrap="none">
            <a:spAutoFit/>
          </a:bodyPr>
          <a:lstStyle/>
          <a:p>
            <a:r>
              <a:rPr lang="zh-CN" altLang="en-US" b="0" dirty="0">
                <a:solidFill>
                  <a:srgbClr val="3333CC"/>
                </a:solidFill>
                <a:latin typeface="隶书" panose="02010509060101010101" pitchFamily="49" charset="-122"/>
                <a:ea typeface="隶书" panose="02010509060101010101" pitchFamily="49" charset="-122"/>
              </a:rPr>
              <a:t>等效</a:t>
            </a:r>
            <a:endParaRPr lang="zh-CN" altLang="en-US" dirty="0"/>
          </a:p>
        </p:txBody>
      </p:sp>
    </p:spTree>
    <p:extLst>
      <p:ext uri="{BB962C8B-B14F-4D97-AF65-F5344CB8AC3E}">
        <p14:creationId xmlns:p14="http://schemas.microsoft.com/office/powerpoint/2010/main" val="252963459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0" presetClass="entr" presetSubtype="0" fill="hold" nodeType="clickEffect">
                                  <p:stCondLst>
                                    <p:cond delay="0"/>
                                  </p:stCondLst>
                                  <p:childTnLst>
                                    <p:set>
                                      <p:cBhvr>
                                        <p:cTn id="6" dur="1" fill="hold">
                                          <p:stCondLst>
                                            <p:cond delay="0"/>
                                          </p:stCondLst>
                                        </p:cTn>
                                        <p:tgtEl>
                                          <p:spTgt spid="358410"/>
                                        </p:tgtEl>
                                        <p:attrNameLst>
                                          <p:attrName>style.visibility</p:attrName>
                                        </p:attrNameLst>
                                      </p:cBhvr>
                                      <p:to>
                                        <p:strVal val="visible"/>
                                      </p:to>
                                    </p:set>
                                    <p:animEffect transition="in" filter="wedge">
                                      <p:cBhvr>
                                        <p:cTn id="7" dur="2000"/>
                                        <p:tgtEl>
                                          <p:spTgt spid="35841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3" dur="1" fill="hold">
                                          <p:stCondLst>
                                            <p:cond delay="0"/>
                                          </p:stCondLst>
                                        </p:cTn>
                                        <p:tgtEl>
                                          <p:spTgt spid="3"/>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20" presetClass="entr" presetSubtype="0" fill="hold" nodeType="clickEffect">
                                  <p:stCondLst>
                                    <p:cond delay="0"/>
                                  </p:stCondLst>
                                  <p:childTnLst>
                                    <p:set>
                                      <p:cBhvr>
                                        <p:cTn id="17" dur="1" fill="hold">
                                          <p:stCondLst>
                                            <p:cond delay="0"/>
                                          </p:stCondLst>
                                        </p:cTn>
                                        <p:tgtEl>
                                          <p:spTgt spid="358405"/>
                                        </p:tgtEl>
                                        <p:attrNameLst>
                                          <p:attrName>style.visibility</p:attrName>
                                        </p:attrNameLst>
                                      </p:cBhvr>
                                      <p:to>
                                        <p:strVal val="visible"/>
                                      </p:to>
                                    </p:set>
                                    <p:animEffect transition="in" filter="wedge">
                                      <p:cBhvr>
                                        <p:cTn id="18" dur="2000"/>
                                        <p:tgtEl>
                                          <p:spTgt spid="358405"/>
                                        </p:tgtEl>
                                      </p:cBhvr>
                                    </p:animEffect>
                                  </p:childTnLst>
                                </p:cTn>
                              </p:par>
                            </p:childTnLst>
                          </p:cTn>
                        </p:par>
                      </p:childTnLst>
                    </p:cTn>
                  </p:par>
                  <p:par>
                    <p:cTn id="19" fill="hold">
                      <p:stCondLst>
                        <p:cond delay="indefinite"/>
                      </p:stCondLst>
                      <p:childTnLst>
                        <p:par>
                          <p:cTn id="20" fill="hold" nodeType="withGroup">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358415"/>
                                        </p:tgtEl>
                                        <p:attrNameLst>
                                          <p:attrName>style.visibility</p:attrName>
                                        </p:attrNameLst>
                                      </p:cBhvr>
                                      <p:to>
                                        <p:strVal val="visible"/>
                                      </p:to>
                                    </p:set>
                                    <p:anim calcmode="lin" valueType="num">
                                      <p:cBhvr additive="base">
                                        <p:cTn id="23" dur="500" fill="hold"/>
                                        <p:tgtEl>
                                          <p:spTgt spid="358415"/>
                                        </p:tgtEl>
                                        <p:attrNameLst>
                                          <p:attrName>ppt_x</p:attrName>
                                        </p:attrNameLst>
                                      </p:cBhvr>
                                      <p:tavLst>
                                        <p:tav tm="0">
                                          <p:val>
                                            <p:strVal val="#ppt_x"/>
                                          </p:val>
                                        </p:tav>
                                        <p:tav tm="100000">
                                          <p:val>
                                            <p:strVal val="#ppt_x"/>
                                          </p:val>
                                        </p:tav>
                                      </p:tavLst>
                                    </p:anim>
                                    <p:anim calcmode="lin" valueType="num">
                                      <p:cBhvr additive="base">
                                        <p:cTn id="24" dur="500" fill="hold"/>
                                        <p:tgtEl>
                                          <p:spTgt spid="358415"/>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0" presetClass="entr" presetSubtype="0" fill="hold" nodeType="clickEffect">
                                  <p:stCondLst>
                                    <p:cond delay="0"/>
                                  </p:stCondLst>
                                  <p:childTnLst>
                                    <p:set>
                                      <p:cBhvr>
                                        <p:cTn id="28" dur="1" fill="hold">
                                          <p:stCondLst>
                                            <p:cond delay="0"/>
                                          </p:stCondLst>
                                        </p:cTn>
                                        <p:tgtEl>
                                          <p:spTgt spid="358406"/>
                                        </p:tgtEl>
                                        <p:attrNameLst>
                                          <p:attrName>style.visibility</p:attrName>
                                        </p:attrNameLst>
                                      </p:cBhvr>
                                      <p:to>
                                        <p:strVal val="visible"/>
                                      </p:to>
                                    </p:set>
                                    <p:animEffect transition="in" filter="wedge">
                                      <p:cBhvr>
                                        <p:cTn id="29" dur="2000"/>
                                        <p:tgtEl>
                                          <p:spTgt spid="358406"/>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0" presetClass="entr" presetSubtype="0" fill="hold" nodeType="clickEffect">
                                  <p:stCondLst>
                                    <p:cond delay="0"/>
                                  </p:stCondLst>
                                  <p:childTnLst>
                                    <p:set>
                                      <p:cBhvr>
                                        <p:cTn id="33" dur="1" fill="hold">
                                          <p:stCondLst>
                                            <p:cond delay="0"/>
                                          </p:stCondLst>
                                        </p:cTn>
                                        <p:tgtEl>
                                          <p:spTgt spid="358414"/>
                                        </p:tgtEl>
                                        <p:attrNameLst>
                                          <p:attrName>style.visibility</p:attrName>
                                        </p:attrNameLst>
                                      </p:cBhvr>
                                      <p:to>
                                        <p:strVal val="visible"/>
                                      </p:to>
                                    </p:set>
                                    <p:animEffect transition="in" filter="wedge">
                                      <p:cBhvr>
                                        <p:cTn id="34" dur="2000"/>
                                        <p:tgtEl>
                                          <p:spTgt spid="358414"/>
                                        </p:tgtEl>
                                      </p:cBhvr>
                                    </p:animEffect>
                                  </p:childTnLst>
                                </p:cTn>
                              </p:par>
                            </p:childTnLst>
                          </p:cTn>
                        </p:par>
                        <p:par>
                          <p:cTn id="35" fill="hold" nodeType="afterGroup">
                            <p:stCondLst>
                              <p:cond delay="2000"/>
                            </p:stCondLst>
                            <p:childTnLst>
                              <p:par>
                                <p:cTn id="36" presetID="21" presetClass="entr" presetSubtype="4" fill="hold" nodeType="afterEffect">
                                  <p:stCondLst>
                                    <p:cond delay="0"/>
                                  </p:stCondLst>
                                  <p:childTnLst>
                                    <p:set>
                                      <p:cBhvr>
                                        <p:cTn id="37" dur="1" fill="hold">
                                          <p:stCondLst>
                                            <p:cond delay="0"/>
                                          </p:stCondLst>
                                        </p:cTn>
                                        <p:tgtEl>
                                          <p:spTgt spid="358414"/>
                                        </p:tgtEl>
                                        <p:attrNameLst>
                                          <p:attrName>style.visibility</p:attrName>
                                        </p:attrNameLst>
                                      </p:cBhvr>
                                      <p:to>
                                        <p:strVal val="visible"/>
                                      </p:to>
                                    </p:set>
                                    <p:animEffect transition="in" filter="wheel(4)">
                                      <p:cBhvr>
                                        <p:cTn id="38" dur="2000"/>
                                        <p:tgtEl>
                                          <p:spTgt spid="358414"/>
                                        </p:tgtEl>
                                      </p:cBhvr>
                                    </p:animEffect>
                                  </p:childTnLst>
                                </p:cTn>
                              </p:par>
                            </p:childTnLst>
                          </p:cTn>
                        </p:par>
                        <p:par>
                          <p:cTn id="39" fill="hold" nodeType="afterGroup">
                            <p:stCondLst>
                              <p:cond delay="4000"/>
                            </p:stCondLst>
                            <p:childTnLst>
                              <p:par>
                                <p:cTn id="40" presetID="21" presetClass="entr" presetSubtype="4" fill="hold" nodeType="afterEffect">
                                  <p:stCondLst>
                                    <p:cond delay="0"/>
                                  </p:stCondLst>
                                  <p:childTnLst>
                                    <p:set>
                                      <p:cBhvr>
                                        <p:cTn id="41" dur="1" fill="hold">
                                          <p:stCondLst>
                                            <p:cond delay="0"/>
                                          </p:stCondLst>
                                        </p:cTn>
                                        <p:tgtEl>
                                          <p:spTgt spid="358414"/>
                                        </p:tgtEl>
                                        <p:attrNameLst>
                                          <p:attrName>style.visibility</p:attrName>
                                        </p:attrNameLst>
                                      </p:cBhvr>
                                      <p:to>
                                        <p:strVal val="visible"/>
                                      </p:to>
                                    </p:set>
                                    <p:animEffect transition="in" filter="wheel(4)">
                                      <p:cBhvr>
                                        <p:cTn id="42" dur="2000"/>
                                        <p:tgtEl>
                                          <p:spTgt spid="3584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15" grpId="0"/>
      <p:bldP spid="2" grpId="0" animBg="1"/>
      <p:bldP spid="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6663" name="Group 7"/>
          <p:cNvGrpSpPr>
            <a:grpSpLocks/>
          </p:cNvGrpSpPr>
          <p:nvPr/>
        </p:nvGrpSpPr>
        <p:grpSpPr bwMode="auto">
          <a:xfrm>
            <a:off x="238125" y="620713"/>
            <a:ext cx="2773359" cy="2632074"/>
            <a:chOff x="150" y="300"/>
            <a:chExt cx="1747" cy="1658"/>
          </a:xfrm>
        </p:grpSpPr>
        <p:sp>
          <p:nvSpPr>
            <p:cNvPr id="326664" name="Rectangle 8"/>
            <p:cNvSpPr>
              <a:spLocks noChangeArrowheads="1"/>
            </p:cNvSpPr>
            <p:nvPr/>
          </p:nvSpPr>
          <p:spPr bwMode="auto">
            <a:xfrm>
              <a:off x="150" y="1628"/>
              <a:ext cx="1747"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zh-CN" altLang="en-US" sz="2800" b="0" i="0" u="none" strike="noStrike" kern="1200" cap="none" spc="0" normalizeH="0" baseline="0" noProof="0" dirty="0">
                  <a:ln>
                    <a:noFill/>
                  </a:ln>
                  <a:solidFill>
                    <a:srgbClr val="FF3300"/>
                  </a:solidFill>
                  <a:effectLst>
                    <a:outerShdw blurRad="38100" dist="38100" dir="2700000" algn="tl">
                      <a:srgbClr val="C0C0C0"/>
                    </a:outerShdw>
                  </a:effectLst>
                  <a:uLnTx/>
                  <a:uFillTx/>
                  <a:latin typeface="Times New Roman" pitchFamily="18" charset="0"/>
                  <a:ea typeface="华文新魏" pitchFamily="2" charset="-122"/>
                  <a:cs typeface="+mn-cs"/>
                </a:rPr>
                <a:t>无源一端口网络</a:t>
              </a:r>
              <a:endParaRPr kumimoji="1" lang="en-US" altLang="zh-CN" sz="1800" b="0" i="0" u="none" strike="noStrike" kern="1200" cap="none" spc="0" normalizeH="0" baseline="0" noProof="0" dirty="0">
                <a:ln>
                  <a:noFill/>
                </a:ln>
                <a:solidFill>
                  <a:srgbClr val="FF3300"/>
                </a:solidFill>
                <a:effectLst>
                  <a:outerShdw blurRad="38100" dist="38100" dir="2700000" algn="tl">
                    <a:srgbClr val="C0C0C0"/>
                  </a:outerShdw>
                </a:effectLst>
                <a:uLnTx/>
                <a:uFillTx/>
                <a:latin typeface="幼圆" panose="02010509060101010101" pitchFamily="49" charset="-122"/>
                <a:ea typeface="幼圆" panose="02010509060101010101" pitchFamily="49" charset="-122"/>
                <a:cs typeface="+mn-cs"/>
              </a:endParaRPr>
            </a:p>
          </p:txBody>
        </p:sp>
        <p:graphicFrame>
          <p:nvGraphicFramePr>
            <p:cNvPr id="8231" name="Object 9"/>
            <p:cNvGraphicFramePr>
              <a:graphicFrameLocks noChangeAspect="1"/>
            </p:cNvGraphicFramePr>
            <p:nvPr/>
          </p:nvGraphicFramePr>
          <p:xfrm>
            <a:off x="158" y="300"/>
            <a:ext cx="1181" cy="1452"/>
          </p:xfrm>
          <a:graphic>
            <a:graphicData uri="http://schemas.openxmlformats.org/presentationml/2006/ole">
              <mc:AlternateContent xmlns:mc="http://schemas.openxmlformats.org/markup-compatibility/2006">
                <mc:Choice xmlns:v="urn:schemas-microsoft-com:vml" Requires="v">
                  <p:oleObj spid="_x0000_s223324" name="Visio" r:id="rId3" imgW="968350" imgH="1189634" progId="Visio.Drawing.11">
                    <p:embed/>
                  </p:oleObj>
                </mc:Choice>
                <mc:Fallback>
                  <p:oleObj name="Visio" r:id="rId3" imgW="968350" imgH="1189634" progId="Visio.Drawing.11">
                    <p:embed/>
                    <p:pic>
                      <p:nvPicPr>
                        <p:cNvPr id="8231" name="Object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 y="300"/>
                          <a:ext cx="1181" cy="14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8198" name="Rectangle 10"/>
          <p:cNvSpPr>
            <a:spLocks noChangeArrowheads="1"/>
          </p:cNvSpPr>
          <p:nvPr/>
        </p:nvSpPr>
        <p:spPr bwMode="auto">
          <a:xfrm>
            <a:off x="0" y="36179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kumimoji="1" sz="2400">
                <a:solidFill>
                  <a:schemeClr val="tx1"/>
                </a:solidFill>
                <a:latin typeface="Times New Roman" panose="02020603050405020304" pitchFamily="18" charset="0"/>
                <a:ea typeface="华文楷体" panose="02010600040101010101" pitchFamily="2" charset="-122"/>
              </a:defRPr>
            </a:lvl1pPr>
            <a:lvl2pPr marL="742950" indent="-28575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2pPr>
            <a:lvl3pPr marL="11430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1800" b="0" i="0" u="none" strike="noStrike" kern="1200" cap="none" spc="0" normalizeH="0" baseline="0" noProof="0">
              <a:ln>
                <a:noFill/>
              </a:ln>
              <a:solidFill>
                <a:srgbClr val="000000"/>
              </a:solidFill>
              <a:effectLst/>
              <a:uLnTx/>
              <a:uFillTx/>
              <a:latin typeface="幼圆" panose="02010509060101010101" pitchFamily="49" charset="-122"/>
              <a:ea typeface="幼圆" panose="02010509060101010101" pitchFamily="49" charset="-122"/>
              <a:cs typeface="+mn-cs"/>
            </a:endParaRPr>
          </a:p>
        </p:txBody>
      </p:sp>
      <p:sp>
        <p:nvSpPr>
          <p:cNvPr id="8199" name="Rectangle 11"/>
          <p:cNvSpPr>
            <a:spLocks noChangeArrowheads="1"/>
          </p:cNvSpPr>
          <p:nvPr/>
        </p:nvSpPr>
        <p:spPr bwMode="auto">
          <a:xfrm>
            <a:off x="0" y="36179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kumimoji="1" sz="2400">
                <a:solidFill>
                  <a:schemeClr val="tx1"/>
                </a:solidFill>
                <a:latin typeface="Times New Roman" panose="02020603050405020304" pitchFamily="18" charset="0"/>
                <a:ea typeface="华文楷体" panose="02010600040101010101" pitchFamily="2" charset="-122"/>
              </a:defRPr>
            </a:lvl1pPr>
            <a:lvl2pPr marL="742950" indent="-28575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2pPr>
            <a:lvl3pPr marL="11430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1800" b="0" i="0" u="none" strike="noStrike" kern="1200" cap="none" spc="0" normalizeH="0" baseline="0" noProof="0">
              <a:ln>
                <a:noFill/>
              </a:ln>
              <a:solidFill>
                <a:srgbClr val="000000"/>
              </a:solidFill>
              <a:effectLst/>
              <a:uLnTx/>
              <a:uFillTx/>
              <a:latin typeface="幼圆" panose="02010509060101010101" pitchFamily="49" charset="-122"/>
              <a:ea typeface="幼圆" panose="02010509060101010101" pitchFamily="49" charset="-122"/>
              <a:cs typeface="+mn-cs"/>
            </a:endParaRPr>
          </a:p>
        </p:txBody>
      </p:sp>
      <p:grpSp>
        <p:nvGrpSpPr>
          <p:cNvPr id="326668" name="Group 12"/>
          <p:cNvGrpSpPr>
            <a:grpSpLocks/>
          </p:cNvGrpSpPr>
          <p:nvPr/>
        </p:nvGrpSpPr>
        <p:grpSpPr bwMode="auto">
          <a:xfrm>
            <a:off x="2411413" y="1196975"/>
            <a:ext cx="1152525" cy="1184275"/>
            <a:chOff x="1519" y="663"/>
            <a:chExt cx="726" cy="746"/>
          </a:xfrm>
        </p:grpSpPr>
        <p:graphicFrame>
          <p:nvGraphicFramePr>
            <p:cNvPr id="8228" name="Object 13"/>
            <p:cNvGraphicFramePr>
              <a:graphicFrameLocks noChangeAspect="1"/>
            </p:cNvGraphicFramePr>
            <p:nvPr/>
          </p:nvGraphicFramePr>
          <p:xfrm>
            <a:off x="1519" y="663"/>
            <a:ext cx="680" cy="291"/>
          </p:xfrm>
          <a:graphic>
            <a:graphicData uri="http://schemas.openxmlformats.org/presentationml/2006/ole">
              <mc:AlternateContent xmlns:mc="http://schemas.openxmlformats.org/markup-compatibility/2006">
                <mc:Choice xmlns:v="urn:schemas-microsoft-com:vml" Requires="v">
                  <p:oleObj spid="_x0000_s223325" name="Equation" r:id="rId5" imgW="469696" imgH="203112" progId="Equation.DSMT4">
                    <p:embed/>
                  </p:oleObj>
                </mc:Choice>
                <mc:Fallback>
                  <p:oleObj name="Equation" r:id="rId5" imgW="469696" imgH="203112" progId="Equation.DSMT4">
                    <p:embed/>
                    <p:pic>
                      <p:nvPicPr>
                        <p:cNvPr id="8228" name="Object 1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19" y="663"/>
                          <a:ext cx="680"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229" name="Object 14"/>
            <p:cNvGraphicFramePr>
              <a:graphicFrameLocks noChangeAspect="1"/>
            </p:cNvGraphicFramePr>
            <p:nvPr/>
          </p:nvGraphicFramePr>
          <p:xfrm>
            <a:off x="1564" y="1117"/>
            <a:ext cx="681" cy="292"/>
          </p:xfrm>
          <a:graphic>
            <a:graphicData uri="http://schemas.openxmlformats.org/presentationml/2006/ole">
              <mc:AlternateContent xmlns:mc="http://schemas.openxmlformats.org/markup-compatibility/2006">
                <mc:Choice xmlns:v="urn:schemas-microsoft-com:vml" Requires="v">
                  <p:oleObj spid="_x0000_s223326" name="Equation" r:id="rId7" imgW="469696" imgH="203112" progId="Equation.DSMT4">
                    <p:embed/>
                  </p:oleObj>
                </mc:Choice>
                <mc:Fallback>
                  <p:oleObj name="Equation" r:id="rId7" imgW="469696" imgH="203112" progId="Equation.DSMT4">
                    <p:embed/>
                    <p:pic>
                      <p:nvPicPr>
                        <p:cNvPr id="8229" name="Object 1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564" y="1117"/>
                          <a:ext cx="681"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326671" name="Group 15"/>
          <p:cNvGrpSpPr>
            <a:grpSpLocks/>
          </p:cNvGrpSpPr>
          <p:nvPr/>
        </p:nvGrpSpPr>
        <p:grpSpPr bwMode="auto">
          <a:xfrm>
            <a:off x="0" y="3630615"/>
            <a:ext cx="2700338" cy="2967038"/>
            <a:chOff x="0" y="2115"/>
            <a:chExt cx="1701" cy="1869"/>
          </a:xfrm>
        </p:grpSpPr>
        <p:sp>
          <p:nvSpPr>
            <p:cNvPr id="326672" name="Rectangle 16"/>
            <p:cNvSpPr>
              <a:spLocks noChangeArrowheads="1"/>
            </p:cNvSpPr>
            <p:nvPr/>
          </p:nvSpPr>
          <p:spPr bwMode="auto">
            <a:xfrm>
              <a:off x="0" y="3657"/>
              <a:ext cx="170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zh-CN" altLang="en-US" sz="2800" b="0" i="0" u="none" strike="noStrike" kern="1200" cap="none" spc="0" normalizeH="0" baseline="0" noProof="0" dirty="0">
                  <a:ln>
                    <a:noFill/>
                  </a:ln>
                  <a:solidFill>
                    <a:srgbClr val="FF3300"/>
                  </a:solidFill>
                  <a:uLnTx/>
                  <a:uFillTx/>
                  <a:latin typeface="Times New Roman" pitchFamily="18" charset="0"/>
                  <a:ea typeface="华文新魏" pitchFamily="2" charset="-122"/>
                  <a:cs typeface="+mn-cs"/>
                </a:rPr>
                <a:t>无源二端口网络</a:t>
              </a:r>
              <a:endParaRPr kumimoji="1" lang="en-US" altLang="zh-CN" sz="1800" b="0" i="0" u="none" strike="noStrike" kern="1200" cap="none" spc="0" normalizeH="0" baseline="0" noProof="0" dirty="0">
                <a:ln>
                  <a:noFill/>
                </a:ln>
                <a:solidFill>
                  <a:srgbClr val="FF3300"/>
                </a:solidFill>
                <a:uLnTx/>
                <a:uFillTx/>
                <a:latin typeface="幼圆" panose="02010509060101010101" pitchFamily="49" charset="-122"/>
                <a:ea typeface="幼圆" panose="02010509060101010101" pitchFamily="49" charset="-122"/>
                <a:cs typeface="+mn-cs"/>
              </a:endParaRPr>
            </a:p>
          </p:txBody>
        </p:sp>
        <p:graphicFrame>
          <p:nvGraphicFramePr>
            <p:cNvPr id="8227" name="Object 17"/>
            <p:cNvGraphicFramePr>
              <a:graphicFrameLocks noChangeAspect="1"/>
            </p:cNvGraphicFramePr>
            <p:nvPr/>
          </p:nvGraphicFramePr>
          <p:xfrm>
            <a:off x="0" y="2115"/>
            <a:ext cx="1701" cy="1558"/>
          </p:xfrm>
          <a:graphic>
            <a:graphicData uri="http://schemas.openxmlformats.org/presentationml/2006/ole">
              <mc:AlternateContent xmlns:mc="http://schemas.openxmlformats.org/markup-compatibility/2006">
                <mc:Choice xmlns:v="urn:schemas-microsoft-com:vml" Requires="v">
                  <p:oleObj spid="_x0000_s223327" name="Visio" r:id="rId9" imgW="1319174" imgH="1209446" progId="Visio.Drawing.11">
                    <p:embed/>
                  </p:oleObj>
                </mc:Choice>
                <mc:Fallback>
                  <p:oleObj name="Visio" r:id="rId9" imgW="1319174" imgH="1209446" progId="Visio.Drawing.11">
                    <p:embed/>
                    <p:pic>
                      <p:nvPicPr>
                        <p:cNvPr id="8227" name="Object 1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0" y="2115"/>
                          <a:ext cx="1701" cy="15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8202" name="Rectangle 18"/>
          <p:cNvSpPr>
            <a:spLocks noChangeArrowheads="1"/>
          </p:cNvSpPr>
          <p:nvPr/>
        </p:nvSpPr>
        <p:spPr bwMode="auto">
          <a:xfrm>
            <a:off x="0" y="34655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kumimoji="1" sz="2400">
                <a:solidFill>
                  <a:schemeClr val="tx1"/>
                </a:solidFill>
                <a:latin typeface="Times New Roman" panose="02020603050405020304" pitchFamily="18" charset="0"/>
                <a:ea typeface="华文楷体" panose="02010600040101010101" pitchFamily="2" charset="-122"/>
              </a:defRPr>
            </a:lvl1pPr>
            <a:lvl2pPr marL="742950" indent="-28575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2pPr>
            <a:lvl3pPr marL="11430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1800" b="0" i="0" u="none" strike="noStrike" kern="1200" cap="none" spc="0" normalizeH="0" baseline="0" noProof="0">
              <a:ln>
                <a:noFill/>
              </a:ln>
              <a:solidFill>
                <a:srgbClr val="000000"/>
              </a:solidFill>
              <a:effectLst/>
              <a:uLnTx/>
              <a:uFillTx/>
              <a:latin typeface="幼圆" panose="02010509060101010101" pitchFamily="49" charset="-122"/>
              <a:ea typeface="幼圆" panose="02010509060101010101" pitchFamily="49" charset="-122"/>
              <a:cs typeface="+mn-cs"/>
            </a:endParaRPr>
          </a:p>
        </p:txBody>
      </p:sp>
      <p:graphicFrame>
        <p:nvGraphicFramePr>
          <p:cNvPr id="326675" name="Object 19"/>
          <p:cNvGraphicFramePr>
            <a:graphicFrameLocks noChangeAspect="1"/>
          </p:cNvGraphicFramePr>
          <p:nvPr/>
        </p:nvGraphicFramePr>
        <p:xfrm>
          <a:off x="6372225" y="622300"/>
          <a:ext cx="2643188" cy="1120775"/>
        </p:xfrm>
        <a:graphic>
          <a:graphicData uri="http://schemas.openxmlformats.org/presentationml/2006/ole">
            <mc:AlternateContent xmlns:mc="http://schemas.openxmlformats.org/markup-compatibility/2006">
              <mc:Choice xmlns:v="urn:schemas-microsoft-com:vml" Requires="v">
                <p:oleObj spid="_x0000_s223328" name="Equation" r:id="rId11" imgW="1193800" imgH="508000" progId="Equation.DSMT4">
                  <p:embed/>
                </p:oleObj>
              </mc:Choice>
              <mc:Fallback>
                <p:oleObj name="Equation" r:id="rId11" imgW="1193800" imgH="508000" progId="Equation.DSMT4">
                  <p:embed/>
                  <p:pic>
                    <p:nvPicPr>
                      <p:cNvPr id="326675" name="Object 1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372225" y="622300"/>
                        <a:ext cx="2643188" cy="1120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204" name="Rectangle 20"/>
          <p:cNvSpPr>
            <a:spLocks noChangeArrowheads="1"/>
          </p:cNvSpPr>
          <p:nvPr/>
        </p:nvSpPr>
        <p:spPr bwMode="auto">
          <a:xfrm>
            <a:off x="0" y="34655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kumimoji="1" sz="2400">
                <a:solidFill>
                  <a:schemeClr val="tx1"/>
                </a:solidFill>
                <a:latin typeface="Times New Roman" panose="02020603050405020304" pitchFamily="18" charset="0"/>
                <a:ea typeface="华文楷体" panose="02010600040101010101" pitchFamily="2" charset="-122"/>
              </a:defRPr>
            </a:lvl1pPr>
            <a:lvl2pPr marL="742950" indent="-28575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2pPr>
            <a:lvl3pPr marL="11430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1800" b="0" i="0" u="none" strike="noStrike" kern="1200" cap="none" spc="0" normalizeH="0" baseline="0" noProof="0">
              <a:ln>
                <a:noFill/>
              </a:ln>
              <a:solidFill>
                <a:srgbClr val="000000"/>
              </a:solidFill>
              <a:effectLst/>
              <a:uLnTx/>
              <a:uFillTx/>
              <a:latin typeface="幼圆" panose="02010509060101010101" pitchFamily="49" charset="-122"/>
              <a:ea typeface="幼圆" panose="02010509060101010101" pitchFamily="49" charset="-122"/>
              <a:cs typeface="+mn-cs"/>
            </a:endParaRPr>
          </a:p>
        </p:txBody>
      </p:sp>
      <p:graphicFrame>
        <p:nvGraphicFramePr>
          <p:cNvPr id="326677" name="Object 21"/>
          <p:cNvGraphicFramePr>
            <a:graphicFrameLocks noChangeAspect="1"/>
          </p:cNvGraphicFramePr>
          <p:nvPr/>
        </p:nvGraphicFramePr>
        <p:xfrm>
          <a:off x="6372225" y="2092325"/>
          <a:ext cx="2686050" cy="1120775"/>
        </p:xfrm>
        <a:graphic>
          <a:graphicData uri="http://schemas.openxmlformats.org/presentationml/2006/ole">
            <mc:AlternateContent xmlns:mc="http://schemas.openxmlformats.org/markup-compatibility/2006">
              <mc:Choice xmlns:v="urn:schemas-microsoft-com:vml" Requires="v">
                <p:oleObj spid="_x0000_s223329" name="Equation" r:id="rId13" imgW="1206500" imgH="508000" progId="Equation.DSMT4">
                  <p:embed/>
                </p:oleObj>
              </mc:Choice>
              <mc:Fallback>
                <p:oleObj name="Equation" r:id="rId13" imgW="1206500" imgH="508000" progId="Equation.DSMT4">
                  <p:embed/>
                  <p:pic>
                    <p:nvPicPr>
                      <p:cNvPr id="326677" name="Object 21"/>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372225" y="2092325"/>
                        <a:ext cx="2686050" cy="1120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206" name="Rectangle 22"/>
          <p:cNvSpPr>
            <a:spLocks noChangeArrowheads="1"/>
          </p:cNvSpPr>
          <p:nvPr/>
        </p:nvSpPr>
        <p:spPr bwMode="auto">
          <a:xfrm>
            <a:off x="0" y="34655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kumimoji="1" sz="2400">
                <a:solidFill>
                  <a:schemeClr val="tx1"/>
                </a:solidFill>
                <a:latin typeface="Times New Roman" panose="02020603050405020304" pitchFamily="18" charset="0"/>
                <a:ea typeface="华文楷体" panose="02010600040101010101" pitchFamily="2" charset="-122"/>
              </a:defRPr>
            </a:lvl1pPr>
            <a:lvl2pPr marL="742950" indent="-28575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2pPr>
            <a:lvl3pPr marL="11430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1800" b="0" i="0" u="none" strike="noStrike" kern="1200" cap="none" spc="0" normalizeH="0" baseline="0" noProof="0">
              <a:ln>
                <a:noFill/>
              </a:ln>
              <a:solidFill>
                <a:srgbClr val="000000"/>
              </a:solidFill>
              <a:effectLst/>
              <a:uLnTx/>
              <a:uFillTx/>
              <a:latin typeface="幼圆" panose="02010509060101010101" pitchFamily="49" charset="-122"/>
              <a:ea typeface="幼圆" panose="02010509060101010101" pitchFamily="49" charset="-122"/>
              <a:cs typeface="+mn-cs"/>
            </a:endParaRPr>
          </a:p>
        </p:txBody>
      </p:sp>
      <p:graphicFrame>
        <p:nvGraphicFramePr>
          <p:cNvPr id="326679" name="Object 23"/>
          <p:cNvGraphicFramePr>
            <a:graphicFrameLocks noChangeAspect="1"/>
          </p:cNvGraphicFramePr>
          <p:nvPr/>
        </p:nvGraphicFramePr>
        <p:xfrm>
          <a:off x="2843213" y="3821113"/>
          <a:ext cx="2559050" cy="1120775"/>
        </p:xfrm>
        <a:graphic>
          <a:graphicData uri="http://schemas.openxmlformats.org/presentationml/2006/ole">
            <mc:AlternateContent xmlns:mc="http://schemas.openxmlformats.org/markup-compatibility/2006">
              <mc:Choice xmlns:v="urn:schemas-microsoft-com:vml" Requires="v">
                <p:oleObj spid="_x0000_s223330" name="Equation" r:id="rId15" imgW="1155700" imgH="508000" progId="Equation.DSMT4">
                  <p:embed/>
                </p:oleObj>
              </mc:Choice>
              <mc:Fallback>
                <p:oleObj name="Equation" r:id="rId15" imgW="1155700" imgH="508000" progId="Equation.DSMT4">
                  <p:embed/>
                  <p:pic>
                    <p:nvPicPr>
                      <p:cNvPr id="326679" name="Object 23"/>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843213" y="3821113"/>
                        <a:ext cx="2559050" cy="1120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208" name="Rectangle 24"/>
          <p:cNvSpPr>
            <a:spLocks noChangeArrowheads="1"/>
          </p:cNvSpPr>
          <p:nvPr/>
        </p:nvSpPr>
        <p:spPr bwMode="auto">
          <a:xfrm>
            <a:off x="0" y="34655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kumimoji="1" sz="2400">
                <a:solidFill>
                  <a:schemeClr val="tx1"/>
                </a:solidFill>
                <a:latin typeface="Times New Roman" panose="02020603050405020304" pitchFamily="18" charset="0"/>
                <a:ea typeface="华文楷体" panose="02010600040101010101" pitchFamily="2" charset="-122"/>
              </a:defRPr>
            </a:lvl1pPr>
            <a:lvl2pPr marL="742950" indent="-28575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2pPr>
            <a:lvl3pPr marL="11430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1800" b="0" i="0" u="none" strike="noStrike" kern="1200" cap="none" spc="0" normalizeH="0" baseline="0" noProof="0">
              <a:ln>
                <a:noFill/>
              </a:ln>
              <a:solidFill>
                <a:srgbClr val="000000"/>
              </a:solidFill>
              <a:effectLst/>
              <a:uLnTx/>
              <a:uFillTx/>
              <a:latin typeface="幼圆" panose="02010509060101010101" pitchFamily="49" charset="-122"/>
              <a:ea typeface="幼圆" panose="02010509060101010101" pitchFamily="49" charset="-122"/>
              <a:cs typeface="+mn-cs"/>
            </a:endParaRPr>
          </a:p>
        </p:txBody>
      </p:sp>
      <p:graphicFrame>
        <p:nvGraphicFramePr>
          <p:cNvPr id="326681" name="Object 25"/>
          <p:cNvGraphicFramePr>
            <a:graphicFrameLocks noChangeAspect="1"/>
          </p:cNvGraphicFramePr>
          <p:nvPr/>
        </p:nvGraphicFramePr>
        <p:xfrm>
          <a:off x="6088063" y="3716338"/>
          <a:ext cx="2876550" cy="1120775"/>
        </p:xfrm>
        <a:graphic>
          <a:graphicData uri="http://schemas.openxmlformats.org/presentationml/2006/ole">
            <mc:AlternateContent xmlns:mc="http://schemas.openxmlformats.org/markup-compatibility/2006">
              <mc:Choice xmlns:v="urn:schemas-microsoft-com:vml" Requires="v">
                <p:oleObj spid="_x0000_s223331" name="Equation" r:id="rId17" imgW="1295400" imgH="508000" progId="Equation.DSMT4">
                  <p:embed/>
                </p:oleObj>
              </mc:Choice>
              <mc:Fallback>
                <p:oleObj name="Equation" r:id="rId17" imgW="1295400" imgH="508000" progId="Equation.DSMT4">
                  <p:embed/>
                  <p:pic>
                    <p:nvPicPr>
                      <p:cNvPr id="326681" name="Object 25"/>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6088063" y="3716338"/>
                        <a:ext cx="2876550" cy="1120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210" name="Rectangle 26"/>
          <p:cNvSpPr>
            <a:spLocks noChangeArrowheads="1"/>
          </p:cNvSpPr>
          <p:nvPr/>
        </p:nvSpPr>
        <p:spPr bwMode="auto">
          <a:xfrm>
            <a:off x="0" y="34655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kumimoji="1" sz="2400">
                <a:solidFill>
                  <a:schemeClr val="tx1"/>
                </a:solidFill>
                <a:latin typeface="Times New Roman" panose="02020603050405020304" pitchFamily="18" charset="0"/>
                <a:ea typeface="华文楷体" panose="02010600040101010101" pitchFamily="2" charset="-122"/>
              </a:defRPr>
            </a:lvl1pPr>
            <a:lvl2pPr marL="742950" indent="-28575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2pPr>
            <a:lvl3pPr marL="11430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1800" b="0" i="0" u="none" strike="noStrike" kern="1200" cap="none" spc="0" normalizeH="0" baseline="0" noProof="0">
              <a:ln>
                <a:noFill/>
              </a:ln>
              <a:solidFill>
                <a:srgbClr val="000000"/>
              </a:solidFill>
              <a:effectLst/>
              <a:uLnTx/>
              <a:uFillTx/>
              <a:latin typeface="幼圆" panose="02010509060101010101" pitchFamily="49" charset="-122"/>
              <a:ea typeface="幼圆" panose="02010509060101010101" pitchFamily="49" charset="-122"/>
              <a:cs typeface="+mn-cs"/>
            </a:endParaRPr>
          </a:p>
        </p:txBody>
      </p:sp>
      <p:graphicFrame>
        <p:nvGraphicFramePr>
          <p:cNvPr id="326683" name="Object 27"/>
          <p:cNvGraphicFramePr>
            <a:graphicFrameLocks noChangeAspect="1"/>
          </p:cNvGraphicFramePr>
          <p:nvPr/>
        </p:nvGraphicFramePr>
        <p:xfrm>
          <a:off x="2843213" y="5262563"/>
          <a:ext cx="2960687" cy="1120775"/>
        </p:xfrm>
        <a:graphic>
          <a:graphicData uri="http://schemas.openxmlformats.org/presentationml/2006/ole">
            <mc:AlternateContent xmlns:mc="http://schemas.openxmlformats.org/markup-compatibility/2006">
              <mc:Choice xmlns:v="urn:schemas-microsoft-com:vml" Requires="v">
                <p:oleObj spid="_x0000_s223332" name="Equation" r:id="rId19" imgW="1333500" imgH="508000" progId="Equation.DSMT4">
                  <p:embed/>
                </p:oleObj>
              </mc:Choice>
              <mc:Fallback>
                <p:oleObj name="Equation" r:id="rId19" imgW="1333500" imgH="508000" progId="Equation.DSMT4">
                  <p:embed/>
                  <p:pic>
                    <p:nvPicPr>
                      <p:cNvPr id="326683" name="Object 27"/>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2843213" y="5262563"/>
                        <a:ext cx="2960687" cy="1120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26684" name="Object 28"/>
          <p:cNvGraphicFramePr>
            <a:graphicFrameLocks noChangeAspect="1"/>
          </p:cNvGraphicFramePr>
          <p:nvPr/>
        </p:nvGraphicFramePr>
        <p:xfrm>
          <a:off x="6126163" y="5334000"/>
          <a:ext cx="2938462" cy="1120775"/>
        </p:xfrm>
        <a:graphic>
          <a:graphicData uri="http://schemas.openxmlformats.org/presentationml/2006/ole">
            <mc:AlternateContent xmlns:mc="http://schemas.openxmlformats.org/markup-compatibility/2006">
              <mc:Choice xmlns:v="urn:schemas-microsoft-com:vml" Requires="v">
                <p:oleObj spid="_x0000_s223333" name="Equation" r:id="rId21" imgW="1320800" imgH="508000" progId="Equation.DSMT4">
                  <p:embed/>
                </p:oleObj>
              </mc:Choice>
              <mc:Fallback>
                <p:oleObj name="Equation" r:id="rId21" imgW="1320800" imgH="508000" progId="Equation.DSMT4">
                  <p:embed/>
                  <p:pic>
                    <p:nvPicPr>
                      <p:cNvPr id="326684" name="Object 28"/>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6126163" y="5334000"/>
                        <a:ext cx="2938462" cy="1120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26685" name="Rectangle 29"/>
          <p:cNvSpPr>
            <a:spLocks noChangeArrowheads="1"/>
          </p:cNvSpPr>
          <p:nvPr/>
        </p:nvSpPr>
        <p:spPr bwMode="auto">
          <a:xfrm>
            <a:off x="6593229" y="1652588"/>
            <a:ext cx="203132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2400">
                <a:solidFill>
                  <a:schemeClr val="tx1"/>
                </a:solidFill>
                <a:latin typeface="Times New Roman" panose="02020603050405020304" pitchFamily="18" charset="0"/>
                <a:ea typeface="华文楷体" panose="02010600040101010101" pitchFamily="2" charset="-122"/>
              </a:defRPr>
            </a:lvl1pPr>
            <a:lvl2pPr marL="742950" indent="-28575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2pPr>
            <a:lvl3pPr marL="11430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i="0" u="none" strike="noStrike" kern="1200" cap="none" spc="0" normalizeH="0" baseline="0" noProof="0" dirty="0">
                <a:ln>
                  <a:noFill/>
                </a:ln>
                <a:solidFill>
                  <a:srgbClr val="3333CC"/>
                </a:solidFill>
                <a:effectLst/>
                <a:uLnTx/>
                <a:uFillTx/>
                <a:latin typeface="微软雅黑" panose="020B0503020204020204" pitchFamily="34" charset="-122"/>
                <a:ea typeface="微软雅黑" panose="020B0503020204020204" pitchFamily="34" charset="-122"/>
              </a:rPr>
              <a:t>阻抗参数方程</a:t>
            </a:r>
            <a:endParaRPr kumimoji="1" lang="en-US" altLang="zh-CN" sz="2400" i="0" u="none" strike="noStrike" kern="1200" cap="none" spc="0" normalizeH="0" baseline="0" noProof="0" dirty="0">
              <a:ln>
                <a:noFill/>
              </a:ln>
              <a:solidFill>
                <a:srgbClr val="3333CC"/>
              </a:solidFill>
              <a:effectLst/>
              <a:uLnTx/>
              <a:uFillTx/>
              <a:latin typeface="微软雅黑" panose="020B0503020204020204" pitchFamily="34" charset="-122"/>
              <a:ea typeface="微软雅黑" panose="020B0503020204020204" pitchFamily="34" charset="-122"/>
            </a:endParaRPr>
          </a:p>
        </p:txBody>
      </p:sp>
      <p:sp>
        <p:nvSpPr>
          <p:cNvPr id="326686" name="Rectangle 30"/>
          <p:cNvSpPr>
            <a:spLocks noChangeArrowheads="1"/>
          </p:cNvSpPr>
          <p:nvPr/>
        </p:nvSpPr>
        <p:spPr bwMode="auto">
          <a:xfrm>
            <a:off x="6647996" y="3141663"/>
            <a:ext cx="203132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2400">
                <a:solidFill>
                  <a:schemeClr val="tx1"/>
                </a:solidFill>
                <a:latin typeface="Times New Roman" panose="02020603050405020304" pitchFamily="18" charset="0"/>
                <a:ea typeface="华文楷体" panose="02010600040101010101" pitchFamily="2" charset="-122"/>
              </a:defRPr>
            </a:lvl1pPr>
            <a:lvl2pPr marL="742950" indent="-28575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2pPr>
            <a:lvl3pPr marL="11430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9pPr>
          </a:lstStyle>
          <a:p>
            <a:pPr lvl="0" eaLnBrk="1" hangingPunct="1">
              <a:spcBef>
                <a:spcPct val="0"/>
              </a:spcBef>
              <a:buNone/>
              <a:defRPr/>
            </a:pPr>
            <a:r>
              <a:rPr lang="zh-CN" altLang="en-US" dirty="0">
                <a:solidFill>
                  <a:srgbClr val="3333CC"/>
                </a:solidFill>
                <a:latin typeface="微软雅黑" panose="020B0503020204020204" pitchFamily="34" charset="-122"/>
                <a:ea typeface="微软雅黑" panose="020B0503020204020204" pitchFamily="34" charset="-122"/>
              </a:rPr>
              <a:t>导纳参数方程</a:t>
            </a:r>
            <a:endParaRPr lang="en-US" altLang="zh-CN" dirty="0">
              <a:solidFill>
                <a:srgbClr val="3333CC"/>
              </a:solidFill>
              <a:latin typeface="微软雅黑" panose="020B0503020204020204" pitchFamily="34" charset="-122"/>
              <a:ea typeface="微软雅黑" panose="020B0503020204020204" pitchFamily="34" charset="-122"/>
            </a:endParaRPr>
          </a:p>
        </p:txBody>
      </p:sp>
      <p:sp>
        <p:nvSpPr>
          <p:cNvPr id="326687" name="Rectangle 31"/>
          <p:cNvSpPr>
            <a:spLocks noChangeArrowheads="1"/>
          </p:cNvSpPr>
          <p:nvPr/>
        </p:nvSpPr>
        <p:spPr bwMode="auto">
          <a:xfrm>
            <a:off x="4572000" y="4797425"/>
            <a:ext cx="40798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2400">
                <a:solidFill>
                  <a:schemeClr val="tx1"/>
                </a:solidFill>
                <a:latin typeface="Times New Roman" panose="02020603050405020304" pitchFamily="18" charset="0"/>
                <a:ea typeface="华文楷体" panose="02010600040101010101" pitchFamily="2" charset="-122"/>
              </a:defRPr>
            </a:lvl1pPr>
            <a:lvl2pPr marL="742950" indent="-28575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2pPr>
            <a:lvl3pPr marL="11430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i="0" u="none" strike="noStrike" kern="1200" cap="none" spc="0" normalizeH="0" baseline="0" noProof="0" dirty="0">
                <a:ln>
                  <a:noFill/>
                </a:ln>
                <a:solidFill>
                  <a:srgbClr val="3333CC"/>
                </a:solidFill>
                <a:effectLst/>
                <a:uLnTx/>
                <a:uFillTx/>
                <a:latin typeface="微软雅黑" panose="020B0503020204020204" pitchFamily="34" charset="-122"/>
                <a:ea typeface="微软雅黑" panose="020B0503020204020204" pitchFamily="34" charset="-122"/>
              </a:rPr>
              <a:t>混和参数方程</a:t>
            </a:r>
          </a:p>
        </p:txBody>
      </p:sp>
      <p:sp>
        <p:nvSpPr>
          <p:cNvPr id="326688" name="Rectangle 32"/>
          <p:cNvSpPr>
            <a:spLocks noChangeArrowheads="1"/>
          </p:cNvSpPr>
          <p:nvPr/>
        </p:nvSpPr>
        <p:spPr bwMode="auto">
          <a:xfrm>
            <a:off x="5033507" y="6308725"/>
            <a:ext cx="203132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2400">
                <a:solidFill>
                  <a:schemeClr val="tx1"/>
                </a:solidFill>
                <a:latin typeface="Times New Roman" panose="02020603050405020304" pitchFamily="18" charset="0"/>
                <a:ea typeface="华文楷体" panose="02010600040101010101" pitchFamily="2" charset="-122"/>
              </a:defRPr>
            </a:lvl1pPr>
            <a:lvl2pPr marL="742950" indent="-28575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2pPr>
            <a:lvl3pPr marL="11430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i="0" u="none" strike="noStrike" kern="1200" cap="none" spc="0" normalizeH="0" baseline="0" noProof="0" dirty="0">
                <a:ln>
                  <a:noFill/>
                </a:ln>
                <a:solidFill>
                  <a:srgbClr val="3333CC"/>
                </a:solidFill>
                <a:effectLst/>
                <a:uLnTx/>
                <a:uFillTx/>
                <a:latin typeface="微软雅黑" panose="020B0503020204020204" pitchFamily="34" charset="-122"/>
                <a:ea typeface="微软雅黑" panose="020B0503020204020204" pitchFamily="34" charset="-122"/>
              </a:rPr>
              <a:t>传输参数方程</a:t>
            </a:r>
          </a:p>
        </p:txBody>
      </p:sp>
      <p:grpSp>
        <p:nvGrpSpPr>
          <p:cNvPr id="326689" name="Group 33"/>
          <p:cNvGrpSpPr>
            <a:grpSpLocks/>
          </p:cNvGrpSpPr>
          <p:nvPr/>
        </p:nvGrpSpPr>
        <p:grpSpPr bwMode="auto">
          <a:xfrm>
            <a:off x="2736850" y="766763"/>
            <a:ext cx="6372225" cy="5830887"/>
            <a:chOff x="1746" y="301"/>
            <a:chExt cx="4014" cy="3673"/>
          </a:xfrm>
        </p:grpSpPr>
        <p:grpSp>
          <p:nvGrpSpPr>
            <p:cNvPr id="8219" name="Group 34"/>
            <p:cNvGrpSpPr>
              <a:grpSpLocks/>
            </p:cNvGrpSpPr>
            <p:nvPr/>
          </p:nvGrpSpPr>
          <p:grpSpPr bwMode="auto">
            <a:xfrm>
              <a:off x="1746" y="301"/>
              <a:ext cx="2086" cy="3673"/>
              <a:chOff x="1837" y="165"/>
              <a:chExt cx="2086" cy="3673"/>
            </a:xfrm>
          </p:grpSpPr>
          <p:sp>
            <p:nvSpPr>
              <p:cNvPr id="8223" name="Line 35"/>
              <p:cNvSpPr>
                <a:spLocks noChangeShapeType="1"/>
              </p:cNvSpPr>
              <p:nvPr/>
            </p:nvSpPr>
            <p:spPr bwMode="auto">
              <a:xfrm>
                <a:off x="3923" y="165"/>
                <a:ext cx="0" cy="1814"/>
              </a:xfrm>
              <a:prstGeom prst="line">
                <a:avLst/>
              </a:prstGeom>
              <a:noFill/>
              <a:ln w="952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1800" b="0" i="0" u="none" strike="noStrike" kern="1200" cap="none" spc="0" normalizeH="0" baseline="0" noProof="0">
                  <a:ln>
                    <a:noFill/>
                  </a:ln>
                  <a:solidFill>
                    <a:srgbClr val="000000"/>
                  </a:solidFill>
                  <a:effectLst/>
                  <a:uLnTx/>
                  <a:uFillTx/>
                  <a:latin typeface="幼圆" panose="02010509060101010101" pitchFamily="49" charset="-122"/>
                  <a:ea typeface="幼圆" panose="02010509060101010101" pitchFamily="49" charset="-122"/>
                  <a:cs typeface="+mn-cs"/>
                </a:endParaRPr>
              </a:p>
            </p:txBody>
          </p:sp>
          <p:sp>
            <p:nvSpPr>
              <p:cNvPr id="8224" name="Line 36"/>
              <p:cNvSpPr>
                <a:spLocks noChangeShapeType="1"/>
              </p:cNvSpPr>
              <p:nvPr/>
            </p:nvSpPr>
            <p:spPr bwMode="auto">
              <a:xfrm>
                <a:off x="1837" y="1979"/>
                <a:ext cx="2086" cy="0"/>
              </a:xfrm>
              <a:prstGeom prst="line">
                <a:avLst/>
              </a:prstGeom>
              <a:noFill/>
              <a:ln w="952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1800" b="0" i="0" u="none" strike="noStrike" kern="1200" cap="none" spc="0" normalizeH="0" baseline="0" noProof="0">
                  <a:ln>
                    <a:noFill/>
                  </a:ln>
                  <a:solidFill>
                    <a:srgbClr val="000000"/>
                  </a:solidFill>
                  <a:effectLst/>
                  <a:uLnTx/>
                  <a:uFillTx/>
                  <a:latin typeface="幼圆" panose="02010509060101010101" pitchFamily="49" charset="-122"/>
                  <a:ea typeface="幼圆" panose="02010509060101010101" pitchFamily="49" charset="-122"/>
                  <a:cs typeface="+mn-cs"/>
                </a:endParaRPr>
              </a:p>
            </p:txBody>
          </p:sp>
          <p:sp>
            <p:nvSpPr>
              <p:cNvPr id="8225" name="Line 37"/>
              <p:cNvSpPr>
                <a:spLocks noChangeShapeType="1"/>
              </p:cNvSpPr>
              <p:nvPr/>
            </p:nvSpPr>
            <p:spPr bwMode="auto">
              <a:xfrm>
                <a:off x="1882" y="1979"/>
                <a:ext cx="0" cy="1859"/>
              </a:xfrm>
              <a:prstGeom prst="line">
                <a:avLst/>
              </a:prstGeom>
              <a:noFill/>
              <a:ln w="952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1800" b="0" i="0" u="none" strike="noStrike" kern="1200" cap="none" spc="0" normalizeH="0" baseline="0" noProof="0">
                  <a:ln>
                    <a:noFill/>
                  </a:ln>
                  <a:solidFill>
                    <a:srgbClr val="000000"/>
                  </a:solidFill>
                  <a:effectLst/>
                  <a:uLnTx/>
                  <a:uFillTx/>
                  <a:latin typeface="幼圆" panose="02010509060101010101" pitchFamily="49" charset="-122"/>
                  <a:ea typeface="幼圆" panose="02010509060101010101" pitchFamily="49" charset="-122"/>
                  <a:cs typeface="+mn-cs"/>
                </a:endParaRPr>
              </a:p>
            </p:txBody>
          </p:sp>
        </p:grpSp>
        <p:sp>
          <p:nvSpPr>
            <p:cNvPr id="8220" name="Line 38"/>
            <p:cNvSpPr>
              <a:spLocks noChangeShapeType="1"/>
            </p:cNvSpPr>
            <p:nvPr/>
          </p:nvSpPr>
          <p:spPr bwMode="auto">
            <a:xfrm>
              <a:off x="3833" y="1117"/>
              <a:ext cx="1927" cy="0"/>
            </a:xfrm>
            <a:prstGeom prst="line">
              <a:avLst/>
            </a:prstGeom>
            <a:noFill/>
            <a:ln w="952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1800" b="0" i="0" u="none" strike="noStrike" kern="1200" cap="none" spc="0" normalizeH="0" baseline="0" noProof="0">
                <a:ln>
                  <a:noFill/>
                </a:ln>
                <a:solidFill>
                  <a:srgbClr val="000000"/>
                </a:solidFill>
                <a:effectLst/>
                <a:uLnTx/>
                <a:uFillTx/>
                <a:latin typeface="幼圆" panose="02010509060101010101" pitchFamily="49" charset="-122"/>
                <a:ea typeface="幼圆" panose="02010509060101010101" pitchFamily="49" charset="-122"/>
                <a:cs typeface="+mn-cs"/>
              </a:endParaRPr>
            </a:p>
          </p:txBody>
        </p:sp>
        <p:sp>
          <p:nvSpPr>
            <p:cNvPr id="8221" name="Line 39"/>
            <p:cNvSpPr>
              <a:spLocks noChangeShapeType="1"/>
            </p:cNvSpPr>
            <p:nvPr/>
          </p:nvSpPr>
          <p:spPr bwMode="auto">
            <a:xfrm>
              <a:off x="3833" y="2115"/>
              <a:ext cx="1927" cy="0"/>
            </a:xfrm>
            <a:prstGeom prst="line">
              <a:avLst/>
            </a:prstGeom>
            <a:noFill/>
            <a:ln w="952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1800" b="0" i="0" u="none" strike="noStrike" kern="1200" cap="none" spc="0" normalizeH="0" baseline="0" noProof="0">
                <a:ln>
                  <a:noFill/>
                </a:ln>
                <a:solidFill>
                  <a:srgbClr val="000000"/>
                </a:solidFill>
                <a:effectLst/>
                <a:uLnTx/>
                <a:uFillTx/>
                <a:latin typeface="幼圆" panose="02010509060101010101" pitchFamily="49" charset="-122"/>
                <a:ea typeface="幼圆" panose="02010509060101010101" pitchFamily="49" charset="-122"/>
                <a:cs typeface="+mn-cs"/>
              </a:endParaRPr>
            </a:p>
          </p:txBody>
        </p:sp>
        <p:sp>
          <p:nvSpPr>
            <p:cNvPr id="8222" name="Line 40"/>
            <p:cNvSpPr>
              <a:spLocks noChangeShapeType="1"/>
            </p:cNvSpPr>
            <p:nvPr/>
          </p:nvSpPr>
          <p:spPr bwMode="auto">
            <a:xfrm>
              <a:off x="1791" y="3113"/>
              <a:ext cx="3969" cy="0"/>
            </a:xfrm>
            <a:prstGeom prst="line">
              <a:avLst/>
            </a:prstGeom>
            <a:noFill/>
            <a:ln w="952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1800" b="0" i="0" u="none" strike="noStrike" kern="1200" cap="none" spc="0" normalizeH="0" baseline="0" noProof="0">
                <a:ln>
                  <a:noFill/>
                </a:ln>
                <a:solidFill>
                  <a:srgbClr val="000000"/>
                </a:solidFill>
                <a:effectLst/>
                <a:uLnTx/>
                <a:uFillTx/>
                <a:latin typeface="幼圆" panose="02010509060101010101" pitchFamily="49" charset="-122"/>
                <a:ea typeface="幼圆" panose="02010509060101010101" pitchFamily="49" charset="-122"/>
                <a:cs typeface="+mn-cs"/>
              </a:endParaRPr>
            </a:p>
          </p:txBody>
        </p:sp>
      </p:grpSp>
    </p:spTree>
    <p:extLst>
      <p:ext uri="{BB962C8B-B14F-4D97-AF65-F5344CB8AC3E}">
        <p14:creationId xmlns:p14="http://schemas.microsoft.com/office/powerpoint/2010/main" val="364439123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2666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26668"/>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26671"/>
                                        </p:tgtEl>
                                        <p:attrNameLst>
                                          <p:attrName>style.visibility</p:attrName>
                                        </p:attrNameLst>
                                      </p:cBhvr>
                                      <p:to>
                                        <p:strVal val="visible"/>
                                      </p:to>
                                    </p:set>
                                  </p:childTnLst>
                                </p:cTn>
                              </p:par>
                            </p:childTnLst>
                          </p:cTn>
                        </p:par>
                        <p:par>
                          <p:cTn id="15" fill="hold" nodeType="afterGroup">
                            <p:stCondLst>
                              <p:cond delay="0"/>
                            </p:stCondLst>
                            <p:childTnLst>
                              <p:par>
                                <p:cTn id="16" presetID="1" presetClass="entr" presetSubtype="0" fill="hold" nodeType="afterEffect">
                                  <p:stCondLst>
                                    <p:cond delay="0"/>
                                  </p:stCondLst>
                                  <p:childTnLst>
                                    <p:set>
                                      <p:cBhvr>
                                        <p:cTn id="17" dur="1" fill="hold">
                                          <p:stCondLst>
                                            <p:cond delay="0"/>
                                          </p:stCondLst>
                                        </p:cTn>
                                        <p:tgtEl>
                                          <p:spTgt spid="326689"/>
                                        </p:tgtEl>
                                        <p:attrNameLst>
                                          <p:attrName>style.visibility</p:attrName>
                                        </p:attrNameLst>
                                      </p:cBhvr>
                                      <p:to>
                                        <p:strVal val="visible"/>
                                      </p:to>
                                    </p:set>
                                  </p:childTnLst>
                                </p:cTn>
                              </p:par>
                            </p:childTnLst>
                          </p:cTn>
                        </p:par>
                      </p:childTnLst>
                    </p:cTn>
                  </p:par>
                  <p:par>
                    <p:cTn id="18" fill="hold" nodeType="clickPar">
                      <p:stCondLst>
                        <p:cond delay="indefinite"/>
                      </p:stCondLst>
                      <p:childTnLst>
                        <p:par>
                          <p:cTn id="19" fill="hold" nodeType="withGroup">
                            <p:stCondLst>
                              <p:cond delay="0"/>
                            </p:stCondLst>
                            <p:childTnLst>
                              <p:par>
                                <p:cTn id="20" presetID="1" presetClass="entr" presetSubtype="0" fill="hold" nodeType="clickEffect">
                                  <p:stCondLst>
                                    <p:cond delay="0"/>
                                  </p:stCondLst>
                                  <p:childTnLst>
                                    <p:set>
                                      <p:cBhvr>
                                        <p:cTn id="21" dur="1" fill="hold">
                                          <p:stCondLst>
                                            <p:cond delay="0"/>
                                          </p:stCondLst>
                                        </p:cTn>
                                        <p:tgtEl>
                                          <p:spTgt spid="326675"/>
                                        </p:tgtEl>
                                        <p:attrNameLst>
                                          <p:attrName>style.visibility</p:attrName>
                                        </p:attrNameLst>
                                      </p:cBhvr>
                                      <p:to>
                                        <p:strVal val="visible"/>
                                      </p:to>
                                    </p:set>
                                  </p:childTnLst>
                                </p:cTn>
                              </p:par>
                            </p:childTnLst>
                          </p:cTn>
                        </p:par>
                      </p:childTnLst>
                    </p:cTn>
                  </p:par>
                  <p:par>
                    <p:cTn id="22" fill="hold" nodeType="clickPar">
                      <p:stCondLst>
                        <p:cond delay="indefinite"/>
                      </p:stCondLst>
                      <p:childTnLst>
                        <p:par>
                          <p:cTn id="23" fill="hold" nodeType="withGroup">
                            <p:stCondLst>
                              <p:cond delay="0"/>
                            </p:stCondLst>
                            <p:childTnLst>
                              <p:par>
                                <p:cTn id="24" presetID="1" presetClass="entr" presetSubtype="0" fill="hold" nodeType="clickEffect">
                                  <p:stCondLst>
                                    <p:cond delay="0"/>
                                  </p:stCondLst>
                                  <p:childTnLst>
                                    <p:set>
                                      <p:cBhvr>
                                        <p:cTn id="25" dur="1" fill="hold">
                                          <p:stCondLst>
                                            <p:cond delay="0"/>
                                          </p:stCondLst>
                                        </p:cTn>
                                        <p:tgtEl>
                                          <p:spTgt spid="326677"/>
                                        </p:tgtEl>
                                        <p:attrNameLst>
                                          <p:attrName>style.visibility</p:attrName>
                                        </p:attrNameLst>
                                      </p:cBhvr>
                                      <p:to>
                                        <p:strVal val="visible"/>
                                      </p:to>
                                    </p:set>
                                  </p:childTnLst>
                                </p:cTn>
                              </p:par>
                            </p:childTnLst>
                          </p:cTn>
                        </p:par>
                      </p:childTnLst>
                    </p:cTn>
                  </p:par>
                  <p:par>
                    <p:cTn id="26" fill="hold" nodeType="clickPar">
                      <p:stCondLst>
                        <p:cond delay="indefinite"/>
                      </p:stCondLst>
                      <p:childTnLst>
                        <p:par>
                          <p:cTn id="27" fill="hold" nodeType="withGroup">
                            <p:stCondLst>
                              <p:cond delay="0"/>
                            </p:stCondLst>
                            <p:childTnLst>
                              <p:par>
                                <p:cTn id="28" presetID="1" presetClass="entr" presetSubtype="0" fill="hold" nodeType="clickEffect">
                                  <p:stCondLst>
                                    <p:cond delay="0"/>
                                  </p:stCondLst>
                                  <p:childTnLst>
                                    <p:set>
                                      <p:cBhvr>
                                        <p:cTn id="29" dur="1" fill="hold">
                                          <p:stCondLst>
                                            <p:cond delay="0"/>
                                          </p:stCondLst>
                                        </p:cTn>
                                        <p:tgtEl>
                                          <p:spTgt spid="326679"/>
                                        </p:tgtEl>
                                        <p:attrNameLst>
                                          <p:attrName>style.visibility</p:attrName>
                                        </p:attrNameLst>
                                      </p:cBhvr>
                                      <p:to>
                                        <p:strVal val="visible"/>
                                      </p:to>
                                    </p:set>
                                  </p:childTnLst>
                                </p:cTn>
                              </p:par>
                            </p:childTnLst>
                          </p:cTn>
                        </p:par>
                      </p:childTnLst>
                    </p:cTn>
                  </p:par>
                  <p:par>
                    <p:cTn id="30" fill="hold" nodeType="clickPar">
                      <p:stCondLst>
                        <p:cond delay="indefinite"/>
                      </p:stCondLst>
                      <p:childTnLst>
                        <p:par>
                          <p:cTn id="31" fill="hold" nodeType="withGroup">
                            <p:stCondLst>
                              <p:cond delay="0"/>
                            </p:stCondLst>
                            <p:childTnLst>
                              <p:par>
                                <p:cTn id="32" presetID="1" presetClass="entr" presetSubtype="0" fill="hold" nodeType="clickEffect">
                                  <p:stCondLst>
                                    <p:cond delay="0"/>
                                  </p:stCondLst>
                                  <p:childTnLst>
                                    <p:set>
                                      <p:cBhvr>
                                        <p:cTn id="33" dur="1" fill="hold">
                                          <p:stCondLst>
                                            <p:cond delay="0"/>
                                          </p:stCondLst>
                                        </p:cTn>
                                        <p:tgtEl>
                                          <p:spTgt spid="326681"/>
                                        </p:tgtEl>
                                        <p:attrNameLst>
                                          <p:attrName>style.visibility</p:attrName>
                                        </p:attrNameLst>
                                      </p:cBhvr>
                                      <p:to>
                                        <p:strVal val="visible"/>
                                      </p:to>
                                    </p:set>
                                  </p:childTnLst>
                                </p:cTn>
                              </p:par>
                            </p:childTnLst>
                          </p:cTn>
                        </p:par>
                      </p:childTnLst>
                    </p:cTn>
                  </p:par>
                  <p:par>
                    <p:cTn id="34" fill="hold" nodeType="clickPar">
                      <p:stCondLst>
                        <p:cond delay="indefinite"/>
                      </p:stCondLst>
                      <p:childTnLst>
                        <p:par>
                          <p:cTn id="35" fill="hold" nodeType="withGroup">
                            <p:stCondLst>
                              <p:cond delay="0"/>
                            </p:stCondLst>
                            <p:childTnLst>
                              <p:par>
                                <p:cTn id="36" presetID="1" presetClass="entr" presetSubtype="0" fill="hold" nodeType="clickEffect">
                                  <p:stCondLst>
                                    <p:cond delay="0"/>
                                  </p:stCondLst>
                                  <p:childTnLst>
                                    <p:set>
                                      <p:cBhvr>
                                        <p:cTn id="37" dur="1" fill="hold">
                                          <p:stCondLst>
                                            <p:cond delay="0"/>
                                          </p:stCondLst>
                                        </p:cTn>
                                        <p:tgtEl>
                                          <p:spTgt spid="326683"/>
                                        </p:tgtEl>
                                        <p:attrNameLst>
                                          <p:attrName>style.visibility</p:attrName>
                                        </p:attrNameLst>
                                      </p:cBhvr>
                                      <p:to>
                                        <p:strVal val="visible"/>
                                      </p:to>
                                    </p:set>
                                  </p:childTnLst>
                                </p:cTn>
                              </p:par>
                            </p:childTnLst>
                          </p:cTn>
                        </p:par>
                      </p:childTnLst>
                    </p:cTn>
                  </p:par>
                  <p:par>
                    <p:cTn id="38" fill="hold" nodeType="clickPar">
                      <p:stCondLst>
                        <p:cond delay="indefinite"/>
                      </p:stCondLst>
                      <p:childTnLst>
                        <p:par>
                          <p:cTn id="39" fill="hold" nodeType="withGroup">
                            <p:stCondLst>
                              <p:cond delay="0"/>
                            </p:stCondLst>
                            <p:childTnLst>
                              <p:par>
                                <p:cTn id="40" presetID="1" presetClass="entr" presetSubtype="0" fill="hold" nodeType="clickEffect">
                                  <p:stCondLst>
                                    <p:cond delay="0"/>
                                  </p:stCondLst>
                                  <p:childTnLst>
                                    <p:set>
                                      <p:cBhvr>
                                        <p:cTn id="41" dur="1" fill="hold">
                                          <p:stCondLst>
                                            <p:cond delay="0"/>
                                          </p:stCondLst>
                                        </p:cTn>
                                        <p:tgtEl>
                                          <p:spTgt spid="326684"/>
                                        </p:tgtEl>
                                        <p:attrNameLst>
                                          <p:attrName>style.visibility</p:attrName>
                                        </p:attrNameLst>
                                      </p:cBhvr>
                                      <p:to>
                                        <p:strVal val="visible"/>
                                      </p:to>
                                    </p:set>
                                  </p:childTnLst>
                                </p:cTn>
                              </p:par>
                            </p:childTnLst>
                          </p:cTn>
                        </p:par>
                      </p:childTnLst>
                    </p:cTn>
                  </p:par>
                  <p:par>
                    <p:cTn id="42" fill="hold" nodeType="clickPar">
                      <p:stCondLst>
                        <p:cond delay="indefinite"/>
                      </p:stCondLst>
                      <p:childTnLst>
                        <p:par>
                          <p:cTn id="43" fill="hold" nodeType="withGroup">
                            <p:stCondLst>
                              <p:cond delay="0"/>
                            </p:stCondLst>
                            <p:childTnLst>
                              <p:par>
                                <p:cTn id="44" presetID="1" presetClass="entr" presetSubtype="0" fill="hold" grpId="0" nodeType="clickEffect">
                                  <p:stCondLst>
                                    <p:cond delay="0"/>
                                  </p:stCondLst>
                                  <p:childTnLst>
                                    <p:set>
                                      <p:cBhvr>
                                        <p:cTn id="45" dur="1" fill="hold">
                                          <p:stCondLst>
                                            <p:cond delay="0"/>
                                          </p:stCondLst>
                                        </p:cTn>
                                        <p:tgtEl>
                                          <p:spTgt spid="326685"/>
                                        </p:tgtEl>
                                        <p:attrNameLst>
                                          <p:attrName>style.visibility</p:attrName>
                                        </p:attrNameLst>
                                      </p:cBhvr>
                                      <p:to>
                                        <p:strVal val="visible"/>
                                      </p:to>
                                    </p:set>
                                  </p:childTnLst>
                                </p:cTn>
                              </p:par>
                            </p:childTnLst>
                          </p:cTn>
                        </p:par>
                      </p:childTnLst>
                    </p:cTn>
                  </p:par>
                  <p:par>
                    <p:cTn id="46" fill="hold" nodeType="clickPar">
                      <p:stCondLst>
                        <p:cond delay="indefinite"/>
                      </p:stCondLst>
                      <p:childTnLst>
                        <p:par>
                          <p:cTn id="47" fill="hold" nodeType="withGroup">
                            <p:stCondLst>
                              <p:cond delay="0"/>
                            </p:stCondLst>
                            <p:childTnLst>
                              <p:par>
                                <p:cTn id="48" presetID="1" presetClass="entr" presetSubtype="0" fill="hold" grpId="0" nodeType="clickEffect">
                                  <p:stCondLst>
                                    <p:cond delay="0"/>
                                  </p:stCondLst>
                                  <p:childTnLst>
                                    <p:set>
                                      <p:cBhvr>
                                        <p:cTn id="49" dur="1" fill="hold">
                                          <p:stCondLst>
                                            <p:cond delay="0"/>
                                          </p:stCondLst>
                                        </p:cTn>
                                        <p:tgtEl>
                                          <p:spTgt spid="326686"/>
                                        </p:tgtEl>
                                        <p:attrNameLst>
                                          <p:attrName>style.visibility</p:attrName>
                                        </p:attrNameLst>
                                      </p:cBhvr>
                                      <p:to>
                                        <p:strVal val="visible"/>
                                      </p:to>
                                    </p:set>
                                  </p:childTnLst>
                                </p:cTn>
                              </p:par>
                            </p:childTnLst>
                          </p:cTn>
                        </p:par>
                      </p:childTnLst>
                    </p:cTn>
                  </p:par>
                  <p:par>
                    <p:cTn id="50" fill="hold" nodeType="clickPar">
                      <p:stCondLst>
                        <p:cond delay="indefinite"/>
                      </p:stCondLst>
                      <p:childTnLst>
                        <p:par>
                          <p:cTn id="51" fill="hold" nodeType="withGroup">
                            <p:stCondLst>
                              <p:cond delay="0"/>
                            </p:stCondLst>
                            <p:childTnLst>
                              <p:par>
                                <p:cTn id="52" presetID="1" presetClass="entr" presetSubtype="0" fill="hold" grpId="0" nodeType="clickEffect">
                                  <p:stCondLst>
                                    <p:cond delay="0"/>
                                  </p:stCondLst>
                                  <p:childTnLst>
                                    <p:set>
                                      <p:cBhvr>
                                        <p:cTn id="53" dur="1" fill="hold">
                                          <p:stCondLst>
                                            <p:cond delay="0"/>
                                          </p:stCondLst>
                                        </p:cTn>
                                        <p:tgtEl>
                                          <p:spTgt spid="326687"/>
                                        </p:tgtEl>
                                        <p:attrNameLst>
                                          <p:attrName>style.visibility</p:attrName>
                                        </p:attrNameLst>
                                      </p:cBhvr>
                                      <p:to>
                                        <p:strVal val="visible"/>
                                      </p:to>
                                    </p:set>
                                  </p:childTnLst>
                                </p:cTn>
                              </p:par>
                            </p:childTnLst>
                          </p:cTn>
                        </p:par>
                      </p:childTnLst>
                    </p:cTn>
                  </p:par>
                  <p:par>
                    <p:cTn id="54" fill="hold" nodeType="clickPar">
                      <p:stCondLst>
                        <p:cond delay="indefinite"/>
                      </p:stCondLst>
                      <p:childTnLst>
                        <p:par>
                          <p:cTn id="55" fill="hold" nodeType="withGroup">
                            <p:stCondLst>
                              <p:cond delay="0"/>
                            </p:stCondLst>
                            <p:childTnLst>
                              <p:par>
                                <p:cTn id="56" presetID="1" presetClass="entr" presetSubtype="0" fill="hold" grpId="0" nodeType="clickEffect">
                                  <p:stCondLst>
                                    <p:cond delay="0"/>
                                  </p:stCondLst>
                                  <p:childTnLst>
                                    <p:set>
                                      <p:cBhvr>
                                        <p:cTn id="57" dur="1" fill="hold">
                                          <p:stCondLst>
                                            <p:cond delay="0"/>
                                          </p:stCondLst>
                                        </p:cTn>
                                        <p:tgtEl>
                                          <p:spTgt spid="32668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6685" grpId="0"/>
      <p:bldP spid="326686" grpId="0"/>
      <p:bldP spid="326687" grpId="0"/>
      <p:bldP spid="32668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1" name="Rectangle 5"/>
          <p:cNvSpPr>
            <a:spLocks noChangeArrowheads="1"/>
          </p:cNvSpPr>
          <p:nvPr/>
        </p:nvSpPr>
        <p:spPr bwMode="auto">
          <a:xfrm>
            <a:off x="0" y="31496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kumimoji="1" sz="2400">
                <a:solidFill>
                  <a:schemeClr val="tx1"/>
                </a:solidFill>
                <a:latin typeface="Times New Roman" panose="02020603050405020304" pitchFamily="18" charset="0"/>
                <a:ea typeface="华文楷体" panose="02010600040101010101" pitchFamily="2" charset="-122"/>
              </a:defRPr>
            </a:lvl1pPr>
            <a:lvl2pPr marL="742950" indent="-28575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2pPr>
            <a:lvl3pPr marL="11430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1800" b="0" i="0" u="none" strike="noStrike" kern="1200" cap="none" spc="0" normalizeH="0" baseline="0" noProof="0">
              <a:ln>
                <a:noFill/>
              </a:ln>
              <a:solidFill>
                <a:srgbClr val="000000"/>
              </a:solidFill>
              <a:effectLst/>
              <a:uLnTx/>
              <a:uFillTx/>
              <a:latin typeface="幼圆" panose="02010509060101010101" pitchFamily="49" charset="-122"/>
              <a:ea typeface="幼圆" panose="02010509060101010101" pitchFamily="49" charset="-122"/>
              <a:cs typeface="+mn-cs"/>
            </a:endParaRPr>
          </a:p>
        </p:txBody>
      </p:sp>
      <p:sp>
        <p:nvSpPr>
          <p:cNvPr id="9222" name="Rectangle 6"/>
          <p:cNvSpPr>
            <a:spLocks noChangeArrowheads="1"/>
          </p:cNvSpPr>
          <p:nvPr/>
        </p:nvSpPr>
        <p:spPr bwMode="auto">
          <a:xfrm>
            <a:off x="0" y="31496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kumimoji="1" sz="2400">
                <a:solidFill>
                  <a:schemeClr val="tx1"/>
                </a:solidFill>
                <a:latin typeface="Times New Roman" panose="02020603050405020304" pitchFamily="18" charset="0"/>
                <a:ea typeface="华文楷体" panose="02010600040101010101" pitchFamily="2" charset="-122"/>
              </a:defRPr>
            </a:lvl1pPr>
            <a:lvl2pPr marL="742950" indent="-28575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2pPr>
            <a:lvl3pPr marL="11430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1800" b="0" i="0" u="none" strike="noStrike" kern="1200" cap="none" spc="0" normalizeH="0" baseline="0" noProof="0">
              <a:ln>
                <a:noFill/>
              </a:ln>
              <a:solidFill>
                <a:srgbClr val="000000"/>
              </a:solidFill>
              <a:effectLst/>
              <a:uLnTx/>
              <a:uFillTx/>
              <a:latin typeface="幼圆" panose="02010509060101010101" pitchFamily="49" charset="-122"/>
              <a:ea typeface="幼圆" panose="02010509060101010101" pitchFamily="49" charset="-122"/>
              <a:cs typeface="+mn-cs"/>
            </a:endParaRPr>
          </a:p>
        </p:txBody>
      </p:sp>
      <p:graphicFrame>
        <p:nvGraphicFramePr>
          <p:cNvPr id="9223" name="Object 12"/>
          <p:cNvGraphicFramePr>
            <a:graphicFrameLocks noChangeAspect="1"/>
          </p:cNvGraphicFramePr>
          <p:nvPr/>
        </p:nvGraphicFramePr>
        <p:xfrm>
          <a:off x="323850" y="765175"/>
          <a:ext cx="2447925" cy="2241550"/>
        </p:xfrm>
        <a:graphic>
          <a:graphicData uri="http://schemas.openxmlformats.org/presentationml/2006/ole">
            <mc:AlternateContent xmlns:mc="http://schemas.openxmlformats.org/markup-compatibility/2006">
              <mc:Choice xmlns:v="urn:schemas-microsoft-com:vml" Requires="v">
                <p:oleObj spid="_x0000_s224348" name="Visio" r:id="rId3" imgW="1319308" imgH="1209151" progId="Visio.Drawing.11">
                  <p:embed/>
                </p:oleObj>
              </mc:Choice>
              <mc:Fallback>
                <p:oleObj name="Visio" r:id="rId3" imgW="1319308" imgH="1209151" progId="Visio.Drawing.11">
                  <p:embed/>
                  <p:pic>
                    <p:nvPicPr>
                      <p:cNvPr id="9223" name="Object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3850" y="765175"/>
                        <a:ext cx="2447925" cy="2241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224" name="Rectangle 13"/>
          <p:cNvSpPr>
            <a:spLocks noChangeArrowheads="1"/>
          </p:cNvSpPr>
          <p:nvPr/>
        </p:nvSpPr>
        <p:spPr bwMode="auto">
          <a:xfrm>
            <a:off x="0" y="29972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kumimoji="1" sz="2400">
                <a:solidFill>
                  <a:schemeClr val="tx1"/>
                </a:solidFill>
                <a:latin typeface="Times New Roman" panose="02020603050405020304" pitchFamily="18" charset="0"/>
                <a:ea typeface="华文楷体" panose="02010600040101010101" pitchFamily="2" charset="-122"/>
              </a:defRPr>
            </a:lvl1pPr>
            <a:lvl2pPr marL="742950" indent="-28575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2pPr>
            <a:lvl3pPr marL="11430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1800" b="0" i="0" u="none" strike="noStrike" kern="1200" cap="none" spc="0" normalizeH="0" baseline="0" noProof="0">
              <a:ln>
                <a:noFill/>
              </a:ln>
              <a:solidFill>
                <a:srgbClr val="000000"/>
              </a:solidFill>
              <a:effectLst/>
              <a:uLnTx/>
              <a:uFillTx/>
              <a:latin typeface="幼圆" panose="02010509060101010101" pitchFamily="49" charset="-122"/>
              <a:ea typeface="幼圆" panose="02010509060101010101" pitchFamily="49" charset="-122"/>
              <a:cs typeface="+mn-cs"/>
            </a:endParaRPr>
          </a:p>
        </p:txBody>
      </p:sp>
      <p:graphicFrame>
        <p:nvGraphicFramePr>
          <p:cNvPr id="348174" name="Object 14"/>
          <p:cNvGraphicFramePr>
            <a:graphicFrameLocks noChangeAspect="1"/>
          </p:cNvGraphicFramePr>
          <p:nvPr/>
        </p:nvGraphicFramePr>
        <p:xfrm>
          <a:off x="3419475" y="765175"/>
          <a:ext cx="4441825" cy="1120775"/>
        </p:xfrm>
        <a:graphic>
          <a:graphicData uri="http://schemas.openxmlformats.org/presentationml/2006/ole">
            <mc:AlternateContent xmlns:mc="http://schemas.openxmlformats.org/markup-compatibility/2006">
              <mc:Choice xmlns:v="urn:schemas-microsoft-com:vml" Requires="v">
                <p:oleObj spid="_x0000_s224349" name="Equation" r:id="rId5" imgW="2006600" imgH="508000" progId="Equation.DSMT4">
                  <p:embed/>
                </p:oleObj>
              </mc:Choice>
              <mc:Fallback>
                <p:oleObj name="Equation" r:id="rId5" imgW="2006600" imgH="508000" progId="Equation.DSMT4">
                  <p:embed/>
                  <p:pic>
                    <p:nvPicPr>
                      <p:cNvPr id="348174" name="Object 1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19475" y="765175"/>
                        <a:ext cx="4441825" cy="1120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226" name="Rectangle 15"/>
          <p:cNvSpPr>
            <a:spLocks noChangeArrowheads="1"/>
          </p:cNvSpPr>
          <p:nvPr/>
        </p:nvSpPr>
        <p:spPr bwMode="auto">
          <a:xfrm>
            <a:off x="0" y="29972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kumimoji="1" sz="2400">
                <a:solidFill>
                  <a:schemeClr val="tx1"/>
                </a:solidFill>
                <a:latin typeface="Times New Roman" panose="02020603050405020304" pitchFamily="18" charset="0"/>
                <a:ea typeface="华文楷体" panose="02010600040101010101" pitchFamily="2" charset="-122"/>
              </a:defRPr>
            </a:lvl1pPr>
            <a:lvl2pPr marL="742950" indent="-28575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2pPr>
            <a:lvl3pPr marL="11430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1800" b="0" i="0" u="none" strike="noStrike" kern="1200" cap="none" spc="0" normalizeH="0" baseline="0" noProof="0">
              <a:ln>
                <a:noFill/>
              </a:ln>
              <a:solidFill>
                <a:srgbClr val="000000"/>
              </a:solidFill>
              <a:effectLst/>
              <a:uLnTx/>
              <a:uFillTx/>
              <a:latin typeface="幼圆" panose="02010509060101010101" pitchFamily="49" charset="-122"/>
              <a:ea typeface="幼圆" panose="02010509060101010101" pitchFamily="49" charset="-122"/>
              <a:cs typeface="+mn-cs"/>
            </a:endParaRPr>
          </a:p>
        </p:txBody>
      </p:sp>
      <p:graphicFrame>
        <p:nvGraphicFramePr>
          <p:cNvPr id="348176" name="Object 16"/>
          <p:cNvGraphicFramePr>
            <a:graphicFrameLocks noChangeAspect="1"/>
          </p:cNvGraphicFramePr>
          <p:nvPr/>
        </p:nvGraphicFramePr>
        <p:xfrm>
          <a:off x="3492500" y="1844675"/>
          <a:ext cx="4440238" cy="1065213"/>
        </p:xfrm>
        <a:graphic>
          <a:graphicData uri="http://schemas.openxmlformats.org/presentationml/2006/ole">
            <mc:AlternateContent xmlns:mc="http://schemas.openxmlformats.org/markup-compatibility/2006">
              <mc:Choice xmlns:v="urn:schemas-microsoft-com:vml" Requires="v">
                <p:oleObj spid="_x0000_s224350" name="Equation" r:id="rId7" imgW="1993900" imgH="482600" progId="Equation.DSMT4">
                  <p:embed/>
                </p:oleObj>
              </mc:Choice>
              <mc:Fallback>
                <p:oleObj name="Equation" r:id="rId7" imgW="1993900" imgH="482600" progId="Equation.DSMT4">
                  <p:embed/>
                  <p:pic>
                    <p:nvPicPr>
                      <p:cNvPr id="348176" name="Object 1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492500" y="1844675"/>
                        <a:ext cx="4440238" cy="1065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228" name="Rectangle 17"/>
          <p:cNvSpPr>
            <a:spLocks noChangeArrowheads="1"/>
          </p:cNvSpPr>
          <p:nvPr/>
        </p:nvSpPr>
        <p:spPr bwMode="auto">
          <a:xfrm>
            <a:off x="0" y="29972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kumimoji="1" sz="2400">
                <a:solidFill>
                  <a:schemeClr val="tx1"/>
                </a:solidFill>
                <a:latin typeface="Times New Roman" panose="02020603050405020304" pitchFamily="18" charset="0"/>
                <a:ea typeface="华文楷体" panose="02010600040101010101" pitchFamily="2" charset="-122"/>
              </a:defRPr>
            </a:lvl1pPr>
            <a:lvl2pPr marL="742950" indent="-28575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2pPr>
            <a:lvl3pPr marL="11430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1800" b="0" i="0" u="none" strike="noStrike" kern="1200" cap="none" spc="0" normalizeH="0" baseline="0" noProof="0">
              <a:ln>
                <a:noFill/>
              </a:ln>
              <a:solidFill>
                <a:srgbClr val="000000"/>
              </a:solidFill>
              <a:effectLst/>
              <a:uLnTx/>
              <a:uFillTx/>
              <a:latin typeface="幼圆" panose="02010509060101010101" pitchFamily="49" charset="-122"/>
              <a:ea typeface="幼圆" panose="02010509060101010101" pitchFamily="49" charset="-122"/>
              <a:cs typeface="+mn-cs"/>
            </a:endParaRPr>
          </a:p>
        </p:txBody>
      </p:sp>
      <p:graphicFrame>
        <p:nvGraphicFramePr>
          <p:cNvPr id="348178" name="Object 18"/>
          <p:cNvGraphicFramePr>
            <a:graphicFrameLocks noChangeAspect="1"/>
          </p:cNvGraphicFramePr>
          <p:nvPr/>
        </p:nvGraphicFramePr>
        <p:xfrm>
          <a:off x="0" y="3213100"/>
          <a:ext cx="4583113" cy="1063625"/>
        </p:xfrm>
        <a:graphic>
          <a:graphicData uri="http://schemas.openxmlformats.org/presentationml/2006/ole">
            <mc:AlternateContent xmlns:mc="http://schemas.openxmlformats.org/markup-compatibility/2006">
              <mc:Choice xmlns:v="urn:schemas-microsoft-com:vml" Requires="v">
                <p:oleObj spid="_x0000_s224351" name="Equation" r:id="rId9" imgW="2070100" imgH="482600" progId="Equation.DSMT4">
                  <p:embed/>
                </p:oleObj>
              </mc:Choice>
              <mc:Fallback>
                <p:oleObj name="Equation" r:id="rId9" imgW="2070100" imgH="482600" progId="Equation.DSMT4">
                  <p:embed/>
                  <p:pic>
                    <p:nvPicPr>
                      <p:cNvPr id="348178" name="Object 1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0" y="3213100"/>
                        <a:ext cx="4583113" cy="1063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230" name="Rectangle 19"/>
          <p:cNvSpPr>
            <a:spLocks noChangeArrowheads="1"/>
          </p:cNvSpPr>
          <p:nvPr/>
        </p:nvSpPr>
        <p:spPr bwMode="auto">
          <a:xfrm>
            <a:off x="0" y="29972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kumimoji="1" sz="2400">
                <a:solidFill>
                  <a:schemeClr val="tx1"/>
                </a:solidFill>
                <a:latin typeface="Times New Roman" panose="02020603050405020304" pitchFamily="18" charset="0"/>
                <a:ea typeface="华文楷体" panose="02010600040101010101" pitchFamily="2" charset="-122"/>
              </a:defRPr>
            </a:lvl1pPr>
            <a:lvl2pPr marL="742950" indent="-28575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2pPr>
            <a:lvl3pPr marL="11430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1800" b="0" i="0" u="none" strike="noStrike" kern="1200" cap="none" spc="0" normalizeH="0" baseline="0" noProof="0">
              <a:ln>
                <a:noFill/>
              </a:ln>
              <a:solidFill>
                <a:srgbClr val="000000"/>
              </a:solidFill>
              <a:effectLst/>
              <a:uLnTx/>
              <a:uFillTx/>
              <a:latin typeface="幼圆" panose="02010509060101010101" pitchFamily="49" charset="-122"/>
              <a:ea typeface="幼圆" panose="02010509060101010101" pitchFamily="49" charset="-122"/>
              <a:cs typeface="+mn-cs"/>
            </a:endParaRPr>
          </a:p>
        </p:txBody>
      </p:sp>
      <p:graphicFrame>
        <p:nvGraphicFramePr>
          <p:cNvPr id="348180" name="Object 20"/>
          <p:cNvGraphicFramePr>
            <a:graphicFrameLocks noChangeAspect="1"/>
          </p:cNvGraphicFramePr>
          <p:nvPr/>
        </p:nvGraphicFramePr>
        <p:xfrm>
          <a:off x="0" y="4581525"/>
          <a:ext cx="4538663" cy="1065213"/>
        </p:xfrm>
        <a:graphic>
          <a:graphicData uri="http://schemas.openxmlformats.org/presentationml/2006/ole">
            <mc:AlternateContent xmlns:mc="http://schemas.openxmlformats.org/markup-compatibility/2006">
              <mc:Choice xmlns:v="urn:schemas-microsoft-com:vml" Requires="v">
                <p:oleObj spid="_x0000_s224352" name="Equation" r:id="rId11" imgW="2044700" imgH="482600" progId="Equation.DSMT4">
                  <p:embed/>
                </p:oleObj>
              </mc:Choice>
              <mc:Fallback>
                <p:oleObj name="Equation" r:id="rId11" imgW="2044700" imgH="482600" progId="Equation.DSMT4">
                  <p:embed/>
                  <p:pic>
                    <p:nvPicPr>
                      <p:cNvPr id="348180" name="Object 20"/>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0" y="4581525"/>
                        <a:ext cx="4538663" cy="1065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48182" name="Object 22"/>
          <p:cNvGraphicFramePr>
            <a:graphicFrameLocks noChangeAspect="1"/>
          </p:cNvGraphicFramePr>
          <p:nvPr/>
        </p:nvGraphicFramePr>
        <p:xfrm>
          <a:off x="4643438" y="3141663"/>
          <a:ext cx="4259262" cy="1120775"/>
        </p:xfrm>
        <a:graphic>
          <a:graphicData uri="http://schemas.openxmlformats.org/presentationml/2006/ole">
            <mc:AlternateContent xmlns:mc="http://schemas.openxmlformats.org/markup-compatibility/2006">
              <mc:Choice xmlns:v="urn:schemas-microsoft-com:vml" Requires="v">
                <p:oleObj spid="_x0000_s224353" name="Equation" r:id="rId13" imgW="1917700" imgH="508000" progId="Equation.DSMT4">
                  <p:embed/>
                </p:oleObj>
              </mc:Choice>
              <mc:Fallback>
                <p:oleObj name="Equation" r:id="rId13" imgW="1917700" imgH="508000" progId="Equation.DSMT4">
                  <p:embed/>
                  <p:pic>
                    <p:nvPicPr>
                      <p:cNvPr id="348182" name="Object 22"/>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643438" y="3141663"/>
                        <a:ext cx="4259262" cy="1120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48183" name="Object 23"/>
          <p:cNvGraphicFramePr>
            <a:graphicFrameLocks noChangeAspect="1"/>
          </p:cNvGraphicFramePr>
          <p:nvPr/>
        </p:nvGraphicFramePr>
        <p:xfrm>
          <a:off x="4621213" y="4581525"/>
          <a:ext cx="4522787" cy="1120775"/>
        </p:xfrm>
        <a:graphic>
          <a:graphicData uri="http://schemas.openxmlformats.org/presentationml/2006/ole">
            <mc:AlternateContent xmlns:mc="http://schemas.openxmlformats.org/markup-compatibility/2006">
              <mc:Choice xmlns:v="urn:schemas-microsoft-com:vml" Requires="v">
                <p:oleObj spid="_x0000_s224354" name="Equation" r:id="rId15" imgW="2032000" imgH="508000" progId="Equation.DSMT4">
                  <p:embed/>
                </p:oleObj>
              </mc:Choice>
              <mc:Fallback>
                <p:oleObj name="Equation" r:id="rId15" imgW="2032000" imgH="508000" progId="Equation.DSMT4">
                  <p:embed/>
                  <p:pic>
                    <p:nvPicPr>
                      <p:cNvPr id="348183" name="Object 23"/>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621213" y="4581525"/>
                        <a:ext cx="4522787" cy="1120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48197" name="Text Box 37"/>
          <p:cNvSpPr txBox="1">
            <a:spLocks noChangeArrowheads="1"/>
          </p:cNvSpPr>
          <p:nvPr/>
        </p:nvSpPr>
        <p:spPr bwMode="auto">
          <a:xfrm>
            <a:off x="250825" y="115888"/>
            <a:ext cx="7850188"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800" b="0" i="0" u="none" strike="noStrike" kern="1200" cap="none" spc="0" normalizeH="0" baseline="0" noProof="0" dirty="0">
                <a:ln>
                  <a:noFill/>
                </a:ln>
                <a:solidFill>
                  <a:srgbClr val="000000"/>
                </a:solidFill>
                <a:effectLst/>
                <a:uLnTx/>
                <a:uFillTx/>
                <a:latin typeface="Times New Roman" pitchFamily="18" charset="0"/>
                <a:ea typeface="隶书" pitchFamily="49" charset="-122"/>
                <a:cs typeface="+mn-cs"/>
              </a:rPr>
              <a:t>16.2 </a:t>
            </a:r>
            <a:r>
              <a:rPr kumimoji="1" lang="zh-CN" altLang="en-US" sz="2800" b="0" i="0" u="none" strike="noStrike" kern="1200" cap="none" spc="0" normalizeH="0" baseline="0" noProof="0" dirty="0">
                <a:ln>
                  <a:noFill/>
                </a:ln>
                <a:solidFill>
                  <a:srgbClr val="000000"/>
                </a:solidFill>
                <a:effectLst/>
                <a:uLnTx/>
                <a:uFillTx/>
                <a:latin typeface="Times New Roman" pitchFamily="18" charset="0"/>
                <a:ea typeface="隶书" pitchFamily="49" charset="-122"/>
                <a:cs typeface="+mn-cs"/>
              </a:rPr>
              <a:t>二端口网络的参数　</a:t>
            </a:r>
            <a:r>
              <a:rPr kumimoji="1" lang="en-US" altLang="zh-CN" sz="2800" b="0" i="0" u="none" strike="noStrike" kern="1200" cap="none" spc="0" normalizeH="0" baseline="0" noProof="0" dirty="0">
                <a:ln>
                  <a:noFill/>
                </a:ln>
                <a:solidFill>
                  <a:srgbClr val="000000"/>
                </a:solidFill>
                <a:effectLst>
                  <a:outerShdw blurRad="38100" dist="38100" dir="2700000" algn="tl">
                    <a:srgbClr val="C0C0C0"/>
                  </a:outerShdw>
                </a:effectLst>
                <a:uLnTx/>
                <a:uFillTx/>
                <a:latin typeface="Times New Roman" pitchFamily="18" charset="0"/>
                <a:ea typeface="隶书" pitchFamily="49" charset="-122"/>
                <a:cs typeface="+mn-cs"/>
              </a:rPr>
              <a:t>Parameters of two-ports</a:t>
            </a:r>
          </a:p>
        </p:txBody>
      </p:sp>
      <p:graphicFrame>
        <p:nvGraphicFramePr>
          <p:cNvPr id="348199" name="Object 39"/>
          <p:cNvGraphicFramePr>
            <a:graphicFrameLocks noChangeAspect="1"/>
          </p:cNvGraphicFramePr>
          <p:nvPr>
            <p:extLst/>
          </p:nvPr>
        </p:nvGraphicFramePr>
        <p:xfrm>
          <a:off x="7988300" y="1700213"/>
          <a:ext cx="996950" cy="331787"/>
        </p:xfrm>
        <a:graphic>
          <a:graphicData uri="http://schemas.openxmlformats.org/presentationml/2006/ole">
            <mc:AlternateContent xmlns:mc="http://schemas.openxmlformats.org/markup-compatibility/2006">
              <mc:Choice xmlns:v="urn:schemas-microsoft-com:vml" Requires="v">
                <p:oleObj spid="_x0000_s224355" name="Equation" r:id="rId17" imgW="482400" imgH="164880" progId="Equation.DSMT4">
                  <p:embed/>
                </p:oleObj>
              </mc:Choice>
              <mc:Fallback>
                <p:oleObj name="Equation" r:id="rId17" imgW="482400" imgH="164880" progId="Equation.DSMT4">
                  <p:embed/>
                  <p:pic>
                    <p:nvPicPr>
                      <p:cNvPr id="348199" name="Object 39"/>
                      <p:cNvPicPr>
                        <a:picLocks noChangeAspect="1" noChangeArrowheads="1"/>
                      </p:cNvPicPr>
                      <p:nvPr/>
                    </p:nvPicPr>
                    <p:blipFill>
                      <a:blip r:embed="rId18"/>
                      <a:srcRect/>
                      <a:stretch>
                        <a:fillRect/>
                      </a:stretch>
                    </p:blipFill>
                    <p:spPr bwMode="auto">
                      <a:xfrm>
                        <a:off x="7988300" y="1700213"/>
                        <a:ext cx="996950" cy="331787"/>
                      </a:xfrm>
                      <a:prstGeom prst="rect">
                        <a:avLst/>
                      </a:prstGeom>
                      <a:solidFill>
                        <a:srgbClr val="FFCC99"/>
                      </a:solidFill>
                      <a:ln>
                        <a:noFill/>
                      </a:ln>
                      <a:effectLst/>
                      <a:extLs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48200" name="Object 40"/>
          <p:cNvGraphicFramePr>
            <a:graphicFrameLocks noChangeAspect="1"/>
          </p:cNvGraphicFramePr>
          <p:nvPr>
            <p:extLst/>
          </p:nvPr>
        </p:nvGraphicFramePr>
        <p:xfrm>
          <a:off x="1581150" y="5949950"/>
          <a:ext cx="1012825" cy="361950"/>
        </p:xfrm>
        <a:graphic>
          <a:graphicData uri="http://schemas.openxmlformats.org/presentationml/2006/ole">
            <mc:AlternateContent xmlns:mc="http://schemas.openxmlformats.org/markup-compatibility/2006">
              <mc:Choice xmlns:v="urn:schemas-microsoft-com:vml" Requires="v">
                <p:oleObj spid="_x0000_s224356" name="Equation" r:id="rId19" imgW="507960" imgH="177480" progId="Equation.DSMT4">
                  <p:embed/>
                </p:oleObj>
              </mc:Choice>
              <mc:Fallback>
                <p:oleObj name="Equation" r:id="rId19" imgW="507960" imgH="177480" progId="Equation.DSMT4">
                  <p:embed/>
                  <p:pic>
                    <p:nvPicPr>
                      <p:cNvPr id="348200" name="Object 40"/>
                      <p:cNvPicPr>
                        <a:picLocks noChangeAspect="1" noChangeArrowheads="1"/>
                      </p:cNvPicPr>
                      <p:nvPr/>
                    </p:nvPicPr>
                    <p:blipFill>
                      <a:blip r:embed="rId20"/>
                      <a:srcRect/>
                      <a:stretch>
                        <a:fillRect/>
                      </a:stretch>
                    </p:blipFill>
                    <p:spPr bwMode="auto">
                      <a:xfrm>
                        <a:off x="1581150" y="5949950"/>
                        <a:ext cx="1012825" cy="361950"/>
                      </a:xfrm>
                      <a:prstGeom prst="rect">
                        <a:avLst/>
                      </a:prstGeom>
                      <a:solidFill>
                        <a:srgbClr val="FFCC99"/>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48201" name="Object 41"/>
          <p:cNvGraphicFramePr>
            <a:graphicFrameLocks noChangeAspect="1"/>
          </p:cNvGraphicFramePr>
          <p:nvPr>
            <p:extLst/>
          </p:nvPr>
        </p:nvGraphicFramePr>
        <p:xfrm>
          <a:off x="4924230" y="5764849"/>
          <a:ext cx="3632200" cy="871537"/>
        </p:xfrm>
        <a:graphic>
          <a:graphicData uri="http://schemas.openxmlformats.org/presentationml/2006/ole">
            <mc:AlternateContent xmlns:mc="http://schemas.openxmlformats.org/markup-compatibility/2006">
              <mc:Choice xmlns:v="urn:schemas-microsoft-com:vml" Requires="v">
                <p:oleObj spid="_x0000_s224357" name="Equation" r:id="rId21" imgW="1904760" imgH="457200" progId="Equation.DSMT4">
                  <p:embed/>
                </p:oleObj>
              </mc:Choice>
              <mc:Fallback>
                <p:oleObj name="Equation" r:id="rId21" imgW="1904760" imgH="457200" progId="Equation.DSMT4">
                  <p:embed/>
                  <p:pic>
                    <p:nvPicPr>
                      <p:cNvPr id="348201" name="Object 41"/>
                      <p:cNvPicPr>
                        <a:picLocks noChangeAspect="1" noChangeArrowheads="1"/>
                      </p:cNvPicPr>
                      <p:nvPr/>
                    </p:nvPicPr>
                    <p:blipFill>
                      <a:blip r:embed="rId22"/>
                      <a:srcRect/>
                      <a:stretch>
                        <a:fillRect/>
                      </a:stretch>
                    </p:blipFill>
                    <p:spPr bwMode="auto">
                      <a:xfrm>
                        <a:off x="4924230" y="5764849"/>
                        <a:ext cx="3632200" cy="871537"/>
                      </a:xfrm>
                      <a:prstGeom prst="rect">
                        <a:avLst/>
                      </a:prstGeom>
                      <a:solidFill>
                        <a:srgbClr val="FFCC99"/>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9238" name="Group 44"/>
          <p:cNvGrpSpPr>
            <a:grpSpLocks/>
          </p:cNvGrpSpPr>
          <p:nvPr/>
        </p:nvGrpSpPr>
        <p:grpSpPr bwMode="auto">
          <a:xfrm>
            <a:off x="0" y="2997200"/>
            <a:ext cx="9144000" cy="3671888"/>
            <a:chOff x="0" y="1888"/>
            <a:chExt cx="5760" cy="2313"/>
          </a:xfrm>
        </p:grpSpPr>
        <p:sp>
          <p:nvSpPr>
            <p:cNvPr id="9239" name="Line 42"/>
            <p:cNvSpPr>
              <a:spLocks noChangeShapeType="1"/>
            </p:cNvSpPr>
            <p:nvPr/>
          </p:nvSpPr>
          <p:spPr bwMode="auto">
            <a:xfrm>
              <a:off x="2925" y="1888"/>
              <a:ext cx="0" cy="2313"/>
            </a:xfrm>
            <a:prstGeom prst="line">
              <a:avLst/>
            </a:prstGeom>
            <a:noFill/>
            <a:ln w="9525">
              <a:solidFill>
                <a:srgbClr val="FF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1800" b="0" i="0" u="none" strike="noStrike" kern="1200" cap="none" spc="0" normalizeH="0" baseline="0" noProof="0">
                <a:ln>
                  <a:noFill/>
                </a:ln>
                <a:solidFill>
                  <a:srgbClr val="000000"/>
                </a:solidFill>
                <a:effectLst/>
                <a:uLnTx/>
                <a:uFillTx/>
                <a:latin typeface="幼圆" panose="02010509060101010101" pitchFamily="49" charset="-122"/>
                <a:ea typeface="幼圆" panose="02010509060101010101" pitchFamily="49" charset="-122"/>
                <a:cs typeface="+mn-cs"/>
              </a:endParaRPr>
            </a:p>
          </p:txBody>
        </p:sp>
        <p:sp>
          <p:nvSpPr>
            <p:cNvPr id="9240" name="Line 43"/>
            <p:cNvSpPr>
              <a:spLocks noChangeShapeType="1"/>
            </p:cNvSpPr>
            <p:nvPr/>
          </p:nvSpPr>
          <p:spPr bwMode="auto">
            <a:xfrm>
              <a:off x="0" y="1888"/>
              <a:ext cx="5760" cy="0"/>
            </a:xfrm>
            <a:prstGeom prst="line">
              <a:avLst/>
            </a:prstGeom>
            <a:noFill/>
            <a:ln w="9525">
              <a:solidFill>
                <a:srgbClr val="FF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1800" b="0" i="0" u="none" strike="noStrike" kern="1200" cap="none" spc="0" normalizeH="0" baseline="0" noProof="0">
                <a:ln>
                  <a:noFill/>
                </a:ln>
                <a:solidFill>
                  <a:srgbClr val="000000"/>
                </a:solidFill>
                <a:effectLst/>
                <a:uLnTx/>
                <a:uFillTx/>
                <a:latin typeface="幼圆" panose="02010509060101010101" pitchFamily="49" charset="-122"/>
                <a:ea typeface="幼圆" panose="02010509060101010101" pitchFamily="49" charset="-122"/>
                <a:cs typeface="+mn-cs"/>
              </a:endParaRPr>
            </a:p>
          </p:txBody>
        </p:sp>
      </p:grpSp>
    </p:spTree>
    <p:extLst>
      <p:ext uri="{BB962C8B-B14F-4D97-AF65-F5344CB8AC3E}">
        <p14:creationId xmlns:p14="http://schemas.microsoft.com/office/powerpoint/2010/main" val="152409522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4817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48176"/>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48178"/>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348180"/>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348182"/>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348183"/>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348199"/>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0"/>
                                          </p:stCondLst>
                                        </p:cTn>
                                        <p:tgtEl>
                                          <p:spTgt spid="348200"/>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nodeType="clickEffect">
                                  <p:stCondLst>
                                    <p:cond delay="0"/>
                                  </p:stCondLst>
                                  <p:childTnLst>
                                    <p:set>
                                      <p:cBhvr>
                                        <p:cTn id="38" dur="1" fill="hold">
                                          <p:stCondLst>
                                            <p:cond delay="0"/>
                                          </p:stCondLst>
                                        </p:cTn>
                                        <p:tgtEl>
                                          <p:spTgt spid="34820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3523" name="Rectangle 3"/>
          <p:cNvSpPr>
            <a:spLocks noChangeArrowheads="1"/>
          </p:cNvSpPr>
          <p:nvPr/>
        </p:nvSpPr>
        <p:spPr bwMode="auto">
          <a:xfrm>
            <a:off x="539750" y="1541463"/>
            <a:ext cx="8424863"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800" b="0" i="0" u="none" strike="noStrike" kern="1200" cap="none" spc="0" normalizeH="0" baseline="0" noProof="0">
                <a:ln>
                  <a:noFill/>
                </a:ln>
                <a:solidFill>
                  <a:srgbClr val="FF3300"/>
                </a:solidFill>
                <a:effectLst>
                  <a:outerShdw blurRad="38100" dist="38100" dir="2700000" algn="tl">
                    <a:srgbClr val="C0C0C0"/>
                  </a:outerShdw>
                </a:effectLst>
                <a:uLnTx/>
                <a:uFillTx/>
                <a:latin typeface="Times New Roman" pitchFamily="18" charset="0"/>
                <a:ea typeface="隶书" pitchFamily="49" charset="-122"/>
                <a:cs typeface="+mn-cs"/>
              </a:rPr>
              <a:t>参数是什么？</a:t>
            </a:r>
            <a:r>
              <a:rPr kumimoji="1" lang="en-US" altLang="zh-CN" sz="2800" b="0" i="0" u="none" strike="noStrike" kern="1200" cap="none" spc="0" normalizeH="0" baseline="0" noProof="0">
                <a:ln>
                  <a:noFill/>
                </a:ln>
                <a:solidFill>
                  <a:srgbClr val="FF3300"/>
                </a:solidFill>
                <a:effectLst>
                  <a:outerShdw blurRad="38100" dist="38100" dir="2700000" algn="tl">
                    <a:srgbClr val="C0C0C0"/>
                  </a:outerShdw>
                </a:effectLst>
                <a:uLnTx/>
                <a:uFillTx/>
                <a:latin typeface="Times New Roman" pitchFamily="18" charset="0"/>
                <a:ea typeface="隶书" pitchFamily="49" charset="-122"/>
                <a:cs typeface="+mn-cs"/>
              </a:rPr>
              <a:t>——</a:t>
            </a:r>
            <a:r>
              <a:rPr kumimoji="1" lang="zh-CN" altLang="en-US" sz="2800" b="0" i="0" u="none" strike="noStrike" kern="1200" cap="none" spc="0" normalizeH="0" baseline="0" noProof="0">
                <a:ln>
                  <a:noFill/>
                </a:ln>
                <a:solidFill>
                  <a:srgbClr val="FF3300"/>
                </a:solidFill>
                <a:effectLst>
                  <a:outerShdw blurRad="38100" dist="38100" dir="2700000" algn="tl">
                    <a:srgbClr val="C0C0C0"/>
                  </a:outerShdw>
                </a:effectLst>
                <a:uLnTx/>
                <a:uFillTx/>
                <a:latin typeface="Times New Roman" pitchFamily="18" charset="0"/>
                <a:ea typeface="隶书" pitchFamily="49" charset="-122"/>
                <a:cs typeface="+mn-cs"/>
              </a:rPr>
              <a:t>参数的物理含义</a:t>
            </a:r>
          </a:p>
        </p:txBody>
      </p:sp>
      <p:sp>
        <p:nvSpPr>
          <p:cNvPr id="363534" name="Rectangle 14"/>
          <p:cNvSpPr>
            <a:spLocks noChangeArrowheads="1"/>
          </p:cNvSpPr>
          <p:nvPr/>
        </p:nvSpPr>
        <p:spPr bwMode="auto">
          <a:xfrm>
            <a:off x="539750" y="2549525"/>
            <a:ext cx="82804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800" b="0" i="0" u="none" strike="noStrike" kern="1200" cap="none" spc="0" normalizeH="0" baseline="0" noProof="0">
                <a:ln>
                  <a:noFill/>
                </a:ln>
                <a:solidFill>
                  <a:srgbClr val="FF3300"/>
                </a:solidFill>
                <a:effectLst>
                  <a:outerShdw blurRad="38100" dist="38100" dir="2700000" algn="tl">
                    <a:srgbClr val="C0C0C0"/>
                  </a:outerShdw>
                </a:effectLst>
                <a:uLnTx/>
                <a:uFillTx/>
                <a:latin typeface="Times New Roman" pitchFamily="18" charset="0"/>
                <a:ea typeface="隶书" pitchFamily="49" charset="-122"/>
                <a:cs typeface="+mn-cs"/>
              </a:rPr>
              <a:t>参数如何获得？</a:t>
            </a:r>
            <a:r>
              <a:rPr kumimoji="1" lang="en-US" altLang="zh-CN" sz="2800" b="0" i="0" u="none" strike="noStrike" kern="1200" cap="none" spc="0" normalizeH="0" baseline="0" noProof="0">
                <a:ln>
                  <a:noFill/>
                </a:ln>
                <a:solidFill>
                  <a:srgbClr val="FF3300"/>
                </a:solidFill>
                <a:effectLst>
                  <a:outerShdw blurRad="38100" dist="38100" dir="2700000" algn="tl">
                    <a:srgbClr val="C0C0C0"/>
                  </a:outerShdw>
                </a:effectLst>
                <a:uLnTx/>
                <a:uFillTx/>
                <a:latin typeface="Times New Roman" pitchFamily="18" charset="0"/>
                <a:ea typeface="隶书" pitchFamily="49" charset="-122"/>
                <a:cs typeface="+mn-cs"/>
              </a:rPr>
              <a:t>——</a:t>
            </a:r>
            <a:r>
              <a:rPr kumimoji="1" lang="zh-CN" altLang="en-US" sz="2800" b="0" i="0" u="none" strike="noStrike" kern="1200" cap="none" spc="0" normalizeH="0" baseline="0" noProof="0">
                <a:ln>
                  <a:noFill/>
                </a:ln>
                <a:solidFill>
                  <a:srgbClr val="FF3300"/>
                </a:solidFill>
                <a:effectLst>
                  <a:outerShdw blurRad="38100" dist="38100" dir="2700000" algn="tl">
                    <a:srgbClr val="C0C0C0"/>
                  </a:outerShdw>
                </a:effectLst>
                <a:uLnTx/>
                <a:uFillTx/>
                <a:latin typeface="Times New Roman" pitchFamily="18" charset="0"/>
                <a:ea typeface="隶书" pitchFamily="49" charset="-122"/>
                <a:cs typeface="+mn-cs"/>
              </a:rPr>
              <a:t>计算参数、测量参数</a:t>
            </a:r>
          </a:p>
        </p:txBody>
      </p:sp>
      <p:sp>
        <p:nvSpPr>
          <p:cNvPr id="363535" name="Rectangle 15"/>
          <p:cNvSpPr>
            <a:spLocks noChangeArrowheads="1"/>
          </p:cNvSpPr>
          <p:nvPr/>
        </p:nvSpPr>
        <p:spPr bwMode="auto">
          <a:xfrm>
            <a:off x="539750" y="3486150"/>
            <a:ext cx="82804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800" b="0" i="0" u="none" strike="noStrike" kern="1200" cap="none" spc="0" normalizeH="0" baseline="0" noProof="0">
                <a:ln>
                  <a:noFill/>
                </a:ln>
                <a:solidFill>
                  <a:srgbClr val="FF3300"/>
                </a:solidFill>
                <a:effectLst>
                  <a:outerShdw blurRad="38100" dist="38100" dir="2700000" algn="tl">
                    <a:srgbClr val="C0C0C0"/>
                  </a:outerShdw>
                </a:effectLst>
                <a:uLnTx/>
                <a:uFillTx/>
                <a:latin typeface="Times New Roman" pitchFamily="18" charset="0"/>
                <a:ea typeface="隶书" pitchFamily="49" charset="-122"/>
                <a:cs typeface="+mn-cs"/>
              </a:rPr>
              <a:t>参数如何应用？</a:t>
            </a:r>
            <a:r>
              <a:rPr kumimoji="1" lang="en-US" altLang="zh-CN" sz="2800" b="0" i="0" u="none" strike="noStrike" kern="1200" cap="none" spc="0" normalizeH="0" baseline="0" noProof="0">
                <a:ln>
                  <a:noFill/>
                </a:ln>
                <a:solidFill>
                  <a:srgbClr val="FF3300"/>
                </a:solidFill>
                <a:effectLst>
                  <a:outerShdw blurRad="38100" dist="38100" dir="2700000" algn="tl">
                    <a:srgbClr val="C0C0C0"/>
                  </a:outerShdw>
                </a:effectLst>
                <a:uLnTx/>
                <a:uFillTx/>
                <a:latin typeface="Times New Roman" pitchFamily="18" charset="0"/>
                <a:ea typeface="隶书" pitchFamily="49" charset="-122"/>
                <a:cs typeface="+mn-cs"/>
              </a:rPr>
              <a:t>——</a:t>
            </a:r>
            <a:r>
              <a:rPr kumimoji="1" lang="zh-CN" altLang="en-US" sz="2800" b="0" i="0" u="none" strike="noStrike" kern="1200" cap="none" spc="0" normalizeH="0" baseline="0" noProof="0">
                <a:ln>
                  <a:noFill/>
                </a:ln>
                <a:solidFill>
                  <a:srgbClr val="FF3300"/>
                </a:solidFill>
                <a:effectLst>
                  <a:outerShdw blurRad="38100" dist="38100" dir="2700000" algn="tl">
                    <a:srgbClr val="C0C0C0"/>
                  </a:outerShdw>
                </a:effectLst>
                <a:uLnTx/>
                <a:uFillTx/>
                <a:latin typeface="Times New Roman" pitchFamily="18" charset="0"/>
                <a:ea typeface="隶书" pitchFamily="49" charset="-122"/>
                <a:cs typeface="+mn-cs"/>
              </a:rPr>
              <a:t>计算端口变量、获得等效电路</a:t>
            </a:r>
          </a:p>
        </p:txBody>
      </p:sp>
    </p:spTree>
    <p:extLst>
      <p:ext uri="{BB962C8B-B14F-4D97-AF65-F5344CB8AC3E}">
        <p14:creationId xmlns:p14="http://schemas.microsoft.com/office/powerpoint/2010/main" val="3768939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ext Box 2"/>
          <p:cNvSpPr txBox="1">
            <a:spLocks noChangeArrowheads="1"/>
          </p:cNvSpPr>
          <p:nvPr/>
        </p:nvSpPr>
        <p:spPr bwMode="auto">
          <a:xfrm>
            <a:off x="614363" y="1412301"/>
            <a:ext cx="300355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spcBef>
                <a:spcPct val="50000"/>
              </a:spcBef>
            </a:pPr>
            <a:r>
              <a:rPr lang="zh-CN" altLang="en-US" dirty="0">
                <a:latin typeface="Times New Roman" panose="02020603050405020304" pitchFamily="18" charset="0"/>
              </a:rPr>
              <a:t>其矩阵形式为</a:t>
            </a:r>
          </a:p>
        </p:txBody>
      </p:sp>
      <p:graphicFrame>
        <p:nvGraphicFramePr>
          <p:cNvPr id="30723" name="Object 3"/>
          <p:cNvGraphicFramePr>
            <a:graphicFrameLocks noChangeAspect="1"/>
          </p:cNvGraphicFramePr>
          <p:nvPr>
            <p:extLst>
              <p:ext uri="{D42A27DB-BD31-4B8C-83A1-F6EECF244321}">
                <p14:modId xmlns:p14="http://schemas.microsoft.com/office/powerpoint/2010/main" val="758953944"/>
              </p:ext>
            </p:extLst>
          </p:nvPr>
        </p:nvGraphicFramePr>
        <p:xfrm>
          <a:off x="1401763" y="2050476"/>
          <a:ext cx="3011487" cy="992188"/>
        </p:xfrm>
        <a:graphic>
          <a:graphicData uri="http://schemas.openxmlformats.org/presentationml/2006/ole">
            <mc:AlternateContent xmlns:mc="http://schemas.openxmlformats.org/markup-compatibility/2006">
              <mc:Choice xmlns:v="urn:schemas-microsoft-com:vml" Requires="v">
                <p:oleObj spid="_x0000_s182377" name="公式" r:id="rId3" imgW="1498320" imgH="495000" progId="Equation.3">
                  <p:embed/>
                </p:oleObj>
              </mc:Choice>
              <mc:Fallback>
                <p:oleObj name="公式" r:id="rId3" imgW="1498320" imgH="49500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01763" y="2050476"/>
                        <a:ext cx="3011487" cy="992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0724" name="Object 4"/>
          <p:cNvGraphicFramePr>
            <a:graphicFrameLocks noChangeAspect="1"/>
          </p:cNvGraphicFramePr>
          <p:nvPr>
            <p:extLst>
              <p:ext uri="{D42A27DB-BD31-4B8C-83A1-F6EECF244321}">
                <p14:modId xmlns:p14="http://schemas.microsoft.com/office/powerpoint/2010/main" val="200187355"/>
              </p:ext>
            </p:extLst>
          </p:nvPr>
        </p:nvGraphicFramePr>
        <p:xfrm>
          <a:off x="1477963" y="3279201"/>
          <a:ext cx="2065337" cy="942975"/>
        </p:xfrm>
        <a:graphic>
          <a:graphicData uri="http://schemas.openxmlformats.org/presentationml/2006/ole">
            <mc:AlternateContent xmlns:mc="http://schemas.openxmlformats.org/markup-compatibility/2006">
              <mc:Choice xmlns:v="urn:schemas-microsoft-com:vml" Requires="v">
                <p:oleObj spid="_x0000_s182378" name="公式" r:id="rId5" imgW="1028520" imgH="469800" progId="Equation.3">
                  <p:embed/>
                </p:oleObj>
              </mc:Choice>
              <mc:Fallback>
                <p:oleObj name="公式" r:id="rId5" imgW="1028520" imgH="469800" progId="Equation.3">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77963" y="3279201"/>
                        <a:ext cx="2065337" cy="942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0725" name="Text Box 5"/>
          <p:cNvSpPr txBox="1">
            <a:spLocks noChangeArrowheads="1"/>
          </p:cNvSpPr>
          <p:nvPr/>
        </p:nvSpPr>
        <p:spPr bwMode="auto">
          <a:xfrm>
            <a:off x="3884613" y="3510976"/>
            <a:ext cx="3176587"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spcBef>
                <a:spcPct val="50000"/>
              </a:spcBef>
            </a:pPr>
            <a:r>
              <a:rPr lang="zh-CN" altLang="en-US"/>
              <a:t>称为</a:t>
            </a:r>
            <a:r>
              <a:rPr lang="en-US" altLang="zh-CN" i="1">
                <a:solidFill>
                  <a:srgbClr val="3366FF"/>
                </a:solidFill>
                <a:latin typeface="Times New Roman" panose="02020603050405020304" pitchFamily="18" charset="0"/>
              </a:rPr>
              <a:t>Z</a:t>
            </a:r>
            <a:r>
              <a:rPr lang="zh-CN" altLang="en-US"/>
              <a:t>参数矩阵。</a:t>
            </a:r>
          </a:p>
        </p:txBody>
      </p:sp>
      <p:sp>
        <p:nvSpPr>
          <p:cNvPr id="30726" name="Text Box 6"/>
          <p:cNvSpPr txBox="1">
            <a:spLocks noChangeArrowheads="1"/>
          </p:cNvSpPr>
          <p:nvPr/>
        </p:nvSpPr>
        <p:spPr bwMode="auto">
          <a:xfrm>
            <a:off x="704850" y="4539676"/>
            <a:ext cx="321945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spcBef>
                <a:spcPct val="50000"/>
              </a:spcBef>
            </a:pPr>
            <a:r>
              <a:rPr lang="en-US" altLang="zh-CN" i="1">
                <a:solidFill>
                  <a:srgbClr val="FF3300"/>
                </a:solidFill>
                <a:latin typeface="Times New Roman" panose="02020603050405020304" pitchFamily="18" charset="0"/>
              </a:rPr>
              <a:t>Z</a:t>
            </a:r>
            <a:r>
              <a:rPr lang="zh-CN" altLang="en-US">
                <a:solidFill>
                  <a:srgbClr val="FF3300"/>
                </a:solidFill>
              </a:rPr>
              <a:t>参数的实验测定 </a:t>
            </a:r>
          </a:p>
        </p:txBody>
      </p:sp>
      <p:graphicFrame>
        <p:nvGraphicFramePr>
          <p:cNvPr id="30729" name="Object 9"/>
          <p:cNvGraphicFramePr>
            <a:graphicFrameLocks noChangeAspect="1"/>
          </p:cNvGraphicFramePr>
          <p:nvPr>
            <p:extLst>
              <p:ext uri="{D42A27DB-BD31-4B8C-83A1-F6EECF244321}">
                <p14:modId xmlns:p14="http://schemas.microsoft.com/office/powerpoint/2010/main" val="2192229870"/>
              </p:ext>
            </p:extLst>
          </p:nvPr>
        </p:nvGraphicFramePr>
        <p:xfrm>
          <a:off x="1539875" y="5366764"/>
          <a:ext cx="2355850" cy="960437"/>
        </p:xfrm>
        <a:graphic>
          <a:graphicData uri="http://schemas.openxmlformats.org/presentationml/2006/ole">
            <mc:AlternateContent xmlns:mc="http://schemas.openxmlformats.org/markup-compatibility/2006">
              <mc:Choice xmlns:v="urn:schemas-microsoft-com:vml" Requires="v">
                <p:oleObj spid="_x0000_s182379" name="公式" r:id="rId7" imgW="1180800" imgH="482400" progId="Equation.3">
                  <p:embed/>
                </p:oleObj>
              </mc:Choice>
              <mc:Fallback>
                <p:oleObj name="公式" r:id="rId7" imgW="1180800" imgH="482400" progId="Equation.3">
                  <p:embed/>
                  <p:pic>
                    <p:nvPicPr>
                      <p:cNvPr id="0" name="Object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539875" y="5366764"/>
                        <a:ext cx="2355850" cy="960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30770" name="Group 50"/>
          <p:cNvGrpSpPr>
            <a:grpSpLocks/>
          </p:cNvGrpSpPr>
          <p:nvPr/>
        </p:nvGrpSpPr>
        <p:grpSpPr bwMode="auto">
          <a:xfrm>
            <a:off x="4833938" y="1393251"/>
            <a:ext cx="4059237" cy="1403350"/>
            <a:chOff x="3045" y="162"/>
            <a:chExt cx="2557" cy="884"/>
          </a:xfrm>
        </p:grpSpPr>
        <p:sp>
          <p:nvSpPr>
            <p:cNvPr id="30752" name="Line 32"/>
            <p:cNvSpPr>
              <a:spLocks noChangeShapeType="1"/>
            </p:cNvSpPr>
            <p:nvPr/>
          </p:nvSpPr>
          <p:spPr bwMode="auto">
            <a:xfrm>
              <a:off x="3415" y="518"/>
              <a:ext cx="1824"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0753" name="Line 33"/>
            <p:cNvSpPr>
              <a:spLocks noChangeShapeType="1"/>
            </p:cNvSpPr>
            <p:nvPr/>
          </p:nvSpPr>
          <p:spPr bwMode="auto">
            <a:xfrm>
              <a:off x="3415" y="950"/>
              <a:ext cx="1832"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0754" name="Rectangle 34"/>
            <p:cNvSpPr>
              <a:spLocks noChangeArrowheads="1"/>
            </p:cNvSpPr>
            <p:nvPr/>
          </p:nvSpPr>
          <p:spPr bwMode="auto">
            <a:xfrm>
              <a:off x="3847" y="422"/>
              <a:ext cx="864" cy="624"/>
            </a:xfrm>
            <a:prstGeom prst="rect">
              <a:avLst/>
            </a:prstGeom>
            <a:solidFill>
              <a:srgbClr val="F9FFE1"/>
            </a:solidFill>
            <a:ln w="31750">
              <a:solidFill>
                <a:schemeClr val="tx1"/>
              </a:solidFill>
              <a:miter lim="800000"/>
              <a:headEnd/>
              <a:tailEnd/>
            </a:ln>
          </p:spPr>
          <p:txBody>
            <a:bodyPr wrap="none" anchor="ctr"/>
            <a:lstStyle/>
            <a:p>
              <a:endParaRPr lang="zh-CN" altLang="en-US"/>
            </a:p>
          </p:txBody>
        </p:sp>
        <p:sp>
          <p:nvSpPr>
            <p:cNvPr id="30755" name="Text Box 35"/>
            <p:cNvSpPr txBox="1">
              <a:spLocks noChangeArrowheads="1"/>
            </p:cNvSpPr>
            <p:nvPr/>
          </p:nvSpPr>
          <p:spPr bwMode="auto">
            <a:xfrm>
              <a:off x="3158" y="442"/>
              <a:ext cx="225"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eaLnBrk="1" hangingPunct="1"/>
              <a:r>
                <a:rPr lang="en-US" altLang="zh-CN">
                  <a:latin typeface="Times New Roman" panose="02020603050405020304" pitchFamily="18" charset="0"/>
                </a:rPr>
                <a:t>+</a:t>
              </a:r>
              <a:endParaRPr lang="en-US" altLang="zh-CN" b="0">
                <a:latin typeface="Times New Roman" panose="02020603050405020304" pitchFamily="18" charset="0"/>
              </a:endParaRPr>
            </a:p>
          </p:txBody>
        </p:sp>
        <p:sp>
          <p:nvSpPr>
            <p:cNvPr id="30756" name="Text Box 36"/>
            <p:cNvSpPr txBox="1">
              <a:spLocks noChangeArrowheads="1"/>
            </p:cNvSpPr>
            <p:nvPr/>
          </p:nvSpPr>
          <p:spPr bwMode="auto">
            <a:xfrm>
              <a:off x="3165" y="750"/>
              <a:ext cx="212"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eaLnBrk="1" hangingPunct="1"/>
              <a:r>
                <a:rPr lang="en-US" altLang="zh-CN">
                  <a:latin typeface="黑体" panose="02010609060101010101" pitchFamily="49" charset="-122"/>
                  <a:ea typeface="黑体" panose="02010609060101010101" pitchFamily="49" charset="-122"/>
                  <a:sym typeface="Symbol" panose="05050102010706020507" pitchFamily="18" charset="2"/>
                </a:rPr>
                <a:t>-</a:t>
              </a:r>
              <a:endParaRPr lang="en-US" altLang="zh-CN" b="0">
                <a:latin typeface="Times New Roman" panose="02020603050405020304" pitchFamily="18" charset="0"/>
              </a:endParaRPr>
            </a:p>
          </p:txBody>
        </p:sp>
        <p:sp>
          <p:nvSpPr>
            <p:cNvPr id="30757" name="Text Box 37"/>
            <p:cNvSpPr txBox="1">
              <a:spLocks noChangeArrowheads="1"/>
            </p:cNvSpPr>
            <p:nvPr/>
          </p:nvSpPr>
          <p:spPr bwMode="auto">
            <a:xfrm>
              <a:off x="5323" y="396"/>
              <a:ext cx="225"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eaLnBrk="1" hangingPunct="1"/>
              <a:r>
                <a:rPr lang="en-US" altLang="zh-CN">
                  <a:latin typeface="Times New Roman" panose="02020603050405020304" pitchFamily="18" charset="0"/>
                </a:rPr>
                <a:t>+</a:t>
              </a:r>
              <a:endParaRPr lang="en-US" altLang="zh-CN" b="0">
                <a:latin typeface="Times New Roman" panose="02020603050405020304" pitchFamily="18" charset="0"/>
              </a:endParaRPr>
            </a:p>
          </p:txBody>
        </p:sp>
        <p:sp>
          <p:nvSpPr>
            <p:cNvPr id="30758" name="Text Box 38"/>
            <p:cNvSpPr txBox="1">
              <a:spLocks noChangeArrowheads="1"/>
            </p:cNvSpPr>
            <p:nvPr/>
          </p:nvSpPr>
          <p:spPr bwMode="auto">
            <a:xfrm>
              <a:off x="5344" y="758"/>
              <a:ext cx="212"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eaLnBrk="1" hangingPunct="1"/>
              <a:r>
                <a:rPr lang="en-US" altLang="zh-CN">
                  <a:latin typeface="黑体" panose="02010609060101010101" pitchFamily="49" charset="-122"/>
                  <a:ea typeface="黑体" panose="02010609060101010101" pitchFamily="49" charset="-122"/>
                  <a:sym typeface="Symbol" panose="05050102010706020507" pitchFamily="18" charset="2"/>
                </a:rPr>
                <a:t>-</a:t>
              </a:r>
              <a:endParaRPr lang="en-US" altLang="zh-CN" b="0">
                <a:latin typeface="Times New Roman" panose="02020603050405020304" pitchFamily="18" charset="0"/>
              </a:endParaRPr>
            </a:p>
          </p:txBody>
        </p:sp>
        <p:graphicFrame>
          <p:nvGraphicFramePr>
            <p:cNvPr id="30759" name="Object 39"/>
            <p:cNvGraphicFramePr>
              <a:graphicFrameLocks noChangeAspect="1"/>
            </p:cNvGraphicFramePr>
            <p:nvPr/>
          </p:nvGraphicFramePr>
          <p:xfrm>
            <a:off x="3045" y="606"/>
            <a:ext cx="256" cy="290"/>
          </p:xfrm>
          <a:graphic>
            <a:graphicData uri="http://schemas.openxmlformats.org/presentationml/2006/ole">
              <mc:AlternateContent xmlns:mc="http://schemas.openxmlformats.org/markup-compatibility/2006">
                <mc:Choice xmlns:v="urn:schemas-microsoft-com:vml" Requires="v">
                  <p:oleObj spid="_x0000_s182380" name="Equation" r:id="rId9" imgW="203040" imgH="228600" progId="Equation.3">
                    <p:embed/>
                  </p:oleObj>
                </mc:Choice>
                <mc:Fallback>
                  <p:oleObj name="Equation" r:id="rId9" imgW="203040" imgH="228600" progId="Equation.3">
                    <p:embed/>
                    <p:pic>
                      <p:nvPicPr>
                        <p:cNvPr id="0" name="Object 3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045" y="606"/>
                          <a:ext cx="256" cy="2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0760" name="Object 40"/>
            <p:cNvGraphicFramePr>
              <a:graphicFrameLocks noChangeAspect="1"/>
            </p:cNvGraphicFramePr>
            <p:nvPr/>
          </p:nvGraphicFramePr>
          <p:xfrm>
            <a:off x="3399" y="164"/>
            <a:ext cx="208" cy="290"/>
          </p:xfrm>
          <a:graphic>
            <a:graphicData uri="http://schemas.openxmlformats.org/presentationml/2006/ole">
              <mc:AlternateContent xmlns:mc="http://schemas.openxmlformats.org/markup-compatibility/2006">
                <mc:Choice xmlns:v="urn:schemas-microsoft-com:vml" Requires="v">
                  <p:oleObj spid="_x0000_s182381" name="Equation" r:id="rId11" imgW="164880" imgH="228600" progId="Equation.3">
                    <p:embed/>
                  </p:oleObj>
                </mc:Choice>
                <mc:Fallback>
                  <p:oleObj name="Equation" r:id="rId11" imgW="164880" imgH="228600" progId="Equation.3">
                    <p:embed/>
                    <p:pic>
                      <p:nvPicPr>
                        <p:cNvPr id="0" name="Object 40"/>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399" y="164"/>
                          <a:ext cx="208" cy="2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0761" name="Object 41"/>
            <p:cNvGraphicFramePr>
              <a:graphicFrameLocks noChangeAspect="1"/>
            </p:cNvGraphicFramePr>
            <p:nvPr/>
          </p:nvGraphicFramePr>
          <p:xfrm>
            <a:off x="5007" y="162"/>
            <a:ext cx="224" cy="290"/>
          </p:xfrm>
          <a:graphic>
            <a:graphicData uri="http://schemas.openxmlformats.org/presentationml/2006/ole">
              <mc:AlternateContent xmlns:mc="http://schemas.openxmlformats.org/markup-compatibility/2006">
                <mc:Choice xmlns:v="urn:schemas-microsoft-com:vml" Requires="v">
                  <p:oleObj spid="_x0000_s182382" name="Equation" r:id="rId13" imgW="177480" imgH="228600" progId="Equation.3">
                    <p:embed/>
                  </p:oleObj>
                </mc:Choice>
                <mc:Fallback>
                  <p:oleObj name="Equation" r:id="rId13" imgW="177480" imgH="228600" progId="Equation.3">
                    <p:embed/>
                    <p:pic>
                      <p:nvPicPr>
                        <p:cNvPr id="0" name="Object 41"/>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007" y="162"/>
                          <a:ext cx="224" cy="2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0762" name="Object 42"/>
            <p:cNvGraphicFramePr>
              <a:graphicFrameLocks noChangeAspect="1"/>
            </p:cNvGraphicFramePr>
            <p:nvPr/>
          </p:nvGraphicFramePr>
          <p:xfrm>
            <a:off x="5346" y="588"/>
            <a:ext cx="256" cy="290"/>
          </p:xfrm>
          <a:graphic>
            <a:graphicData uri="http://schemas.openxmlformats.org/presentationml/2006/ole">
              <mc:AlternateContent xmlns:mc="http://schemas.openxmlformats.org/markup-compatibility/2006">
                <mc:Choice xmlns:v="urn:schemas-microsoft-com:vml" Requires="v">
                  <p:oleObj spid="_x0000_s182383" name="Equation" r:id="rId15" imgW="203040" imgH="228600" progId="Equation.3">
                    <p:embed/>
                  </p:oleObj>
                </mc:Choice>
                <mc:Fallback>
                  <p:oleObj name="Equation" r:id="rId15" imgW="203040" imgH="228600" progId="Equation.3">
                    <p:embed/>
                    <p:pic>
                      <p:nvPicPr>
                        <p:cNvPr id="0" name="Object 42"/>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346" y="588"/>
                          <a:ext cx="256" cy="2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0763" name="Text Box 43"/>
            <p:cNvSpPr txBox="1">
              <a:spLocks noChangeArrowheads="1"/>
            </p:cNvSpPr>
            <p:nvPr/>
          </p:nvSpPr>
          <p:spPr bwMode="auto">
            <a:xfrm>
              <a:off x="4025" y="484"/>
              <a:ext cx="502" cy="51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eaLnBrk="1" hangingPunct="1"/>
              <a:r>
                <a:rPr lang="zh-CN" altLang="en-US">
                  <a:solidFill>
                    <a:srgbClr val="3366FF"/>
                  </a:solidFill>
                  <a:latin typeface="Times New Roman" panose="02020603050405020304" pitchFamily="18" charset="0"/>
                </a:rPr>
                <a:t>线性</a:t>
              </a:r>
            </a:p>
            <a:p>
              <a:pPr algn="l" eaLnBrk="1" hangingPunct="1"/>
              <a:r>
                <a:rPr lang="zh-CN" altLang="en-US">
                  <a:solidFill>
                    <a:srgbClr val="3366FF"/>
                  </a:solidFill>
                  <a:latin typeface="Times New Roman" panose="02020603050405020304" pitchFamily="18" charset="0"/>
                </a:rPr>
                <a:t>无源</a:t>
              </a:r>
              <a:endParaRPr lang="zh-CN" altLang="en-US" b="0">
                <a:latin typeface="Times New Roman" panose="02020603050405020304" pitchFamily="18" charset="0"/>
              </a:endParaRPr>
            </a:p>
          </p:txBody>
        </p:sp>
        <p:sp>
          <p:nvSpPr>
            <p:cNvPr id="30764" name="Line 44"/>
            <p:cNvSpPr>
              <a:spLocks noChangeShapeType="1"/>
            </p:cNvSpPr>
            <p:nvPr/>
          </p:nvSpPr>
          <p:spPr bwMode="auto">
            <a:xfrm>
              <a:off x="3503" y="478"/>
              <a:ext cx="216"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765" name="Line 45"/>
            <p:cNvSpPr>
              <a:spLocks noChangeShapeType="1"/>
            </p:cNvSpPr>
            <p:nvPr/>
          </p:nvSpPr>
          <p:spPr bwMode="auto">
            <a:xfrm flipH="1">
              <a:off x="4911" y="462"/>
              <a:ext cx="224"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766" name="Oval 46"/>
            <p:cNvSpPr>
              <a:spLocks noChangeArrowheads="1"/>
            </p:cNvSpPr>
            <p:nvPr/>
          </p:nvSpPr>
          <p:spPr bwMode="auto">
            <a:xfrm>
              <a:off x="5237" y="475"/>
              <a:ext cx="68" cy="68"/>
            </a:xfrm>
            <a:prstGeom prst="ellipse">
              <a:avLst/>
            </a:prstGeom>
            <a:noFill/>
            <a:ln w="19050">
              <a:solidFill>
                <a:schemeClr val="tx1"/>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sp>
          <p:nvSpPr>
            <p:cNvPr id="30767" name="Oval 47"/>
            <p:cNvSpPr>
              <a:spLocks noChangeArrowheads="1"/>
            </p:cNvSpPr>
            <p:nvPr/>
          </p:nvSpPr>
          <p:spPr bwMode="auto">
            <a:xfrm>
              <a:off x="5249" y="903"/>
              <a:ext cx="68" cy="68"/>
            </a:xfrm>
            <a:prstGeom prst="ellipse">
              <a:avLst/>
            </a:prstGeom>
            <a:noFill/>
            <a:ln w="19050">
              <a:solidFill>
                <a:schemeClr val="tx1"/>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sp>
          <p:nvSpPr>
            <p:cNvPr id="30768" name="Oval 48"/>
            <p:cNvSpPr>
              <a:spLocks noChangeArrowheads="1"/>
            </p:cNvSpPr>
            <p:nvPr/>
          </p:nvSpPr>
          <p:spPr bwMode="auto">
            <a:xfrm>
              <a:off x="3347" y="905"/>
              <a:ext cx="68" cy="68"/>
            </a:xfrm>
            <a:prstGeom prst="ellipse">
              <a:avLst/>
            </a:prstGeom>
            <a:noFill/>
            <a:ln w="19050">
              <a:solidFill>
                <a:schemeClr val="tx1"/>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sp>
          <p:nvSpPr>
            <p:cNvPr id="30769" name="Oval 49"/>
            <p:cNvSpPr>
              <a:spLocks noChangeArrowheads="1"/>
            </p:cNvSpPr>
            <p:nvPr/>
          </p:nvSpPr>
          <p:spPr bwMode="auto">
            <a:xfrm>
              <a:off x="3347" y="479"/>
              <a:ext cx="68" cy="68"/>
            </a:xfrm>
            <a:prstGeom prst="ellipse">
              <a:avLst/>
            </a:prstGeom>
            <a:noFill/>
            <a:ln w="19050">
              <a:solidFill>
                <a:schemeClr val="tx1"/>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grpSp>
      <p:sp>
        <p:nvSpPr>
          <p:cNvPr id="30773" name="Text Box 53"/>
          <p:cNvSpPr txBox="1">
            <a:spLocks noChangeArrowheads="1"/>
          </p:cNvSpPr>
          <p:nvPr/>
        </p:nvSpPr>
        <p:spPr bwMode="auto">
          <a:xfrm>
            <a:off x="4400550" y="5539801"/>
            <a:ext cx="4244975" cy="457200"/>
          </a:xfrm>
          <a:prstGeom prst="rect">
            <a:avLst/>
          </a:prstGeom>
          <a:noFill/>
          <a:ln>
            <a:noFill/>
          </a:ln>
          <a:effectLst/>
          <a:extLst>
            <a:ext uri="{909E8E84-426E-40DD-AFC4-6F175D3DCCD1}">
              <a14:hiddenFill xmlns:a14="http://schemas.microsoft.com/office/drawing/2010/main">
                <a:solidFill>
                  <a:srgbClr val="FFFFCC">
                    <a:alpha val="50000"/>
                  </a:srgbClr>
                </a:solidFill>
              </a14:hiddenFill>
            </a:ext>
            <a:ext uri="{91240B29-F687-4F45-9708-019B960494DF}">
              <a14:hiddenLine xmlns:a14="http://schemas.microsoft.com/office/drawing/2010/main" w="19050">
                <a:solidFill>
                  <a:schemeClr val="tx1"/>
                </a:solidFill>
                <a:miter lim="800000"/>
                <a:headEnd/>
                <a:tailEnd type="none" w="med"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p>
            <a:r>
              <a:rPr lang="zh-CN" altLang="en-US"/>
              <a:t>用端口开路实验测</a:t>
            </a:r>
            <a:r>
              <a:rPr lang="en-US" altLang="zh-CN" i="1">
                <a:latin typeface="Times New Roman" panose="02020603050405020304" pitchFamily="18" charset="0"/>
              </a:rPr>
              <a:t>Z</a:t>
            </a:r>
            <a:r>
              <a:rPr lang="zh-CN" altLang="en-US"/>
              <a:t>参数。  </a:t>
            </a:r>
          </a:p>
        </p:txBody>
      </p:sp>
      <p:sp>
        <p:nvSpPr>
          <p:cNvPr id="30" name="Rectangle 2"/>
          <p:cNvSpPr>
            <a:spLocks noChangeArrowheads="1"/>
          </p:cNvSpPr>
          <p:nvPr/>
        </p:nvSpPr>
        <p:spPr bwMode="auto">
          <a:xfrm>
            <a:off x="1857375" y="137539"/>
            <a:ext cx="4532313" cy="531812"/>
          </a:xfrm>
          <a:prstGeom prst="rect">
            <a:avLst/>
          </a:prstGeom>
          <a:noFill/>
          <a:ln w="12700" algn="ctr">
            <a:solidFill>
              <a:srgbClr val="FFFFAF"/>
            </a:solidFill>
            <a:miter lim="800000"/>
            <a:headEnd/>
            <a:tailEnd/>
          </a:ln>
          <a:effectLst>
            <a:prstShdw prst="shdw17" dist="17961" dir="2700000">
              <a:srgbClr val="FFFFAF">
                <a:gamma/>
                <a:shade val="60000"/>
                <a:invGamma/>
              </a:srgbClr>
            </a:prstShdw>
          </a:effectLst>
          <a:extLst>
            <a:ext uri="{909E8E84-426E-40DD-AFC4-6F175D3DCCD1}">
              <a14:hiddenFill xmlns:a14="http://schemas.microsoft.com/office/drawing/2010/main">
                <a:solidFill>
                  <a:srgbClr val="CCFFFF"/>
                </a:solidFill>
              </a14:hiddenFill>
            </a:ext>
          </a:extLst>
        </p:spPr>
        <p:txBody>
          <a:bodyPr anchor="ctr">
            <a:spAutoFit/>
          </a:bodyPr>
          <a:lstStyle>
            <a:lvl1pPr>
              <a:defRPr kumimoji="1" sz="4400">
                <a:solidFill>
                  <a:schemeClr val="tx2"/>
                </a:solidFill>
                <a:latin typeface="Times New Roman" panose="02020603050405020304" pitchFamily="18" charset="0"/>
                <a:ea typeface="宋体" panose="02010600030101010101" pitchFamily="2" charset="-122"/>
              </a:defRPr>
            </a:lvl1pPr>
            <a:lvl2pPr>
              <a:defRPr kumimoji="1" sz="4400">
                <a:solidFill>
                  <a:schemeClr val="tx2"/>
                </a:solidFill>
                <a:latin typeface="Times New Roman" panose="02020603050405020304" pitchFamily="18" charset="0"/>
                <a:ea typeface="宋体" panose="02010600030101010101" pitchFamily="2" charset="-122"/>
              </a:defRPr>
            </a:lvl2pPr>
            <a:lvl3pPr>
              <a:defRPr kumimoji="1" sz="4400">
                <a:solidFill>
                  <a:schemeClr val="tx2"/>
                </a:solidFill>
                <a:latin typeface="Times New Roman" panose="02020603050405020304" pitchFamily="18" charset="0"/>
                <a:ea typeface="宋体" panose="02010600030101010101" pitchFamily="2" charset="-122"/>
              </a:defRPr>
            </a:lvl3pPr>
            <a:lvl4pPr>
              <a:defRPr kumimoji="1" sz="4400">
                <a:solidFill>
                  <a:schemeClr val="tx2"/>
                </a:solidFill>
                <a:latin typeface="Times New Roman" panose="02020603050405020304" pitchFamily="18" charset="0"/>
                <a:ea typeface="宋体" panose="02010600030101010101" pitchFamily="2" charset="-122"/>
              </a:defRPr>
            </a:lvl4pPr>
            <a:lvl5pPr>
              <a:defRPr kumimoji="1" sz="4400">
                <a:solidFill>
                  <a:schemeClr val="tx2"/>
                </a:solidFill>
                <a:latin typeface="Times New Roman" panose="02020603050405020304" pitchFamily="18" charset="0"/>
                <a:ea typeface="宋体" panose="02010600030101010101" pitchFamily="2" charset="-122"/>
              </a:defRPr>
            </a:lvl5pPr>
            <a:lvl6pPr marL="457200" algn="ctr"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algn="just">
              <a:spcBef>
                <a:spcPct val="50000"/>
              </a:spcBef>
            </a:pPr>
            <a:r>
              <a:rPr lang="en-US" altLang="zh-CN" sz="2800" dirty="0">
                <a:latin typeface="楷体_GB2312" pitchFamily="49" charset="-122"/>
                <a:ea typeface="楷体_GB2312" pitchFamily="49" charset="-122"/>
              </a:rPr>
              <a:t>16.3  </a:t>
            </a:r>
            <a:r>
              <a:rPr lang="zh-CN" altLang="en-US" sz="2800" dirty="0">
                <a:latin typeface="楷体_GB2312" pitchFamily="49" charset="-122"/>
                <a:ea typeface="楷体_GB2312" pitchFamily="49" charset="-122"/>
              </a:rPr>
              <a:t>二端口的参数和方程 </a:t>
            </a:r>
          </a:p>
        </p:txBody>
      </p:sp>
      <p:sp>
        <p:nvSpPr>
          <p:cNvPr id="31" name="Text Box 2"/>
          <p:cNvSpPr txBox="1">
            <a:spLocks noChangeArrowheads="1"/>
          </p:cNvSpPr>
          <p:nvPr/>
        </p:nvSpPr>
        <p:spPr bwMode="auto">
          <a:xfrm>
            <a:off x="239712" y="787840"/>
            <a:ext cx="7795923" cy="46166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algn="l" eaLnBrk="1" hangingPunct="1">
              <a:spcBef>
                <a:spcPct val="50000"/>
              </a:spcBef>
            </a:pPr>
            <a:r>
              <a:rPr lang="zh-CN" altLang="en-US" dirty="0">
                <a:solidFill>
                  <a:srgbClr val="CC0066"/>
                </a:solidFill>
                <a:latin typeface="Times New Roman" panose="02020603050405020304" pitchFamily="18" charset="0"/>
              </a:rPr>
              <a:t>一、  </a:t>
            </a:r>
            <a:r>
              <a:rPr lang="en-US" altLang="zh-CN" i="1" dirty="0">
                <a:solidFill>
                  <a:srgbClr val="CC0066"/>
                </a:solidFill>
                <a:latin typeface="Times New Roman" panose="02020603050405020304" pitchFamily="18" charset="0"/>
              </a:rPr>
              <a:t>Z</a:t>
            </a:r>
            <a:r>
              <a:rPr lang="en-US" altLang="zh-CN" dirty="0">
                <a:solidFill>
                  <a:srgbClr val="CC0066"/>
                </a:solidFill>
                <a:latin typeface="Times New Roman" panose="02020603050405020304" pitchFamily="18" charset="0"/>
              </a:rPr>
              <a:t> </a:t>
            </a:r>
            <a:r>
              <a:rPr lang="zh-CN" altLang="en-US" dirty="0">
                <a:solidFill>
                  <a:srgbClr val="CC0066"/>
                </a:solidFill>
                <a:latin typeface="Times New Roman" panose="02020603050405020304" pitchFamily="18" charset="0"/>
              </a:rPr>
              <a:t>参数（阻抗参数</a:t>
            </a:r>
            <a:r>
              <a:rPr lang="en-US" altLang="zh-CN" dirty="0">
                <a:solidFill>
                  <a:srgbClr val="CC0066"/>
                </a:solidFill>
                <a:latin typeface="Times New Roman" panose="02020603050405020304" pitchFamily="18" charset="0"/>
              </a:rPr>
              <a:t>admittance parameters</a:t>
            </a:r>
            <a:r>
              <a:rPr lang="zh-CN" altLang="en-US" dirty="0">
                <a:solidFill>
                  <a:srgbClr val="CC0066"/>
                </a:solidFill>
                <a:latin typeface="Times New Roman" panose="02020603050405020304" pitchFamily="18" charset="0"/>
              </a:rPr>
              <a:t>）方程</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72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nodeType="clickEffect">
                                  <p:stCondLst>
                                    <p:cond delay="0"/>
                                  </p:stCondLst>
                                  <p:childTnLst>
                                    <p:set>
                                      <p:cBhvr>
                                        <p:cTn id="10" dur="1" fill="hold">
                                          <p:stCondLst>
                                            <p:cond delay="0"/>
                                          </p:stCondLst>
                                        </p:cTn>
                                        <p:tgtEl>
                                          <p:spTgt spid="30723"/>
                                        </p:tgtEl>
                                        <p:attrNameLst>
                                          <p:attrName>style.visibility</p:attrName>
                                        </p:attrNameLst>
                                      </p:cBhvr>
                                      <p:to>
                                        <p:strVal val="visible"/>
                                      </p:to>
                                    </p:set>
                                    <p:animEffect transition="in" filter="wipe(left)">
                                      <p:cBhvr>
                                        <p:cTn id="11" dur="500"/>
                                        <p:tgtEl>
                                          <p:spTgt spid="30723"/>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nodeType="clickEffect">
                                  <p:stCondLst>
                                    <p:cond delay="0"/>
                                  </p:stCondLst>
                                  <p:childTnLst>
                                    <p:set>
                                      <p:cBhvr>
                                        <p:cTn id="15" dur="1" fill="hold">
                                          <p:stCondLst>
                                            <p:cond delay="0"/>
                                          </p:stCondLst>
                                        </p:cTn>
                                        <p:tgtEl>
                                          <p:spTgt spid="30724"/>
                                        </p:tgtEl>
                                        <p:attrNameLst>
                                          <p:attrName>style.visibility</p:attrName>
                                        </p:attrNameLst>
                                      </p:cBhvr>
                                      <p:to>
                                        <p:strVal val="visible"/>
                                      </p:to>
                                    </p:set>
                                    <p:animEffect transition="in" filter="wipe(left)">
                                      <p:cBhvr>
                                        <p:cTn id="16" dur="500"/>
                                        <p:tgtEl>
                                          <p:spTgt spid="30724"/>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30725">
                                            <p:txEl>
                                              <p:pRg st="0" end="0"/>
                                            </p:txEl>
                                          </p:spTgt>
                                        </p:tgtEl>
                                        <p:attrNameLst>
                                          <p:attrName>style.visibility</p:attrName>
                                        </p:attrNameLst>
                                      </p:cBhvr>
                                      <p:to>
                                        <p:strVal val="visible"/>
                                      </p:to>
                                    </p:set>
                                    <p:animEffect transition="in" filter="wipe(left)">
                                      <p:cBhvr>
                                        <p:cTn id="21" dur="500"/>
                                        <p:tgtEl>
                                          <p:spTgt spid="30725">
                                            <p:txEl>
                                              <p:pRg st="0" end="0"/>
                                            </p:txEl>
                                          </p:spTgt>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30726">
                                            <p:txEl>
                                              <p:pRg st="0" end="0"/>
                                            </p:txEl>
                                          </p:spTgt>
                                        </p:tgtEl>
                                        <p:attrNameLst>
                                          <p:attrName>style.visibility</p:attrName>
                                        </p:attrNameLst>
                                      </p:cBhvr>
                                      <p:to>
                                        <p:strVal val="visible"/>
                                      </p:to>
                                    </p:set>
                                    <p:animEffect transition="in" filter="wipe(left)">
                                      <p:cBhvr>
                                        <p:cTn id="26" dur="500"/>
                                        <p:tgtEl>
                                          <p:spTgt spid="30726">
                                            <p:txEl>
                                              <p:pRg st="0" end="0"/>
                                            </p:txEl>
                                          </p:spTgt>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nodeType="clickEffect">
                                  <p:stCondLst>
                                    <p:cond delay="0"/>
                                  </p:stCondLst>
                                  <p:childTnLst>
                                    <p:set>
                                      <p:cBhvr>
                                        <p:cTn id="30" dur="1" fill="hold">
                                          <p:stCondLst>
                                            <p:cond delay="0"/>
                                          </p:stCondLst>
                                        </p:cTn>
                                        <p:tgtEl>
                                          <p:spTgt spid="30729"/>
                                        </p:tgtEl>
                                        <p:attrNameLst>
                                          <p:attrName>style.visibility</p:attrName>
                                        </p:attrNameLst>
                                      </p:cBhvr>
                                      <p:to>
                                        <p:strVal val="visible"/>
                                      </p:to>
                                    </p:set>
                                    <p:animEffect transition="in" filter="wipe(left)">
                                      <p:cBhvr>
                                        <p:cTn id="31" dur="500"/>
                                        <p:tgtEl>
                                          <p:spTgt spid="30729"/>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12" presetClass="entr" presetSubtype="4" fill="hold" grpId="0" nodeType="clickEffect">
                                  <p:stCondLst>
                                    <p:cond delay="0"/>
                                  </p:stCondLst>
                                  <p:childTnLst>
                                    <p:set>
                                      <p:cBhvr>
                                        <p:cTn id="35" dur="1" fill="hold">
                                          <p:stCondLst>
                                            <p:cond delay="0"/>
                                          </p:stCondLst>
                                        </p:cTn>
                                        <p:tgtEl>
                                          <p:spTgt spid="30773"/>
                                        </p:tgtEl>
                                        <p:attrNameLst>
                                          <p:attrName>style.visibility</p:attrName>
                                        </p:attrNameLst>
                                      </p:cBhvr>
                                      <p:to>
                                        <p:strVal val="visible"/>
                                      </p:to>
                                    </p:set>
                                    <p:animEffect transition="in" filter="slide(fromBottom)">
                                      <p:cBhvr>
                                        <p:cTn id="36" dur="500"/>
                                        <p:tgtEl>
                                          <p:spTgt spid="307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2" grpId="0"/>
      <p:bldP spid="30725" grpId="0" build="p" autoUpdateAnimBg="0"/>
      <p:bldP spid="30726" grpId="0" build="p" autoUpdateAnimBg="0"/>
      <p:bldP spid="30773" grpId="0"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7" name="Text Box 3"/>
          <p:cNvSpPr txBox="1">
            <a:spLocks noChangeArrowheads="1"/>
          </p:cNvSpPr>
          <p:nvPr/>
        </p:nvSpPr>
        <p:spPr bwMode="auto">
          <a:xfrm>
            <a:off x="762000" y="5900738"/>
            <a:ext cx="6770688"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eaLnBrk="1" hangingPunct="1"/>
            <a:r>
              <a:rPr lang="en-US" altLang="zh-CN" i="1">
                <a:solidFill>
                  <a:srgbClr val="FF3300"/>
                </a:solidFill>
                <a:latin typeface="Times New Roman" panose="02020603050405020304" pitchFamily="18" charset="0"/>
              </a:rPr>
              <a:t>Z</a:t>
            </a:r>
            <a:r>
              <a:rPr lang="zh-CN" altLang="en-US">
                <a:solidFill>
                  <a:srgbClr val="FF3300"/>
                </a:solidFill>
              </a:rPr>
              <a:t>参数</a:t>
            </a:r>
            <a:r>
              <a:rPr lang="zh-CN" altLang="en-US"/>
              <a:t>又称</a:t>
            </a:r>
            <a:r>
              <a:rPr lang="zh-CN" altLang="en-US">
                <a:solidFill>
                  <a:srgbClr val="FF3300"/>
                </a:solidFill>
              </a:rPr>
              <a:t>开路阻抗（</a:t>
            </a:r>
            <a:r>
              <a:rPr lang="en-US" altLang="zh-CN">
                <a:solidFill>
                  <a:srgbClr val="FF3300"/>
                </a:solidFill>
                <a:latin typeface="Times New Roman" panose="02020603050405020304" pitchFamily="18" charset="0"/>
              </a:rPr>
              <a:t>open impedance</a:t>
            </a:r>
            <a:r>
              <a:rPr lang="zh-CN" altLang="en-US">
                <a:solidFill>
                  <a:srgbClr val="FF3300"/>
                </a:solidFill>
              </a:rPr>
              <a:t>）参数    </a:t>
            </a:r>
            <a:endParaRPr lang="zh-CN" altLang="en-US"/>
          </a:p>
        </p:txBody>
      </p:sp>
      <p:sp>
        <p:nvSpPr>
          <p:cNvPr id="149508" name="Text Box 4"/>
          <p:cNvSpPr txBox="1">
            <a:spLocks noChangeArrowheads="1"/>
          </p:cNvSpPr>
          <p:nvPr/>
        </p:nvSpPr>
        <p:spPr bwMode="auto">
          <a:xfrm>
            <a:off x="2876550" y="1173566"/>
            <a:ext cx="2171700" cy="8223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eaLnBrk="1" hangingPunct="1"/>
            <a:r>
              <a:rPr lang="en-US" altLang="zh-CN">
                <a:latin typeface="Times New Roman" panose="02020603050405020304" pitchFamily="18" charset="0"/>
                <a:ea typeface="黑体" panose="02010609060101010101" pitchFamily="49" charset="-122"/>
              </a:rPr>
              <a:t>2</a:t>
            </a:r>
            <a:r>
              <a:rPr lang="en-US" altLang="zh-CN" b="0">
                <a:latin typeface="黑体" panose="02010609060101010101" pitchFamily="49" charset="-122"/>
                <a:ea typeface="黑体" panose="02010609060101010101" pitchFamily="49" charset="-122"/>
              </a:rPr>
              <a:t>-</a:t>
            </a:r>
            <a:r>
              <a:rPr lang="en-US" altLang="zh-CN">
                <a:latin typeface="Times New Roman" panose="02020603050405020304" pitchFamily="18" charset="0"/>
                <a:ea typeface="黑体" panose="02010609060101010101" pitchFamily="49" charset="-122"/>
              </a:rPr>
              <a:t>2</a:t>
            </a:r>
            <a:r>
              <a:rPr lang="en-US" altLang="zh-CN">
                <a:latin typeface="Times New Roman" panose="02020603050405020304" pitchFamily="18" charset="0"/>
                <a:ea typeface="黑体" panose="02010609060101010101" pitchFamily="49" charset="-122"/>
                <a:sym typeface="Symbol" panose="05050102010706020507" pitchFamily="18" charset="2"/>
              </a:rPr>
              <a:t>  </a:t>
            </a:r>
            <a:r>
              <a:rPr lang="zh-CN" altLang="en-US">
                <a:latin typeface="Times New Roman" panose="02020603050405020304" pitchFamily="18" charset="0"/>
                <a:sym typeface="Symbol" panose="05050102010706020507" pitchFamily="18" charset="2"/>
              </a:rPr>
              <a:t>开路</a:t>
            </a:r>
          </a:p>
          <a:p>
            <a:pPr algn="l" eaLnBrk="1" hangingPunct="1"/>
            <a:r>
              <a:rPr lang="en-US" altLang="zh-CN">
                <a:latin typeface="Times New Roman" panose="02020603050405020304" pitchFamily="18" charset="0"/>
                <a:ea typeface="黑体" panose="02010609060101010101" pitchFamily="49" charset="-122"/>
              </a:rPr>
              <a:t>1</a:t>
            </a:r>
            <a:r>
              <a:rPr lang="en-US" altLang="zh-CN" b="0">
                <a:latin typeface="黑体" panose="02010609060101010101" pitchFamily="49" charset="-122"/>
                <a:ea typeface="黑体" panose="02010609060101010101" pitchFamily="49" charset="-122"/>
              </a:rPr>
              <a:t>-</a:t>
            </a:r>
            <a:r>
              <a:rPr lang="en-US" altLang="zh-CN">
                <a:latin typeface="Times New Roman" panose="02020603050405020304" pitchFamily="18" charset="0"/>
                <a:ea typeface="黑体" panose="02010609060101010101" pitchFamily="49" charset="-122"/>
              </a:rPr>
              <a:t>1</a:t>
            </a:r>
            <a:r>
              <a:rPr lang="en-US" altLang="zh-CN">
                <a:latin typeface="Times New Roman" panose="02020603050405020304" pitchFamily="18" charset="0"/>
                <a:ea typeface="黑体" panose="02010609060101010101" pitchFamily="49" charset="-122"/>
                <a:sym typeface="Symbol" panose="05050102010706020507" pitchFamily="18" charset="2"/>
              </a:rPr>
              <a:t></a:t>
            </a:r>
            <a:r>
              <a:rPr lang="zh-CN" altLang="en-US">
                <a:solidFill>
                  <a:srgbClr val="FF0000"/>
                </a:solidFill>
                <a:latin typeface="Times New Roman" panose="02020603050405020304" pitchFamily="18" charset="0"/>
              </a:rPr>
              <a:t>入端阻抗   </a:t>
            </a:r>
          </a:p>
        </p:txBody>
      </p:sp>
      <p:sp>
        <p:nvSpPr>
          <p:cNvPr id="149509" name="Text Box 5"/>
          <p:cNvSpPr txBox="1">
            <a:spLocks noChangeArrowheads="1"/>
          </p:cNvSpPr>
          <p:nvPr/>
        </p:nvSpPr>
        <p:spPr bwMode="auto">
          <a:xfrm>
            <a:off x="2876550" y="4554538"/>
            <a:ext cx="2247900" cy="8223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eaLnBrk="1" hangingPunct="1"/>
            <a:r>
              <a:rPr lang="en-US" altLang="zh-CN">
                <a:latin typeface="Times New Roman" panose="02020603050405020304" pitchFamily="18" charset="0"/>
                <a:ea typeface="黑体" panose="02010609060101010101" pitchFamily="49" charset="-122"/>
              </a:rPr>
              <a:t>1</a:t>
            </a:r>
            <a:r>
              <a:rPr lang="en-US" altLang="zh-CN" b="0">
                <a:latin typeface="黑体" panose="02010609060101010101" pitchFamily="49" charset="-122"/>
                <a:ea typeface="黑体" panose="02010609060101010101" pitchFamily="49" charset="-122"/>
              </a:rPr>
              <a:t>-</a:t>
            </a:r>
            <a:r>
              <a:rPr lang="en-US" altLang="zh-CN">
                <a:latin typeface="Times New Roman" panose="02020603050405020304" pitchFamily="18" charset="0"/>
                <a:ea typeface="黑体" panose="02010609060101010101" pitchFamily="49" charset="-122"/>
              </a:rPr>
              <a:t>1</a:t>
            </a:r>
            <a:r>
              <a:rPr lang="en-US" altLang="zh-CN">
                <a:latin typeface="Times New Roman" panose="02020603050405020304" pitchFamily="18" charset="0"/>
                <a:ea typeface="黑体" panose="02010609060101010101" pitchFamily="49" charset="-122"/>
                <a:sym typeface="Symbol" panose="05050102010706020507" pitchFamily="18" charset="2"/>
              </a:rPr>
              <a:t>  </a:t>
            </a:r>
            <a:r>
              <a:rPr lang="zh-CN" altLang="en-US">
                <a:latin typeface="Times New Roman" panose="02020603050405020304" pitchFamily="18" charset="0"/>
                <a:sym typeface="Symbol" panose="05050102010706020507" pitchFamily="18" charset="2"/>
              </a:rPr>
              <a:t>开路</a:t>
            </a:r>
          </a:p>
          <a:p>
            <a:pPr algn="l" eaLnBrk="1" hangingPunct="1"/>
            <a:r>
              <a:rPr lang="en-US" altLang="zh-CN">
                <a:latin typeface="Times New Roman" panose="02020603050405020304" pitchFamily="18" charset="0"/>
                <a:ea typeface="黑体" panose="02010609060101010101" pitchFamily="49" charset="-122"/>
              </a:rPr>
              <a:t>2</a:t>
            </a:r>
            <a:r>
              <a:rPr lang="en-US" altLang="zh-CN" b="0">
                <a:latin typeface="黑体" panose="02010609060101010101" pitchFamily="49" charset="-122"/>
                <a:ea typeface="黑体" panose="02010609060101010101" pitchFamily="49" charset="-122"/>
              </a:rPr>
              <a:t>-</a:t>
            </a:r>
            <a:r>
              <a:rPr lang="en-US" altLang="zh-CN">
                <a:latin typeface="Times New Roman" panose="02020603050405020304" pitchFamily="18" charset="0"/>
                <a:ea typeface="黑体" panose="02010609060101010101" pitchFamily="49" charset="-122"/>
              </a:rPr>
              <a:t>2</a:t>
            </a:r>
            <a:r>
              <a:rPr lang="en-US" altLang="zh-CN">
                <a:latin typeface="Times New Roman" panose="02020603050405020304" pitchFamily="18" charset="0"/>
                <a:ea typeface="黑体" panose="02010609060101010101" pitchFamily="49" charset="-122"/>
                <a:sym typeface="Symbol" panose="05050102010706020507" pitchFamily="18" charset="2"/>
              </a:rPr>
              <a:t></a:t>
            </a:r>
            <a:r>
              <a:rPr lang="zh-CN" altLang="en-US">
                <a:solidFill>
                  <a:srgbClr val="FF0000"/>
                </a:solidFill>
                <a:latin typeface="Times New Roman" panose="02020603050405020304" pitchFamily="18" charset="0"/>
              </a:rPr>
              <a:t>入端阻抗    </a:t>
            </a:r>
          </a:p>
        </p:txBody>
      </p:sp>
      <p:sp>
        <p:nvSpPr>
          <p:cNvPr id="149510" name="Text Box 6"/>
          <p:cNvSpPr txBox="1">
            <a:spLocks noChangeArrowheads="1"/>
          </p:cNvSpPr>
          <p:nvPr/>
        </p:nvSpPr>
        <p:spPr bwMode="auto">
          <a:xfrm>
            <a:off x="2876550" y="2188386"/>
            <a:ext cx="1714500" cy="8223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eaLnBrk="1" hangingPunct="1"/>
            <a:r>
              <a:rPr lang="en-US" altLang="zh-CN">
                <a:latin typeface="Times New Roman" panose="02020603050405020304" pitchFamily="18" charset="0"/>
                <a:ea typeface="黑体" panose="02010609060101010101" pitchFamily="49" charset="-122"/>
              </a:rPr>
              <a:t>2</a:t>
            </a:r>
            <a:r>
              <a:rPr lang="en-US" altLang="zh-CN" b="0">
                <a:latin typeface="黑体" panose="02010609060101010101" pitchFamily="49" charset="-122"/>
                <a:ea typeface="黑体" panose="02010609060101010101" pitchFamily="49" charset="-122"/>
              </a:rPr>
              <a:t>-</a:t>
            </a:r>
            <a:r>
              <a:rPr lang="en-US" altLang="zh-CN">
                <a:latin typeface="Times New Roman" panose="02020603050405020304" pitchFamily="18" charset="0"/>
                <a:ea typeface="黑体" panose="02010609060101010101" pitchFamily="49" charset="-122"/>
              </a:rPr>
              <a:t>2</a:t>
            </a:r>
            <a:r>
              <a:rPr lang="en-US" altLang="zh-CN">
                <a:latin typeface="Times New Roman" panose="02020603050405020304" pitchFamily="18" charset="0"/>
                <a:ea typeface="黑体" panose="02010609060101010101" pitchFamily="49" charset="-122"/>
                <a:sym typeface="Symbol" panose="05050102010706020507" pitchFamily="18" charset="2"/>
              </a:rPr>
              <a:t>  </a:t>
            </a:r>
            <a:r>
              <a:rPr lang="zh-CN" altLang="en-US">
                <a:latin typeface="Times New Roman" panose="02020603050405020304" pitchFamily="18" charset="0"/>
                <a:sym typeface="Symbol" panose="05050102010706020507" pitchFamily="18" charset="2"/>
              </a:rPr>
              <a:t>开路</a:t>
            </a:r>
          </a:p>
          <a:p>
            <a:pPr algn="l" eaLnBrk="1" hangingPunct="1"/>
            <a:r>
              <a:rPr lang="zh-CN" altLang="en-US">
                <a:solidFill>
                  <a:srgbClr val="FF0000"/>
                </a:solidFill>
                <a:latin typeface="Times New Roman" panose="02020603050405020304" pitchFamily="18" charset="0"/>
              </a:rPr>
              <a:t>转移阻抗    </a:t>
            </a:r>
          </a:p>
        </p:txBody>
      </p:sp>
      <p:sp>
        <p:nvSpPr>
          <p:cNvPr id="149511" name="Text Box 7"/>
          <p:cNvSpPr txBox="1">
            <a:spLocks noChangeArrowheads="1"/>
          </p:cNvSpPr>
          <p:nvPr/>
        </p:nvSpPr>
        <p:spPr bwMode="auto">
          <a:xfrm>
            <a:off x="2876550" y="3564713"/>
            <a:ext cx="1714500" cy="8223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eaLnBrk="1" hangingPunct="1"/>
            <a:r>
              <a:rPr lang="en-US" altLang="zh-CN">
                <a:latin typeface="Times New Roman" panose="02020603050405020304" pitchFamily="18" charset="0"/>
                <a:ea typeface="黑体" panose="02010609060101010101" pitchFamily="49" charset="-122"/>
              </a:rPr>
              <a:t>1</a:t>
            </a:r>
            <a:r>
              <a:rPr lang="en-US" altLang="zh-CN" b="0">
                <a:latin typeface="黑体" panose="02010609060101010101" pitchFamily="49" charset="-122"/>
                <a:ea typeface="黑体" panose="02010609060101010101" pitchFamily="49" charset="-122"/>
              </a:rPr>
              <a:t>-</a:t>
            </a:r>
            <a:r>
              <a:rPr lang="en-US" altLang="zh-CN">
                <a:latin typeface="Times New Roman" panose="02020603050405020304" pitchFamily="18" charset="0"/>
                <a:ea typeface="黑体" panose="02010609060101010101" pitchFamily="49" charset="-122"/>
              </a:rPr>
              <a:t>1</a:t>
            </a:r>
            <a:r>
              <a:rPr lang="en-US" altLang="zh-CN">
                <a:latin typeface="Times New Roman" panose="02020603050405020304" pitchFamily="18" charset="0"/>
                <a:ea typeface="黑体" panose="02010609060101010101" pitchFamily="49" charset="-122"/>
                <a:sym typeface="Symbol" panose="05050102010706020507" pitchFamily="18" charset="2"/>
              </a:rPr>
              <a:t>  </a:t>
            </a:r>
            <a:r>
              <a:rPr lang="zh-CN" altLang="en-US">
                <a:latin typeface="Times New Roman" panose="02020603050405020304" pitchFamily="18" charset="0"/>
                <a:sym typeface="Symbol" panose="05050102010706020507" pitchFamily="18" charset="2"/>
              </a:rPr>
              <a:t>开路</a:t>
            </a:r>
          </a:p>
          <a:p>
            <a:pPr algn="l" eaLnBrk="1" hangingPunct="1"/>
            <a:r>
              <a:rPr lang="zh-CN" altLang="en-US">
                <a:solidFill>
                  <a:srgbClr val="FF0000"/>
                </a:solidFill>
                <a:latin typeface="Times New Roman" panose="02020603050405020304" pitchFamily="18" charset="0"/>
              </a:rPr>
              <a:t>转移阻抗    </a:t>
            </a:r>
          </a:p>
        </p:txBody>
      </p:sp>
      <p:graphicFrame>
        <p:nvGraphicFramePr>
          <p:cNvPr id="149544" name="Object 40"/>
          <p:cNvGraphicFramePr>
            <a:graphicFrameLocks noChangeAspect="1"/>
          </p:cNvGraphicFramePr>
          <p:nvPr>
            <p:extLst>
              <p:ext uri="{D42A27DB-BD31-4B8C-83A1-F6EECF244321}">
                <p14:modId xmlns:p14="http://schemas.microsoft.com/office/powerpoint/2010/main" val="4120942626"/>
              </p:ext>
            </p:extLst>
          </p:nvPr>
        </p:nvGraphicFramePr>
        <p:xfrm>
          <a:off x="717550" y="1030691"/>
          <a:ext cx="1730375" cy="915988"/>
        </p:xfrm>
        <a:graphic>
          <a:graphicData uri="http://schemas.openxmlformats.org/presentationml/2006/ole">
            <mc:AlternateContent xmlns:mc="http://schemas.openxmlformats.org/markup-compatibility/2006">
              <mc:Choice xmlns:v="urn:schemas-microsoft-com:vml" Requires="v">
                <p:oleObj spid="_x0000_s225352" name="Equation" r:id="rId3" imgW="863280" imgH="457200" progId="Equation.3">
                  <p:embed/>
                </p:oleObj>
              </mc:Choice>
              <mc:Fallback>
                <p:oleObj name="Equation" r:id="rId3" imgW="863280" imgH="457200" progId="Equation.3">
                  <p:embed/>
                  <p:pic>
                    <p:nvPicPr>
                      <p:cNvPr id="149544" name="Object 4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7550" y="1030691"/>
                        <a:ext cx="1730375" cy="915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9545" name="Object 41"/>
          <p:cNvGraphicFramePr>
            <a:graphicFrameLocks noChangeAspect="1"/>
          </p:cNvGraphicFramePr>
          <p:nvPr>
            <p:extLst>
              <p:ext uri="{D42A27DB-BD31-4B8C-83A1-F6EECF244321}">
                <p14:modId xmlns:p14="http://schemas.microsoft.com/office/powerpoint/2010/main" val="1138861865"/>
              </p:ext>
            </p:extLst>
          </p:nvPr>
        </p:nvGraphicFramePr>
        <p:xfrm>
          <a:off x="717550" y="3485338"/>
          <a:ext cx="1730375" cy="915988"/>
        </p:xfrm>
        <a:graphic>
          <a:graphicData uri="http://schemas.openxmlformats.org/presentationml/2006/ole">
            <mc:AlternateContent xmlns:mc="http://schemas.openxmlformats.org/markup-compatibility/2006">
              <mc:Choice xmlns:v="urn:schemas-microsoft-com:vml" Requires="v">
                <p:oleObj spid="_x0000_s225353" name="Equation" r:id="rId5" imgW="863280" imgH="457200" progId="Equation.3">
                  <p:embed/>
                </p:oleObj>
              </mc:Choice>
              <mc:Fallback>
                <p:oleObj name="Equation" r:id="rId5" imgW="863280" imgH="457200" progId="Equation.3">
                  <p:embed/>
                  <p:pic>
                    <p:nvPicPr>
                      <p:cNvPr id="149545" name="Object 4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17550" y="3485338"/>
                        <a:ext cx="1730375" cy="915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9546" name="Object 42"/>
          <p:cNvGraphicFramePr>
            <a:graphicFrameLocks noChangeAspect="1"/>
          </p:cNvGraphicFramePr>
          <p:nvPr>
            <p:extLst>
              <p:ext uri="{D42A27DB-BD31-4B8C-83A1-F6EECF244321}">
                <p14:modId xmlns:p14="http://schemas.microsoft.com/office/powerpoint/2010/main" val="3543027217"/>
              </p:ext>
            </p:extLst>
          </p:nvPr>
        </p:nvGraphicFramePr>
        <p:xfrm>
          <a:off x="717550" y="2077261"/>
          <a:ext cx="2060575" cy="915988"/>
        </p:xfrm>
        <a:graphic>
          <a:graphicData uri="http://schemas.openxmlformats.org/presentationml/2006/ole">
            <mc:AlternateContent xmlns:mc="http://schemas.openxmlformats.org/markup-compatibility/2006">
              <mc:Choice xmlns:v="urn:schemas-microsoft-com:vml" Requires="v">
                <p:oleObj spid="_x0000_s225354" name="Equation" r:id="rId7" imgW="1028520" imgH="457200" progId="Equation.3">
                  <p:embed/>
                </p:oleObj>
              </mc:Choice>
              <mc:Fallback>
                <p:oleObj name="Equation" r:id="rId7" imgW="1028520" imgH="457200" progId="Equation.3">
                  <p:embed/>
                  <p:pic>
                    <p:nvPicPr>
                      <p:cNvPr id="149546" name="Object 4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17550" y="2077261"/>
                        <a:ext cx="2060575" cy="915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9547" name="Object 43"/>
          <p:cNvGraphicFramePr>
            <a:graphicFrameLocks noChangeAspect="1"/>
          </p:cNvGraphicFramePr>
          <p:nvPr/>
        </p:nvGraphicFramePr>
        <p:xfrm>
          <a:off x="717550" y="4505325"/>
          <a:ext cx="1755775" cy="915988"/>
        </p:xfrm>
        <a:graphic>
          <a:graphicData uri="http://schemas.openxmlformats.org/presentationml/2006/ole">
            <mc:AlternateContent xmlns:mc="http://schemas.openxmlformats.org/markup-compatibility/2006">
              <mc:Choice xmlns:v="urn:schemas-microsoft-com:vml" Requires="v">
                <p:oleObj spid="_x0000_s225355" name="Equation" r:id="rId9" imgW="876240" imgH="457200" progId="Equation.3">
                  <p:embed/>
                </p:oleObj>
              </mc:Choice>
              <mc:Fallback>
                <p:oleObj name="Equation" r:id="rId9" imgW="876240" imgH="457200" progId="Equation.3">
                  <p:embed/>
                  <p:pic>
                    <p:nvPicPr>
                      <p:cNvPr id="149547" name="Object 4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17550" y="4505325"/>
                        <a:ext cx="1755775" cy="915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9548" name="Text Box 44"/>
          <p:cNvSpPr txBox="1">
            <a:spLocks noChangeArrowheads="1"/>
          </p:cNvSpPr>
          <p:nvPr/>
        </p:nvSpPr>
        <p:spPr bwMode="auto">
          <a:xfrm>
            <a:off x="5983288" y="288925"/>
            <a:ext cx="2093912" cy="457200"/>
          </a:xfrm>
          <a:prstGeom prst="rect">
            <a:avLst/>
          </a:prstGeom>
          <a:noFill/>
          <a:ln>
            <a:noFill/>
          </a:ln>
          <a:effectLst/>
          <a:extLst>
            <a:ext uri="{909E8E84-426E-40DD-AFC4-6F175D3DCCD1}">
              <a14:hiddenFill xmlns:a14="http://schemas.microsoft.com/office/drawing/2010/main">
                <a:solidFill>
                  <a:srgbClr val="FFFFCC">
                    <a:alpha val="50000"/>
                  </a:srgbClr>
                </a:solidFill>
              </a14:hiddenFill>
            </a:ext>
            <a:ext uri="{91240B29-F687-4F45-9708-019B960494DF}">
              <a14:hiddenLine xmlns:a14="http://schemas.microsoft.com/office/drawing/2010/main" w="19050">
                <a:solidFill>
                  <a:schemeClr val="tx1"/>
                </a:solidFill>
                <a:miter lim="800000"/>
                <a:headEnd/>
                <a:tailEnd type="none" w="med"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spAutoFit/>
          </a:bodyPr>
          <a:lstStyle/>
          <a:p>
            <a:r>
              <a:rPr lang="zh-CN" altLang="en-US">
                <a:latin typeface="Times New Roman" panose="02020603050405020304" pitchFamily="18" charset="0"/>
              </a:rPr>
              <a:t>实验电路图     </a:t>
            </a:r>
          </a:p>
        </p:txBody>
      </p:sp>
      <p:graphicFrame>
        <p:nvGraphicFramePr>
          <p:cNvPr id="51" name="Object 11"/>
          <p:cNvGraphicFramePr>
            <a:graphicFrameLocks noChangeAspect="1"/>
          </p:cNvGraphicFramePr>
          <p:nvPr>
            <p:extLst>
              <p:ext uri="{D42A27DB-BD31-4B8C-83A1-F6EECF244321}">
                <p14:modId xmlns:p14="http://schemas.microsoft.com/office/powerpoint/2010/main" val="4039908402"/>
              </p:ext>
            </p:extLst>
          </p:nvPr>
        </p:nvGraphicFramePr>
        <p:xfrm>
          <a:off x="5233194" y="819151"/>
          <a:ext cx="3192462" cy="2225675"/>
        </p:xfrm>
        <a:graphic>
          <a:graphicData uri="http://schemas.openxmlformats.org/presentationml/2006/ole">
            <mc:AlternateContent xmlns:mc="http://schemas.openxmlformats.org/markup-compatibility/2006">
              <mc:Choice xmlns:v="urn:schemas-microsoft-com:vml" Requires="v">
                <p:oleObj spid="_x0000_s225356" name="Visio" r:id="rId11" imgW="1787957" imgH="1246022" progId="Visio.Drawing.11">
                  <p:embed/>
                </p:oleObj>
              </mc:Choice>
              <mc:Fallback>
                <p:oleObj name="Visio" r:id="rId11" imgW="1787957" imgH="1246022" progId="Visio.Drawing.11">
                  <p:embed/>
                  <p:pic>
                    <p:nvPicPr>
                      <p:cNvPr id="327691" name="Object 1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233194" y="819151"/>
                        <a:ext cx="3192462" cy="2225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2" name="Object 12"/>
          <p:cNvGraphicFramePr>
            <a:graphicFrameLocks noChangeAspect="1"/>
          </p:cNvGraphicFramePr>
          <p:nvPr>
            <p:extLst>
              <p:ext uri="{D42A27DB-BD31-4B8C-83A1-F6EECF244321}">
                <p14:modId xmlns:p14="http://schemas.microsoft.com/office/powerpoint/2010/main" val="4161819790"/>
              </p:ext>
            </p:extLst>
          </p:nvPr>
        </p:nvGraphicFramePr>
        <p:xfrm>
          <a:off x="5083175" y="3282950"/>
          <a:ext cx="3492500" cy="2039938"/>
        </p:xfrm>
        <a:graphic>
          <a:graphicData uri="http://schemas.openxmlformats.org/presentationml/2006/ole">
            <mc:AlternateContent xmlns:mc="http://schemas.openxmlformats.org/markup-compatibility/2006">
              <mc:Choice xmlns:v="urn:schemas-microsoft-com:vml" Requires="v">
                <p:oleObj spid="_x0000_s225357" name="Visio" r:id="rId13" imgW="1955597" imgH="1143000" progId="Visio.Drawing.11">
                  <p:embed/>
                </p:oleObj>
              </mc:Choice>
              <mc:Fallback>
                <p:oleObj name="Visio" r:id="rId13" imgW="1955597" imgH="1143000" progId="Visio.Drawing.11">
                  <p:embed/>
                  <p:pic>
                    <p:nvPicPr>
                      <p:cNvPr id="327692" name="Object 12"/>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083175" y="3282950"/>
                        <a:ext cx="3492500" cy="2039938"/>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4" name="Object 9">
            <a:extLst>
              <a:ext uri="{FF2B5EF4-FFF2-40B4-BE49-F238E27FC236}">
                <a16:creationId xmlns:a16="http://schemas.microsoft.com/office/drawing/2014/main" id="{039FC2BC-6BA7-45DC-9871-495B476980F3}"/>
              </a:ext>
            </a:extLst>
          </p:cNvPr>
          <p:cNvGraphicFramePr>
            <a:graphicFrameLocks noChangeAspect="1"/>
          </p:cNvGraphicFramePr>
          <p:nvPr>
            <p:extLst>
              <p:ext uri="{D42A27DB-BD31-4B8C-83A1-F6EECF244321}">
                <p14:modId xmlns:p14="http://schemas.microsoft.com/office/powerpoint/2010/main" val="580144071"/>
              </p:ext>
            </p:extLst>
          </p:nvPr>
        </p:nvGraphicFramePr>
        <p:xfrm>
          <a:off x="569912" y="57554"/>
          <a:ext cx="2355850" cy="960437"/>
        </p:xfrm>
        <a:graphic>
          <a:graphicData uri="http://schemas.openxmlformats.org/presentationml/2006/ole">
            <mc:AlternateContent xmlns:mc="http://schemas.openxmlformats.org/markup-compatibility/2006">
              <mc:Choice xmlns:v="urn:schemas-microsoft-com:vml" Requires="v">
                <p:oleObj spid="_x0000_s225358" name="公式" r:id="rId15" imgW="1180800" imgH="482400" progId="Equation.3">
                  <p:embed/>
                </p:oleObj>
              </mc:Choice>
              <mc:Fallback>
                <p:oleObj name="公式" r:id="rId15" imgW="1180800" imgH="482400" progId="Equation.3">
                  <p:embed/>
                  <p:pic>
                    <p:nvPicPr>
                      <p:cNvPr id="30729" name="Object 9"/>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69912" y="57554"/>
                        <a:ext cx="2355850" cy="960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224091919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left)">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51"/>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149544"/>
                                        </p:tgtEl>
                                        <p:attrNameLst>
                                          <p:attrName>style.visibility</p:attrName>
                                        </p:attrNameLst>
                                      </p:cBhvr>
                                      <p:to>
                                        <p:strVal val="visible"/>
                                      </p:to>
                                    </p:set>
                                    <p:animEffect transition="in" filter="wipe(left)">
                                      <p:cBhvr>
                                        <p:cTn id="16" dur="500"/>
                                        <p:tgtEl>
                                          <p:spTgt spid="149544"/>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149508"/>
                                        </p:tgtEl>
                                        <p:attrNameLst>
                                          <p:attrName>style.visibility</p:attrName>
                                        </p:attrNameLst>
                                      </p:cBhvr>
                                      <p:to>
                                        <p:strVal val="visible"/>
                                      </p:to>
                                    </p:set>
                                    <p:animEffect transition="in" filter="wipe(left)">
                                      <p:cBhvr>
                                        <p:cTn id="21" dur="500"/>
                                        <p:tgtEl>
                                          <p:spTgt spid="149508"/>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nodeType="clickEffect">
                                  <p:stCondLst>
                                    <p:cond delay="0"/>
                                  </p:stCondLst>
                                  <p:childTnLst>
                                    <p:set>
                                      <p:cBhvr>
                                        <p:cTn id="25" dur="1" fill="hold">
                                          <p:stCondLst>
                                            <p:cond delay="0"/>
                                          </p:stCondLst>
                                        </p:cTn>
                                        <p:tgtEl>
                                          <p:spTgt spid="149546"/>
                                        </p:tgtEl>
                                        <p:attrNameLst>
                                          <p:attrName>style.visibility</p:attrName>
                                        </p:attrNameLst>
                                      </p:cBhvr>
                                      <p:to>
                                        <p:strVal val="visible"/>
                                      </p:to>
                                    </p:set>
                                    <p:animEffect transition="in" filter="wipe(left)">
                                      <p:cBhvr>
                                        <p:cTn id="26" dur="500"/>
                                        <p:tgtEl>
                                          <p:spTgt spid="149546"/>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149510"/>
                                        </p:tgtEl>
                                        <p:attrNameLst>
                                          <p:attrName>style.visibility</p:attrName>
                                        </p:attrNameLst>
                                      </p:cBhvr>
                                      <p:to>
                                        <p:strVal val="visible"/>
                                      </p:to>
                                    </p:set>
                                    <p:animEffect transition="in" filter="wipe(left)">
                                      <p:cBhvr>
                                        <p:cTn id="31" dur="500"/>
                                        <p:tgtEl>
                                          <p:spTgt spid="149510"/>
                                        </p:tgtEl>
                                      </p:cBhvr>
                                    </p:animEffec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nodeType="clickEffect">
                                  <p:stCondLst>
                                    <p:cond delay="0"/>
                                  </p:stCondLst>
                                  <p:childTnLst>
                                    <p:set>
                                      <p:cBhvr>
                                        <p:cTn id="35" dur="1" fill="hold">
                                          <p:stCondLst>
                                            <p:cond delay="0"/>
                                          </p:stCondLst>
                                        </p:cTn>
                                        <p:tgtEl>
                                          <p:spTgt spid="52"/>
                                        </p:tgtEl>
                                        <p:attrNameLst>
                                          <p:attrName>style.visibility</p:attrName>
                                        </p:attrNameLst>
                                      </p:cBhvr>
                                      <p:to>
                                        <p:strVal val="visible"/>
                                      </p:to>
                                    </p:se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8" fill="hold" nodeType="clickEffect">
                                  <p:stCondLst>
                                    <p:cond delay="0"/>
                                  </p:stCondLst>
                                  <p:childTnLst>
                                    <p:set>
                                      <p:cBhvr>
                                        <p:cTn id="39" dur="1" fill="hold">
                                          <p:stCondLst>
                                            <p:cond delay="0"/>
                                          </p:stCondLst>
                                        </p:cTn>
                                        <p:tgtEl>
                                          <p:spTgt spid="149545"/>
                                        </p:tgtEl>
                                        <p:attrNameLst>
                                          <p:attrName>style.visibility</p:attrName>
                                        </p:attrNameLst>
                                      </p:cBhvr>
                                      <p:to>
                                        <p:strVal val="visible"/>
                                      </p:to>
                                    </p:set>
                                    <p:animEffect transition="in" filter="wipe(left)">
                                      <p:cBhvr>
                                        <p:cTn id="40" dur="500"/>
                                        <p:tgtEl>
                                          <p:spTgt spid="149545"/>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149511"/>
                                        </p:tgtEl>
                                        <p:attrNameLst>
                                          <p:attrName>style.visibility</p:attrName>
                                        </p:attrNameLst>
                                      </p:cBhvr>
                                      <p:to>
                                        <p:strVal val="visible"/>
                                      </p:to>
                                    </p:set>
                                    <p:animEffect transition="in" filter="wipe(left)">
                                      <p:cBhvr>
                                        <p:cTn id="45" dur="500"/>
                                        <p:tgtEl>
                                          <p:spTgt spid="149511"/>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22" presetClass="entr" presetSubtype="8" fill="hold" nodeType="clickEffect">
                                  <p:stCondLst>
                                    <p:cond delay="0"/>
                                  </p:stCondLst>
                                  <p:childTnLst>
                                    <p:set>
                                      <p:cBhvr>
                                        <p:cTn id="49" dur="1" fill="hold">
                                          <p:stCondLst>
                                            <p:cond delay="0"/>
                                          </p:stCondLst>
                                        </p:cTn>
                                        <p:tgtEl>
                                          <p:spTgt spid="149547"/>
                                        </p:tgtEl>
                                        <p:attrNameLst>
                                          <p:attrName>style.visibility</p:attrName>
                                        </p:attrNameLst>
                                      </p:cBhvr>
                                      <p:to>
                                        <p:strVal val="visible"/>
                                      </p:to>
                                    </p:set>
                                    <p:animEffect transition="in" filter="wipe(left)">
                                      <p:cBhvr>
                                        <p:cTn id="50" dur="500"/>
                                        <p:tgtEl>
                                          <p:spTgt spid="149547"/>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22" presetClass="entr" presetSubtype="8" fill="hold" grpId="0" nodeType="clickEffect">
                                  <p:stCondLst>
                                    <p:cond delay="0"/>
                                  </p:stCondLst>
                                  <p:childTnLst>
                                    <p:set>
                                      <p:cBhvr>
                                        <p:cTn id="54" dur="1" fill="hold">
                                          <p:stCondLst>
                                            <p:cond delay="0"/>
                                          </p:stCondLst>
                                        </p:cTn>
                                        <p:tgtEl>
                                          <p:spTgt spid="149509"/>
                                        </p:tgtEl>
                                        <p:attrNameLst>
                                          <p:attrName>style.visibility</p:attrName>
                                        </p:attrNameLst>
                                      </p:cBhvr>
                                      <p:to>
                                        <p:strVal val="visible"/>
                                      </p:to>
                                    </p:set>
                                    <p:animEffect transition="in" filter="wipe(left)">
                                      <p:cBhvr>
                                        <p:cTn id="55" dur="500"/>
                                        <p:tgtEl>
                                          <p:spTgt spid="149509"/>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22" presetClass="entr" presetSubtype="8" fill="hold" grpId="0" nodeType="clickEffect">
                                  <p:stCondLst>
                                    <p:cond delay="0"/>
                                  </p:stCondLst>
                                  <p:childTnLst>
                                    <p:set>
                                      <p:cBhvr>
                                        <p:cTn id="59" dur="1" fill="hold">
                                          <p:stCondLst>
                                            <p:cond delay="0"/>
                                          </p:stCondLst>
                                        </p:cTn>
                                        <p:tgtEl>
                                          <p:spTgt spid="149507">
                                            <p:txEl>
                                              <p:pRg st="0" end="0"/>
                                            </p:txEl>
                                          </p:spTgt>
                                        </p:tgtEl>
                                        <p:attrNameLst>
                                          <p:attrName>style.visibility</p:attrName>
                                        </p:attrNameLst>
                                      </p:cBhvr>
                                      <p:to>
                                        <p:strVal val="visible"/>
                                      </p:to>
                                    </p:set>
                                    <p:animEffect transition="in" filter="wipe(left)">
                                      <p:cBhvr>
                                        <p:cTn id="60" dur="500"/>
                                        <p:tgtEl>
                                          <p:spTgt spid="14950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9507" grpId="0" build="p" autoUpdateAnimBg="0"/>
      <p:bldP spid="149508" grpId="0" autoUpdateAnimBg="0"/>
      <p:bldP spid="149509" grpId="0" autoUpdateAnimBg="0"/>
      <p:bldP spid="149510" grpId="0" autoUpdateAnimBg="0"/>
      <p:bldP spid="149511" grpId="0"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日期占位符 3"/>
          <p:cNvSpPr>
            <a:spLocks noGrp="1"/>
          </p:cNvSpPr>
          <p:nvPr>
            <p:ph type="dt" sz="quarter"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fld id="{D739873C-C86B-4A7A-BE0D-9E5C132FAFA2}" type="datetime1">
              <a:rPr kumimoji="1" lang="zh-CN" altLang="en-US" sz="1400" b="0" i="0" u="none" strike="noStrike" kern="1200" cap="none" spc="0" normalizeH="0" baseline="0" noProof="0">
                <a:ln>
                  <a:noFill/>
                </a:ln>
                <a:solidFill>
                  <a:srgbClr val="FF6600"/>
                </a:solidFill>
                <a:effectLst/>
                <a:uLnTx/>
                <a:uFillTx/>
                <a:latin typeface="Times New Roman"/>
                <a:ea typeface="宋体" panose="02010600030101010101" pitchFamily="2"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2019/6/4</a:t>
            </a:fld>
            <a:endParaRPr kumimoji="1" lang="en-US" altLang="zh-CN" sz="1400" b="0" i="0" u="none" strike="noStrike" kern="1200" cap="none" spc="0" normalizeH="0" baseline="0" noProof="0">
              <a:ln>
                <a:noFill/>
              </a:ln>
              <a:solidFill>
                <a:srgbClr val="FF6600"/>
              </a:solidFill>
              <a:effectLst/>
              <a:uLnTx/>
              <a:uFillTx/>
              <a:latin typeface="Times New Roman"/>
              <a:ea typeface="宋体" panose="02010600030101010101" pitchFamily="2" charset="-122"/>
              <a:cs typeface="+mn-cs"/>
            </a:endParaRPr>
          </a:p>
        </p:txBody>
      </p:sp>
      <p:sp>
        <p:nvSpPr>
          <p:cNvPr id="1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en-US" altLang="zh-CN" sz="1400" b="0" i="0" u="none" strike="noStrike" kern="1200" cap="none" spc="0" normalizeH="0" baseline="0" noProof="0">
              <a:ln>
                <a:noFill/>
              </a:ln>
              <a:solidFill>
                <a:srgbClr val="FF6600"/>
              </a:solidFill>
              <a:effectLst/>
              <a:uLnTx/>
              <a:uFillTx/>
              <a:latin typeface="Times New Roman"/>
              <a:ea typeface="宋体" panose="02010600030101010101" pitchFamily="2" charset="-122"/>
              <a:cs typeface="+mn-cs"/>
            </a:endParaRPr>
          </a:p>
        </p:txBody>
      </p:sp>
      <p:sp>
        <p:nvSpPr>
          <p:cNvPr id="1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7FADFD00-F5F2-4ACB-AEAB-17D5CF7C5EA0}" type="slidenum">
              <a:rPr kumimoji="1" lang="en-US" altLang="zh-CN" sz="1400" b="0" i="0" u="none" strike="noStrike" kern="1200" cap="none" spc="0" normalizeH="0" baseline="0" noProof="0">
                <a:ln>
                  <a:noFill/>
                </a:ln>
                <a:solidFill>
                  <a:srgbClr val="FF6600"/>
                </a:solidFill>
                <a:effectLst/>
                <a:uLnTx/>
                <a:uFillTx/>
                <a:latin typeface="Times New Roman"/>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15</a:t>
            </a:fld>
            <a:endParaRPr kumimoji="1" lang="en-US" altLang="zh-CN" sz="1400" b="0" i="0" u="none" strike="noStrike" kern="1200" cap="none" spc="0" normalizeH="0" baseline="0" noProof="0">
              <a:ln>
                <a:noFill/>
              </a:ln>
              <a:solidFill>
                <a:srgbClr val="FF6600"/>
              </a:solidFill>
              <a:effectLst/>
              <a:uLnTx/>
              <a:uFillTx/>
              <a:latin typeface="Times New Roman"/>
              <a:ea typeface="宋体" panose="02010600030101010101" pitchFamily="2" charset="-122"/>
              <a:cs typeface="+mn-cs"/>
            </a:endParaRPr>
          </a:p>
        </p:txBody>
      </p:sp>
      <p:sp>
        <p:nvSpPr>
          <p:cNvPr id="241666" name="Rectangle 1026"/>
          <p:cNvSpPr>
            <a:spLocks noGrp="1" noChangeArrowheads="1"/>
          </p:cNvSpPr>
          <p:nvPr>
            <p:ph type="title"/>
          </p:nvPr>
        </p:nvSpPr>
        <p:spPr/>
        <p:txBody>
          <a:bodyPr/>
          <a:lstStyle/>
          <a:p>
            <a:pPr algn="l" eaLnBrk="1" hangingPunct="1">
              <a:defRPr/>
            </a:pPr>
            <a:r>
              <a:rPr lang="zh-CN" altLang="en-US" sz="2800" dirty="0">
                <a:solidFill>
                  <a:srgbClr val="CC3300"/>
                </a:solidFill>
                <a:effectLst>
                  <a:outerShdw blurRad="38100" dist="38100" dir="2700000" algn="tl">
                    <a:srgbClr val="C0C0C0"/>
                  </a:outerShdw>
                </a:effectLst>
                <a:ea typeface="隶书" panose="02010509060101010101" pitchFamily="49" charset="-122"/>
              </a:rPr>
              <a:t>互易定理　（第四章内容回顾！）</a:t>
            </a:r>
            <a:endParaRPr lang="en-US" altLang="zh-CN" sz="2800" dirty="0">
              <a:solidFill>
                <a:srgbClr val="CC3300"/>
              </a:solidFill>
              <a:effectLst>
                <a:outerShdw blurRad="38100" dist="38100" dir="2700000" algn="tl">
                  <a:srgbClr val="C0C0C0"/>
                </a:outerShdw>
              </a:effectLst>
              <a:ea typeface="隶书" panose="02010509060101010101" pitchFamily="49" charset="-122"/>
            </a:endParaRPr>
          </a:p>
        </p:txBody>
      </p:sp>
      <p:sp>
        <p:nvSpPr>
          <p:cNvPr id="241675" name="Rectangle 1035"/>
          <p:cNvSpPr>
            <a:spLocks noChangeArrowheads="1"/>
          </p:cNvSpPr>
          <p:nvPr/>
        </p:nvSpPr>
        <p:spPr bwMode="auto">
          <a:xfrm>
            <a:off x="395536" y="807095"/>
            <a:ext cx="264687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zh-CN" altLang="en-US" sz="2400" b="0" i="0" u="none" strike="noStrike" kern="1200" cap="none" spc="0" normalizeH="0" baseline="0" noProof="0" dirty="0">
                <a:ln>
                  <a:noFill/>
                </a:ln>
                <a:solidFill>
                  <a:srgbClr val="FF3300"/>
                </a:solidFill>
                <a:effectLst>
                  <a:outerShdw blurRad="38100" dist="38100" dir="2700000" algn="tl">
                    <a:srgbClr val="C0C0C0"/>
                  </a:outerShdw>
                </a:effectLst>
                <a:uLnTx/>
                <a:uFillTx/>
                <a:latin typeface="Times New Roman" panose="02020603050405020304" pitchFamily="18" charset="0"/>
                <a:ea typeface="隶书" panose="02010509060101010101" pitchFamily="49" charset="-122"/>
                <a:cs typeface="+mn-cs"/>
              </a:rPr>
              <a:t>第一种形式的证明</a:t>
            </a:r>
            <a:endParaRPr kumimoji="1" lang="en-US" altLang="zh-CN" sz="2400" b="0" i="0" u="none" strike="noStrike" kern="1200" cap="none" spc="0" normalizeH="0" baseline="0" noProof="0" dirty="0">
              <a:ln>
                <a:noFill/>
              </a:ln>
              <a:solidFill>
                <a:srgbClr val="FF3300"/>
              </a:solidFill>
              <a:effectLst>
                <a:outerShdw blurRad="38100" dist="38100" dir="2700000" algn="tl">
                  <a:srgbClr val="C0C0C0"/>
                </a:outerShdw>
              </a:effectLst>
              <a:uLnTx/>
              <a:uFillTx/>
              <a:latin typeface="Times New Roman" panose="02020603050405020304" pitchFamily="18" charset="0"/>
              <a:ea typeface="隶书" panose="02010509060101010101" pitchFamily="49" charset="-122"/>
              <a:cs typeface="+mn-cs"/>
            </a:endParaRPr>
          </a:p>
        </p:txBody>
      </p:sp>
      <p:graphicFrame>
        <p:nvGraphicFramePr>
          <p:cNvPr id="241683" name="Object 1043"/>
          <p:cNvGraphicFramePr>
            <a:graphicFrameLocks noChangeAspect="1"/>
          </p:cNvGraphicFramePr>
          <p:nvPr>
            <p:extLst/>
          </p:nvPr>
        </p:nvGraphicFramePr>
        <p:xfrm>
          <a:off x="1219200" y="1219770"/>
          <a:ext cx="3059113" cy="1798638"/>
        </p:xfrm>
        <a:graphic>
          <a:graphicData uri="http://schemas.openxmlformats.org/presentationml/2006/ole">
            <mc:AlternateContent xmlns:mc="http://schemas.openxmlformats.org/markup-compatibility/2006">
              <mc:Choice xmlns:v="urn:schemas-microsoft-com:vml" Requires="v">
                <p:oleObj spid="_x0000_s226366" name="Flash 文档" r:id="rId3" imgW="2549520" imgH="1498680" progId="Flash.Movie">
                  <p:embed/>
                </p:oleObj>
              </mc:Choice>
              <mc:Fallback>
                <p:oleObj name="Flash 文档" r:id="rId3" imgW="2549520" imgH="1498680" progId="Flash.Movie">
                  <p:embed/>
                  <p:pic>
                    <p:nvPicPr>
                      <p:cNvPr id="241683" name="Object 104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19200" y="1219770"/>
                        <a:ext cx="3059113" cy="1798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41685" name="Rectangle 1045"/>
          <p:cNvSpPr>
            <a:spLocks noChangeArrowheads="1"/>
          </p:cNvSpPr>
          <p:nvPr/>
        </p:nvSpPr>
        <p:spPr bwMode="auto">
          <a:xfrm>
            <a:off x="536575" y="3043808"/>
            <a:ext cx="80692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dirty="0">
                <a:ln>
                  <a:noFill/>
                </a:ln>
                <a:solidFill>
                  <a:srgbClr val="FF3300"/>
                </a:solidFill>
                <a:effectLst>
                  <a:outerShdw blurRad="38100" dist="38100" dir="2700000" algn="tl">
                    <a:srgbClr val="C0C0C0"/>
                  </a:outerShdw>
                </a:effectLst>
                <a:uLnTx/>
                <a:uFillTx/>
                <a:latin typeface="Times New Roman" panose="02020603050405020304" pitchFamily="18" charset="0"/>
                <a:ea typeface="隶书" panose="02010509060101010101" pitchFamily="49" charset="-122"/>
                <a:cs typeface="+mn-cs"/>
              </a:rPr>
              <a:t>N</a:t>
            </a:r>
            <a:r>
              <a:rPr kumimoji="1" lang="en-US" altLang="zh-CN" sz="2400" b="0" i="0" u="none" strike="noStrike" kern="1200" cap="none" spc="0" normalizeH="0" baseline="-25000" noProof="0" dirty="0">
                <a:ln>
                  <a:noFill/>
                </a:ln>
                <a:solidFill>
                  <a:srgbClr val="FF3300"/>
                </a:solidFill>
                <a:effectLst>
                  <a:outerShdw blurRad="38100" dist="38100" dir="2700000" algn="tl">
                    <a:srgbClr val="C0C0C0"/>
                  </a:outerShdw>
                </a:effectLst>
                <a:uLnTx/>
                <a:uFillTx/>
                <a:latin typeface="Times New Roman" panose="02020603050405020304" pitchFamily="18" charset="0"/>
                <a:ea typeface="隶书" panose="02010509060101010101" pitchFamily="49" charset="-122"/>
                <a:cs typeface="+mn-cs"/>
              </a:rPr>
              <a:t>R</a:t>
            </a:r>
            <a:r>
              <a:rPr kumimoji="1" lang="en-US" altLang="zh-CN" sz="2400" b="0" i="0" u="none" strike="noStrike" kern="1200" cap="none" spc="0" normalizeH="0" baseline="0" noProof="0" dirty="0">
                <a:ln>
                  <a:noFill/>
                </a:ln>
                <a:solidFill>
                  <a:srgbClr val="FF3300"/>
                </a:solidFill>
                <a:effectLst>
                  <a:outerShdw blurRad="38100" dist="38100" dir="2700000" algn="tl">
                    <a:srgbClr val="C0C0C0"/>
                  </a:outerShdw>
                </a:effectLst>
                <a:uLnTx/>
                <a:uFillTx/>
                <a:latin typeface="Times New Roman" panose="02020603050405020304" pitchFamily="18" charset="0"/>
                <a:ea typeface="隶书" panose="02010509060101010101" pitchFamily="49" charset="-122"/>
                <a:cs typeface="+mn-cs"/>
              </a:rPr>
              <a:t>——</a:t>
            </a:r>
            <a:r>
              <a:rPr kumimoji="1" lang="en-US" altLang="zh-CN" sz="2400" b="0" i="0" u="none" strike="noStrike" kern="1200" cap="none" spc="0" normalizeH="0" baseline="0" noProof="0" dirty="0">
                <a:ln>
                  <a:noFill/>
                </a:ln>
                <a:solidFill>
                  <a:srgbClr val="000000"/>
                </a:solidFill>
                <a:effectLst>
                  <a:outerShdw blurRad="38100" dist="38100" dir="2700000" algn="tl">
                    <a:srgbClr val="C0C0C0"/>
                  </a:outerShdw>
                </a:effectLst>
                <a:uLnTx/>
                <a:uFillTx/>
                <a:latin typeface="Times New Roman" panose="02020603050405020304" pitchFamily="18" charset="0"/>
                <a:ea typeface="隶书" panose="02010509060101010101" pitchFamily="49" charset="-122"/>
                <a:cs typeface="+mn-cs"/>
              </a:rPr>
              <a:t>Consists of linear resistors only——</a:t>
            </a:r>
            <a:r>
              <a:rPr kumimoji="1" lang="en-US" altLang="zh-CN" sz="2400" b="0" i="0" u="none" strike="noStrike" kern="1200" cap="none" spc="0" normalizeH="0" baseline="0" noProof="0" dirty="0">
                <a:ln>
                  <a:noFill/>
                </a:ln>
                <a:solidFill>
                  <a:srgbClr val="FF3300"/>
                </a:solidFill>
                <a:effectLst>
                  <a:outerShdw blurRad="38100" dist="38100" dir="2700000" algn="tl">
                    <a:srgbClr val="C0C0C0"/>
                  </a:outerShdw>
                </a:effectLst>
                <a:uLnTx/>
                <a:uFillTx/>
                <a:latin typeface="Times New Roman" panose="02020603050405020304" pitchFamily="18" charset="0"/>
                <a:ea typeface="隶书" panose="02010509060101010101" pitchFamily="49" charset="-122"/>
                <a:cs typeface="+mn-cs"/>
              </a:rPr>
              <a:t> reciprocity network</a:t>
            </a:r>
          </a:p>
        </p:txBody>
      </p:sp>
      <p:graphicFrame>
        <p:nvGraphicFramePr>
          <p:cNvPr id="241686" name="Object 1046"/>
          <p:cNvGraphicFramePr>
            <a:graphicFrameLocks noChangeAspect="1"/>
          </p:cNvGraphicFramePr>
          <p:nvPr/>
        </p:nvGraphicFramePr>
        <p:xfrm>
          <a:off x="457200" y="3556000"/>
          <a:ext cx="3016250" cy="1038225"/>
        </p:xfrm>
        <a:graphic>
          <a:graphicData uri="http://schemas.openxmlformats.org/presentationml/2006/ole">
            <mc:AlternateContent xmlns:mc="http://schemas.openxmlformats.org/markup-compatibility/2006">
              <mc:Choice xmlns:v="urn:schemas-microsoft-com:vml" Requires="v">
                <p:oleObj spid="_x0000_s226367" name="Equation" r:id="rId5" imgW="1228809" imgH="404701" progId="Equation.DSMT4">
                  <p:embed/>
                </p:oleObj>
              </mc:Choice>
              <mc:Fallback>
                <p:oleObj name="Equation" r:id="rId5" imgW="1228809" imgH="404701" progId="Equation.DSMT4">
                  <p:embed/>
                  <p:pic>
                    <p:nvPicPr>
                      <p:cNvPr id="241686" name="Object 104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7200" y="3556000"/>
                        <a:ext cx="3016250" cy="1038225"/>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solidFill>
                              <a:srgbClr val="FF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41687" name="Object 1047"/>
          <p:cNvGraphicFramePr>
            <a:graphicFrameLocks noChangeAspect="1"/>
          </p:cNvGraphicFramePr>
          <p:nvPr/>
        </p:nvGraphicFramePr>
        <p:xfrm>
          <a:off x="395288" y="4622800"/>
          <a:ext cx="3076575" cy="1038225"/>
        </p:xfrm>
        <a:graphic>
          <a:graphicData uri="http://schemas.openxmlformats.org/presentationml/2006/ole">
            <mc:AlternateContent xmlns:mc="http://schemas.openxmlformats.org/markup-compatibility/2006">
              <mc:Choice xmlns:v="urn:schemas-microsoft-com:vml" Requires="v">
                <p:oleObj spid="_x0000_s226368" name="Equation" r:id="rId7" imgW="1257338" imgH="404701" progId="Equation.DSMT4">
                  <p:embed/>
                </p:oleObj>
              </mc:Choice>
              <mc:Fallback>
                <p:oleObj name="Equation" r:id="rId7" imgW="1257338" imgH="404701" progId="Equation.DSMT4">
                  <p:embed/>
                  <p:pic>
                    <p:nvPicPr>
                      <p:cNvPr id="241687" name="Object 104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95288" y="4622800"/>
                        <a:ext cx="3076575" cy="1038225"/>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solidFill>
                              <a:srgbClr val="FF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41690" name="AutoShape 1050"/>
          <p:cNvSpPr>
            <a:spLocks/>
          </p:cNvSpPr>
          <p:nvPr/>
        </p:nvSpPr>
        <p:spPr bwMode="auto">
          <a:xfrm>
            <a:off x="3657600" y="4089400"/>
            <a:ext cx="304800" cy="1219200"/>
          </a:xfrm>
          <a:prstGeom prst="rightBrace">
            <a:avLst>
              <a:gd name="adj1" fmla="val 33333"/>
              <a:gd name="adj2" fmla="val 50000"/>
            </a:avLst>
          </a:prstGeom>
          <a:noFill/>
          <a:ln w="28575">
            <a:solidFill>
              <a:srgbClr val="FF33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1pPr>
            <a:lvl2pPr marL="742950" indent="-285750">
              <a:spcBef>
                <a:spcPct val="20000"/>
              </a:spcBef>
              <a:buChar char="–"/>
              <a:defRPr kumimoji="1" sz="2000">
                <a:solidFill>
                  <a:schemeClr val="tx1"/>
                </a:solidFill>
                <a:latin typeface="Times New Roman" panose="02020603050405020304" pitchFamily="18" charset="0"/>
                <a:ea typeface="华文中宋" panose="02010600040101010101" pitchFamily="2" charset="-122"/>
              </a:defRPr>
            </a:lvl2pPr>
            <a:lvl3pPr marL="1143000" indent="-228600">
              <a:spcBef>
                <a:spcPct val="20000"/>
              </a:spcBef>
              <a:buChar char="•"/>
              <a:defRPr kumimoji="1" sz="2000">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华文中宋" panose="0201060004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中宋" panose="02010600040101010101" pitchFamily="2" charset="-122"/>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endParaRPr kumimoji="1" lang="zh-CN" altLang="en-US" sz="1800" b="0" i="0" u="none" strike="noStrike" kern="1200" cap="none" spc="0" normalizeH="0" baseline="0" noProof="0">
              <a:ln>
                <a:noFill/>
              </a:ln>
              <a:solidFill>
                <a:srgbClr val="000000"/>
              </a:solidFill>
              <a:effectLst/>
              <a:uLnTx/>
              <a:uFillTx/>
              <a:latin typeface="幼圆" panose="02010509060101010101" pitchFamily="49" charset="-122"/>
              <a:ea typeface="幼圆" panose="02010509060101010101" pitchFamily="49" charset="-122"/>
              <a:cs typeface="+mn-cs"/>
            </a:endParaRPr>
          </a:p>
        </p:txBody>
      </p:sp>
      <p:graphicFrame>
        <p:nvGraphicFramePr>
          <p:cNvPr id="241692" name="Object 1052"/>
          <p:cNvGraphicFramePr>
            <a:graphicFrameLocks noChangeAspect="1"/>
          </p:cNvGraphicFramePr>
          <p:nvPr/>
        </p:nvGraphicFramePr>
        <p:xfrm>
          <a:off x="4056063" y="4213225"/>
          <a:ext cx="2711450" cy="611188"/>
        </p:xfrm>
        <a:graphic>
          <a:graphicData uri="http://schemas.openxmlformats.org/presentationml/2006/ole">
            <mc:AlternateContent xmlns:mc="http://schemas.openxmlformats.org/markup-compatibility/2006">
              <mc:Choice xmlns:v="urn:schemas-microsoft-com:vml" Requires="v">
                <p:oleObj spid="_x0000_s226369" name="Equation" r:id="rId9" imgW="1104787" imgH="228731" progId="Equation.DSMT4">
                  <p:embed/>
                </p:oleObj>
              </mc:Choice>
              <mc:Fallback>
                <p:oleObj name="Equation" r:id="rId9" imgW="1104787" imgH="228731" progId="Equation.DSMT4">
                  <p:embed/>
                  <p:pic>
                    <p:nvPicPr>
                      <p:cNvPr id="241692" name="Object 105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056063" y="4213225"/>
                        <a:ext cx="2711450" cy="611188"/>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solidFill>
                              <a:srgbClr val="FF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41693" name="Object 1053"/>
          <p:cNvGraphicFramePr>
            <a:graphicFrameLocks noChangeAspect="1"/>
          </p:cNvGraphicFramePr>
          <p:nvPr/>
        </p:nvGraphicFramePr>
        <p:xfrm>
          <a:off x="7019925" y="4213225"/>
          <a:ext cx="1401763" cy="1039813"/>
        </p:xfrm>
        <a:graphic>
          <a:graphicData uri="http://schemas.openxmlformats.org/presentationml/2006/ole">
            <mc:AlternateContent xmlns:mc="http://schemas.openxmlformats.org/markup-compatibility/2006">
              <mc:Choice xmlns:v="urn:schemas-microsoft-com:vml" Requires="v">
                <p:oleObj spid="_x0000_s226370" name="Equation" r:id="rId11" imgW="557349" imgH="404701" progId="Equation.3">
                  <p:embed/>
                </p:oleObj>
              </mc:Choice>
              <mc:Fallback>
                <p:oleObj name="Equation" r:id="rId11" imgW="557349" imgH="404701" progId="Equation.3">
                  <p:embed/>
                  <p:pic>
                    <p:nvPicPr>
                      <p:cNvPr id="241693" name="Object 105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019925" y="4213225"/>
                        <a:ext cx="1401763" cy="1039813"/>
                      </a:xfrm>
                      <a:prstGeom prst="rect">
                        <a:avLst/>
                      </a:prstGeom>
                      <a:noFill/>
                      <a:ln w="9525">
                        <a:solidFill>
                          <a:srgbClr val="FF9900"/>
                        </a:solidFill>
                        <a:miter lim="800000"/>
                        <a:headEnd/>
                        <a:tailEnd/>
                      </a:ln>
                      <a:effectLst/>
                      <a:extLst>
                        <a:ext uri="{909E8E84-426E-40DD-AFC4-6F175D3DCCD1}">
                          <a14:hiddenFill xmlns:a14="http://schemas.microsoft.com/office/drawing/2010/main">
                            <a:solidFill>
                              <a:schemeClr val="accent1">
                                <a:alpha val="50195"/>
                              </a:scheme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41694" name="Object 1054"/>
          <p:cNvGraphicFramePr>
            <a:graphicFrameLocks noChangeAspect="1"/>
          </p:cNvGraphicFramePr>
          <p:nvPr>
            <p:extLst/>
          </p:nvPr>
        </p:nvGraphicFramePr>
        <p:xfrm>
          <a:off x="5508625" y="1357883"/>
          <a:ext cx="3124200" cy="1593850"/>
        </p:xfrm>
        <a:graphic>
          <a:graphicData uri="http://schemas.openxmlformats.org/presentationml/2006/ole">
            <mc:AlternateContent xmlns:mc="http://schemas.openxmlformats.org/markup-compatibility/2006">
              <mc:Choice xmlns:v="urn:schemas-microsoft-com:vml" Requires="v">
                <p:oleObj spid="_x0000_s226371" name="Visio" r:id="rId13" imgW="2579465" imgH="1330881" progId="Visio.Drawing.11">
                  <p:embed/>
                </p:oleObj>
              </mc:Choice>
              <mc:Fallback>
                <p:oleObj name="Visio" r:id="rId13" imgW="2579465" imgH="1330881" progId="Visio.Drawing.11">
                  <p:embed/>
                  <p:pic>
                    <p:nvPicPr>
                      <p:cNvPr id="241694" name="Object 1054"/>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508625" y="1357883"/>
                        <a:ext cx="3124200" cy="1593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41697" name="AutoShape 1057"/>
          <p:cNvSpPr>
            <a:spLocks noChangeArrowheads="1"/>
          </p:cNvSpPr>
          <p:nvPr/>
        </p:nvSpPr>
        <p:spPr bwMode="auto">
          <a:xfrm>
            <a:off x="4056063" y="4932363"/>
            <a:ext cx="2820987" cy="71437"/>
          </a:xfrm>
          <a:prstGeom prst="rightArrow">
            <a:avLst>
              <a:gd name="adj1" fmla="val 50000"/>
              <a:gd name="adj2" fmla="val 987229"/>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1pPr>
            <a:lvl2pPr marL="742950" indent="-285750">
              <a:spcBef>
                <a:spcPct val="20000"/>
              </a:spcBef>
              <a:buChar char="–"/>
              <a:defRPr kumimoji="1" sz="2000">
                <a:solidFill>
                  <a:schemeClr val="tx1"/>
                </a:solidFill>
                <a:latin typeface="Times New Roman" panose="02020603050405020304" pitchFamily="18" charset="0"/>
                <a:ea typeface="华文中宋" panose="02010600040101010101" pitchFamily="2" charset="-122"/>
              </a:defRPr>
            </a:lvl2pPr>
            <a:lvl3pPr marL="1143000" indent="-228600">
              <a:spcBef>
                <a:spcPct val="20000"/>
              </a:spcBef>
              <a:buChar char="•"/>
              <a:defRPr kumimoji="1" sz="2000">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华文中宋" panose="0201060004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中宋" panose="02010600040101010101" pitchFamily="2" charset="-122"/>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endParaRPr kumimoji="1" lang="zh-CN" altLang="en-US" sz="1800" b="0" i="0" u="none" strike="noStrike" kern="1200" cap="none" spc="0" normalizeH="0" baseline="0" noProof="0">
              <a:ln>
                <a:noFill/>
              </a:ln>
              <a:solidFill>
                <a:srgbClr val="000000"/>
              </a:solidFill>
              <a:effectLst/>
              <a:uLnTx/>
              <a:uFillTx/>
              <a:latin typeface="幼圆" panose="02010509060101010101" pitchFamily="49" charset="-122"/>
              <a:ea typeface="幼圆" panose="02010509060101010101" pitchFamily="49" charset="-122"/>
              <a:cs typeface="+mn-cs"/>
            </a:endParaRPr>
          </a:p>
        </p:txBody>
      </p:sp>
      <p:sp>
        <p:nvSpPr>
          <p:cNvPr id="17" name="Rectangle 1045"/>
          <p:cNvSpPr>
            <a:spLocks noChangeArrowheads="1"/>
          </p:cNvSpPr>
          <p:nvPr/>
        </p:nvSpPr>
        <p:spPr bwMode="auto">
          <a:xfrm>
            <a:off x="2315299" y="5842000"/>
            <a:ext cx="418576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zh-CN" altLang="en-US" sz="2400" b="0" i="0" u="none" strike="noStrike" kern="1200" cap="none" spc="0" normalizeH="0" baseline="0" noProof="0" dirty="0">
                <a:ln>
                  <a:noFill/>
                </a:ln>
                <a:solidFill>
                  <a:srgbClr val="FF3300"/>
                </a:solidFill>
                <a:effectLst>
                  <a:outerShdw blurRad="38100" dist="38100" dir="2700000" algn="tl">
                    <a:srgbClr val="C0C0C0"/>
                  </a:outerShdw>
                </a:effectLst>
                <a:uLnTx/>
                <a:uFillTx/>
                <a:latin typeface="Times New Roman" panose="02020603050405020304" pitchFamily="18" charset="0"/>
                <a:ea typeface="隶书" panose="02010509060101010101" pitchFamily="49" charset="-122"/>
                <a:cs typeface="+mn-cs"/>
              </a:rPr>
              <a:t>两电路的激励与响应之比相等</a:t>
            </a:r>
            <a:endParaRPr kumimoji="1" lang="en-US" altLang="zh-CN" sz="2400" b="0" i="0" u="none" strike="noStrike" kern="1200" cap="none" spc="0" normalizeH="0" baseline="0" noProof="0" dirty="0">
              <a:ln>
                <a:noFill/>
              </a:ln>
              <a:solidFill>
                <a:srgbClr val="FF3300"/>
              </a:solidFill>
              <a:effectLst>
                <a:outerShdw blurRad="38100" dist="38100" dir="2700000" algn="tl">
                  <a:srgbClr val="C0C0C0"/>
                </a:outerShdw>
              </a:effectLst>
              <a:uLnTx/>
              <a:uFillTx/>
              <a:latin typeface="Times New Roman" panose="02020603050405020304" pitchFamily="18" charset="0"/>
              <a:ea typeface="隶书" panose="02010509060101010101" pitchFamily="49" charset="-122"/>
              <a:cs typeface="+mn-cs"/>
            </a:endParaRPr>
          </a:p>
        </p:txBody>
      </p:sp>
    </p:spTree>
    <p:extLst>
      <p:ext uri="{BB962C8B-B14F-4D97-AF65-F5344CB8AC3E}">
        <p14:creationId xmlns:p14="http://schemas.microsoft.com/office/powerpoint/2010/main" val="397484259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241683"/>
                                        </p:tgtEl>
                                        <p:attrNameLst>
                                          <p:attrName>style.visibility</p:attrName>
                                        </p:attrNameLst>
                                      </p:cBhvr>
                                      <p:to>
                                        <p:strVal val="visible"/>
                                      </p:to>
                                    </p:set>
                                    <p:animEffect transition="in" filter="checkerboard(across)">
                                      <p:cBhvr>
                                        <p:cTn id="7" dur="500"/>
                                        <p:tgtEl>
                                          <p:spTgt spid="24168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241694"/>
                                        </p:tgtEl>
                                        <p:attrNameLst>
                                          <p:attrName>style.visibility</p:attrName>
                                        </p:attrNameLst>
                                      </p:cBhvr>
                                      <p:to>
                                        <p:strVal val="visible"/>
                                      </p:to>
                                    </p:set>
                                    <p:animEffect transition="in" filter="checkerboard(across)">
                                      <p:cBhvr>
                                        <p:cTn id="12" dur="500"/>
                                        <p:tgtEl>
                                          <p:spTgt spid="24169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241685"/>
                                        </p:tgtEl>
                                        <p:attrNameLst>
                                          <p:attrName>style.visibility</p:attrName>
                                        </p:attrNameLst>
                                      </p:cBhvr>
                                      <p:to>
                                        <p:strVal val="visible"/>
                                      </p:to>
                                    </p:set>
                                    <p:animEffect transition="in" filter="checkerboard(across)">
                                      <p:cBhvr>
                                        <p:cTn id="17" dur="500"/>
                                        <p:tgtEl>
                                          <p:spTgt spid="24168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5" presetClass="entr" presetSubtype="10" fill="hold" nodeType="clickEffect">
                                  <p:stCondLst>
                                    <p:cond delay="0"/>
                                  </p:stCondLst>
                                  <p:childTnLst>
                                    <p:set>
                                      <p:cBhvr>
                                        <p:cTn id="21" dur="1" fill="hold">
                                          <p:stCondLst>
                                            <p:cond delay="0"/>
                                          </p:stCondLst>
                                        </p:cTn>
                                        <p:tgtEl>
                                          <p:spTgt spid="241686"/>
                                        </p:tgtEl>
                                        <p:attrNameLst>
                                          <p:attrName>style.visibility</p:attrName>
                                        </p:attrNameLst>
                                      </p:cBhvr>
                                      <p:to>
                                        <p:strVal val="visible"/>
                                      </p:to>
                                    </p:set>
                                    <p:animEffect transition="in" filter="checkerboard(across)">
                                      <p:cBhvr>
                                        <p:cTn id="22" dur="500"/>
                                        <p:tgtEl>
                                          <p:spTgt spid="24168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5" presetClass="entr" presetSubtype="10" fill="hold" nodeType="clickEffect">
                                  <p:stCondLst>
                                    <p:cond delay="0"/>
                                  </p:stCondLst>
                                  <p:childTnLst>
                                    <p:set>
                                      <p:cBhvr>
                                        <p:cTn id="26" dur="1" fill="hold">
                                          <p:stCondLst>
                                            <p:cond delay="0"/>
                                          </p:stCondLst>
                                        </p:cTn>
                                        <p:tgtEl>
                                          <p:spTgt spid="241687"/>
                                        </p:tgtEl>
                                        <p:attrNameLst>
                                          <p:attrName>style.visibility</p:attrName>
                                        </p:attrNameLst>
                                      </p:cBhvr>
                                      <p:to>
                                        <p:strVal val="visible"/>
                                      </p:to>
                                    </p:set>
                                    <p:animEffect transition="in" filter="checkerboard(across)">
                                      <p:cBhvr>
                                        <p:cTn id="27" dur="500"/>
                                        <p:tgtEl>
                                          <p:spTgt spid="241687"/>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5" presetClass="entr" presetSubtype="10" fill="hold" grpId="0" nodeType="clickEffect">
                                  <p:stCondLst>
                                    <p:cond delay="0"/>
                                  </p:stCondLst>
                                  <p:childTnLst>
                                    <p:set>
                                      <p:cBhvr>
                                        <p:cTn id="31" dur="1" fill="hold">
                                          <p:stCondLst>
                                            <p:cond delay="0"/>
                                          </p:stCondLst>
                                        </p:cTn>
                                        <p:tgtEl>
                                          <p:spTgt spid="241690"/>
                                        </p:tgtEl>
                                        <p:attrNameLst>
                                          <p:attrName>style.visibility</p:attrName>
                                        </p:attrNameLst>
                                      </p:cBhvr>
                                      <p:to>
                                        <p:strVal val="visible"/>
                                      </p:to>
                                    </p:set>
                                    <p:animEffect transition="in" filter="checkerboard(across)">
                                      <p:cBhvr>
                                        <p:cTn id="32" dur="500"/>
                                        <p:tgtEl>
                                          <p:spTgt spid="241690"/>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5" presetClass="entr" presetSubtype="10" fill="hold" nodeType="clickEffect">
                                  <p:stCondLst>
                                    <p:cond delay="0"/>
                                  </p:stCondLst>
                                  <p:childTnLst>
                                    <p:set>
                                      <p:cBhvr>
                                        <p:cTn id="36" dur="1" fill="hold">
                                          <p:stCondLst>
                                            <p:cond delay="0"/>
                                          </p:stCondLst>
                                        </p:cTn>
                                        <p:tgtEl>
                                          <p:spTgt spid="241692"/>
                                        </p:tgtEl>
                                        <p:attrNameLst>
                                          <p:attrName>style.visibility</p:attrName>
                                        </p:attrNameLst>
                                      </p:cBhvr>
                                      <p:to>
                                        <p:strVal val="visible"/>
                                      </p:to>
                                    </p:set>
                                    <p:animEffect transition="in" filter="checkerboard(across)">
                                      <p:cBhvr>
                                        <p:cTn id="37" dur="500"/>
                                        <p:tgtEl>
                                          <p:spTgt spid="241692"/>
                                        </p:tgtEl>
                                      </p:cBhvr>
                                    </p:animEffect>
                                  </p:childTnLst>
                                </p:cTn>
                              </p:par>
                            </p:childTnLst>
                          </p:cTn>
                        </p:par>
                        <p:par>
                          <p:cTn id="38" fill="hold" nodeType="afterGroup">
                            <p:stCondLst>
                              <p:cond delay="500"/>
                            </p:stCondLst>
                            <p:childTnLst>
                              <p:par>
                                <p:cTn id="39" presetID="22" presetClass="entr" presetSubtype="8" fill="hold" grpId="0" nodeType="afterEffect">
                                  <p:stCondLst>
                                    <p:cond delay="0"/>
                                  </p:stCondLst>
                                  <p:childTnLst>
                                    <p:set>
                                      <p:cBhvr>
                                        <p:cTn id="40" dur="1" fill="hold">
                                          <p:stCondLst>
                                            <p:cond delay="0"/>
                                          </p:stCondLst>
                                        </p:cTn>
                                        <p:tgtEl>
                                          <p:spTgt spid="241697"/>
                                        </p:tgtEl>
                                        <p:attrNameLst>
                                          <p:attrName>style.visibility</p:attrName>
                                        </p:attrNameLst>
                                      </p:cBhvr>
                                      <p:to>
                                        <p:strVal val="visible"/>
                                      </p:to>
                                    </p:set>
                                    <p:animEffect transition="in" filter="wipe(left)">
                                      <p:cBhvr>
                                        <p:cTn id="41" dur="1000"/>
                                        <p:tgtEl>
                                          <p:spTgt spid="241697"/>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5" presetClass="entr" presetSubtype="10" fill="hold" nodeType="clickEffect">
                                  <p:stCondLst>
                                    <p:cond delay="0"/>
                                  </p:stCondLst>
                                  <p:childTnLst>
                                    <p:set>
                                      <p:cBhvr>
                                        <p:cTn id="45" dur="1" fill="hold">
                                          <p:stCondLst>
                                            <p:cond delay="0"/>
                                          </p:stCondLst>
                                        </p:cTn>
                                        <p:tgtEl>
                                          <p:spTgt spid="241693"/>
                                        </p:tgtEl>
                                        <p:attrNameLst>
                                          <p:attrName>style.visibility</p:attrName>
                                        </p:attrNameLst>
                                      </p:cBhvr>
                                      <p:to>
                                        <p:strVal val="visible"/>
                                      </p:to>
                                    </p:set>
                                    <p:animEffect transition="in" filter="checkerboard(across)">
                                      <p:cBhvr>
                                        <p:cTn id="46" dur="500"/>
                                        <p:tgtEl>
                                          <p:spTgt spid="241693"/>
                                        </p:tgtEl>
                                      </p:cBhvr>
                                    </p:animEffect>
                                  </p:childTnLst>
                                </p:cTn>
                              </p:par>
                            </p:childTnLst>
                          </p:cTn>
                        </p:par>
                      </p:childTnLst>
                    </p:cTn>
                  </p:par>
                  <p:par>
                    <p:cTn id="47" fill="hold">
                      <p:stCondLst>
                        <p:cond delay="indefinite"/>
                      </p:stCondLst>
                      <p:childTnLst>
                        <p:par>
                          <p:cTn id="48" fill="hold">
                            <p:stCondLst>
                              <p:cond delay="0"/>
                            </p:stCondLst>
                            <p:childTnLst>
                              <p:par>
                                <p:cTn id="49" presetID="5" presetClass="entr" presetSubtype="10" fill="hold" grpId="0" nodeType="clickEffect">
                                  <p:stCondLst>
                                    <p:cond delay="0"/>
                                  </p:stCondLst>
                                  <p:childTnLst>
                                    <p:set>
                                      <p:cBhvr>
                                        <p:cTn id="50" dur="1" fill="hold">
                                          <p:stCondLst>
                                            <p:cond delay="0"/>
                                          </p:stCondLst>
                                        </p:cTn>
                                        <p:tgtEl>
                                          <p:spTgt spid="17"/>
                                        </p:tgtEl>
                                        <p:attrNameLst>
                                          <p:attrName>style.visibility</p:attrName>
                                        </p:attrNameLst>
                                      </p:cBhvr>
                                      <p:to>
                                        <p:strVal val="visible"/>
                                      </p:to>
                                    </p:set>
                                    <p:animEffect transition="in" filter="checkerboard(across)">
                                      <p:cBhvr>
                                        <p:cTn id="51"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1685" grpId="0" autoUpdateAnimBg="0"/>
      <p:bldP spid="241690" grpId="0" animBg="1"/>
      <p:bldP spid="241697" grpId="0" animBg="1"/>
      <p:bldP spid="17" grpId="0"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Text Box 2"/>
          <p:cNvSpPr txBox="1">
            <a:spLocks noChangeArrowheads="1"/>
          </p:cNvSpPr>
          <p:nvPr/>
        </p:nvSpPr>
        <p:spPr bwMode="auto">
          <a:xfrm>
            <a:off x="220831" y="355858"/>
            <a:ext cx="203835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0" fontAlgn="base" latinLnBrk="0" hangingPunct="0">
              <a:lnSpc>
                <a:spcPct val="100000"/>
              </a:lnSpc>
              <a:spcBef>
                <a:spcPct val="50000"/>
              </a:spcBef>
              <a:spcAft>
                <a:spcPct val="0"/>
              </a:spcAft>
              <a:buClrTx/>
              <a:buSzTx/>
              <a:buFontTx/>
              <a:buNone/>
              <a:tabLst/>
              <a:defRPr/>
            </a:pPr>
            <a:r>
              <a:rPr kumimoji="1" lang="zh-CN" altLang="en-US" sz="2400" b="1" i="0" u="none" strike="noStrike" kern="1200" cap="none" spc="0" normalizeH="0" baseline="0" noProof="0" dirty="0">
                <a:ln>
                  <a:noFill/>
                </a:ln>
                <a:solidFill>
                  <a:srgbClr val="FF0000"/>
                </a:solidFill>
                <a:effectLst/>
                <a:uLnTx/>
                <a:uFillTx/>
                <a:latin typeface="隶书" panose="02010509060101010101" pitchFamily="49" charset="-122"/>
                <a:ea typeface="隶书" panose="02010509060101010101" pitchFamily="49" charset="-122"/>
                <a:cs typeface="+mn-cs"/>
              </a:rPr>
              <a:t>第二种形式</a:t>
            </a:r>
            <a:r>
              <a:rPr kumimoji="1" lang="en-US" altLang="zh-CN" sz="2400" b="1" i="0" u="none" strike="noStrike" kern="1200" cap="none" spc="0" normalizeH="0" baseline="0" noProof="0" dirty="0">
                <a:ln>
                  <a:noFill/>
                </a:ln>
                <a:solidFill>
                  <a:srgbClr val="FF0000"/>
                </a:solidFill>
                <a:effectLst/>
                <a:uLnTx/>
                <a:uFillTx/>
                <a:latin typeface="隶书" panose="02010509060101010101" pitchFamily="49" charset="-122"/>
                <a:ea typeface="隶书" panose="02010509060101010101" pitchFamily="49" charset="-122"/>
                <a:cs typeface="+mn-cs"/>
              </a:rPr>
              <a:t>:  </a:t>
            </a:r>
          </a:p>
        </p:txBody>
      </p:sp>
      <p:sp>
        <p:nvSpPr>
          <p:cNvPr id="200707" name="Text Box 3"/>
          <p:cNvSpPr txBox="1">
            <a:spLocks noChangeArrowheads="1"/>
          </p:cNvSpPr>
          <p:nvPr/>
        </p:nvSpPr>
        <p:spPr bwMode="auto">
          <a:xfrm>
            <a:off x="2259181" y="374908"/>
            <a:ext cx="437832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0" fontAlgn="base" latinLnBrk="0" hangingPunct="0">
              <a:lnSpc>
                <a:spcPct val="100000"/>
              </a:lnSpc>
              <a:spcBef>
                <a:spcPct val="50000"/>
              </a:spcBef>
              <a:spcAft>
                <a:spcPct val="0"/>
              </a:spcAft>
              <a:buClrTx/>
              <a:buSzTx/>
              <a:buFontTx/>
              <a:buNone/>
              <a:tabLst/>
              <a:defRPr/>
            </a:pPr>
            <a:r>
              <a:rPr kumimoji="1" lang="zh-CN" altLang="en-US" sz="2400" b="1" i="0" u="none" strike="noStrike" kern="1200" cap="none" spc="0" normalizeH="0" baseline="0" noProof="0" dirty="0">
                <a:ln>
                  <a:noFill/>
                </a:ln>
                <a:solidFill>
                  <a:srgbClr val="FF0000"/>
                </a:solidFill>
                <a:effectLst/>
                <a:uLnTx/>
                <a:uFillTx/>
                <a:latin typeface="隶书" panose="02010509060101010101" pitchFamily="49" charset="-122"/>
                <a:ea typeface="隶书" panose="02010509060101010101" pitchFamily="49" charset="-122"/>
                <a:cs typeface="+mn-cs"/>
              </a:rPr>
              <a:t>激励是电流源，响应是电压。  </a:t>
            </a:r>
          </a:p>
        </p:txBody>
      </p:sp>
      <p:graphicFrame>
        <p:nvGraphicFramePr>
          <p:cNvPr id="4" name="Object 14"/>
          <p:cNvGraphicFramePr>
            <a:graphicFrameLocks noChangeAspect="1"/>
          </p:cNvGraphicFramePr>
          <p:nvPr>
            <p:extLst/>
          </p:nvPr>
        </p:nvGraphicFramePr>
        <p:xfrm>
          <a:off x="3989391" y="2406086"/>
          <a:ext cx="1249362" cy="1036637"/>
        </p:xfrm>
        <a:graphic>
          <a:graphicData uri="http://schemas.openxmlformats.org/presentationml/2006/ole">
            <mc:AlternateContent xmlns:mc="http://schemas.openxmlformats.org/markup-compatibility/2006">
              <mc:Choice xmlns:v="urn:schemas-microsoft-com:vml" Requires="v">
                <p:oleObj spid="_x0000_s227390" name="Equation" r:id="rId3" imgW="499155" imgH="407588" progId="Equation.DSMT4">
                  <p:embed/>
                </p:oleObj>
              </mc:Choice>
              <mc:Fallback>
                <p:oleObj name="Equation" r:id="rId3" imgW="499155" imgH="407588" progId="Equation.DSMT4">
                  <p:embed/>
                  <p:pic>
                    <p:nvPicPr>
                      <p:cNvPr id="4" name="Object 1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89391" y="2406086"/>
                        <a:ext cx="1249362" cy="1036637"/>
                      </a:xfrm>
                      <a:prstGeom prst="rect">
                        <a:avLst/>
                      </a:prstGeom>
                      <a:noFill/>
                      <a:ln w="9525">
                        <a:solidFill>
                          <a:srgbClr val="FF9900"/>
                        </a:solidFill>
                        <a:miter lim="800000"/>
                        <a:headEnd/>
                        <a:tailEnd/>
                      </a:ln>
                      <a:effectLst/>
                      <a:extLst>
                        <a:ext uri="{909E8E84-426E-40DD-AFC4-6F175D3DCCD1}">
                          <a14:hiddenFill xmlns:a14="http://schemas.microsoft.com/office/drawing/2010/main">
                            <a:solidFill>
                              <a:schemeClr val="accent1">
                                <a:alpha val="50195"/>
                              </a:scheme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 name="Object 18"/>
          <p:cNvGraphicFramePr>
            <a:graphicFrameLocks noChangeAspect="1"/>
          </p:cNvGraphicFramePr>
          <p:nvPr>
            <p:extLst/>
          </p:nvPr>
        </p:nvGraphicFramePr>
        <p:xfrm>
          <a:off x="5382816" y="700062"/>
          <a:ext cx="3124200" cy="2182813"/>
        </p:xfrm>
        <a:graphic>
          <a:graphicData uri="http://schemas.openxmlformats.org/presentationml/2006/ole">
            <mc:AlternateContent xmlns:mc="http://schemas.openxmlformats.org/markup-compatibility/2006">
              <mc:Choice xmlns:v="urn:schemas-microsoft-com:vml" Requires="v">
                <p:oleObj spid="_x0000_s227391" name="Visio" r:id="rId5" imgW="2548604" imgH="1788652" progId="Visio.Drawing.11">
                  <p:embed/>
                </p:oleObj>
              </mc:Choice>
              <mc:Fallback>
                <p:oleObj name="Visio" r:id="rId5" imgW="2548604" imgH="1788652" progId="Visio.Drawing.11">
                  <p:embed/>
                  <p:pic>
                    <p:nvPicPr>
                      <p:cNvPr id="5" name="Object 1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82816" y="700062"/>
                        <a:ext cx="3124200" cy="2182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 name="Object 19"/>
          <p:cNvGraphicFramePr>
            <a:graphicFrameLocks noChangeAspect="1"/>
          </p:cNvGraphicFramePr>
          <p:nvPr>
            <p:extLst/>
          </p:nvPr>
        </p:nvGraphicFramePr>
        <p:xfrm>
          <a:off x="1115616" y="874687"/>
          <a:ext cx="2743200" cy="2046288"/>
        </p:xfrm>
        <a:graphic>
          <a:graphicData uri="http://schemas.openxmlformats.org/presentationml/2006/ole">
            <mc:AlternateContent xmlns:mc="http://schemas.openxmlformats.org/markup-compatibility/2006">
              <mc:Choice xmlns:v="urn:schemas-microsoft-com:vml" Requires="v">
                <p:oleObj spid="_x0000_s227392" name="Visio" r:id="rId7" imgW="2251138" imgH="1686639" progId="Visio.Drawing.11">
                  <p:embed/>
                </p:oleObj>
              </mc:Choice>
              <mc:Fallback>
                <p:oleObj name="Visio" r:id="rId7" imgW="2251138" imgH="1686639" progId="Visio.Drawing.11">
                  <p:embed/>
                  <p:pic>
                    <p:nvPicPr>
                      <p:cNvPr id="6" name="Object 1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115616" y="874687"/>
                        <a:ext cx="2743200" cy="2046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 name="Rectangle 20"/>
          <p:cNvSpPr>
            <a:spLocks noChangeArrowheads="1"/>
          </p:cNvSpPr>
          <p:nvPr/>
        </p:nvSpPr>
        <p:spPr bwMode="auto">
          <a:xfrm>
            <a:off x="323528" y="3612316"/>
            <a:ext cx="7992888"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400" b="0" i="0" u="none" strike="noStrike" kern="1200" cap="none" spc="0" normalizeH="0" baseline="0" noProof="0" dirty="0">
                <a:ln>
                  <a:noFill/>
                </a:ln>
                <a:solidFill>
                  <a:srgbClr val="FF0000"/>
                </a:solidFill>
                <a:effectLst>
                  <a:outerShdw blurRad="38100" dist="38100" dir="2700000" algn="tl">
                    <a:srgbClr val="C0C0C0"/>
                  </a:outerShdw>
                </a:effectLst>
                <a:uLnTx/>
                <a:uFillTx/>
                <a:latin typeface="Times New Roman" panose="02020603050405020304" pitchFamily="18" charset="0"/>
                <a:ea typeface="隶书" panose="02010509060101010101" pitchFamily="49" charset="-122"/>
                <a:cs typeface="+mn-cs"/>
              </a:rPr>
              <a:t>第三种形式：电路</a:t>
            </a:r>
            <a:r>
              <a:rPr kumimoji="1" lang="en-US" altLang="zh-CN" sz="2400" b="0" i="0" u="none" strike="noStrike" kern="1200" cap="none" spc="0" normalizeH="0" baseline="0" noProof="0" dirty="0">
                <a:ln>
                  <a:noFill/>
                </a:ln>
                <a:solidFill>
                  <a:srgbClr val="FF0000"/>
                </a:solidFill>
                <a:effectLst>
                  <a:outerShdw blurRad="38100" dist="38100" dir="2700000" algn="tl">
                    <a:srgbClr val="C0C0C0"/>
                  </a:outerShdw>
                </a:effectLst>
                <a:uLnTx/>
                <a:uFillTx/>
                <a:latin typeface="Times New Roman" panose="02020603050405020304" pitchFamily="18" charset="0"/>
                <a:ea typeface="隶书" panose="02010509060101010101" pitchFamily="49" charset="-122"/>
                <a:cs typeface="+mn-cs"/>
              </a:rPr>
              <a:t>1</a:t>
            </a:r>
            <a:r>
              <a:rPr kumimoji="1" lang="zh-CN" altLang="en-US" sz="2400" b="0" i="0" u="none" strike="noStrike" kern="1200" cap="none" spc="0" normalizeH="0" baseline="0" noProof="0" dirty="0">
                <a:ln>
                  <a:noFill/>
                </a:ln>
                <a:solidFill>
                  <a:srgbClr val="FF0000"/>
                </a:solidFill>
                <a:effectLst>
                  <a:outerShdw blurRad="38100" dist="38100" dir="2700000" algn="tl">
                    <a:srgbClr val="C0C0C0"/>
                  </a:outerShdw>
                </a:effectLst>
                <a:uLnTx/>
                <a:uFillTx/>
                <a:latin typeface="Times New Roman" panose="02020603050405020304" pitchFamily="18" charset="0"/>
                <a:ea typeface="隶书" panose="02010509060101010101" pitchFamily="49" charset="-122"/>
                <a:cs typeface="+mn-cs"/>
              </a:rPr>
              <a:t>激励是电压源，响应是电压；电路</a:t>
            </a:r>
            <a:r>
              <a:rPr kumimoji="1" lang="en-US" altLang="zh-CN" sz="2400" b="0" i="0" u="none" strike="noStrike" kern="1200" cap="none" spc="0" normalizeH="0" baseline="0" noProof="0" dirty="0">
                <a:ln>
                  <a:noFill/>
                </a:ln>
                <a:solidFill>
                  <a:srgbClr val="FF0000"/>
                </a:solidFill>
                <a:effectLst>
                  <a:outerShdw blurRad="38100" dist="38100" dir="2700000" algn="tl">
                    <a:srgbClr val="C0C0C0"/>
                  </a:outerShdw>
                </a:effectLst>
                <a:uLnTx/>
                <a:uFillTx/>
                <a:latin typeface="Times New Roman" panose="02020603050405020304" pitchFamily="18" charset="0"/>
                <a:ea typeface="隶书" panose="02010509060101010101" pitchFamily="49" charset="-122"/>
                <a:cs typeface="+mn-cs"/>
              </a:rPr>
              <a:t>2</a:t>
            </a:r>
            <a:r>
              <a:rPr kumimoji="1" lang="zh-CN" altLang="en-US" sz="2400" b="0" i="0" u="none" strike="noStrike" kern="1200" cap="none" spc="0" normalizeH="0" baseline="0" noProof="0" dirty="0">
                <a:ln>
                  <a:noFill/>
                </a:ln>
                <a:solidFill>
                  <a:srgbClr val="FF0000"/>
                </a:solidFill>
                <a:effectLst>
                  <a:outerShdw blurRad="38100" dist="38100" dir="2700000" algn="tl">
                    <a:srgbClr val="C0C0C0"/>
                  </a:outerShdw>
                </a:effectLst>
                <a:uLnTx/>
                <a:uFillTx/>
                <a:latin typeface="Times New Roman" panose="02020603050405020304" pitchFamily="18" charset="0"/>
                <a:ea typeface="隶书" panose="02010509060101010101" pitchFamily="49" charset="-122"/>
                <a:cs typeface="+mn-cs"/>
              </a:rPr>
              <a:t>激励是电流源，响应是电流</a:t>
            </a:r>
            <a:endParaRPr kumimoji="1" lang="en-US" altLang="zh-CN" sz="2400" b="0" i="0" u="none" strike="noStrike" kern="1200" cap="none" spc="0" normalizeH="0" baseline="0" noProof="0" dirty="0">
              <a:ln>
                <a:noFill/>
              </a:ln>
              <a:solidFill>
                <a:srgbClr val="FF0000"/>
              </a:solidFill>
              <a:effectLst>
                <a:outerShdw blurRad="38100" dist="38100" dir="2700000" algn="tl">
                  <a:srgbClr val="C0C0C0"/>
                </a:outerShdw>
              </a:effectLst>
              <a:uLnTx/>
              <a:uFillTx/>
              <a:latin typeface="Times New Roman" panose="02020603050405020304" pitchFamily="18" charset="0"/>
              <a:ea typeface="隶书" panose="02010509060101010101" pitchFamily="49" charset="-122"/>
              <a:cs typeface="+mn-cs"/>
            </a:endParaRPr>
          </a:p>
        </p:txBody>
      </p:sp>
      <p:graphicFrame>
        <p:nvGraphicFramePr>
          <p:cNvPr id="8" name="Object 23"/>
          <p:cNvGraphicFramePr>
            <a:graphicFrameLocks noChangeAspect="1"/>
          </p:cNvGraphicFramePr>
          <p:nvPr>
            <p:extLst/>
          </p:nvPr>
        </p:nvGraphicFramePr>
        <p:xfrm>
          <a:off x="539552" y="4437112"/>
          <a:ext cx="3033713" cy="1962150"/>
        </p:xfrm>
        <a:graphic>
          <a:graphicData uri="http://schemas.openxmlformats.org/presentationml/2006/ole">
            <mc:AlternateContent xmlns:mc="http://schemas.openxmlformats.org/markup-compatibility/2006">
              <mc:Choice xmlns:v="urn:schemas-microsoft-com:vml" Requires="v">
                <p:oleObj spid="_x0000_s227393" name="Visio" r:id="rId9" imgW="2351227" imgH="1530096" progId="Visio.Drawing.11">
                  <p:embed/>
                </p:oleObj>
              </mc:Choice>
              <mc:Fallback>
                <p:oleObj name="Visio" r:id="rId9" imgW="2351227" imgH="1530096" progId="Visio.Drawing.11">
                  <p:embed/>
                  <p:pic>
                    <p:nvPicPr>
                      <p:cNvPr id="8" name="Object 2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39552" y="4437112"/>
                        <a:ext cx="3033713" cy="1962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 name="Object 24"/>
          <p:cNvGraphicFramePr>
            <a:graphicFrameLocks noChangeAspect="1"/>
          </p:cNvGraphicFramePr>
          <p:nvPr>
            <p:extLst/>
          </p:nvPr>
        </p:nvGraphicFramePr>
        <p:xfrm>
          <a:off x="4932040" y="4437112"/>
          <a:ext cx="3810000" cy="2149475"/>
        </p:xfrm>
        <a:graphic>
          <a:graphicData uri="http://schemas.openxmlformats.org/presentationml/2006/ole">
            <mc:AlternateContent xmlns:mc="http://schemas.openxmlformats.org/markup-compatibility/2006">
              <mc:Choice xmlns:v="urn:schemas-microsoft-com:vml" Requires="v">
                <p:oleObj spid="_x0000_s227394" name="Visio" r:id="rId11" imgW="2947416" imgH="1674266" progId="Visio.Drawing.11">
                  <p:embed/>
                </p:oleObj>
              </mc:Choice>
              <mc:Fallback>
                <p:oleObj name="Visio" r:id="rId11" imgW="2947416" imgH="1674266" progId="Visio.Drawing.11">
                  <p:embed/>
                  <p:pic>
                    <p:nvPicPr>
                      <p:cNvPr id="9" name="Object 24"/>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932040" y="4437112"/>
                        <a:ext cx="3810000" cy="2149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 name="Object 25"/>
          <p:cNvGraphicFramePr>
            <a:graphicFrameLocks noChangeAspect="1"/>
          </p:cNvGraphicFramePr>
          <p:nvPr>
            <p:extLst/>
          </p:nvPr>
        </p:nvGraphicFramePr>
        <p:xfrm>
          <a:off x="3707904" y="5733256"/>
          <a:ext cx="1309687" cy="1036638"/>
        </p:xfrm>
        <a:graphic>
          <a:graphicData uri="http://schemas.openxmlformats.org/presentationml/2006/ole">
            <mc:AlternateContent xmlns:mc="http://schemas.openxmlformats.org/markup-compatibility/2006">
              <mc:Choice xmlns:v="urn:schemas-microsoft-com:vml" Requires="v">
                <p:oleObj spid="_x0000_s227395" name="Equation" r:id="rId13" imgW="519211" imgH="404701" progId="Equation.DSMT4">
                  <p:embed/>
                </p:oleObj>
              </mc:Choice>
              <mc:Fallback>
                <p:oleObj name="Equation" r:id="rId13" imgW="519211" imgH="404701" progId="Equation.DSMT4">
                  <p:embed/>
                  <p:pic>
                    <p:nvPicPr>
                      <p:cNvPr id="10" name="Object 25"/>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707904" y="5733256"/>
                        <a:ext cx="1309687" cy="1036638"/>
                      </a:xfrm>
                      <a:prstGeom prst="rect">
                        <a:avLst/>
                      </a:prstGeom>
                      <a:noFill/>
                      <a:ln w="9525">
                        <a:solidFill>
                          <a:srgbClr val="FF9900"/>
                        </a:solidFill>
                        <a:miter lim="800000"/>
                        <a:headEnd/>
                        <a:tailEnd/>
                      </a:ln>
                      <a:effectLst/>
                      <a:extLst>
                        <a:ext uri="{909E8E84-426E-40DD-AFC4-6F175D3DCCD1}">
                          <a14:hiddenFill xmlns:a14="http://schemas.microsoft.com/office/drawing/2010/main">
                            <a:solidFill>
                              <a:schemeClr val="accent1">
                                <a:alpha val="50195"/>
                              </a:scheme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1" name="Rectangle 1026"/>
          <p:cNvSpPr txBox="1">
            <a:spLocks noChangeArrowheads="1"/>
          </p:cNvSpPr>
          <p:nvPr/>
        </p:nvSpPr>
        <p:spPr>
          <a:xfrm>
            <a:off x="245745" y="-15617"/>
            <a:ext cx="8458200" cy="457200"/>
          </a:xfrm>
          <a:prstGeom prst="rect">
            <a:avLst/>
          </a:prstGeom>
        </p:spPr>
        <p:txBody>
          <a:bodyPr/>
          <a:lstStyle>
            <a:lvl1pPr algn="ctr" rtl="0" eaLnBrk="0" fontAlgn="base" hangingPunct="0">
              <a:spcBef>
                <a:spcPct val="0"/>
              </a:spcBef>
              <a:spcAft>
                <a:spcPct val="0"/>
              </a:spcAft>
              <a:defRPr kumimoji="1" sz="3200" kern="1200">
                <a:solidFill>
                  <a:schemeClr val="tx2"/>
                </a:solidFill>
                <a:latin typeface="+mj-lt"/>
                <a:ea typeface="+mj-ea"/>
                <a:cs typeface="+mj-cs"/>
              </a:defRPr>
            </a:lvl1pPr>
            <a:lvl2pPr algn="ctr" rtl="0" eaLnBrk="0" fontAlgn="base" hangingPunct="0">
              <a:spcBef>
                <a:spcPct val="0"/>
              </a:spcBef>
              <a:spcAft>
                <a:spcPct val="0"/>
              </a:spcAft>
              <a:defRPr kumimoji="1" sz="3200">
                <a:solidFill>
                  <a:schemeClr val="tx2"/>
                </a:solidFill>
                <a:latin typeface="Times New Roman" panose="02020603050405020304" pitchFamily="18" charset="0"/>
                <a:ea typeface="华文隶书" panose="02010800040101010101" pitchFamily="2" charset="-122"/>
              </a:defRPr>
            </a:lvl2pPr>
            <a:lvl3pPr algn="ctr" rtl="0" eaLnBrk="0" fontAlgn="base" hangingPunct="0">
              <a:spcBef>
                <a:spcPct val="0"/>
              </a:spcBef>
              <a:spcAft>
                <a:spcPct val="0"/>
              </a:spcAft>
              <a:defRPr kumimoji="1" sz="3200">
                <a:solidFill>
                  <a:schemeClr val="tx2"/>
                </a:solidFill>
                <a:latin typeface="Times New Roman" panose="02020603050405020304" pitchFamily="18" charset="0"/>
                <a:ea typeface="华文隶书" panose="02010800040101010101" pitchFamily="2" charset="-122"/>
              </a:defRPr>
            </a:lvl3pPr>
            <a:lvl4pPr algn="ctr" rtl="0" eaLnBrk="0" fontAlgn="base" hangingPunct="0">
              <a:spcBef>
                <a:spcPct val="0"/>
              </a:spcBef>
              <a:spcAft>
                <a:spcPct val="0"/>
              </a:spcAft>
              <a:defRPr kumimoji="1" sz="3200">
                <a:solidFill>
                  <a:schemeClr val="tx2"/>
                </a:solidFill>
                <a:latin typeface="Times New Roman" panose="02020603050405020304" pitchFamily="18" charset="0"/>
                <a:ea typeface="华文隶书" panose="02010800040101010101" pitchFamily="2" charset="-122"/>
              </a:defRPr>
            </a:lvl4pPr>
            <a:lvl5pPr algn="ctr" rtl="0" eaLnBrk="0" fontAlgn="base" hangingPunct="0">
              <a:spcBef>
                <a:spcPct val="0"/>
              </a:spcBef>
              <a:spcAft>
                <a:spcPct val="0"/>
              </a:spcAft>
              <a:defRPr kumimoji="1" sz="3200">
                <a:solidFill>
                  <a:schemeClr val="tx2"/>
                </a:solidFill>
                <a:latin typeface="Times New Roman" panose="02020603050405020304" pitchFamily="18" charset="0"/>
                <a:ea typeface="华文隶书" panose="02010800040101010101" pitchFamily="2" charset="-122"/>
              </a:defRPr>
            </a:lvl5pPr>
            <a:lvl6pPr marL="457200" algn="ctr" rtl="0" fontAlgn="base">
              <a:spcBef>
                <a:spcPct val="0"/>
              </a:spcBef>
              <a:spcAft>
                <a:spcPct val="0"/>
              </a:spcAft>
              <a:defRPr kumimoji="1" sz="3200">
                <a:solidFill>
                  <a:schemeClr val="tx2"/>
                </a:solidFill>
                <a:latin typeface="Times New Roman" panose="02020603050405020304" pitchFamily="18" charset="0"/>
                <a:ea typeface="华文隶书" panose="02010800040101010101" pitchFamily="2" charset="-122"/>
              </a:defRPr>
            </a:lvl6pPr>
            <a:lvl7pPr marL="914400" algn="ctr" rtl="0" fontAlgn="base">
              <a:spcBef>
                <a:spcPct val="0"/>
              </a:spcBef>
              <a:spcAft>
                <a:spcPct val="0"/>
              </a:spcAft>
              <a:defRPr kumimoji="1" sz="3200">
                <a:solidFill>
                  <a:schemeClr val="tx2"/>
                </a:solidFill>
                <a:latin typeface="Times New Roman" panose="02020603050405020304" pitchFamily="18" charset="0"/>
                <a:ea typeface="华文隶书" panose="02010800040101010101" pitchFamily="2" charset="-122"/>
              </a:defRPr>
            </a:lvl7pPr>
            <a:lvl8pPr marL="1371600" algn="ctr" rtl="0" fontAlgn="base">
              <a:spcBef>
                <a:spcPct val="0"/>
              </a:spcBef>
              <a:spcAft>
                <a:spcPct val="0"/>
              </a:spcAft>
              <a:defRPr kumimoji="1" sz="3200">
                <a:solidFill>
                  <a:schemeClr val="tx2"/>
                </a:solidFill>
                <a:latin typeface="Times New Roman" panose="02020603050405020304" pitchFamily="18" charset="0"/>
                <a:ea typeface="华文隶书" panose="02010800040101010101" pitchFamily="2" charset="-122"/>
              </a:defRPr>
            </a:lvl8pPr>
            <a:lvl9pPr marL="1828800" algn="ctr" rtl="0" fontAlgn="base">
              <a:spcBef>
                <a:spcPct val="0"/>
              </a:spcBef>
              <a:spcAft>
                <a:spcPct val="0"/>
              </a:spcAft>
              <a:defRPr kumimoji="1" sz="3200">
                <a:solidFill>
                  <a:schemeClr val="tx2"/>
                </a:solidFill>
                <a:latin typeface="Times New Roman" panose="02020603050405020304" pitchFamily="18" charset="0"/>
                <a:ea typeface="华文隶书" panose="02010800040101010101" pitchFamily="2" charset="-122"/>
              </a:defRPr>
            </a:lvl9pPr>
          </a:lstStyle>
          <a:p>
            <a:pPr algn="l" eaLnBrk="1" hangingPunct="1">
              <a:defRPr/>
            </a:pPr>
            <a:r>
              <a:rPr lang="zh-CN" altLang="en-US" sz="2800" b="0">
                <a:solidFill>
                  <a:srgbClr val="CC3300"/>
                </a:solidFill>
                <a:effectLst>
                  <a:outerShdw blurRad="38100" dist="38100" dir="2700000" algn="tl">
                    <a:srgbClr val="C0C0C0"/>
                  </a:outerShdw>
                </a:effectLst>
                <a:ea typeface="隶书" panose="02010509060101010101" pitchFamily="49" charset="-122"/>
              </a:rPr>
              <a:t>互易定理　（第四章内容回顾！）</a:t>
            </a:r>
            <a:endParaRPr lang="en-US" altLang="zh-CN" sz="2800" b="0" dirty="0">
              <a:solidFill>
                <a:srgbClr val="CC3300"/>
              </a:solidFill>
              <a:effectLst>
                <a:outerShdw blurRad="38100" dist="38100" dir="2700000" algn="tl">
                  <a:srgbClr val="C0C0C0"/>
                </a:outerShdw>
              </a:effectLst>
              <a:ea typeface="隶书" panose="02010509060101010101" pitchFamily="49" charset="-122"/>
            </a:endParaRPr>
          </a:p>
        </p:txBody>
      </p:sp>
    </p:spTree>
    <p:extLst>
      <p:ext uri="{BB962C8B-B14F-4D97-AF65-F5344CB8AC3E}">
        <p14:creationId xmlns:p14="http://schemas.microsoft.com/office/powerpoint/2010/main" val="1064371950"/>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grpId="0" nodeType="clickEffect">
                                  <p:stCondLst>
                                    <p:cond delay="0"/>
                                  </p:stCondLst>
                                  <p:iterate type="lt">
                                    <p:tmPct val="100000"/>
                                  </p:iterate>
                                  <p:childTnLst>
                                    <p:set>
                                      <p:cBhvr>
                                        <p:cTn id="6" dur="1" fill="hold">
                                          <p:stCondLst>
                                            <p:cond delay="0"/>
                                          </p:stCondLst>
                                        </p:cTn>
                                        <p:tgtEl>
                                          <p:spTgt spid="200707"/>
                                        </p:tgtEl>
                                        <p:attrNameLst>
                                          <p:attrName>style.visibility</p:attrName>
                                        </p:attrNameLst>
                                      </p:cBhvr>
                                      <p:to>
                                        <p:strVal val="visible"/>
                                      </p:to>
                                    </p:set>
                                    <p:animEffect transition="in" filter="box(out)">
                                      <p:cBhvr>
                                        <p:cTn id="7" dur="75"/>
                                        <p:tgtEl>
                                          <p:spTgt spid="200707"/>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ox(in)">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box(in)">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box(in)">
                                      <p:cBhvr>
                                        <p:cTn id="22" dur="500"/>
                                        <p:tgtEl>
                                          <p:spTgt spid="4"/>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box(in)">
                                      <p:cBhvr>
                                        <p:cTn id="27" dur="5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16" fill="hold"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box(in)">
                                      <p:cBhvr>
                                        <p:cTn id="32" dur="500"/>
                                        <p:tgtEl>
                                          <p:spTgt spid="8"/>
                                        </p:tgtEl>
                                      </p:cBhvr>
                                    </p:animEffect>
                                  </p:childTnLst>
                                </p:cTn>
                              </p:par>
                            </p:childTnLst>
                          </p:cTn>
                        </p:par>
                      </p:childTnLst>
                    </p:cTn>
                  </p:par>
                  <p:par>
                    <p:cTn id="33" fill="hold">
                      <p:stCondLst>
                        <p:cond delay="indefinite"/>
                      </p:stCondLst>
                      <p:childTnLst>
                        <p:par>
                          <p:cTn id="34" fill="hold">
                            <p:stCondLst>
                              <p:cond delay="0"/>
                            </p:stCondLst>
                            <p:childTnLst>
                              <p:par>
                                <p:cTn id="35" presetID="4" presetClass="entr" presetSubtype="16" fill="hold" nodeType="click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box(in)">
                                      <p:cBhvr>
                                        <p:cTn id="37" dur="500"/>
                                        <p:tgtEl>
                                          <p:spTgt spid="9"/>
                                        </p:tgtEl>
                                      </p:cBhvr>
                                    </p:animEffect>
                                  </p:childTnLst>
                                </p:cTn>
                              </p:par>
                            </p:childTnLst>
                          </p:cTn>
                        </p:par>
                      </p:childTnLst>
                    </p:cTn>
                  </p:par>
                  <p:par>
                    <p:cTn id="38" fill="hold">
                      <p:stCondLst>
                        <p:cond delay="indefinite"/>
                      </p:stCondLst>
                      <p:childTnLst>
                        <p:par>
                          <p:cTn id="39" fill="hold">
                            <p:stCondLst>
                              <p:cond delay="0"/>
                            </p:stCondLst>
                            <p:childTnLst>
                              <p:par>
                                <p:cTn id="40" presetID="4" presetClass="entr" presetSubtype="16" fill="hold" nodeType="clickEffect">
                                  <p:stCondLst>
                                    <p:cond delay="0"/>
                                  </p:stCondLst>
                                  <p:childTnLst>
                                    <p:set>
                                      <p:cBhvr>
                                        <p:cTn id="41" dur="1" fill="hold">
                                          <p:stCondLst>
                                            <p:cond delay="0"/>
                                          </p:stCondLst>
                                        </p:cTn>
                                        <p:tgtEl>
                                          <p:spTgt spid="10"/>
                                        </p:tgtEl>
                                        <p:attrNameLst>
                                          <p:attrName>style.visibility</p:attrName>
                                        </p:attrNameLst>
                                      </p:cBhvr>
                                      <p:to>
                                        <p:strVal val="visible"/>
                                      </p:to>
                                    </p:set>
                                    <p:animEffect transition="in" filter="box(in)">
                                      <p:cBhvr>
                                        <p:cTn id="4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0707" grpId="0" autoUpdateAnimBg="0"/>
      <p:bldP spid="7" grpId="0"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269" name="Object 7"/>
          <p:cNvGraphicFramePr>
            <a:graphicFrameLocks noChangeAspect="1"/>
          </p:cNvGraphicFramePr>
          <p:nvPr>
            <p:extLst>
              <p:ext uri="{D42A27DB-BD31-4B8C-83A1-F6EECF244321}">
                <p14:modId xmlns:p14="http://schemas.microsoft.com/office/powerpoint/2010/main" val="3603565127"/>
              </p:ext>
            </p:extLst>
          </p:nvPr>
        </p:nvGraphicFramePr>
        <p:xfrm>
          <a:off x="803708" y="494507"/>
          <a:ext cx="2376487" cy="2178050"/>
        </p:xfrm>
        <a:graphic>
          <a:graphicData uri="http://schemas.openxmlformats.org/presentationml/2006/ole">
            <mc:AlternateContent xmlns:mc="http://schemas.openxmlformats.org/markup-compatibility/2006">
              <mc:Choice xmlns:v="urn:schemas-microsoft-com:vml" Requires="v">
                <p:oleObj spid="_x0000_s228435" name="Visio" r:id="rId3" imgW="1319174" imgH="1209446" progId="Visio.Drawing.11">
                  <p:embed/>
                </p:oleObj>
              </mc:Choice>
              <mc:Fallback>
                <p:oleObj name="Visio" r:id="rId3" imgW="1319174" imgH="1209446" progId="Visio.Drawing.11">
                  <p:embed/>
                  <p:pic>
                    <p:nvPicPr>
                      <p:cNvPr id="11269"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3708" y="494507"/>
                        <a:ext cx="2376487" cy="2178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1271" name="Rectangle 9"/>
          <p:cNvSpPr>
            <a:spLocks noChangeArrowheads="1"/>
          </p:cNvSpPr>
          <p:nvPr/>
        </p:nvSpPr>
        <p:spPr bwMode="auto">
          <a:xfrm>
            <a:off x="0" y="31765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kumimoji="1" sz="2400">
                <a:solidFill>
                  <a:schemeClr val="tx1"/>
                </a:solidFill>
                <a:latin typeface="Times New Roman" panose="02020603050405020304" pitchFamily="18" charset="0"/>
                <a:ea typeface="华文楷体" panose="02010600040101010101" pitchFamily="2" charset="-122"/>
              </a:defRPr>
            </a:lvl1pPr>
            <a:lvl2pPr marL="742950" indent="-28575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2pPr>
            <a:lvl3pPr marL="11430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1800" b="0" i="0" u="none" strike="noStrike" kern="1200" cap="none" spc="0" normalizeH="0" baseline="0" noProof="0">
              <a:ln>
                <a:noFill/>
              </a:ln>
              <a:solidFill>
                <a:srgbClr val="000000"/>
              </a:solidFill>
              <a:effectLst/>
              <a:uLnTx/>
              <a:uFillTx/>
              <a:latin typeface="幼圆" panose="02010509060101010101" pitchFamily="49" charset="-122"/>
              <a:ea typeface="幼圆" panose="02010509060101010101" pitchFamily="49" charset="-122"/>
              <a:cs typeface="+mn-cs"/>
            </a:endParaRPr>
          </a:p>
        </p:txBody>
      </p:sp>
      <p:graphicFrame>
        <p:nvGraphicFramePr>
          <p:cNvPr id="327691" name="Object 11"/>
          <p:cNvGraphicFramePr>
            <a:graphicFrameLocks noChangeAspect="1"/>
          </p:cNvGraphicFramePr>
          <p:nvPr>
            <p:extLst>
              <p:ext uri="{D42A27DB-BD31-4B8C-83A1-F6EECF244321}">
                <p14:modId xmlns:p14="http://schemas.microsoft.com/office/powerpoint/2010/main" val="1134886521"/>
              </p:ext>
            </p:extLst>
          </p:nvPr>
        </p:nvGraphicFramePr>
        <p:xfrm>
          <a:off x="334241" y="2672557"/>
          <a:ext cx="3192462" cy="2225675"/>
        </p:xfrm>
        <a:graphic>
          <a:graphicData uri="http://schemas.openxmlformats.org/presentationml/2006/ole">
            <mc:AlternateContent xmlns:mc="http://schemas.openxmlformats.org/markup-compatibility/2006">
              <mc:Choice xmlns:v="urn:schemas-microsoft-com:vml" Requires="v">
                <p:oleObj spid="_x0000_s228436" name="Visio" r:id="rId5" imgW="1787957" imgH="1246022" progId="Visio.Drawing.11">
                  <p:embed/>
                </p:oleObj>
              </mc:Choice>
              <mc:Fallback>
                <p:oleObj name="Visio" r:id="rId5" imgW="1787957" imgH="1246022" progId="Visio.Drawing.11">
                  <p:embed/>
                  <p:pic>
                    <p:nvPicPr>
                      <p:cNvPr id="327691" name="Object 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4241" y="2672557"/>
                        <a:ext cx="3192462" cy="2225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27692" name="Object 12"/>
          <p:cNvGraphicFramePr>
            <a:graphicFrameLocks noChangeAspect="1"/>
          </p:cNvGraphicFramePr>
          <p:nvPr>
            <p:extLst>
              <p:ext uri="{D42A27DB-BD31-4B8C-83A1-F6EECF244321}">
                <p14:modId xmlns:p14="http://schemas.microsoft.com/office/powerpoint/2010/main" val="1465241880"/>
              </p:ext>
            </p:extLst>
          </p:nvPr>
        </p:nvGraphicFramePr>
        <p:xfrm>
          <a:off x="4996295" y="2740026"/>
          <a:ext cx="3492500" cy="2039938"/>
        </p:xfrm>
        <a:graphic>
          <a:graphicData uri="http://schemas.openxmlformats.org/presentationml/2006/ole">
            <mc:AlternateContent xmlns:mc="http://schemas.openxmlformats.org/markup-compatibility/2006">
              <mc:Choice xmlns:v="urn:schemas-microsoft-com:vml" Requires="v">
                <p:oleObj spid="_x0000_s228437" name="Visio" r:id="rId7" imgW="1955597" imgH="1143000" progId="Visio.Drawing.11">
                  <p:embed/>
                </p:oleObj>
              </mc:Choice>
              <mc:Fallback>
                <p:oleObj name="Visio" r:id="rId7" imgW="1955597" imgH="1143000" progId="Visio.Drawing.11">
                  <p:embed/>
                  <p:pic>
                    <p:nvPicPr>
                      <p:cNvPr id="327692" name="Object 1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996295" y="2740026"/>
                        <a:ext cx="3492500" cy="2039938"/>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1275" name="Rectangle 13"/>
          <p:cNvSpPr>
            <a:spLocks noChangeArrowheads="1"/>
          </p:cNvSpPr>
          <p:nvPr/>
        </p:nvSpPr>
        <p:spPr bwMode="auto">
          <a:xfrm>
            <a:off x="0" y="28956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kumimoji="1" sz="2400">
                <a:solidFill>
                  <a:schemeClr val="tx1"/>
                </a:solidFill>
                <a:latin typeface="Times New Roman" panose="02020603050405020304" pitchFamily="18" charset="0"/>
                <a:ea typeface="华文楷体" panose="02010600040101010101" pitchFamily="2" charset="-122"/>
              </a:defRPr>
            </a:lvl1pPr>
            <a:lvl2pPr marL="742950" indent="-28575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2pPr>
            <a:lvl3pPr marL="11430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1800" b="0" i="0" u="none" strike="noStrike" kern="1200" cap="none" spc="0" normalizeH="0" baseline="0" noProof="0">
              <a:ln>
                <a:noFill/>
              </a:ln>
              <a:solidFill>
                <a:srgbClr val="000000"/>
              </a:solidFill>
              <a:effectLst/>
              <a:uLnTx/>
              <a:uFillTx/>
              <a:latin typeface="幼圆" panose="02010509060101010101" pitchFamily="49" charset="-122"/>
              <a:ea typeface="幼圆" panose="02010509060101010101" pitchFamily="49" charset="-122"/>
              <a:cs typeface="+mn-cs"/>
            </a:endParaRPr>
          </a:p>
        </p:txBody>
      </p:sp>
      <p:graphicFrame>
        <p:nvGraphicFramePr>
          <p:cNvPr id="327694" name="Object 14"/>
          <p:cNvGraphicFramePr>
            <a:graphicFrameLocks noChangeAspect="1"/>
          </p:cNvGraphicFramePr>
          <p:nvPr>
            <p:extLst>
              <p:ext uri="{D42A27DB-BD31-4B8C-83A1-F6EECF244321}">
                <p14:modId xmlns:p14="http://schemas.microsoft.com/office/powerpoint/2010/main" val="3293070068"/>
              </p:ext>
            </p:extLst>
          </p:nvPr>
        </p:nvGraphicFramePr>
        <p:xfrm>
          <a:off x="4017963" y="601662"/>
          <a:ext cx="1546225" cy="1016000"/>
        </p:xfrm>
        <a:graphic>
          <a:graphicData uri="http://schemas.openxmlformats.org/presentationml/2006/ole">
            <mc:AlternateContent xmlns:mc="http://schemas.openxmlformats.org/markup-compatibility/2006">
              <mc:Choice xmlns:v="urn:schemas-microsoft-com:vml" Requires="v">
                <p:oleObj spid="_x0000_s228438" name="Equation" r:id="rId9" imgW="774364" imgH="507780" progId="Equation.DSMT4">
                  <p:embed/>
                </p:oleObj>
              </mc:Choice>
              <mc:Fallback>
                <p:oleObj name="Equation" r:id="rId9" imgW="774364" imgH="507780" progId="Equation.DSMT4">
                  <p:embed/>
                  <p:pic>
                    <p:nvPicPr>
                      <p:cNvPr id="327694" name="Object 1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017963" y="601662"/>
                        <a:ext cx="1546225"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27696" name="Object 16"/>
          <p:cNvGraphicFramePr>
            <a:graphicFrameLocks noChangeAspect="1"/>
          </p:cNvGraphicFramePr>
          <p:nvPr>
            <p:extLst>
              <p:ext uri="{D42A27DB-BD31-4B8C-83A1-F6EECF244321}">
                <p14:modId xmlns:p14="http://schemas.microsoft.com/office/powerpoint/2010/main" val="1452031395"/>
              </p:ext>
            </p:extLst>
          </p:nvPr>
        </p:nvGraphicFramePr>
        <p:xfrm>
          <a:off x="6159645" y="531813"/>
          <a:ext cx="1571625" cy="2082800"/>
        </p:xfrm>
        <a:graphic>
          <a:graphicData uri="http://schemas.openxmlformats.org/presentationml/2006/ole">
            <mc:AlternateContent xmlns:mc="http://schemas.openxmlformats.org/markup-compatibility/2006">
              <mc:Choice xmlns:v="urn:schemas-microsoft-com:vml" Requires="v">
                <p:oleObj spid="_x0000_s228439" name="Equation" r:id="rId11" imgW="787400" imgH="1041400" progId="Equation.DSMT4">
                  <p:embed/>
                </p:oleObj>
              </mc:Choice>
              <mc:Fallback>
                <p:oleObj name="Equation" r:id="rId11" imgW="787400" imgH="1041400" progId="Equation.DSMT4">
                  <p:embed/>
                  <p:pic>
                    <p:nvPicPr>
                      <p:cNvPr id="327696" name="Object 1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159645" y="531813"/>
                        <a:ext cx="1571625" cy="208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27702" name="Object 22"/>
          <p:cNvGraphicFramePr>
            <a:graphicFrameLocks noChangeAspect="1"/>
          </p:cNvGraphicFramePr>
          <p:nvPr>
            <p:extLst>
              <p:ext uri="{D42A27DB-BD31-4B8C-83A1-F6EECF244321}">
                <p14:modId xmlns:p14="http://schemas.microsoft.com/office/powerpoint/2010/main" val="1913801184"/>
              </p:ext>
            </p:extLst>
          </p:nvPr>
        </p:nvGraphicFramePr>
        <p:xfrm>
          <a:off x="3946525" y="1689100"/>
          <a:ext cx="1597025" cy="1016000"/>
        </p:xfrm>
        <a:graphic>
          <a:graphicData uri="http://schemas.openxmlformats.org/presentationml/2006/ole">
            <mc:AlternateContent xmlns:mc="http://schemas.openxmlformats.org/markup-compatibility/2006">
              <mc:Choice xmlns:v="urn:schemas-microsoft-com:vml" Requires="v">
                <p:oleObj spid="_x0000_s228440" name="Equation" r:id="rId13" imgW="800100" imgH="508000" progId="Equation.DSMT4">
                  <p:embed/>
                </p:oleObj>
              </mc:Choice>
              <mc:Fallback>
                <p:oleObj name="Equation" r:id="rId13" imgW="800100" imgH="508000" progId="Equation.DSMT4">
                  <p:embed/>
                  <p:pic>
                    <p:nvPicPr>
                      <p:cNvPr id="327702" name="Object 22"/>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946525" y="1689100"/>
                        <a:ext cx="1597025"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27703" name="Rectangle 23"/>
          <p:cNvSpPr>
            <a:spLocks noChangeArrowheads="1"/>
          </p:cNvSpPr>
          <p:nvPr/>
        </p:nvSpPr>
        <p:spPr bwMode="auto">
          <a:xfrm>
            <a:off x="1717964" y="4984105"/>
            <a:ext cx="2520950" cy="519112"/>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2400">
                <a:solidFill>
                  <a:schemeClr val="tx1"/>
                </a:solidFill>
                <a:latin typeface="Times New Roman" panose="02020603050405020304" pitchFamily="18" charset="0"/>
                <a:ea typeface="华文楷体" panose="02010600040101010101" pitchFamily="2" charset="-122"/>
              </a:defRPr>
            </a:lvl1pPr>
            <a:lvl2pPr marL="742950" indent="-28575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2pPr>
            <a:lvl3pPr marL="11430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800" b="0" i="0" u="none" strike="noStrike" kern="1200" cap="none" spc="0" normalizeH="0" baseline="0" noProof="0">
                <a:ln>
                  <a:noFill/>
                </a:ln>
                <a:solidFill>
                  <a:srgbClr val="3333CC"/>
                </a:solidFill>
                <a:effectLst/>
                <a:uLnTx/>
                <a:uFillTx/>
                <a:latin typeface="Times New Roman" panose="02020603050405020304" pitchFamily="18" charset="0"/>
                <a:ea typeface="隶书" panose="02010509060101010101" pitchFamily="49" charset="-122"/>
                <a:cs typeface="+mn-cs"/>
              </a:rPr>
              <a:t>互易二端口？</a:t>
            </a:r>
          </a:p>
        </p:txBody>
      </p:sp>
      <p:graphicFrame>
        <p:nvGraphicFramePr>
          <p:cNvPr id="327704" name="Object 24"/>
          <p:cNvGraphicFramePr>
            <a:graphicFrameLocks noChangeAspect="1"/>
          </p:cNvGraphicFramePr>
          <p:nvPr>
            <p:extLst>
              <p:ext uri="{D42A27DB-BD31-4B8C-83A1-F6EECF244321}">
                <p14:modId xmlns:p14="http://schemas.microsoft.com/office/powerpoint/2010/main" val="2262297743"/>
              </p:ext>
            </p:extLst>
          </p:nvPr>
        </p:nvGraphicFramePr>
        <p:xfrm>
          <a:off x="6159645" y="4892858"/>
          <a:ext cx="1368425" cy="549275"/>
        </p:xfrm>
        <a:graphic>
          <a:graphicData uri="http://schemas.openxmlformats.org/presentationml/2006/ole">
            <mc:AlternateContent xmlns:mc="http://schemas.openxmlformats.org/markup-compatibility/2006">
              <mc:Choice xmlns:v="urn:schemas-microsoft-com:vml" Requires="v">
                <p:oleObj spid="_x0000_s228441" name="Equation" r:id="rId15" imgW="571252" imgH="228501" progId="Equation.DSMT4">
                  <p:embed/>
                </p:oleObj>
              </mc:Choice>
              <mc:Fallback>
                <p:oleObj name="Equation" r:id="rId15" imgW="571252" imgH="228501" progId="Equation.DSMT4">
                  <p:embed/>
                  <p:pic>
                    <p:nvPicPr>
                      <p:cNvPr id="327704" name="Object 24"/>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6159645" y="4892858"/>
                        <a:ext cx="1368425" cy="549275"/>
                      </a:xfrm>
                      <a:prstGeom prst="rect">
                        <a:avLst/>
                      </a:prstGeom>
                      <a:solidFill>
                        <a:srgbClr val="FFCC99"/>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27705" name="Rectangle 25"/>
          <p:cNvSpPr>
            <a:spLocks noChangeArrowheads="1"/>
          </p:cNvSpPr>
          <p:nvPr/>
        </p:nvSpPr>
        <p:spPr bwMode="auto">
          <a:xfrm>
            <a:off x="1717964" y="5936024"/>
            <a:ext cx="2520950" cy="519112"/>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2400">
                <a:solidFill>
                  <a:schemeClr val="tx1"/>
                </a:solidFill>
                <a:latin typeface="Times New Roman" panose="02020603050405020304" pitchFamily="18" charset="0"/>
                <a:ea typeface="华文楷体" panose="02010600040101010101" pitchFamily="2" charset="-122"/>
              </a:defRPr>
            </a:lvl1pPr>
            <a:lvl2pPr marL="742950" indent="-28575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2pPr>
            <a:lvl3pPr marL="11430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800" b="0" i="0" u="none" strike="noStrike" kern="1200" cap="none" spc="0" normalizeH="0" baseline="0" noProof="0">
                <a:ln>
                  <a:noFill/>
                </a:ln>
                <a:solidFill>
                  <a:srgbClr val="3333CC"/>
                </a:solidFill>
                <a:effectLst/>
                <a:uLnTx/>
                <a:uFillTx/>
                <a:latin typeface="Times New Roman" panose="02020603050405020304" pitchFamily="18" charset="0"/>
                <a:ea typeface="隶书" panose="02010509060101010101" pitchFamily="49" charset="-122"/>
                <a:cs typeface="+mn-cs"/>
              </a:rPr>
              <a:t>对称二端口？</a:t>
            </a:r>
          </a:p>
        </p:txBody>
      </p:sp>
      <p:graphicFrame>
        <p:nvGraphicFramePr>
          <p:cNvPr id="327706" name="Object 26"/>
          <p:cNvGraphicFramePr>
            <a:graphicFrameLocks noChangeAspect="1"/>
          </p:cNvGraphicFramePr>
          <p:nvPr>
            <p:extLst>
              <p:ext uri="{D42A27DB-BD31-4B8C-83A1-F6EECF244321}">
                <p14:modId xmlns:p14="http://schemas.microsoft.com/office/powerpoint/2010/main" val="3871870442"/>
              </p:ext>
            </p:extLst>
          </p:nvPr>
        </p:nvGraphicFramePr>
        <p:xfrm>
          <a:off x="6159645" y="5649480"/>
          <a:ext cx="1363663" cy="1092200"/>
        </p:xfrm>
        <a:graphic>
          <a:graphicData uri="http://schemas.openxmlformats.org/presentationml/2006/ole">
            <mc:AlternateContent xmlns:mc="http://schemas.openxmlformats.org/markup-compatibility/2006">
              <mc:Choice xmlns:v="urn:schemas-microsoft-com:vml" Requires="v">
                <p:oleObj spid="_x0000_s228442" name="Equation" r:id="rId17" imgW="571500" imgH="457200" progId="Equation.DSMT4">
                  <p:embed/>
                </p:oleObj>
              </mc:Choice>
              <mc:Fallback>
                <p:oleObj name="Equation" r:id="rId17" imgW="571500" imgH="457200" progId="Equation.DSMT4">
                  <p:embed/>
                  <p:pic>
                    <p:nvPicPr>
                      <p:cNvPr id="327706" name="Object 26"/>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6159645" y="5649480"/>
                        <a:ext cx="1363663" cy="1092200"/>
                      </a:xfrm>
                      <a:prstGeom prst="rect">
                        <a:avLst/>
                      </a:prstGeom>
                      <a:solidFill>
                        <a:srgbClr val="FFCC99"/>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1" name="Text Box 6"/>
          <p:cNvSpPr txBox="1">
            <a:spLocks noChangeArrowheads="1"/>
          </p:cNvSpPr>
          <p:nvPr/>
        </p:nvSpPr>
        <p:spPr bwMode="auto">
          <a:xfrm>
            <a:off x="0" y="154930"/>
            <a:ext cx="7053406" cy="46166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algn="l" eaLnBrk="1" hangingPunct="1"/>
            <a:r>
              <a:rPr lang="zh-CN" altLang="en-US" dirty="0">
                <a:solidFill>
                  <a:srgbClr val="FF0000"/>
                </a:solidFill>
                <a:latin typeface="隶书" panose="02010509060101010101" pitchFamily="49" charset="-122"/>
                <a:ea typeface="隶书" panose="02010509060101010101" pitchFamily="49" charset="-122"/>
              </a:rPr>
              <a:t>若二端口网络内部无受控源，电路满足互易定理</a:t>
            </a:r>
          </a:p>
        </p:txBody>
      </p:sp>
      <p:sp>
        <p:nvSpPr>
          <p:cNvPr id="2" name="右箭头 1"/>
          <p:cNvSpPr/>
          <p:nvPr/>
        </p:nvSpPr>
        <p:spPr bwMode="auto">
          <a:xfrm>
            <a:off x="4856307" y="5060951"/>
            <a:ext cx="685945" cy="305197"/>
          </a:xfrm>
          <a:prstGeom prst="rightArrow">
            <a:avLst/>
          </a:prstGeom>
          <a:solidFill>
            <a:schemeClr val="accent1"/>
          </a:solidFill>
          <a:ln>
            <a:noFill/>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1" lang="zh-CN" altLang="en-US" sz="1800" b="0" i="0" u="none" strike="noStrike" cap="none" normalizeH="0" baseline="0">
              <a:ln>
                <a:noFill/>
              </a:ln>
              <a:solidFill>
                <a:schemeClr val="tx1"/>
              </a:solidFill>
              <a:effectLst/>
              <a:latin typeface="幼圆" pitchFamily="49" charset="-122"/>
              <a:ea typeface="幼圆" pitchFamily="49" charset="-122"/>
            </a:endParaRPr>
          </a:p>
        </p:txBody>
      </p:sp>
      <p:sp>
        <p:nvSpPr>
          <p:cNvPr id="23" name="右箭头 22"/>
          <p:cNvSpPr/>
          <p:nvPr/>
        </p:nvSpPr>
        <p:spPr bwMode="auto">
          <a:xfrm>
            <a:off x="4878243" y="6042981"/>
            <a:ext cx="685945" cy="305197"/>
          </a:xfrm>
          <a:prstGeom prst="rightArrow">
            <a:avLst/>
          </a:prstGeom>
          <a:solidFill>
            <a:schemeClr val="accent1"/>
          </a:solidFill>
          <a:ln>
            <a:noFill/>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1" lang="zh-CN" altLang="en-US" sz="1800" b="0" i="0" u="none" strike="noStrike" cap="none" normalizeH="0" baseline="0">
              <a:ln>
                <a:noFill/>
              </a:ln>
              <a:solidFill>
                <a:schemeClr val="tx1"/>
              </a:solidFill>
              <a:effectLst/>
              <a:latin typeface="幼圆" pitchFamily="49" charset="-122"/>
              <a:ea typeface="幼圆" pitchFamily="49" charset="-122"/>
            </a:endParaRPr>
          </a:p>
        </p:txBody>
      </p:sp>
    </p:spTree>
    <p:extLst>
      <p:ext uri="{BB962C8B-B14F-4D97-AF65-F5344CB8AC3E}">
        <p14:creationId xmlns:p14="http://schemas.microsoft.com/office/powerpoint/2010/main" val="85976469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2769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27702"/>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27691"/>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327696"/>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327692"/>
                                        </p:tgtEl>
                                        <p:attrNameLst>
                                          <p:attrName>style.visibility</p:attrName>
                                        </p:attrNameLst>
                                      </p:cBhvr>
                                      <p:to>
                                        <p:strVal val="visible"/>
                                      </p:to>
                                    </p:set>
                                  </p:childTnLst>
                                </p:cTn>
                              </p:par>
                            </p:childTnLst>
                          </p:cTn>
                        </p:par>
                        <p:par>
                          <p:cTn id="23" fill="hold" nodeType="afterGroup">
                            <p:stCondLst>
                              <p:cond delay="0"/>
                            </p:stCondLst>
                            <p:childTnLst>
                              <p:par>
                                <p:cTn id="24" presetID="1" presetClass="entr" presetSubtype="0" fill="hold" grpId="0" nodeType="afterEffect">
                                  <p:stCondLst>
                                    <p:cond delay="20000"/>
                                  </p:stCondLst>
                                  <p:childTnLst>
                                    <p:set>
                                      <p:cBhvr>
                                        <p:cTn id="25" dur="1" fill="hold">
                                          <p:stCondLst>
                                            <p:cond delay="0"/>
                                          </p:stCondLst>
                                        </p:cTn>
                                        <p:tgtEl>
                                          <p:spTgt spid="327703"/>
                                        </p:tgtEl>
                                        <p:attrNameLst>
                                          <p:attrName>style.visibility</p:attrName>
                                        </p:attrNameLst>
                                      </p:cBhvr>
                                      <p:to>
                                        <p:strVal val="visible"/>
                                      </p:to>
                                    </p:set>
                                  </p:childTnLst>
                                </p:cTn>
                              </p:par>
                            </p:childTnLst>
                          </p:cTn>
                        </p:par>
                      </p:childTnLst>
                    </p:cTn>
                  </p:par>
                  <p:par>
                    <p:cTn id="26" fill="hold" nodeType="clickPar">
                      <p:stCondLst>
                        <p:cond delay="indefinite"/>
                      </p:stCondLst>
                      <p:childTnLst>
                        <p:par>
                          <p:cTn id="27" fill="hold" nodeType="withGroup">
                            <p:stCondLst>
                              <p:cond delay="0"/>
                            </p:stCondLst>
                            <p:childTnLst>
                              <p:par>
                                <p:cTn id="28" presetID="1" presetClass="entr" presetSubtype="0" fill="hold" nodeType="clickEffect">
                                  <p:stCondLst>
                                    <p:cond delay="0"/>
                                  </p:stCondLst>
                                  <p:childTnLst>
                                    <p:set>
                                      <p:cBhvr>
                                        <p:cTn id="29" dur="1" fill="hold">
                                          <p:stCondLst>
                                            <p:cond delay="0"/>
                                          </p:stCondLst>
                                        </p:cTn>
                                        <p:tgtEl>
                                          <p:spTgt spid="327704"/>
                                        </p:tgtEl>
                                        <p:attrNameLst>
                                          <p:attrName>style.visibility</p:attrName>
                                        </p:attrNameLst>
                                      </p:cBhvr>
                                      <p:to>
                                        <p:strVal val="visible"/>
                                      </p:to>
                                    </p:set>
                                  </p:childTnLst>
                                </p:cTn>
                              </p:par>
                            </p:childTnLst>
                          </p:cTn>
                        </p:par>
                        <p:par>
                          <p:cTn id="30" fill="hold" nodeType="afterGroup">
                            <p:stCondLst>
                              <p:cond delay="0"/>
                            </p:stCondLst>
                            <p:childTnLst>
                              <p:par>
                                <p:cTn id="31" presetID="1" presetClass="entr" presetSubtype="0" fill="hold" grpId="0" nodeType="afterEffect">
                                  <p:stCondLst>
                                    <p:cond delay="20000"/>
                                  </p:stCondLst>
                                  <p:childTnLst>
                                    <p:set>
                                      <p:cBhvr>
                                        <p:cTn id="32" dur="1" fill="hold">
                                          <p:stCondLst>
                                            <p:cond delay="0"/>
                                          </p:stCondLst>
                                        </p:cTn>
                                        <p:tgtEl>
                                          <p:spTgt spid="327705"/>
                                        </p:tgtEl>
                                        <p:attrNameLst>
                                          <p:attrName>style.visibility</p:attrName>
                                        </p:attrNameLst>
                                      </p:cBhvr>
                                      <p:to>
                                        <p:strVal val="visible"/>
                                      </p:to>
                                    </p:set>
                                  </p:childTnLst>
                                </p:cTn>
                              </p:par>
                              <p:par>
                                <p:cTn id="33" presetID="1" presetClass="entr" presetSubtype="0" fill="hold" grpId="0" nodeType="withEffect">
                                  <p:stCondLst>
                                    <p:cond delay="20000"/>
                                  </p:stCondLst>
                                  <p:childTnLst>
                                    <p:set>
                                      <p:cBhvr>
                                        <p:cTn id="34" dur="1" fill="hold">
                                          <p:stCondLst>
                                            <p:cond delay="0"/>
                                          </p:stCondLst>
                                        </p:cTn>
                                        <p:tgtEl>
                                          <p:spTgt spid="2"/>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nodeType="clickEffect">
                                  <p:stCondLst>
                                    <p:cond delay="0"/>
                                  </p:stCondLst>
                                  <p:childTnLst>
                                    <p:set>
                                      <p:cBhvr>
                                        <p:cTn id="38" dur="1" fill="hold">
                                          <p:stCondLst>
                                            <p:cond delay="0"/>
                                          </p:stCondLst>
                                        </p:cTn>
                                        <p:tgtEl>
                                          <p:spTgt spid="32770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03" grpId="0" animBg="1"/>
      <p:bldP spid="327705" grpId="0" animBg="1"/>
      <p:bldP spid="2" grpId="0" animBg="1"/>
      <p:bldP spid="23"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9330" name="Object 2"/>
          <p:cNvGraphicFramePr>
            <a:graphicFrameLocks noChangeAspect="1"/>
          </p:cNvGraphicFramePr>
          <p:nvPr/>
        </p:nvGraphicFramePr>
        <p:xfrm>
          <a:off x="1522413" y="3733800"/>
          <a:ext cx="2995612" cy="914400"/>
        </p:xfrm>
        <a:graphic>
          <a:graphicData uri="http://schemas.openxmlformats.org/presentationml/2006/ole">
            <mc:AlternateContent xmlns:mc="http://schemas.openxmlformats.org/markup-compatibility/2006">
              <mc:Choice xmlns:v="urn:schemas-microsoft-com:vml" Requires="v">
                <p:oleObj spid="_x0000_s229459" name="公式" r:id="rId3" imgW="1498320" imgH="457200" progId="Equation.3">
                  <p:embed/>
                </p:oleObj>
              </mc:Choice>
              <mc:Fallback>
                <p:oleObj name="公式" r:id="rId3" imgW="1498320" imgH="457200" progId="Equation.3">
                  <p:embed/>
                  <p:pic>
                    <p:nvPicPr>
                      <p:cNvPr id="9933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2413" y="3733800"/>
                        <a:ext cx="2995612"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9331" name="Object 3"/>
          <p:cNvGraphicFramePr>
            <a:graphicFrameLocks noChangeAspect="1"/>
          </p:cNvGraphicFramePr>
          <p:nvPr/>
        </p:nvGraphicFramePr>
        <p:xfrm>
          <a:off x="5233988" y="3695700"/>
          <a:ext cx="2360612" cy="914400"/>
        </p:xfrm>
        <a:graphic>
          <a:graphicData uri="http://schemas.openxmlformats.org/presentationml/2006/ole">
            <mc:AlternateContent xmlns:mc="http://schemas.openxmlformats.org/markup-compatibility/2006">
              <mc:Choice xmlns:v="urn:schemas-microsoft-com:vml" Requires="v">
                <p:oleObj spid="_x0000_s229460" name="公式" r:id="rId5" imgW="1180800" imgH="457200" progId="Equation.3">
                  <p:embed/>
                </p:oleObj>
              </mc:Choice>
              <mc:Fallback>
                <p:oleObj name="公式" r:id="rId5" imgW="1180800" imgH="457200" progId="Equation.3">
                  <p:embed/>
                  <p:pic>
                    <p:nvPicPr>
                      <p:cNvPr id="99331"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233988" y="3695700"/>
                        <a:ext cx="2360612"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9332" name="Object 4"/>
          <p:cNvGraphicFramePr>
            <a:graphicFrameLocks noChangeAspect="1"/>
          </p:cNvGraphicFramePr>
          <p:nvPr/>
        </p:nvGraphicFramePr>
        <p:xfrm>
          <a:off x="1482725" y="4730750"/>
          <a:ext cx="2411413" cy="914400"/>
        </p:xfrm>
        <a:graphic>
          <a:graphicData uri="http://schemas.openxmlformats.org/presentationml/2006/ole">
            <mc:AlternateContent xmlns:mc="http://schemas.openxmlformats.org/markup-compatibility/2006">
              <mc:Choice xmlns:v="urn:schemas-microsoft-com:vml" Requires="v">
                <p:oleObj spid="_x0000_s229461" name="公式" r:id="rId7" imgW="1206360" imgH="457200" progId="Equation.3">
                  <p:embed/>
                </p:oleObj>
              </mc:Choice>
              <mc:Fallback>
                <p:oleObj name="公式" r:id="rId7" imgW="1206360" imgH="457200" progId="Equation.3">
                  <p:embed/>
                  <p:pic>
                    <p:nvPicPr>
                      <p:cNvPr id="99332"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482725" y="4730750"/>
                        <a:ext cx="2411413"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9333" name="Object 5"/>
          <p:cNvGraphicFramePr>
            <a:graphicFrameLocks noChangeAspect="1"/>
          </p:cNvGraphicFramePr>
          <p:nvPr/>
        </p:nvGraphicFramePr>
        <p:xfrm>
          <a:off x="5256213" y="4616450"/>
          <a:ext cx="3021012" cy="914400"/>
        </p:xfrm>
        <a:graphic>
          <a:graphicData uri="http://schemas.openxmlformats.org/presentationml/2006/ole">
            <mc:AlternateContent xmlns:mc="http://schemas.openxmlformats.org/markup-compatibility/2006">
              <mc:Choice xmlns:v="urn:schemas-microsoft-com:vml" Requires="v">
                <p:oleObj spid="_x0000_s229462" name="公式" r:id="rId9" imgW="1511280" imgH="457200" progId="Equation.3">
                  <p:embed/>
                </p:oleObj>
              </mc:Choice>
              <mc:Fallback>
                <p:oleObj name="公式" r:id="rId9" imgW="1511280" imgH="457200" progId="Equation.3">
                  <p:embed/>
                  <p:pic>
                    <p:nvPicPr>
                      <p:cNvPr id="99333" name="Object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256213" y="4616450"/>
                        <a:ext cx="3021012"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9334" name="Text Box 6"/>
          <p:cNvSpPr txBox="1">
            <a:spLocks noChangeArrowheads="1"/>
          </p:cNvSpPr>
          <p:nvPr/>
        </p:nvSpPr>
        <p:spPr bwMode="auto">
          <a:xfrm>
            <a:off x="1174750" y="233363"/>
            <a:ext cx="45720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400" b="1" i="0" u="none" strike="noStrike" kern="1200" cap="none" spc="0" normalizeH="0" baseline="0" noProof="0">
                <a:ln>
                  <a:noFill/>
                </a:ln>
                <a:solidFill>
                  <a:srgbClr val="FF3300"/>
                </a:solidFill>
                <a:effectLst/>
                <a:uLnTx/>
                <a:uFillTx/>
                <a:latin typeface="Times New Roman" panose="02020603050405020304" pitchFamily="18" charset="0"/>
                <a:ea typeface="宋体" panose="02010600030101010101" pitchFamily="2" charset="-122"/>
                <a:cs typeface="+mn-cs"/>
              </a:rPr>
              <a:t>例</a:t>
            </a:r>
            <a:r>
              <a:rPr kumimoji="1" lang="en-US" altLang="zh-CN" sz="2400" b="1" i="0" u="none" strike="noStrike" kern="1200" cap="none" spc="0" normalizeH="0" baseline="0" noProof="0">
                <a:ln>
                  <a:noFill/>
                </a:ln>
                <a:solidFill>
                  <a:srgbClr val="FF3300"/>
                </a:solidFill>
                <a:effectLst/>
                <a:uLnTx/>
                <a:uFillTx/>
                <a:latin typeface="Times New Roman" panose="02020603050405020304" pitchFamily="18" charset="0"/>
                <a:ea typeface="宋体" panose="02010600030101010101" pitchFamily="2" charset="-122"/>
                <a:cs typeface="+mn-cs"/>
              </a:rPr>
              <a:t>1</a:t>
            </a:r>
            <a:r>
              <a:rPr kumimoji="1" lang="en-US" altLang="zh-CN" sz="2400" b="1" i="0" u="none" strike="noStrike" kern="1200" cap="none" spc="0" normalizeH="0" baseline="0" noProof="0">
                <a:ln>
                  <a:noFill/>
                </a:ln>
                <a:solidFill>
                  <a:srgbClr val="3333CC"/>
                </a:solidFill>
                <a:effectLst/>
                <a:uLnTx/>
                <a:uFillTx/>
                <a:latin typeface="Times New Roman" panose="02020603050405020304" pitchFamily="18" charset="0"/>
                <a:ea typeface="宋体" panose="02010600030101010101" pitchFamily="2" charset="-122"/>
                <a:cs typeface="+mn-cs"/>
              </a:rPr>
              <a:t>    </a:t>
            </a:r>
            <a:r>
              <a:rPr kumimoji="1" lang="zh-CN" altLang="en-US" sz="24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求所示电路的</a:t>
            </a:r>
            <a:r>
              <a:rPr kumimoji="1" lang="en-US" altLang="zh-CN" sz="24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Z </a:t>
            </a:r>
            <a:r>
              <a:rPr kumimoji="1" lang="zh-CN" altLang="en-US" sz="24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参数</a:t>
            </a:r>
            <a:r>
              <a:rPr kumimoji="1" lang="zh-CN" altLang="en-US" sz="2400" b="1" i="0" u="none" strike="noStrike" kern="1200" cap="none" spc="0" normalizeH="0" baseline="0" noProof="0">
                <a:ln>
                  <a:noFill/>
                </a:ln>
                <a:solidFill>
                  <a:srgbClr val="FF3300"/>
                </a:solidFill>
                <a:effectLst/>
                <a:uLnTx/>
                <a:uFillTx/>
                <a:latin typeface="Times New Roman" panose="02020603050405020304" pitchFamily="18" charset="0"/>
                <a:ea typeface="宋体" panose="02010600030101010101" pitchFamily="2" charset="-122"/>
                <a:cs typeface="+mn-cs"/>
              </a:rPr>
              <a:t> </a:t>
            </a:r>
          </a:p>
        </p:txBody>
      </p:sp>
      <p:graphicFrame>
        <p:nvGraphicFramePr>
          <p:cNvPr id="99362" name="Object 34"/>
          <p:cNvGraphicFramePr>
            <a:graphicFrameLocks noChangeAspect="1"/>
          </p:cNvGraphicFramePr>
          <p:nvPr/>
        </p:nvGraphicFramePr>
        <p:xfrm>
          <a:off x="6530975" y="287338"/>
          <a:ext cx="2355850" cy="960437"/>
        </p:xfrm>
        <a:graphic>
          <a:graphicData uri="http://schemas.openxmlformats.org/presentationml/2006/ole">
            <mc:AlternateContent xmlns:mc="http://schemas.openxmlformats.org/markup-compatibility/2006">
              <mc:Choice xmlns:v="urn:schemas-microsoft-com:vml" Requires="v">
                <p:oleObj spid="_x0000_s229463" name="公式" r:id="rId11" imgW="1180800" imgH="482400" progId="Equation.3">
                  <p:embed/>
                </p:oleObj>
              </mc:Choice>
              <mc:Fallback>
                <p:oleObj name="公式" r:id="rId11" imgW="1180800" imgH="482400" progId="Equation.3">
                  <p:embed/>
                  <p:pic>
                    <p:nvPicPr>
                      <p:cNvPr id="99362" name="Object 34"/>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530975" y="287338"/>
                        <a:ext cx="2355850" cy="960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9363" name="Text Box 35"/>
          <p:cNvSpPr txBox="1">
            <a:spLocks noChangeArrowheads="1"/>
          </p:cNvSpPr>
          <p:nvPr/>
        </p:nvSpPr>
        <p:spPr bwMode="auto">
          <a:xfrm>
            <a:off x="996950" y="5737225"/>
            <a:ext cx="6764338"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4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互易二端口，当 </a:t>
            </a:r>
            <a:r>
              <a:rPr kumimoji="1" lang="en-US" altLang="zh-CN" sz="24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Z</a:t>
            </a:r>
            <a:r>
              <a:rPr kumimoji="1" lang="en-US" altLang="zh-CN" sz="2400" b="1" i="0" u="none" strike="noStrike" kern="120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cs typeface="+mn-cs"/>
              </a:rPr>
              <a:t>a</a:t>
            </a:r>
            <a:r>
              <a:rPr kumimoji="1" lang="en-US" altLang="zh-CN" sz="24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a:t>
            </a:r>
            <a:r>
              <a:rPr kumimoji="1" lang="en-US" altLang="zh-CN" sz="24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Z</a:t>
            </a:r>
            <a:r>
              <a:rPr kumimoji="1" lang="en-US" altLang="zh-CN" sz="2400" b="1" i="0" u="none" strike="noStrike" kern="120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cs typeface="+mn-cs"/>
              </a:rPr>
              <a:t>c </a:t>
            </a:r>
            <a:r>
              <a:rPr kumimoji="1" lang="zh-CN" altLang="en-US" sz="24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时为对称二端口。</a:t>
            </a:r>
          </a:p>
        </p:txBody>
      </p:sp>
      <p:sp>
        <p:nvSpPr>
          <p:cNvPr id="99364" name="Text Box 36"/>
          <p:cNvSpPr txBox="1">
            <a:spLocks noChangeArrowheads="1"/>
          </p:cNvSpPr>
          <p:nvPr/>
        </p:nvSpPr>
        <p:spPr bwMode="auto">
          <a:xfrm>
            <a:off x="628650" y="3011488"/>
            <a:ext cx="35496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4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由实验测定得参数</a:t>
            </a:r>
          </a:p>
        </p:txBody>
      </p:sp>
      <p:grpSp>
        <p:nvGrpSpPr>
          <p:cNvPr id="99375" name="Group 47"/>
          <p:cNvGrpSpPr>
            <a:grpSpLocks/>
          </p:cNvGrpSpPr>
          <p:nvPr/>
        </p:nvGrpSpPr>
        <p:grpSpPr bwMode="auto">
          <a:xfrm>
            <a:off x="1836738" y="669925"/>
            <a:ext cx="4157662" cy="2244725"/>
            <a:chOff x="773" y="368"/>
            <a:chExt cx="2619" cy="1414"/>
          </a:xfrm>
        </p:grpSpPr>
        <p:sp>
          <p:nvSpPr>
            <p:cNvPr id="99336" name="Rectangle 8"/>
            <p:cNvSpPr>
              <a:spLocks noChangeArrowheads="1"/>
            </p:cNvSpPr>
            <p:nvPr/>
          </p:nvSpPr>
          <p:spPr bwMode="auto">
            <a:xfrm>
              <a:off x="1357" y="750"/>
              <a:ext cx="322" cy="114"/>
            </a:xfrm>
            <a:prstGeom prst="rect">
              <a:avLst/>
            </a:prstGeom>
            <a:solidFill>
              <a:schemeClr val="accent1"/>
            </a:solidFill>
            <a:ln w="31750">
              <a:solidFill>
                <a:srgbClr val="000000"/>
              </a:solidFill>
              <a:miter lim="800000"/>
              <a:headEnd/>
              <a:tailEnd/>
            </a:ln>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99337" name="Line 9"/>
            <p:cNvSpPr>
              <a:spLocks noChangeShapeType="1"/>
            </p:cNvSpPr>
            <p:nvPr/>
          </p:nvSpPr>
          <p:spPr bwMode="auto">
            <a:xfrm flipV="1">
              <a:off x="2727" y="805"/>
              <a:ext cx="466" cy="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99338" name="Line 10"/>
            <p:cNvSpPr>
              <a:spLocks noChangeShapeType="1"/>
            </p:cNvSpPr>
            <p:nvPr/>
          </p:nvSpPr>
          <p:spPr bwMode="auto">
            <a:xfrm flipH="1" flipV="1">
              <a:off x="917" y="802"/>
              <a:ext cx="439" cy="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99339" name="Line 11"/>
            <p:cNvSpPr>
              <a:spLocks noChangeShapeType="1"/>
            </p:cNvSpPr>
            <p:nvPr/>
          </p:nvSpPr>
          <p:spPr bwMode="auto">
            <a:xfrm>
              <a:off x="929" y="1752"/>
              <a:ext cx="2283" cy="1"/>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99340" name="Rectangle 12"/>
            <p:cNvSpPr>
              <a:spLocks noChangeArrowheads="1"/>
            </p:cNvSpPr>
            <p:nvPr/>
          </p:nvSpPr>
          <p:spPr bwMode="auto">
            <a:xfrm>
              <a:off x="1655" y="1152"/>
              <a:ext cx="318"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4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 </a:t>
              </a:r>
              <a:r>
                <a:rPr kumimoji="1" lang="en-US" altLang="zh-CN" sz="24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Z</a:t>
              </a:r>
              <a:r>
                <a:rPr kumimoji="1" lang="en-US" altLang="zh-CN" sz="2400" b="1" i="0" u="none" strike="noStrike" kern="120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cs typeface="+mn-cs"/>
                </a:rPr>
                <a:t>b</a:t>
              </a:r>
              <a:endParaRPr kumimoji="1" lang="en-US" altLang="zh-CN" sz="24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99342" name="Text Box 14"/>
            <p:cNvSpPr txBox="1">
              <a:spLocks noChangeArrowheads="1"/>
            </p:cNvSpPr>
            <p:nvPr/>
          </p:nvSpPr>
          <p:spPr bwMode="auto">
            <a:xfrm>
              <a:off x="773" y="811"/>
              <a:ext cx="267"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a:t>
              </a:r>
            </a:p>
          </p:txBody>
        </p:sp>
        <p:sp>
          <p:nvSpPr>
            <p:cNvPr id="99343" name="Text Box 15"/>
            <p:cNvSpPr txBox="1">
              <a:spLocks noChangeArrowheads="1"/>
            </p:cNvSpPr>
            <p:nvPr/>
          </p:nvSpPr>
          <p:spPr bwMode="auto">
            <a:xfrm>
              <a:off x="790" y="1433"/>
              <a:ext cx="267"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a:ln>
                    <a:noFill/>
                  </a:ln>
                  <a:solidFill>
                    <a:srgbClr val="000000"/>
                  </a:solidFill>
                  <a:effectLst/>
                  <a:uLnTx/>
                  <a:uFillTx/>
                  <a:latin typeface="黑体" panose="02010609060101010101" pitchFamily="49" charset="-122"/>
                  <a:ea typeface="黑体" panose="02010609060101010101" pitchFamily="49" charset="-122"/>
                  <a:cs typeface="+mn-cs"/>
                  <a:sym typeface="Symbol" panose="05050102010706020507" pitchFamily="18" charset="2"/>
                </a:rPr>
                <a:t>-</a:t>
              </a:r>
              <a:endParaRPr kumimoji="1" lang="en-US" altLang="zh-CN" sz="24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99345" name="Text Box 17"/>
            <p:cNvSpPr txBox="1">
              <a:spLocks noChangeArrowheads="1"/>
            </p:cNvSpPr>
            <p:nvPr/>
          </p:nvSpPr>
          <p:spPr bwMode="auto">
            <a:xfrm>
              <a:off x="3125" y="817"/>
              <a:ext cx="267"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a:t>
              </a:r>
            </a:p>
          </p:txBody>
        </p:sp>
        <p:sp>
          <p:nvSpPr>
            <p:cNvPr id="99346" name="Text Box 18"/>
            <p:cNvSpPr txBox="1">
              <a:spLocks noChangeArrowheads="1"/>
            </p:cNvSpPr>
            <p:nvPr/>
          </p:nvSpPr>
          <p:spPr bwMode="auto">
            <a:xfrm>
              <a:off x="3118" y="1439"/>
              <a:ext cx="267"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a:ln>
                    <a:noFill/>
                  </a:ln>
                  <a:solidFill>
                    <a:srgbClr val="000000"/>
                  </a:solidFill>
                  <a:effectLst/>
                  <a:uLnTx/>
                  <a:uFillTx/>
                  <a:latin typeface="黑体" panose="02010609060101010101" pitchFamily="49" charset="-122"/>
                  <a:ea typeface="黑体" panose="02010609060101010101" pitchFamily="49" charset="-122"/>
                  <a:cs typeface="+mn-cs"/>
                  <a:sym typeface="Symbol" panose="05050102010706020507" pitchFamily="18" charset="2"/>
                </a:rPr>
                <a:t>-</a:t>
              </a:r>
              <a:endParaRPr kumimoji="1" lang="en-US" altLang="zh-CN" sz="24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aphicFrame>
          <p:nvGraphicFramePr>
            <p:cNvPr id="99347" name="Object 19"/>
            <p:cNvGraphicFramePr>
              <a:graphicFrameLocks noChangeAspect="1"/>
            </p:cNvGraphicFramePr>
            <p:nvPr/>
          </p:nvGraphicFramePr>
          <p:xfrm>
            <a:off x="798" y="1094"/>
            <a:ext cx="256" cy="290"/>
          </p:xfrm>
          <a:graphic>
            <a:graphicData uri="http://schemas.openxmlformats.org/presentationml/2006/ole">
              <mc:AlternateContent xmlns:mc="http://schemas.openxmlformats.org/markup-compatibility/2006">
                <mc:Choice xmlns:v="urn:schemas-microsoft-com:vml" Requires="v">
                  <p:oleObj spid="_x0000_s229464" name="Equation" r:id="rId13" imgW="203040" imgH="228600" progId="Equation.3">
                    <p:embed/>
                  </p:oleObj>
                </mc:Choice>
                <mc:Fallback>
                  <p:oleObj name="Equation" r:id="rId13" imgW="203040" imgH="228600" progId="Equation.3">
                    <p:embed/>
                    <p:pic>
                      <p:nvPicPr>
                        <p:cNvPr id="99347" name="Object 19"/>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98" y="1094"/>
                          <a:ext cx="256" cy="2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9348" name="Object 20"/>
            <p:cNvGraphicFramePr>
              <a:graphicFrameLocks noChangeAspect="1"/>
            </p:cNvGraphicFramePr>
            <p:nvPr/>
          </p:nvGraphicFramePr>
          <p:xfrm>
            <a:off x="1008" y="368"/>
            <a:ext cx="208" cy="290"/>
          </p:xfrm>
          <a:graphic>
            <a:graphicData uri="http://schemas.openxmlformats.org/presentationml/2006/ole">
              <mc:AlternateContent xmlns:mc="http://schemas.openxmlformats.org/markup-compatibility/2006">
                <mc:Choice xmlns:v="urn:schemas-microsoft-com:vml" Requires="v">
                  <p:oleObj spid="_x0000_s229465" name="Equation" r:id="rId15" imgW="164880" imgH="228600" progId="Equation.3">
                    <p:embed/>
                  </p:oleObj>
                </mc:Choice>
                <mc:Fallback>
                  <p:oleObj name="Equation" r:id="rId15" imgW="164880" imgH="228600" progId="Equation.3">
                    <p:embed/>
                    <p:pic>
                      <p:nvPicPr>
                        <p:cNvPr id="99348" name="Object 20"/>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008" y="368"/>
                          <a:ext cx="208" cy="2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9349" name="Object 21"/>
            <p:cNvGraphicFramePr>
              <a:graphicFrameLocks noChangeAspect="1"/>
            </p:cNvGraphicFramePr>
            <p:nvPr/>
          </p:nvGraphicFramePr>
          <p:xfrm>
            <a:off x="2902" y="392"/>
            <a:ext cx="224" cy="289"/>
          </p:xfrm>
          <a:graphic>
            <a:graphicData uri="http://schemas.openxmlformats.org/presentationml/2006/ole">
              <mc:AlternateContent xmlns:mc="http://schemas.openxmlformats.org/markup-compatibility/2006">
                <mc:Choice xmlns:v="urn:schemas-microsoft-com:vml" Requires="v">
                  <p:oleObj spid="_x0000_s229466" name="Equation" r:id="rId17" imgW="177480" imgH="228600" progId="Equation.3">
                    <p:embed/>
                  </p:oleObj>
                </mc:Choice>
                <mc:Fallback>
                  <p:oleObj name="Equation" r:id="rId17" imgW="177480" imgH="228600" progId="Equation.3">
                    <p:embed/>
                    <p:pic>
                      <p:nvPicPr>
                        <p:cNvPr id="99349" name="Object 21"/>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902" y="392"/>
                          <a:ext cx="224" cy="28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9350" name="Object 22"/>
            <p:cNvGraphicFramePr>
              <a:graphicFrameLocks noChangeAspect="1"/>
            </p:cNvGraphicFramePr>
            <p:nvPr/>
          </p:nvGraphicFramePr>
          <p:xfrm>
            <a:off x="3132" y="1106"/>
            <a:ext cx="256" cy="289"/>
          </p:xfrm>
          <a:graphic>
            <a:graphicData uri="http://schemas.openxmlformats.org/presentationml/2006/ole">
              <mc:AlternateContent xmlns:mc="http://schemas.openxmlformats.org/markup-compatibility/2006">
                <mc:Choice xmlns:v="urn:schemas-microsoft-com:vml" Requires="v">
                  <p:oleObj spid="_x0000_s229467" name="Equation" r:id="rId19" imgW="203040" imgH="228600" progId="Equation.3">
                    <p:embed/>
                  </p:oleObj>
                </mc:Choice>
                <mc:Fallback>
                  <p:oleObj name="Equation" r:id="rId19" imgW="203040" imgH="228600" progId="Equation.3">
                    <p:embed/>
                    <p:pic>
                      <p:nvPicPr>
                        <p:cNvPr id="99350" name="Object 22"/>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3132" y="1106"/>
                          <a:ext cx="256" cy="28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9351" name="Rectangle 23"/>
            <p:cNvSpPr>
              <a:spLocks noChangeArrowheads="1"/>
            </p:cNvSpPr>
            <p:nvPr/>
          </p:nvSpPr>
          <p:spPr bwMode="auto">
            <a:xfrm>
              <a:off x="2002" y="1126"/>
              <a:ext cx="123" cy="313"/>
            </a:xfrm>
            <a:prstGeom prst="rect">
              <a:avLst/>
            </a:prstGeom>
            <a:solidFill>
              <a:schemeClr val="accent1"/>
            </a:solidFill>
            <a:ln w="31750">
              <a:solidFill>
                <a:srgbClr val="000000"/>
              </a:solidFill>
              <a:miter lim="800000"/>
              <a:headEnd/>
              <a:tailEnd/>
            </a:ln>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99352" name="Line 24"/>
            <p:cNvSpPr>
              <a:spLocks noChangeShapeType="1"/>
            </p:cNvSpPr>
            <p:nvPr/>
          </p:nvSpPr>
          <p:spPr bwMode="auto">
            <a:xfrm>
              <a:off x="2063" y="801"/>
              <a:ext cx="1" cy="329"/>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99353" name="Line 25"/>
            <p:cNvSpPr>
              <a:spLocks noChangeShapeType="1"/>
            </p:cNvSpPr>
            <p:nvPr/>
          </p:nvSpPr>
          <p:spPr bwMode="auto">
            <a:xfrm>
              <a:off x="2063" y="1447"/>
              <a:ext cx="1" cy="311"/>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99354" name="Oval 26"/>
            <p:cNvSpPr>
              <a:spLocks noChangeArrowheads="1"/>
            </p:cNvSpPr>
            <p:nvPr/>
          </p:nvSpPr>
          <p:spPr bwMode="auto">
            <a:xfrm>
              <a:off x="852" y="766"/>
              <a:ext cx="68" cy="68"/>
            </a:xfrm>
            <a:prstGeom prst="ellipse">
              <a:avLst/>
            </a:prstGeom>
            <a:noFill/>
            <a:ln w="19050">
              <a:solidFill>
                <a:schemeClr val="tx1"/>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99355" name="Oval 27"/>
            <p:cNvSpPr>
              <a:spLocks noChangeArrowheads="1"/>
            </p:cNvSpPr>
            <p:nvPr/>
          </p:nvSpPr>
          <p:spPr bwMode="auto">
            <a:xfrm>
              <a:off x="870" y="1714"/>
              <a:ext cx="68" cy="68"/>
            </a:xfrm>
            <a:prstGeom prst="ellipse">
              <a:avLst/>
            </a:prstGeom>
            <a:noFill/>
            <a:ln w="19050">
              <a:solidFill>
                <a:schemeClr val="tx1"/>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99356" name="Oval 28"/>
            <p:cNvSpPr>
              <a:spLocks noChangeArrowheads="1"/>
            </p:cNvSpPr>
            <p:nvPr/>
          </p:nvSpPr>
          <p:spPr bwMode="auto">
            <a:xfrm>
              <a:off x="3186" y="772"/>
              <a:ext cx="68" cy="68"/>
            </a:xfrm>
            <a:prstGeom prst="ellipse">
              <a:avLst/>
            </a:prstGeom>
            <a:noFill/>
            <a:ln w="19050">
              <a:solidFill>
                <a:schemeClr val="tx1"/>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99357" name="Oval 29"/>
            <p:cNvSpPr>
              <a:spLocks noChangeArrowheads="1"/>
            </p:cNvSpPr>
            <p:nvPr/>
          </p:nvSpPr>
          <p:spPr bwMode="auto">
            <a:xfrm>
              <a:off x="3210" y="1714"/>
              <a:ext cx="68" cy="68"/>
            </a:xfrm>
            <a:prstGeom prst="ellipse">
              <a:avLst/>
            </a:prstGeom>
            <a:noFill/>
            <a:ln w="19050">
              <a:solidFill>
                <a:schemeClr val="tx1"/>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99358" name="Rectangle 30"/>
            <p:cNvSpPr>
              <a:spLocks noChangeArrowheads="1"/>
            </p:cNvSpPr>
            <p:nvPr/>
          </p:nvSpPr>
          <p:spPr bwMode="auto">
            <a:xfrm>
              <a:off x="1373" y="462"/>
              <a:ext cx="294"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4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 </a:t>
              </a:r>
              <a:r>
                <a:rPr kumimoji="1" lang="en-US" altLang="zh-CN" sz="24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Z</a:t>
              </a:r>
              <a:r>
                <a:rPr kumimoji="1" lang="en-US" altLang="zh-CN" sz="2400" b="1" i="0" u="none" strike="noStrike" kern="120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cs typeface="+mn-cs"/>
                </a:rPr>
                <a:t>a</a:t>
              </a:r>
              <a:endParaRPr kumimoji="1" lang="en-US" altLang="zh-CN" sz="24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99359" name="Rectangle 31"/>
            <p:cNvSpPr>
              <a:spLocks noChangeArrowheads="1"/>
            </p:cNvSpPr>
            <p:nvPr/>
          </p:nvSpPr>
          <p:spPr bwMode="auto">
            <a:xfrm>
              <a:off x="2405" y="468"/>
              <a:ext cx="294"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4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 </a:t>
              </a:r>
              <a:r>
                <a:rPr kumimoji="1" lang="en-US" altLang="zh-CN" sz="24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Z</a:t>
              </a:r>
              <a:r>
                <a:rPr kumimoji="1" lang="en-US" altLang="zh-CN" sz="2400" b="1" i="0" u="none" strike="noStrike" kern="120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cs typeface="+mn-cs"/>
                </a:rPr>
                <a:t>c</a:t>
              </a:r>
              <a:endParaRPr kumimoji="1" lang="en-US" altLang="zh-CN" sz="24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99360" name="Rectangle 32"/>
            <p:cNvSpPr>
              <a:spLocks noChangeArrowheads="1"/>
            </p:cNvSpPr>
            <p:nvPr/>
          </p:nvSpPr>
          <p:spPr bwMode="auto">
            <a:xfrm>
              <a:off x="2401" y="750"/>
              <a:ext cx="322" cy="114"/>
            </a:xfrm>
            <a:prstGeom prst="rect">
              <a:avLst/>
            </a:prstGeom>
            <a:solidFill>
              <a:schemeClr val="accent1"/>
            </a:solidFill>
            <a:ln w="31750">
              <a:solidFill>
                <a:srgbClr val="000000"/>
              </a:solidFill>
              <a:miter lim="800000"/>
              <a:headEnd/>
              <a:tailEnd/>
            </a:ln>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99361" name="Line 33"/>
            <p:cNvSpPr>
              <a:spLocks noChangeShapeType="1"/>
            </p:cNvSpPr>
            <p:nvPr/>
          </p:nvSpPr>
          <p:spPr bwMode="auto">
            <a:xfrm>
              <a:off x="1674" y="804"/>
              <a:ext cx="72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99371" name="Line 43"/>
            <p:cNvSpPr>
              <a:spLocks noChangeShapeType="1"/>
            </p:cNvSpPr>
            <p:nvPr/>
          </p:nvSpPr>
          <p:spPr bwMode="auto">
            <a:xfrm>
              <a:off x="978" y="732"/>
              <a:ext cx="240"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99372" name="Line 44"/>
            <p:cNvSpPr>
              <a:spLocks noChangeShapeType="1"/>
            </p:cNvSpPr>
            <p:nvPr/>
          </p:nvSpPr>
          <p:spPr bwMode="auto">
            <a:xfrm flipH="1">
              <a:off x="2880" y="744"/>
              <a:ext cx="252"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endParaRPr>
            </a:p>
          </p:txBody>
        </p:sp>
      </p:grpSp>
    </p:spTree>
    <p:extLst>
      <p:ext uri="{BB962C8B-B14F-4D97-AF65-F5344CB8AC3E}">
        <p14:creationId xmlns:p14="http://schemas.microsoft.com/office/powerpoint/2010/main" val="356916423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99375"/>
                                        </p:tgtEl>
                                        <p:attrNameLst>
                                          <p:attrName>style.visibility</p:attrName>
                                        </p:attrNameLst>
                                      </p:cBhvr>
                                      <p:to>
                                        <p:strVal val="visible"/>
                                      </p:to>
                                    </p:set>
                                    <p:animEffect transition="in" filter="wipe(left)">
                                      <p:cBhvr>
                                        <p:cTn id="7" dur="500"/>
                                        <p:tgtEl>
                                          <p:spTgt spid="9937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99362"/>
                                        </p:tgtEl>
                                        <p:attrNameLst>
                                          <p:attrName>style.visibility</p:attrName>
                                        </p:attrNameLst>
                                      </p:cBhvr>
                                      <p:to>
                                        <p:strVal val="visible"/>
                                      </p:to>
                                    </p:set>
                                    <p:animEffect transition="in" filter="wipe(left)">
                                      <p:cBhvr>
                                        <p:cTn id="12" dur="500"/>
                                        <p:tgtEl>
                                          <p:spTgt spid="9936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99364">
                                            <p:txEl>
                                              <p:pRg st="0" end="0"/>
                                            </p:txEl>
                                          </p:spTgt>
                                        </p:tgtEl>
                                        <p:attrNameLst>
                                          <p:attrName>style.visibility</p:attrName>
                                        </p:attrNameLst>
                                      </p:cBhvr>
                                      <p:to>
                                        <p:strVal val="visible"/>
                                      </p:to>
                                    </p:set>
                                    <p:animEffect transition="in" filter="wipe(left)">
                                      <p:cBhvr>
                                        <p:cTn id="17" dur="500"/>
                                        <p:tgtEl>
                                          <p:spTgt spid="99364">
                                            <p:txEl>
                                              <p:pRg st="0" end="0"/>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 presetClass="entr" presetSubtype="8" fill="hold" nodeType="clickEffect">
                                  <p:stCondLst>
                                    <p:cond delay="0"/>
                                  </p:stCondLst>
                                  <p:childTnLst>
                                    <p:set>
                                      <p:cBhvr>
                                        <p:cTn id="21" dur="1" fill="hold">
                                          <p:stCondLst>
                                            <p:cond delay="0"/>
                                          </p:stCondLst>
                                        </p:cTn>
                                        <p:tgtEl>
                                          <p:spTgt spid="99330"/>
                                        </p:tgtEl>
                                        <p:attrNameLst>
                                          <p:attrName>style.visibility</p:attrName>
                                        </p:attrNameLst>
                                      </p:cBhvr>
                                      <p:to>
                                        <p:strVal val="visible"/>
                                      </p:to>
                                    </p:set>
                                    <p:anim calcmode="lin" valueType="num">
                                      <p:cBhvr additive="base">
                                        <p:cTn id="22" dur="500" fill="hold"/>
                                        <p:tgtEl>
                                          <p:spTgt spid="99330"/>
                                        </p:tgtEl>
                                        <p:attrNameLst>
                                          <p:attrName>ppt_x</p:attrName>
                                        </p:attrNameLst>
                                      </p:cBhvr>
                                      <p:tavLst>
                                        <p:tav tm="0">
                                          <p:val>
                                            <p:strVal val="0-#ppt_w/2"/>
                                          </p:val>
                                        </p:tav>
                                        <p:tav tm="100000">
                                          <p:val>
                                            <p:strVal val="#ppt_x"/>
                                          </p:val>
                                        </p:tav>
                                      </p:tavLst>
                                    </p:anim>
                                    <p:anim calcmode="lin" valueType="num">
                                      <p:cBhvr additive="base">
                                        <p:cTn id="23" dur="500" fill="hold"/>
                                        <p:tgtEl>
                                          <p:spTgt spid="99330"/>
                                        </p:tgtEl>
                                        <p:attrNameLst>
                                          <p:attrName>ppt_y</p:attrName>
                                        </p:attrNameLst>
                                      </p:cBhvr>
                                      <p:tavLst>
                                        <p:tav tm="0">
                                          <p:val>
                                            <p:strVal val="#ppt_y"/>
                                          </p:val>
                                        </p:tav>
                                        <p:tav tm="100000">
                                          <p:val>
                                            <p:strVal val="#ppt_y"/>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2" presetClass="entr" presetSubtype="8" fill="hold" nodeType="clickEffect">
                                  <p:stCondLst>
                                    <p:cond delay="0"/>
                                  </p:stCondLst>
                                  <p:childTnLst>
                                    <p:set>
                                      <p:cBhvr>
                                        <p:cTn id="27" dur="1" fill="hold">
                                          <p:stCondLst>
                                            <p:cond delay="0"/>
                                          </p:stCondLst>
                                        </p:cTn>
                                        <p:tgtEl>
                                          <p:spTgt spid="99332"/>
                                        </p:tgtEl>
                                        <p:attrNameLst>
                                          <p:attrName>style.visibility</p:attrName>
                                        </p:attrNameLst>
                                      </p:cBhvr>
                                      <p:to>
                                        <p:strVal val="visible"/>
                                      </p:to>
                                    </p:set>
                                    <p:anim calcmode="lin" valueType="num">
                                      <p:cBhvr additive="base">
                                        <p:cTn id="28" dur="500" fill="hold"/>
                                        <p:tgtEl>
                                          <p:spTgt spid="99332"/>
                                        </p:tgtEl>
                                        <p:attrNameLst>
                                          <p:attrName>ppt_x</p:attrName>
                                        </p:attrNameLst>
                                      </p:cBhvr>
                                      <p:tavLst>
                                        <p:tav tm="0">
                                          <p:val>
                                            <p:strVal val="0-#ppt_w/2"/>
                                          </p:val>
                                        </p:tav>
                                        <p:tav tm="100000">
                                          <p:val>
                                            <p:strVal val="#ppt_x"/>
                                          </p:val>
                                        </p:tav>
                                      </p:tavLst>
                                    </p:anim>
                                    <p:anim calcmode="lin" valueType="num">
                                      <p:cBhvr additive="base">
                                        <p:cTn id="29" dur="500" fill="hold"/>
                                        <p:tgtEl>
                                          <p:spTgt spid="99332"/>
                                        </p:tgtEl>
                                        <p:attrNameLst>
                                          <p:attrName>ppt_y</p:attrName>
                                        </p:attrNameLst>
                                      </p:cBhvr>
                                      <p:tavLst>
                                        <p:tav tm="0">
                                          <p:val>
                                            <p:strVal val="#ppt_y"/>
                                          </p:val>
                                        </p:tav>
                                        <p:tav tm="100000">
                                          <p:val>
                                            <p:strVal val="#ppt_y"/>
                                          </p:val>
                                        </p:tav>
                                      </p:tavLst>
                                    </p:anim>
                                  </p:childTnLst>
                                </p:cTn>
                              </p:par>
                            </p:childTnLst>
                          </p:cTn>
                        </p:par>
                      </p:childTnLst>
                    </p:cTn>
                  </p:par>
                  <p:par>
                    <p:cTn id="30" fill="hold" nodeType="clickPar">
                      <p:stCondLst>
                        <p:cond delay="indefinite"/>
                      </p:stCondLst>
                      <p:childTnLst>
                        <p:par>
                          <p:cTn id="31" fill="hold" nodeType="withGroup">
                            <p:stCondLst>
                              <p:cond delay="0"/>
                            </p:stCondLst>
                            <p:childTnLst>
                              <p:par>
                                <p:cTn id="32" presetID="2" presetClass="entr" presetSubtype="2" fill="hold" nodeType="clickEffect">
                                  <p:stCondLst>
                                    <p:cond delay="0"/>
                                  </p:stCondLst>
                                  <p:childTnLst>
                                    <p:set>
                                      <p:cBhvr>
                                        <p:cTn id="33" dur="1" fill="hold">
                                          <p:stCondLst>
                                            <p:cond delay="0"/>
                                          </p:stCondLst>
                                        </p:cTn>
                                        <p:tgtEl>
                                          <p:spTgt spid="99331"/>
                                        </p:tgtEl>
                                        <p:attrNameLst>
                                          <p:attrName>style.visibility</p:attrName>
                                        </p:attrNameLst>
                                      </p:cBhvr>
                                      <p:to>
                                        <p:strVal val="visible"/>
                                      </p:to>
                                    </p:set>
                                    <p:anim calcmode="lin" valueType="num">
                                      <p:cBhvr additive="base">
                                        <p:cTn id="34" dur="500" fill="hold"/>
                                        <p:tgtEl>
                                          <p:spTgt spid="99331"/>
                                        </p:tgtEl>
                                        <p:attrNameLst>
                                          <p:attrName>ppt_x</p:attrName>
                                        </p:attrNameLst>
                                      </p:cBhvr>
                                      <p:tavLst>
                                        <p:tav tm="0">
                                          <p:val>
                                            <p:strVal val="1+#ppt_w/2"/>
                                          </p:val>
                                        </p:tav>
                                        <p:tav tm="100000">
                                          <p:val>
                                            <p:strVal val="#ppt_x"/>
                                          </p:val>
                                        </p:tav>
                                      </p:tavLst>
                                    </p:anim>
                                    <p:anim calcmode="lin" valueType="num">
                                      <p:cBhvr additive="base">
                                        <p:cTn id="35" dur="500" fill="hold"/>
                                        <p:tgtEl>
                                          <p:spTgt spid="99331"/>
                                        </p:tgtEl>
                                        <p:attrNameLst>
                                          <p:attrName>ppt_y</p:attrName>
                                        </p:attrNameLst>
                                      </p:cBhvr>
                                      <p:tavLst>
                                        <p:tav tm="0">
                                          <p:val>
                                            <p:strVal val="#ppt_y"/>
                                          </p:val>
                                        </p:tav>
                                        <p:tav tm="100000">
                                          <p:val>
                                            <p:strVal val="#ppt_y"/>
                                          </p:val>
                                        </p:tav>
                                      </p:tavLst>
                                    </p:anim>
                                  </p:childTnLst>
                                </p:cTn>
                              </p:par>
                            </p:childTnLst>
                          </p:cTn>
                        </p:par>
                      </p:childTnLst>
                    </p:cTn>
                  </p:par>
                  <p:par>
                    <p:cTn id="36" fill="hold" nodeType="clickPar">
                      <p:stCondLst>
                        <p:cond delay="indefinite"/>
                      </p:stCondLst>
                      <p:childTnLst>
                        <p:par>
                          <p:cTn id="37" fill="hold" nodeType="withGroup">
                            <p:stCondLst>
                              <p:cond delay="0"/>
                            </p:stCondLst>
                            <p:childTnLst>
                              <p:par>
                                <p:cTn id="38" presetID="2" presetClass="entr" presetSubtype="2" fill="hold" nodeType="clickEffect">
                                  <p:stCondLst>
                                    <p:cond delay="0"/>
                                  </p:stCondLst>
                                  <p:childTnLst>
                                    <p:set>
                                      <p:cBhvr>
                                        <p:cTn id="39" dur="1" fill="hold">
                                          <p:stCondLst>
                                            <p:cond delay="0"/>
                                          </p:stCondLst>
                                        </p:cTn>
                                        <p:tgtEl>
                                          <p:spTgt spid="99333"/>
                                        </p:tgtEl>
                                        <p:attrNameLst>
                                          <p:attrName>style.visibility</p:attrName>
                                        </p:attrNameLst>
                                      </p:cBhvr>
                                      <p:to>
                                        <p:strVal val="visible"/>
                                      </p:to>
                                    </p:set>
                                    <p:anim calcmode="lin" valueType="num">
                                      <p:cBhvr additive="base">
                                        <p:cTn id="40" dur="500" fill="hold"/>
                                        <p:tgtEl>
                                          <p:spTgt spid="99333"/>
                                        </p:tgtEl>
                                        <p:attrNameLst>
                                          <p:attrName>ppt_x</p:attrName>
                                        </p:attrNameLst>
                                      </p:cBhvr>
                                      <p:tavLst>
                                        <p:tav tm="0">
                                          <p:val>
                                            <p:strVal val="1+#ppt_w/2"/>
                                          </p:val>
                                        </p:tav>
                                        <p:tav tm="100000">
                                          <p:val>
                                            <p:strVal val="#ppt_x"/>
                                          </p:val>
                                        </p:tav>
                                      </p:tavLst>
                                    </p:anim>
                                    <p:anim calcmode="lin" valueType="num">
                                      <p:cBhvr additive="base">
                                        <p:cTn id="41" dur="500" fill="hold"/>
                                        <p:tgtEl>
                                          <p:spTgt spid="99333"/>
                                        </p:tgtEl>
                                        <p:attrNameLst>
                                          <p:attrName>ppt_y</p:attrName>
                                        </p:attrNameLst>
                                      </p:cBhvr>
                                      <p:tavLst>
                                        <p:tav tm="0">
                                          <p:val>
                                            <p:strVal val="#ppt_y"/>
                                          </p:val>
                                        </p:tav>
                                        <p:tav tm="100000">
                                          <p:val>
                                            <p:strVal val="#ppt_y"/>
                                          </p:val>
                                        </p:tav>
                                      </p:tavLst>
                                    </p:anim>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99363">
                                            <p:txEl>
                                              <p:pRg st="0" end="0"/>
                                            </p:txEl>
                                          </p:spTgt>
                                        </p:tgtEl>
                                        <p:attrNameLst>
                                          <p:attrName>style.visibility</p:attrName>
                                        </p:attrNameLst>
                                      </p:cBhvr>
                                      <p:to>
                                        <p:strVal val="visible"/>
                                      </p:to>
                                    </p:set>
                                    <p:animEffect transition="in" filter="wipe(left)">
                                      <p:cBhvr>
                                        <p:cTn id="46" dur="500"/>
                                        <p:tgtEl>
                                          <p:spTgt spid="9936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363" grpId="0" build="p" autoUpdateAnimBg="0"/>
      <p:bldP spid="99364" grpId="0" build="p"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Text Box 2"/>
          <p:cNvSpPr txBox="1">
            <a:spLocks noChangeArrowheads="1"/>
          </p:cNvSpPr>
          <p:nvPr/>
        </p:nvSpPr>
        <p:spPr bwMode="auto">
          <a:xfrm>
            <a:off x="882650" y="252413"/>
            <a:ext cx="535305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400" b="1" i="0" u="none" strike="noStrike" kern="1200" cap="none" spc="0" normalizeH="0" baseline="0" noProof="0" dirty="0">
                <a:ln>
                  <a:noFill/>
                </a:ln>
                <a:solidFill>
                  <a:srgbClr val="FF3300"/>
                </a:solidFill>
                <a:effectLst/>
                <a:uLnTx/>
                <a:uFillTx/>
                <a:latin typeface="Times New Roman" panose="02020603050405020304" pitchFamily="18" charset="0"/>
                <a:ea typeface="宋体" panose="02010600030101010101" pitchFamily="2" charset="-122"/>
                <a:cs typeface="+mn-cs"/>
              </a:rPr>
              <a:t>例</a:t>
            </a:r>
            <a:r>
              <a:rPr kumimoji="1" lang="en-US" altLang="zh-CN" sz="2400" b="1" i="0" u="none" strike="noStrike" kern="1200" cap="none" spc="0" normalizeH="0" baseline="0" noProof="0" dirty="0">
                <a:ln>
                  <a:noFill/>
                </a:ln>
                <a:solidFill>
                  <a:srgbClr val="FF3300"/>
                </a:solidFill>
                <a:effectLst/>
                <a:uLnTx/>
                <a:uFillTx/>
                <a:latin typeface="Times New Roman" panose="02020603050405020304" pitchFamily="18" charset="0"/>
                <a:ea typeface="宋体" panose="02010600030101010101" pitchFamily="2" charset="-122"/>
                <a:cs typeface="+mn-cs"/>
              </a:rPr>
              <a:t>2    </a:t>
            </a:r>
            <a:r>
              <a:rPr kumimoji="1"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求所示电路的</a:t>
            </a:r>
            <a:r>
              <a:rPr kumimoji="1" lang="en-US" altLang="zh-CN" sz="24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Z</a:t>
            </a:r>
            <a:r>
              <a:rPr kumimoji="1"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参数</a:t>
            </a:r>
            <a:r>
              <a:rPr kumimoji="1" lang="zh-CN" altLang="en-US" sz="2400" b="1" i="0" u="none" strike="noStrike" kern="1200" cap="none" spc="0" normalizeH="0" baseline="0" noProof="0" dirty="0">
                <a:ln>
                  <a:noFill/>
                </a:ln>
                <a:solidFill>
                  <a:srgbClr val="FF3300"/>
                </a:solidFill>
                <a:effectLst/>
                <a:uLnTx/>
                <a:uFillTx/>
                <a:latin typeface="Times New Roman" panose="02020603050405020304" pitchFamily="18" charset="0"/>
                <a:ea typeface="宋体" panose="02010600030101010101" pitchFamily="2" charset="-122"/>
                <a:cs typeface="+mn-cs"/>
              </a:rPr>
              <a:t> </a:t>
            </a:r>
          </a:p>
        </p:txBody>
      </p:sp>
      <p:graphicFrame>
        <p:nvGraphicFramePr>
          <p:cNvPr id="100386" name="Object 34"/>
          <p:cNvGraphicFramePr>
            <a:graphicFrameLocks noChangeAspect="1"/>
          </p:cNvGraphicFramePr>
          <p:nvPr/>
        </p:nvGraphicFramePr>
        <p:xfrm>
          <a:off x="1636713" y="3727450"/>
          <a:ext cx="3613150" cy="577850"/>
        </p:xfrm>
        <a:graphic>
          <a:graphicData uri="http://schemas.openxmlformats.org/presentationml/2006/ole">
            <mc:AlternateContent xmlns:mc="http://schemas.openxmlformats.org/markup-compatibility/2006">
              <mc:Choice xmlns:v="urn:schemas-microsoft-com:vml" Requires="v">
                <p:oleObj spid="_x0000_s230474" name="公式" r:id="rId3" imgW="1498320" imgH="241200" progId="Equation.3">
                  <p:embed/>
                </p:oleObj>
              </mc:Choice>
              <mc:Fallback>
                <p:oleObj name="公式" r:id="rId3" imgW="1498320" imgH="241200" progId="Equation.3">
                  <p:embed/>
                  <p:pic>
                    <p:nvPicPr>
                      <p:cNvPr id="100386" name="Object 3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36713" y="3727450"/>
                        <a:ext cx="3613150" cy="5778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0387" name="Object 35"/>
          <p:cNvGraphicFramePr>
            <a:graphicFrameLocks noChangeAspect="1"/>
          </p:cNvGraphicFramePr>
          <p:nvPr/>
        </p:nvGraphicFramePr>
        <p:xfrm>
          <a:off x="1662113" y="4343400"/>
          <a:ext cx="4408487" cy="577850"/>
        </p:xfrm>
        <a:graphic>
          <a:graphicData uri="http://schemas.openxmlformats.org/presentationml/2006/ole">
            <mc:AlternateContent xmlns:mc="http://schemas.openxmlformats.org/markup-compatibility/2006">
              <mc:Choice xmlns:v="urn:schemas-microsoft-com:vml" Requires="v">
                <p:oleObj spid="_x0000_s230475" name="公式" r:id="rId5" imgW="1828800" imgH="241200" progId="Equation.3">
                  <p:embed/>
                </p:oleObj>
              </mc:Choice>
              <mc:Fallback>
                <p:oleObj name="公式" r:id="rId5" imgW="1828800" imgH="241200" progId="Equation.3">
                  <p:embed/>
                  <p:pic>
                    <p:nvPicPr>
                      <p:cNvPr id="100387" name="Object 3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62113" y="4343400"/>
                        <a:ext cx="4408487" cy="5778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0388" name="Object 36"/>
          <p:cNvGraphicFramePr>
            <a:graphicFrameLocks noChangeAspect="1"/>
          </p:cNvGraphicFramePr>
          <p:nvPr/>
        </p:nvGraphicFramePr>
        <p:xfrm>
          <a:off x="1747838" y="4902200"/>
          <a:ext cx="3640137" cy="1120775"/>
        </p:xfrm>
        <a:graphic>
          <a:graphicData uri="http://schemas.openxmlformats.org/presentationml/2006/ole">
            <mc:AlternateContent xmlns:mc="http://schemas.openxmlformats.org/markup-compatibility/2006">
              <mc:Choice xmlns:v="urn:schemas-microsoft-com:vml" Requires="v">
                <p:oleObj spid="_x0000_s230476" name="公式" r:id="rId7" imgW="1562040" imgH="482400" progId="Equation.3">
                  <p:embed/>
                </p:oleObj>
              </mc:Choice>
              <mc:Fallback>
                <p:oleObj name="公式" r:id="rId7" imgW="1562040" imgH="482400" progId="Equation.3">
                  <p:embed/>
                  <p:pic>
                    <p:nvPicPr>
                      <p:cNvPr id="100388" name="Object 3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747838" y="4902200"/>
                        <a:ext cx="3640137" cy="1120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0389" name="Text Box 37"/>
          <p:cNvSpPr txBox="1">
            <a:spLocks noChangeArrowheads="1"/>
          </p:cNvSpPr>
          <p:nvPr/>
        </p:nvSpPr>
        <p:spPr bwMode="auto">
          <a:xfrm>
            <a:off x="5924550" y="5280025"/>
            <a:ext cx="2249488"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400" b="1" i="0" u="none" strike="noStrike" kern="1200" cap="none" spc="0" normalizeH="0" baseline="0" noProof="0">
                <a:ln>
                  <a:noFill/>
                </a:ln>
                <a:solidFill>
                  <a:srgbClr val="FF0000"/>
                </a:solidFill>
                <a:effectLst/>
                <a:uLnTx/>
                <a:uFillTx/>
                <a:latin typeface="Times New Roman" panose="02020603050405020304" pitchFamily="18" charset="0"/>
                <a:ea typeface="宋体" panose="02010600030101010101" pitchFamily="2" charset="-122"/>
                <a:cs typeface="+mn-cs"/>
              </a:rPr>
              <a:t>4</a:t>
            </a:r>
            <a:r>
              <a:rPr kumimoji="1" lang="zh-CN" altLang="en-US" sz="2400" b="1" i="0" u="none" strike="noStrike" kern="1200" cap="none" spc="0" normalizeH="0" baseline="0" noProof="0">
                <a:ln>
                  <a:noFill/>
                </a:ln>
                <a:solidFill>
                  <a:srgbClr val="FF0000"/>
                </a:solidFill>
                <a:effectLst/>
                <a:uLnTx/>
                <a:uFillTx/>
                <a:latin typeface="Times New Roman" panose="02020603050405020304" pitchFamily="18" charset="0"/>
                <a:ea typeface="宋体" panose="02010600030101010101" pitchFamily="2" charset="-122"/>
                <a:cs typeface="+mn-cs"/>
              </a:rPr>
              <a:t>个独立参数     </a:t>
            </a:r>
          </a:p>
        </p:txBody>
      </p:sp>
      <p:sp>
        <p:nvSpPr>
          <p:cNvPr id="100390" name="Text Box 38"/>
          <p:cNvSpPr txBox="1">
            <a:spLocks noChangeArrowheads="1"/>
          </p:cNvSpPr>
          <p:nvPr/>
        </p:nvSpPr>
        <p:spPr bwMode="auto">
          <a:xfrm>
            <a:off x="981075" y="3041650"/>
            <a:ext cx="5080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4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直接列端口电压、电流方程                </a:t>
            </a:r>
          </a:p>
        </p:txBody>
      </p:sp>
      <p:grpSp>
        <p:nvGrpSpPr>
          <p:cNvPr id="100400" name="Group 48"/>
          <p:cNvGrpSpPr>
            <a:grpSpLocks/>
          </p:cNvGrpSpPr>
          <p:nvPr/>
        </p:nvGrpSpPr>
        <p:grpSpPr bwMode="auto">
          <a:xfrm>
            <a:off x="1824038" y="584200"/>
            <a:ext cx="5395912" cy="2263775"/>
            <a:chOff x="1149" y="368"/>
            <a:chExt cx="3399" cy="1426"/>
          </a:xfrm>
        </p:grpSpPr>
        <p:graphicFrame>
          <p:nvGraphicFramePr>
            <p:cNvPr id="100356" name="Object 4"/>
            <p:cNvGraphicFramePr>
              <a:graphicFrameLocks noChangeAspect="1"/>
            </p:cNvGraphicFramePr>
            <p:nvPr/>
          </p:nvGraphicFramePr>
          <p:xfrm>
            <a:off x="3476" y="368"/>
            <a:ext cx="273" cy="290"/>
          </p:xfrm>
          <a:graphic>
            <a:graphicData uri="http://schemas.openxmlformats.org/presentationml/2006/ole">
              <mc:AlternateContent xmlns:mc="http://schemas.openxmlformats.org/markup-compatibility/2006">
                <mc:Choice xmlns:v="urn:schemas-microsoft-com:vml" Requires="v">
                  <p:oleObj spid="_x0000_s230477" name="Equation" r:id="rId9" imgW="215640" imgH="228600" progId="Equation.3">
                    <p:embed/>
                  </p:oleObj>
                </mc:Choice>
                <mc:Fallback>
                  <p:oleObj name="Equation" r:id="rId9" imgW="215640" imgH="228600" progId="Equation.3">
                    <p:embed/>
                    <p:pic>
                      <p:nvPicPr>
                        <p:cNvPr id="100356" name="Object 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476" y="368"/>
                          <a:ext cx="273" cy="2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0357" name="Object 5"/>
            <p:cNvGraphicFramePr>
              <a:graphicFrameLocks noChangeAspect="1"/>
            </p:cNvGraphicFramePr>
            <p:nvPr/>
          </p:nvGraphicFramePr>
          <p:xfrm>
            <a:off x="1384" y="398"/>
            <a:ext cx="208" cy="290"/>
          </p:xfrm>
          <a:graphic>
            <a:graphicData uri="http://schemas.openxmlformats.org/presentationml/2006/ole">
              <mc:AlternateContent xmlns:mc="http://schemas.openxmlformats.org/markup-compatibility/2006">
                <mc:Choice xmlns:v="urn:schemas-microsoft-com:vml" Requires="v">
                  <p:oleObj spid="_x0000_s230478" name="Equation" r:id="rId11" imgW="164880" imgH="228600" progId="Equation.3">
                    <p:embed/>
                  </p:oleObj>
                </mc:Choice>
                <mc:Fallback>
                  <p:oleObj name="Equation" r:id="rId11" imgW="164880" imgH="228600" progId="Equation.3">
                    <p:embed/>
                    <p:pic>
                      <p:nvPicPr>
                        <p:cNvPr id="100357" name="Object 5"/>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384" y="398"/>
                          <a:ext cx="208" cy="2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0358" name="Object 6"/>
            <p:cNvGraphicFramePr>
              <a:graphicFrameLocks noChangeAspect="1"/>
            </p:cNvGraphicFramePr>
            <p:nvPr/>
          </p:nvGraphicFramePr>
          <p:xfrm>
            <a:off x="4058" y="370"/>
            <a:ext cx="224" cy="289"/>
          </p:xfrm>
          <a:graphic>
            <a:graphicData uri="http://schemas.openxmlformats.org/presentationml/2006/ole">
              <mc:AlternateContent xmlns:mc="http://schemas.openxmlformats.org/markup-compatibility/2006">
                <mc:Choice xmlns:v="urn:schemas-microsoft-com:vml" Requires="v">
                  <p:oleObj spid="_x0000_s230479" name="Equation" r:id="rId13" imgW="177480" imgH="228600" progId="Equation.3">
                    <p:embed/>
                  </p:oleObj>
                </mc:Choice>
                <mc:Fallback>
                  <p:oleObj name="Equation" r:id="rId13" imgW="177480" imgH="228600" progId="Equation.3">
                    <p:embed/>
                    <p:pic>
                      <p:nvPicPr>
                        <p:cNvPr id="100358" name="Object 6"/>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058" y="370"/>
                          <a:ext cx="224" cy="28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0359" name="AutoShape 7"/>
            <p:cNvSpPr>
              <a:spLocks noChangeArrowheads="1"/>
            </p:cNvSpPr>
            <p:nvPr/>
          </p:nvSpPr>
          <p:spPr bwMode="auto">
            <a:xfrm>
              <a:off x="3412" y="684"/>
              <a:ext cx="420" cy="264"/>
            </a:xfrm>
            <a:prstGeom prst="diamond">
              <a:avLst/>
            </a:prstGeom>
            <a:solidFill>
              <a:srgbClr val="F9FFE1"/>
            </a:solidFill>
            <a:ln w="31750">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100360" name="Rectangle 8"/>
            <p:cNvSpPr>
              <a:spLocks noChangeArrowheads="1"/>
            </p:cNvSpPr>
            <p:nvPr/>
          </p:nvSpPr>
          <p:spPr bwMode="auto">
            <a:xfrm>
              <a:off x="1733" y="762"/>
              <a:ext cx="322" cy="114"/>
            </a:xfrm>
            <a:prstGeom prst="rect">
              <a:avLst/>
            </a:prstGeom>
            <a:solidFill>
              <a:srgbClr val="F9FFE1"/>
            </a:solidFill>
            <a:ln w="31750">
              <a:solidFill>
                <a:srgbClr val="000000"/>
              </a:solidFill>
              <a:miter lim="800000"/>
              <a:headEnd/>
              <a:tailEnd/>
            </a:ln>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100361" name="Line 9"/>
            <p:cNvSpPr>
              <a:spLocks noChangeShapeType="1"/>
            </p:cNvSpPr>
            <p:nvPr/>
          </p:nvSpPr>
          <p:spPr bwMode="auto">
            <a:xfrm flipV="1">
              <a:off x="3091" y="817"/>
              <a:ext cx="1246" cy="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100362" name="Line 10"/>
            <p:cNvSpPr>
              <a:spLocks noChangeShapeType="1"/>
            </p:cNvSpPr>
            <p:nvPr/>
          </p:nvSpPr>
          <p:spPr bwMode="auto">
            <a:xfrm flipH="1" flipV="1">
              <a:off x="1293" y="814"/>
              <a:ext cx="439" cy="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100363" name="Line 11"/>
            <p:cNvSpPr>
              <a:spLocks noChangeShapeType="1"/>
            </p:cNvSpPr>
            <p:nvPr/>
          </p:nvSpPr>
          <p:spPr bwMode="auto">
            <a:xfrm flipV="1">
              <a:off x="1305" y="1759"/>
              <a:ext cx="3075" cy="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100364" name="Rectangle 12"/>
            <p:cNvSpPr>
              <a:spLocks noChangeArrowheads="1"/>
            </p:cNvSpPr>
            <p:nvPr/>
          </p:nvSpPr>
          <p:spPr bwMode="auto">
            <a:xfrm>
              <a:off x="2031" y="1164"/>
              <a:ext cx="318"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4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 </a:t>
              </a:r>
              <a:r>
                <a:rPr kumimoji="1" lang="en-US" altLang="zh-CN" sz="24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Z</a:t>
              </a:r>
              <a:r>
                <a:rPr kumimoji="1" lang="en-US" altLang="zh-CN" sz="2400" b="1" i="0" u="none" strike="noStrike" kern="120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cs typeface="+mn-cs"/>
                </a:rPr>
                <a:t>b</a:t>
              </a:r>
              <a:endParaRPr kumimoji="1" lang="en-US" altLang="zh-CN" sz="24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00365" name="Text Box 13"/>
            <p:cNvSpPr txBox="1">
              <a:spLocks noChangeArrowheads="1"/>
            </p:cNvSpPr>
            <p:nvPr/>
          </p:nvSpPr>
          <p:spPr bwMode="auto">
            <a:xfrm>
              <a:off x="1149" y="823"/>
              <a:ext cx="267"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a:t>
              </a:r>
            </a:p>
          </p:txBody>
        </p:sp>
        <p:sp>
          <p:nvSpPr>
            <p:cNvPr id="100366" name="Text Box 14"/>
            <p:cNvSpPr txBox="1">
              <a:spLocks noChangeArrowheads="1"/>
            </p:cNvSpPr>
            <p:nvPr/>
          </p:nvSpPr>
          <p:spPr bwMode="auto">
            <a:xfrm>
              <a:off x="1166" y="1445"/>
              <a:ext cx="267"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a:ln>
                    <a:noFill/>
                  </a:ln>
                  <a:solidFill>
                    <a:srgbClr val="000000"/>
                  </a:solidFill>
                  <a:effectLst/>
                  <a:uLnTx/>
                  <a:uFillTx/>
                  <a:latin typeface="黑体" panose="02010609060101010101" pitchFamily="49" charset="-122"/>
                  <a:ea typeface="黑体" panose="02010609060101010101" pitchFamily="49" charset="-122"/>
                  <a:cs typeface="+mn-cs"/>
                  <a:sym typeface="Symbol" panose="05050102010706020507" pitchFamily="18" charset="2"/>
                </a:rPr>
                <a:t>-</a:t>
              </a:r>
              <a:endParaRPr kumimoji="1" lang="en-US" altLang="zh-CN" sz="24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00367" name="Text Box 15"/>
            <p:cNvSpPr txBox="1">
              <a:spLocks noChangeArrowheads="1"/>
            </p:cNvSpPr>
            <p:nvPr/>
          </p:nvSpPr>
          <p:spPr bwMode="auto">
            <a:xfrm>
              <a:off x="4281" y="829"/>
              <a:ext cx="267"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a:t>
              </a:r>
            </a:p>
          </p:txBody>
        </p:sp>
        <p:sp>
          <p:nvSpPr>
            <p:cNvPr id="100368" name="Text Box 16"/>
            <p:cNvSpPr txBox="1">
              <a:spLocks noChangeArrowheads="1"/>
            </p:cNvSpPr>
            <p:nvPr/>
          </p:nvSpPr>
          <p:spPr bwMode="auto">
            <a:xfrm>
              <a:off x="4274" y="1451"/>
              <a:ext cx="267"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a:ln>
                    <a:noFill/>
                  </a:ln>
                  <a:solidFill>
                    <a:srgbClr val="000000"/>
                  </a:solidFill>
                  <a:effectLst/>
                  <a:uLnTx/>
                  <a:uFillTx/>
                  <a:latin typeface="黑体" panose="02010609060101010101" pitchFamily="49" charset="-122"/>
                  <a:ea typeface="黑体" panose="02010609060101010101" pitchFamily="49" charset="-122"/>
                  <a:cs typeface="+mn-cs"/>
                  <a:sym typeface="Symbol" panose="05050102010706020507" pitchFamily="18" charset="2"/>
                </a:rPr>
                <a:t>-</a:t>
              </a:r>
              <a:endParaRPr kumimoji="1" lang="en-US" altLang="zh-CN" sz="24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aphicFrame>
          <p:nvGraphicFramePr>
            <p:cNvPr id="100369" name="Object 17"/>
            <p:cNvGraphicFramePr>
              <a:graphicFrameLocks noChangeAspect="1"/>
            </p:cNvGraphicFramePr>
            <p:nvPr/>
          </p:nvGraphicFramePr>
          <p:xfrm>
            <a:off x="1174" y="1106"/>
            <a:ext cx="256" cy="289"/>
          </p:xfrm>
          <a:graphic>
            <a:graphicData uri="http://schemas.openxmlformats.org/presentationml/2006/ole">
              <mc:AlternateContent xmlns:mc="http://schemas.openxmlformats.org/markup-compatibility/2006">
                <mc:Choice xmlns:v="urn:schemas-microsoft-com:vml" Requires="v">
                  <p:oleObj spid="_x0000_s230480" name="Equation" r:id="rId15" imgW="203040" imgH="228600" progId="Equation.3">
                    <p:embed/>
                  </p:oleObj>
                </mc:Choice>
                <mc:Fallback>
                  <p:oleObj name="Equation" r:id="rId15" imgW="203040" imgH="228600" progId="Equation.3">
                    <p:embed/>
                    <p:pic>
                      <p:nvPicPr>
                        <p:cNvPr id="100369" name="Object 17"/>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174" y="1106"/>
                          <a:ext cx="256" cy="28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0370" name="Object 18"/>
            <p:cNvGraphicFramePr>
              <a:graphicFrameLocks noChangeAspect="1"/>
            </p:cNvGraphicFramePr>
            <p:nvPr/>
          </p:nvGraphicFramePr>
          <p:xfrm>
            <a:off x="4288" y="1118"/>
            <a:ext cx="256" cy="289"/>
          </p:xfrm>
          <a:graphic>
            <a:graphicData uri="http://schemas.openxmlformats.org/presentationml/2006/ole">
              <mc:AlternateContent xmlns:mc="http://schemas.openxmlformats.org/markup-compatibility/2006">
                <mc:Choice xmlns:v="urn:schemas-microsoft-com:vml" Requires="v">
                  <p:oleObj spid="_x0000_s230481" name="Equation" r:id="rId17" imgW="203040" imgH="228600" progId="Equation.3">
                    <p:embed/>
                  </p:oleObj>
                </mc:Choice>
                <mc:Fallback>
                  <p:oleObj name="Equation" r:id="rId17" imgW="203040" imgH="228600" progId="Equation.3">
                    <p:embed/>
                    <p:pic>
                      <p:nvPicPr>
                        <p:cNvPr id="100370" name="Object 18"/>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288" y="1118"/>
                          <a:ext cx="256" cy="28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0371" name="Rectangle 19"/>
            <p:cNvSpPr>
              <a:spLocks noChangeArrowheads="1"/>
            </p:cNvSpPr>
            <p:nvPr/>
          </p:nvSpPr>
          <p:spPr bwMode="auto">
            <a:xfrm>
              <a:off x="2378" y="1138"/>
              <a:ext cx="123" cy="313"/>
            </a:xfrm>
            <a:prstGeom prst="rect">
              <a:avLst/>
            </a:prstGeom>
            <a:solidFill>
              <a:srgbClr val="F9FFE1"/>
            </a:solidFill>
            <a:ln w="31750">
              <a:solidFill>
                <a:srgbClr val="000000"/>
              </a:solidFill>
              <a:miter lim="800000"/>
              <a:headEnd/>
              <a:tailEnd/>
            </a:ln>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100372" name="Line 20"/>
            <p:cNvSpPr>
              <a:spLocks noChangeShapeType="1"/>
            </p:cNvSpPr>
            <p:nvPr/>
          </p:nvSpPr>
          <p:spPr bwMode="auto">
            <a:xfrm>
              <a:off x="2439" y="813"/>
              <a:ext cx="1" cy="329"/>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100373" name="Line 21"/>
            <p:cNvSpPr>
              <a:spLocks noChangeShapeType="1"/>
            </p:cNvSpPr>
            <p:nvPr/>
          </p:nvSpPr>
          <p:spPr bwMode="auto">
            <a:xfrm>
              <a:off x="2439" y="1459"/>
              <a:ext cx="1" cy="311"/>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100374" name="Oval 22"/>
            <p:cNvSpPr>
              <a:spLocks noChangeArrowheads="1"/>
            </p:cNvSpPr>
            <p:nvPr/>
          </p:nvSpPr>
          <p:spPr bwMode="auto">
            <a:xfrm>
              <a:off x="1228" y="778"/>
              <a:ext cx="68" cy="68"/>
            </a:xfrm>
            <a:prstGeom prst="ellipse">
              <a:avLst/>
            </a:prstGeom>
            <a:noFill/>
            <a:ln w="19050">
              <a:solidFill>
                <a:schemeClr val="tx1"/>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100375" name="Oval 23"/>
            <p:cNvSpPr>
              <a:spLocks noChangeArrowheads="1"/>
            </p:cNvSpPr>
            <p:nvPr/>
          </p:nvSpPr>
          <p:spPr bwMode="auto">
            <a:xfrm>
              <a:off x="1222" y="1726"/>
              <a:ext cx="68" cy="68"/>
            </a:xfrm>
            <a:prstGeom prst="ellipse">
              <a:avLst/>
            </a:prstGeom>
            <a:noFill/>
            <a:ln w="19050">
              <a:solidFill>
                <a:schemeClr val="tx1"/>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zh-CN" altLang="zh-CN" sz="2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00376" name="Oval 24"/>
            <p:cNvSpPr>
              <a:spLocks noChangeArrowheads="1"/>
            </p:cNvSpPr>
            <p:nvPr/>
          </p:nvSpPr>
          <p:spPr bwMode="auto">
            <a:xfrm>
              <a:off x="4330" y="784"/>
              <a:ext cx="68" cy="68"/>
            </a:xfrm>
            <a:prstGeom prst="ellipse">
              <a:avLst/>
            </a:prstGeom>
            <a:noFill/>
            <a:ln w="19050">
              <a:solidFill>
                <a:schemeClr val="tx1"/>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100377" name="Oval 25"/>
            <p:cNvSpPr>
              <a:spLocks noChangeArrowheads="1"/>
            </p:cNvSpPr>
            <p:nvPr/>
          </p:nvSpPr>
          <p:spPr bwMode="auto">
            <a:xfrm>
              <a:off x="4372" y="1726"/>
              <a:ext cx="68" cy="68"/>
            </a:xfrm>
            <a:prstGeom prst="ellipse">
              <a:avLst/>
            </a:prstGeom>
            <a:noFill/>
            <a:ln w="19050">
              <a:solidFill>
                <a:schemeClr val="tx1"/>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100378" name="Rectangle 26"/>
            <p:cNvSpPr>
              <a:spLocks noChangeArrowheads="1"/>
            </p:cNvSpPr>
            <p:nvPr/>
          </p:nvSpPr>
          <p:spPr bwMode="auto">
            <a:xfrm>
              <a:off x="1749" y="474"/>
              <a:ext cx="294"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4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 </a:t>
              </a:r>
              <a:r>
                <a:rPr kumimoji="1" lang="en-US" altLang="zh-CN" sz="24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Z</a:t>
              </a:r>
              <a:r>
                <a:rPr kumimoji="1" lang="en-US" altLang="zh-CN" sz="2400" b="1" i="0" u="none" strike="noStrike" kern="120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cs typeface="+mn-cs"/>
                </a:rPr>
                <a:t>a</a:t>
              </a:r>
              <a:endParaRPr kumimoji="1" lang="en-US" altLang="zh-CN" sz="24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00379" name="Rectangle 27"/>
            <p:cNvSpPr>
              <a:spLocks noChangeArrowheads="1"/>
            </p:cNvSpPr>
            <p:nvPr/>
          </p:nvSpPr>
          <p:spPr bwMode="auto">
            <a:xfrm>
              <a:off x="2781" y="480"/>
              <a:ext cx="294"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4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 </a:t>
              </a:r>
              <a:r>
                <a:rPr kumimoji="1" lang="en-US" altLang="zh-CN" sz="24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Z</a:t>
              </a:r>
              <a:r>
                <a:rPr kumimoji="1" lang="en-US" altLang="zh-CN" sz="2400" b="1" i="0" u="none" strike="noStrike" kern="120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cs typeface="+mn-cs"/>
                </a:rPr>
                <a:t>c</a:t>
              </a:r>
              <a:endParaRPr kumimoji="1" lang="en-US" altLang="zh-CN" sz="24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00380" name="Rectangle 28"/>
            <p:cNvSpPr>
              <a:spLocks noChangeArrowheads="1"/>
            </p:cNvSpPr>
            <p:nvPr/>
          </p:nvSpPr>
          <p:spPr bwMode="auto">
            <a:xfrm>
              <a:off x="2771" y="762"/>
              <a:ext cx="322" cy="114"/>
            </a:xfrm>
            <a:prstGeom prst="rect">
              <a:avLst/>
            </a:prstGeom>
            <a:solidFill>
              <a:srgbClr val="F9FFE1"/>
            </a:solidFill>
            <a:ln w="31750">
              <a:solidFill>
                <a:srgbClr val="000000"/>
              </a:solidFill>
              <a:miter lim="800000"/>
              <a:headEnd/>
              <a:tailEnd/>
            </a:ln>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100381" name="Line 29"/>
            <p:cNvSpPr>
              <a:spLocks noChangeShapeType="1"/>
            </p:cNvSpPr>
            <p:nvPr/>
          </p:nvSpPr>
          <p:spPr bwMode="auto">
            <a:xfrm>
              <a:off x="2050" y="816"/>
              <a:ext cx="72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100382" name="Text Box 30"/>
            <p:cNvSpPr txBox="1">
              <a:spLocks noChangeArrowheads="1"/>
            </p:cNvSpPr>
            <p:nvPr/>
          </p:nvSpPr>
          <p:spPr bwMode="auto">
            <a:xfrm>
              <a:off x="3807" y="577"/>
              <a:ext cx="267"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a:t>
              </a:r>
            </a:p>
          </p:txBody>
        </p:sp>
        <p:sp>
          <p:nvSpPr>
            <p:cNvPr id="100383" name="Text Box 31"/>
            <p:cNvSpPr txBox="1">
              <a:spLocks noChangeArrowheads="1"/>
            </p:cNvSpPr>
            <p:nvPr/>
          </p:nvSpPr>
          <p:spPr bwMode="auto">
            <a:xfrm>
              <a:off x="3170" y="575"/>
              <a:ext cx="267"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a:ln>
                    <a:noFill/>
                  </a:ln>
                  <a:solidFill>
                    <a:srgbClr val="000000"/>
                  </a:solidFill>
                  <a:effectLst/>
                  <a:uLnTx/>
                  <a:uFillTx/>
                  <a:latin typeface="黑体" panose="02010609060101010101" pitchFamily="49" charset="-122"/>
                  <a:ea typeface="黑体" panose="02010609060101010101" pitchFamily="49" charset="-122"/>
                  <a:cs typeface="+mn-cs"/>
                  <a:sym typeface="Symbol" panose="05050102010706020507" pitchFamily="18" charset="2"/>
                </a:rPr>
                <a:t>-</a:t>
              </a:r>
              <a:endParaRPr kumimoji="1" lang="en-US" altLang="zh-CN" sz="24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00397" name="Line 45"/>
            <p:cNvSpPr>
              <a:spLocks noChangeShapeType="1"/>
            </p:cNvSpPr>
            <p:nvPr/>
          </p:nvSpPr>
          <p:spPr bwMode="auto">
            <a:xfrm>
              <a:off x="1338" y="750"/>
              <a:ext cx="288"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100398" name="Line 46"/>
            <p:cNvSpPr>
              <a:spLocks noChangeShapeType="1"/>
            </p:cNvSpPr>
            <p:nvPr/>
          </p:nvSpPr>
          <p:spPr bwMode="auto">
            <a:xfrm flipH="1">
              <a:off x="4062" y="756"/>
              <a:ext cx="222" cy="0"/>
            </a:xfrm>
            <a:prstGeom prst="line">
              <a:avLst/>
            </a:prstGeom>
            <a:noFill/>
            <a:ln w="28575">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endParaRPr>
            </a:p>
          </p:txBody>
        </p:sp>
      </p:grpSp>
    </p:spTree>
    <p:extLst>
      <p:ext uri="{BB962C8B-B14F-4D97-AF65-F5344CB8AC3E}">
        <p14:creationId xmlns:p14="http://schemas.microsoft.com/office/powerpoint/2010/main" val="335860725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00400"/>
                                        </p:tgtEl>
                                        <p:attrNameLst>
                                          <p:attrName>style.visibility</p:attrName>
                                        </p:attrNameLst>
                                      </p:cBhvr>
                                      <p:to>
                                        <p:strVal val="visible"/>
                                      </p:to>
                                    </p:set>
                                    <p:animEffect transition="in" filter="wipe(left)">
                                      <p:cBhvr>
                                        <p:cTn id="7" dur="500"/>
                                        <p:tgtEl>
                                          <p:spTgt spid="10040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00390">
                                            <p:txEl>
                                              <p:pRg st="0" end="0"/>
                                            </p:txEl>
                                          </p:spTgt>
                                        </p:tgtEl>
                                        <p:attrNameLst>
                                          <p:attrName>style.visibility</p:attrName>
                                        </p:attrNameLst>
                                      </p:cBhvr>
                                      <p:to>
                                        <p:strVal val="visible"/>
                                      </p:to>
                                    </p:set>
                                    <p:animEffect transition="in" filter="wipe(left)">
                                      <p:cBhvr>
                                        <p:cTn id="12" dur="500"/>
                                        <p:tgtEl>
                                          <p:spTgt spid="100390">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00386"/>
                                        </p:tgtEl>
                                        <p:attrNameLst>
                                          <p:attrName>style.visibility</p:attrName>
                                        </p:attrNameLst>
                                      </p:cBhvr>
                                      <p:to>
                                        <p:strVal val="visible"/>
                                      </p:to>
                                    </p:set>
                                    <p:animEffect transition="in" filter="wipe(left)">
                                      <p:cBhvr>
                                        <p:cTn id="17" dur="500"/>
                                        <p:tgtEl>
                                          <p:spTgt spid="10038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100387"/>
                                        </p:tgtEl>
                                        <p:attrNameLst>
                                          <p:attrName>style.visibility</p:attrName>
                                        </p:attrNameLst>
                                      </p:cBhvr>
                                      <p:to>
                                        <p:strVal val="visible"/>
                                      </p:to>
                                    </p:set>
                                    <p:animEffect transition="in" filter="wipe(left)">
                                      <p:cBhvr>
                                        <p:cTn id="22" dur="500"/>
                                        <p:tgtEl>
                                          <p:spTgt spid="100387"/>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100388"/>
                                        </p:tgtEl>
                                        <p:attrNameLst>
                                          <p:attrName>style.visibility</p:attrName>
                                        </p:attrNameLst>
                                      </p:cBhvr>
                                      <p:to>
                                        <p:strVal val="visible"/>
                                      </p:to>
                                    </p:set>
                                    <p:animEffect transition="in" filter="wipe(left)">
                                      <p:cBhvr>
                                        <p:cTn id="27" dur="500"/>
                                        <p:tgtEl>
                                          <p:spTgt spid="100388"/>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3" presetClass="entr" presetSubtype="272" fill="hold" grpId="0" nodeType="clickEffect">
                                  <p:stCondLst>
                                    <p:cond delay="0"/>
                                  </p:stCondLst>
                                  <p:childTnLst>
                                    <p:set>
                                      <p:cBhvr>
                                        <p:cTn id="31" dur="1" fill="hold">
                                          <p:stCondLst>
                                            <p:cond delay="0"/>
                                          </p:stCondLst>
                                        </p:cTn>
                                        <p:tgtEl>
                                          <p:spTgt spid="100389"/>
                                        </p:tgtEl>
                                        <p:attrNameLst>
                                          <p:attrName>style.visibility</p:attrName>
                                        </p:attrNameLst>
                                      </p:cBhvr>
                                      <p:to>
                                        <p:strVal val="visible"/>
                                      </p:to>
                                    </p:set>
                                    <p:anim calcmode="lin" valueType="num">
                                      <p:cBhvr>
                                        <p:cTn id="32" dur="500" fill="hold"/>
                                        <p:tgtEl>
                                          <p:spTgt spid="100389"/>
                                        </p:tgtEl>
                                        <p:attrNameLst>
                                          <p:attrName>ppt_w</p:attrName>
                                        </p:attrNameLst>
                                      </p:cBhvr>
                                      <p:tavLst>
                                        <p:tav tm="0">
                                          <p:val>
                                            <p:strVal val="2/3*#ppt_w"/>
                                          </p:val>
                                        </p:tav>
                                        <p:tav tm="100000">
                                          <p:val>
                                            <p:strVal val="#ppt_w"/>
                                          </p:val>
                                        </p:tav>
                                      </p:tavLst>
                                    </p:anim>
                                    <p:anim calcmode="lin" valueType="num">
                                      <p:cBhvr>
                                        <p:cTn id="33" dur="500" fill="hold"/>
                                        <p:tgtEl>
                                          <p:spTgt spid="100389"/>
                                        </p:tgtEl>
                                        <p:attrNameLst>
                                          <p:attrName>ppt_h</p:attrName>
                                        </p:attrNameLst>
                                      </p:cBhvr>
                                      <p:tavLst>
                                        <p:tav tm="0">
                                          <p:val>
                                            <p:strVal val="2/3*#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389" grpId="0" autoUpdateAnimBg="0"/>
      <p:bldP spid="100390" grpId="0" build="p"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9735" name="Rectangle 7"/>
          <p:cNvSpPr>
            <a:spLocks noChangeArrowheads="1"/>
          </p:cNvSpPr>
          <p:nvPr/>
        </p:nvSpPr>
        <p:spPr bwMode="auto">
          <a:xfrm>
            <a:off x="381000" y="209700"/>
            <a:ext cx="483523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400" b="0" i="0" u="none" strike="noStrike" kern="1200" cap="none" spc="0" normalizeH="0" baseline="0" noProof="0" dirty="0">
                <a:ln>
                  <a:noFill/>
                </a:ln>
                <a:solidFill>
                  <a:srgbClr val="000000"/>
                </a:solidFill>
                <a:effectLst>
                  <a:outerShdw blurRad="38100" dist="38100" dir="2700000" algn="tl">
                    <a:srgbClr val="C0C0C0"/>
                  </a:outerShdw>
                </a:effectLst>
                <a:uLnTx/>
                <a:uFillTx/>
                <a:latin typeface="Times New Roman" pitchFamily="18" charset="0"/>
                <a:ea typeface="华文新魏" pitchFamily="2" charset="-122"/>
                <a:cs typeface="+mn-cs"/>
              </a:rPr>
              <a:t>例</a:t>
            </a:r>
            <a:r>
              <a:rPr kumimoji="1" lang="en-US" altLang="zh-CN" sz="2400" b="0" i="0" u="none" strike="noStrike" kern="1200" cap="none" spc="0" normalizeH="0" baseline="0" noProof="0" dirty="0">
                <a:ln>
                  <a:noFill/>
                </a:ln>
                <a:solidFill>
                  <a:srgbClr val="000000"/>
                </a:solidFill>
                <a:effectLst>
                  <a:outerShdw blurRad="38100" dist="38100" dir="2700000" algn="tl">
                    <a:srgbClr val="C0C0C0"/>
                  </a:outerShdw>
                </a:effectLst>
                <a:uLnTx/>
                <a:uFillTx/>
                <a:latin typeface="Times New Roman" pitchFamily="18" charset="0"/>
                <a:ea typeface="华文新魏" pitchFamily="2" charset="-122"/>
                <a:cs typeface="+mn-cs"/>
              </a:rPr>
              <a:t>3 </a:t>
            </a:r>
            <a:r>
              <a:rPr kumimoji="1" lang="zh-CN" altLang="en-US" sz="2400" b="0" i="0" u="none" strike="noStrike" kern="1200" cap="none" spc="0" normalizeH="0" baseline="0" noProof="0" dirty="0">
                <a:ln>
                  <a:noFill/>
                </a:ln>
                <a:solidFill>
                  <a:srgbClr val="000000"/>
                </a:solidFill>
                <a:effectLst>
                  <a:outerShdw blurRad="38100" dist="38100" dir="2700000" algn="tl">
                    <a:srgbClr val="C0C0C0"/>
                  </a:outerShdw>
                </a:effectLst>
                <a:uLnTx/>
                <a:uFillTx/>
                <a:latin typeface="Times New Roman" pitchFamily="18" charset="0"/>
                <a:ea typeface="华文新魏" pitchFamily="2" charset="-122"/>
                <a:cs typeface="+mn-cs"/>
              </a:rPr>
              <a:t>计算端口电流</a:t>
            </a:r>
            <a:endParaRPr kumimoji="1" lang="en-US" altLang="zh-CN" sz="2400" b="0" i="0" u="none" strike="noStrike" kern="1200" cap="none" spc="0" normalizeH="0" baseline="0" noProof="0" dirty="0">
              <a:ln>
                <a:noFill/>
              </a:ln>
              <a:solidFill>
                <a:srgbClr val="000000"/>
              </a:solidFill>
              <a:effectLst>
                <a:outerShdw blurRad="38100" dist="38100" dir="2700000" algn="tl">
                  <a:srgbClr val="C0C0C0"/>
                </a:outerShdw>
              </a:effectLst>
              <a:uLnTx/>
              <a:uFillTx/>
              <a:latin typeface="Times New Roman" pitchFamily="18" charset="0"/>
              <a:ea typeface="华文新魏" pitchFamily="2" charset="-122"/>
              <a:cs typeface="+mn-cs"/>
            </a:endParaRPr>
          </a:p>
        </p:txBody>
      </p:sp>
      <p:sp>
        <p:nvSpPr>
          <p:cNvPr id="14343" name="Rectangle 8"/>
          <p:cNvSpPr>
            <a:spLocks noChangeArrowheads="1"/>
          </p:cNvSpPr>
          <p:nvPr/>
        </p:nvSpPr>
        <p:spPr bwMode="auto">
          <a:xfrm>
            <a:off x="0" y="26368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kumimoji="1" sz="2400">
                <a:solidFill>
                  <a:schemeClr val="tx1"/>
                </a:solidFill>
                <a:latin typeface="Times New Roman" panose="02020603050405020304" pitchFamily="18" charset="0"/>
                <a:ea typeface="华文楷体" panose="02010600040101010101" pitchFamily="2" charset="-122"/>
              </a:defRPr>
            </a:lvl1pPr>
            <a:lvl2pPr marL="742950" indent="-28575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2pPr>
            <a:lvl3pPr marL="11430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1800" b="0" i="0" u="none" strike="noStrike" kern="1200" cap="none" spc="0" normalizeH="0" baseline="0" noProof="0">
              <a:ln>
                <a:noFill/>
              </a:ln>
              <a:solidFill>
                <a:srgbClr val="000000"/>
              </a:solidFill>
              <a:effectLst/>
              <a:uLnTx/>
              <a:uFillTx/>
              <a:latin typeface="幼圆" panose="02010509060101010101" pitchFamily="49" charset="-122"/>
              <a:ea typeface="幼圆" panose="02010509060101010101" pitchFamily="49" charset="-122"/>
              <a:cs typeface="+mn-cs"/>
            </a:endParaRPr>
          </a:p>
        </p:txBody>
      </p:sp>
      <p:sp>
        <p:nvSpPr>
          <p:cNvPr id="329739" name="Rectangle 11"/>
          <p:cNvSpPr>
            <a:spLocks noChangeArrowheads="1"/>
          </p:cNvSpPr>
          <p:nvPr/>
        </p:nvSpPr>
        <p:spPr bwMode="auto">
          <a:xfrm>
            <a:off x="107950" y="3068638"/>
            <a:ext cx="28495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a:ln>
                  <a:noFill/>
                </a:ln>
                <a:solidFill>
                  <a:srgbClr val="FF3300"/>
                </a:solidFill>
                <a:effectLst>
                  <a:outerShdw blurRad="38100" dist="38100" dir="2700000" algn="tl">
                    <a:srgbClr val="C0C0C0"/>
                  </a:outerShdw>
                </a:effectLst>
                <a:uLnTx/>
                <a:uFillTx/>
                <a:latin typeface="Times New Roman" pitchFamily="18" charset="0"/>
                <a:ea typeface="华文新魏" pitchFamily="2" charset="-122"/>
                <a:cs typeface="+mn-cs"/>
              </a:rPr>
              <a:t>VCR of the branches:</a:t>
            </a:r>
          </a:p>
        </p:txBody>
      </p:sp>
      <p:sp>
        <p:nvSpPr>
          <p:cNvPr id="14345" name="Rectangle 12"/>
          <p:cNvSpPr>
            <a:spLocks noChangeArrowheads="1"/>
          </p:cNvSpPr>
          <p:nvPr/>
        </p:nvSpPr>
        <p:spPr bwMode="auto">
          <a:xfrm>
            <a:off x="0" y="26574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kumimoji="1" sz="2400">
                <a:solidFill>
                  <a:schemeClr val="tx1"/>
                </a:solidFill>
                <a:latin typeface="Times New Roman" panose="02020603050405020304" pitchFamily="18" charset="0"/>
                <a:ea typeface="华文楷体" panose="02010600040101010101" pitchFamily="2" charset="-122"/>
              </a:defRPr>
            </a:lvl1pPr>
            <a:lvl2pPr marL="742950" indent="-28575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2pPr>
            <a:lvl3pPr marL="11430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1800" b="0" i="0" u="none" strike="noStrike" kern="1200" cap="none" spc="0" normalizeH="0" baseline="0" noProof="0">
              <a:ln>
                <a:noFill/>
              </a:ln>
              <a:solidFill>
                <a:srgbClr val="000000"/>
              </a:solidFill>
              <a:effectLst/>
              <a:uLnTx/>
              <a:uFillTx/>
              <a:latin typeface="幼圆" panose="02010509060101010101" pitchFamily="49" charset="-122"/>
              <a:ea typeface="幼圆" panose="02010509060101010101" pitchFamily="49" charset="-122"/>
              <a:cs typeface="+mn-cs"/>
            </a:endParaRPr>
          </a:p>
        </p:txBody>
      </p:sp>
      <p:graphicFrame>
        <p:nvGraphicFramePr>
          <p:cNvPr id="14346" name="Object 13"/>
          <p:cNvGraphicFramePr>
            <a:graphicFrameLocks noGrp="1" noChangeAspect="1"/>
          </p:cNvGraphicFramePr>
          <p:nvPr>
            <p:ph idx="1"/>
          </p:nvPr>
        </p:nvGraphicFramePr>
        <p:xfrm>
          <a:off x="1116013" y="620713"/>
          <a:ext cx="6911975" cy="2465387"/>
        </p:xfrm>
        <a:graphic>
          <a:graphicData uri="http://schemas.openxmlformats.org/presentationml/2006/ole">
            <mc:AlternateContent xmlns:mc="http://schemas.openxmlformats.org/markup-compatibility/2006">
              <mc:Choice xmlns:v="urn:schemas-microsoft-com:vml" Requires="v">
                <p:oleObj spid="_x0000_s231476" name="Visio" r:id="rId3" imgW="3511296" imgH="1252118" progId="Visio.Drawing.11">
                  <p:embed/>
                </p:oleObj>
              </mc:Choice>
              <mc:Fallback>
                <p:oleObj name="Visio" r:id="rId3" imgW="3511296" imgH="1252118" progId="Visio.Drawing.11">
                  <p:embed/>
                  <p:pic>
                    <p:nvPicPr>
                      <p:cNvPr id="14346" name="Object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16013" y="620713"/>
                        <a:ext cx="6911975" cy="2465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29742" name="Object 14"/>
          <p:cNvGraphicFramePr>
            <a:graphicFrameLocks noChangeAspect="1"/>
          </p:cNvGraphicFramePr>
          <p:nvPr/>
        </p:nvGraphicFramePr>
        <p:xfrm>
          <a:off x="3997325" y="3140075"/>
          <a:ext cx="1668463" cy="1012825"/>
        </p:xfrm>
        <a:graphic>
          <a:graphicData uri="http://schemas.openxmlformats.org/presentationml/2006/ole">
            <mc:AlternateContent xmlns:mc="http://schemas.openxmlformats.org/markup-compatibility/2006">
              <mc:Choice xmlns:v="urn:schemas-microsoft-com:vml" Requires="v">
                <p:oleObj spid="_x0000_s231477" name="Equation" r:id="rId5" imgW="799753" imgH="482391" progId="Equation.DSMT4">
                  <p:embed/>
                </p:oleObj>
              </mc:Choice>
              <mc:Fallback>
                <p:oleObj name="Equation" r:id="rId5" imgW="799753" imgH="482391" progId="Equation.DSMT4">
                  <p:embed/>
                  <p:pic>
                    <p:nvPicPr>
                      <p:cNvPr id="329742" name="Object 1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997325" y="3140075"/>
                        <a:ext cx="1668463" cy="1012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29743" name="Object 15"/>
          <p:cNvGraphicFramePr>
            <a:graphicFrameLocks noChangeAspect="1"/>
          </p:cNvGraphicFramePr>
          <p:nvPr/>
        </p:nvGraphicFramePr>
        <p:xfrm>
          <a:off x="3997325" y="4292600"/>
          <a:ext cx="2305050" cy="1012825"/>
        </p:xfrm>
        <a:graphic>
          <a:graphicData uri="http://schemas.openxmlformats.org/presentationml/2006/ole">
            <mc:AlternateContent xmlns:mc="http://schemas.openxmlformats.org/markup-compatibility/2006">
              <mc:Choice xmlns:v="urn:schemas-microsoft-com:vml" Requires="v">
                <p:oleObj spid="_x0000_s231478" name="Equation" r:id="rId7" imgW="1104900" imgH="482600" progId="Equation.DSMT4">
                  <p:embed/>
                </p:oleObj>
              </mc:Choice>
              <mc:Fallback>
                <p:oleObj name="Equation" r:id="rId7" imgW="1104900" imgH="482600" progId="Equation.DSMT4">
                  <p:embed/>
                  <p:pic>
                    <p:nvPicPr>
                      <p:cNvPr id="329743" name="Object 1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997325" y="4292600"/>
                        <a:ext cx="2305050" cy="1012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29744" name="Rectangle 16"/>
          <p:cNvSpPr>
            <a:spLocks noChangeArrowheads="1"/>
          </p:cNvSpPr>
          <p:nvPr/>
        </p:nvSpPr>
        <p:spPr bwMode="auto">
          <a:xfrm>
            <a:off x="0" y="4292600"/>
            <a:ext cx="36718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a:ln>
                  <a:noFill/>
                </a:ln>
                <a:solidFill>
                  <a:srgbClr val="FF3300"/>
                </a:solidFill>
                <a:effectLst>
                  <a:outerShdw blurRad="38100" dist="38100" dir="2700000" algn="tl">
                    <a:srgbClr val="C0C0C0"/>
                  </a:outerShdw>
                </a:effectLst>
                <a:uLnTx/>
                <a:uFillTx/>
                <a:latin typeface="Times New Roman" pitchFamily="18" charset="0"/>
                <a:ea typeface="华文新魏" pitchFamily="2" charset="-122"/>
                <a:cs typeface="+mn-cs"/>
              </a:rPr>
              <a:t> Equations of the two-ports:</a:t>
            </a:r>
          </a:p>
        </p:txBody>
      </p:sp>
      <p:sp>
        <p:nvSpPr>
          <p:cNvPr id="329745" name="AutoShape 17"/>
          <p:cNvSpPr>
            <a:spLocks/>
          </p:cNvSpPr>
          <p:nvPr/>
        </p:nvSpPr>
        <p:spPr bwMode="auto">
          <a:xfrm flipH="1">
            <a:off x="3708400" y="3189288"/>
            <a:ext cx="215900" cy="1943100"/>
          </a:xfrm>
          <a:prstGeom prst="rightBrace">
            <a:avLst>
              <a:gd name="adj1" fmla="val 75000"/>
              <a:gd name="adj2" fmla="val 50000"/>
            </a:avLst>
          </a:prstGeom>
          <a:noFill/>
          <a:ln w="28575">
            <a:solidFill>
              <a:schemeClr val="hlink"/>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2400">
                <a:solidFill>
                  <a:schemeClr val="tx1"/>
                </a:solidFill>
                <a:latin typeface="Times New Roman" panose="02020603050405020304" pitchFamily="18" charset="0"/>
                <a:ea typeface="华文楷体" panose="02010600040101010101" pitchFamily="2" charset="-122"/>
              </a:defRPr>
            </a:lvl1pPr>
            <a:lvl2pPr marL="742950" indent="-28575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2pPr>
            <a:lvl3pPr marL="11430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endParaRPr kumimoji="1" lang="zh-CN" altLang="zh-CN" sz="1800" b="0" i="0" u="none" strike="noStrike" kern="1200" cap="none" spc="0" normalizeH="0" baseline="0" noProof="0">
              <a:ln>
                <a:noFill/>
              </a:ln>
              <a:solidFill>
                <a:srgbClr val="FF3300"/>
              </a:solidFill>
              <a:effectLst/>
              <a:uLnTx/>
              <a:uFillTx/>
              <a:latin typeface="幼圆" panose="02010509060101010101" pitchFamily="49" charset="-122"/>
              <a:ea typeface="幼圆" panose="02010509060101010101" pitchFamily="49" charset="-122"/>
              <a:cs typeface="+mn-cs"/>
            </a:endParaRPr>
          </a:p>
        </p:txBody>
      </p:sp>
      <p:graphicFrame>
        <p:nvGraphicFramePr>
          <p:cNvPr id="329746" name="Object 18"/>
          <p:cNvGraphicFramePr>
            <a:graphicFrameLocks noChangeAspect="1"/>
          </p:cNvGraphicFramePr>
          <p:nvPr/>
        </p:nvGraphicFramePr>
        <p:xfrm>
          <a:off x="1116013" y="5492750"/>
          <a:ext cx="3097212" cy="1044575"/>
        </p:xfrm>
        <a:graphic>
          <a:graphicData uri="http://schemas.openxmlformats.org/presentationml/2006/ole">
            <mc:AlternateContent xmlns:mc="http://schemas.openxmlformats.org/markup-compatibility/2006">
              <mc:Choice xmlns:v="urn:schemas-microsoft-com:vml" Requires="v">
                <p:oleObj spid="_x0000_s231479" name="Equation" r:id="rId9" imgW="1498600" imgH="508000" progId="Equation.DSMT4">
                  <p:embed/>
                </p:oleObj>
              </mc:Choice>
              <mc:Fallback>
                <p:oleObj name="Equation" r:id="rId9" imgW="1498600" imgH="508000" progId="Equation.DSMT4">
                  <p:embed/>
                  <p:pic>
                    <p:nvPicPr>
                      <p:cNvPr id="329746" name="Object 1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116013" y="5492750"/>
                        <a:ext cx="3097212" cy="1044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29747" name="Object 19"/>
          <p:cNvGraphicFramePr>
            <a:graphicFrameLocks noChangeAspect="1"/>
          </p:cNvGraphicFramePr>
          <p:nvPr/>
        </p:nvGraphicFramePr>
        <p:xfrm>
          <a:off x="6156325" y="5472113"/>
          <a:ext cx="2016125" cy="1058862"/>
        </p:xfrm>
        <a:graphic>
          <a:graphicData uri="http://schemas.openxmlformats.org/presentationml/2006/ole">
            <mc:AlternateContent xmlns:mc="http://schemas.openxmlformats.org/markup-compatibility/2006">
              <mc:Choice xmlns:v="urn:schemas-microsoft-com:vml" Requires="v">
                <p:oleObj spid="_x0000_s231480" name="Equation" r:id="rId11" imgW="927100" imgH="482600" progId="Equation.DSMT4">
                  <p:embed/>
                </p:oleObj>
              </mc:Choice>
              <mc:Fallback>
                <p:oleObj name="Equation" r:id="rId11" imgW="927100" imgH="482600" progId="Equation.DSMT4">
                  <p:embed/>
                  <p:pic>
                    <p:nvPicPr>
                      <p:cNvPr id="329747" name="Object 1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156325" y="5472113"/>
                        <a:ext cx="2016125" cy="1058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29748" name="Rectangle 20"/>
          <p:cNvSpPr>
            <a:spLocks noChangeArrowheads="1"/>
          </p:cNvSpPr>
          <p:nvPr/>
        </p:nvSpPr>
        <p:spPr bwMode="auto">
          <a:xfrm>
            <a:off x="6804025" y="3429000"/>
            <a:ext cx="2160588" cy="82232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2400">
                <a:solidFill>
                  <a:schemeClr val="tx1"/>
                </a:solidFill>
                <a:latin typeface="Times New Roman" panose="02020603050405020304" pitchFamily="18" charset="0"/>
                <a:ea typeface="华文楷体" panose="02010600040101010101" pitchFamily="2" charset="-122"/>
              </a:defRPr>
            </a:lvl1pPr>
            <a:lvl2pPr marL="742950" indent="-28575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2pPr>
            <a:lvl3pPr marL="11430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a:ln>
                  <a:noFill/>
                </a:ln>
                <a:solidFill>
                  <a:srgbClr val="3333CC"/>
                </a:solidFill>
                <a:effectLst/>
                <a:uLnTx/>
                <a:uFillTx/>
                <a:latin typeface="Times New Roman" panose="02020603050405020304" pitchFamily="18" charset="0"/>
                <a:ea typeface="隶书" panose="02010509060101010101" pitchFamily="49" charset="-122"/>
                <a:cs typeface="Times New Roman" panose="02020603050405020304" pitchFamily="18" charset="0"/>
              </a:rPr>
              <a:t>已知参数，确定端口变量</a:t>
            </a:r>
          </a:p>
        </p:txBody>
      </p:sp>
    </p:spTree>
    <p:extLst>
      <p:ext uri="{BB962C8B-B14F-4D97-AF65-F5344CB8AC3E}">
        <p14:creationId xmlns:p14="http://schemas.microsoft.com/office/powerpoint/2010/main" val="18757559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29739"/>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29742"/>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29744"/>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329743"/>
                                        </p:tgtEl>
                                        <p:attrNameLst>
                                          <p:attrName>style.visibility</p:attrName>
                                        </p:attrNameLst>
                                      </p:cBhvr>
                                      <p:to>
                                        <p:strVal val="visible"/>
                                      </p:to>
                                    </p:set>
                                  </p:childTnLst>
                                </p:cTn>
                              </p:par>
                            </p:childTnLst>
                          </p:cTn>
                        </p:par>
                        <p:par>
                          <p:cTn id="19" fill="hold" nodeType="afterGroup">
                            <p:stCondLst>
                              <p:cond delay="0"/>
                            </p:stCondLst>
                            <p:childTnLst>
                              <p:par>
                                <p:cTn id="20" presetID="1" presetClass="entr" presetSubtype="0" fill="hold" grpId="0" nodeType="afterEffect">
                                  <p:stCondLst>
                                    <p:cond delay="0"/>
                                  </p:stCondLst>
                                  <p:childTnLst>
                                    <p:set>
                                      <p:cBhvr>
                                        <p:cTn id="21" dur="1" fill="hold">
                                          <p:stCondLst>
                                            <p:cond delay="0"/>
                                          </p:stCondLst>
                                        </p:cTn>
                                        <p:tgtEl>
                                          <p:spTgt spid="329745"/>
                                        </p:tgtEl>
                                        <p:attrNameLst>
                                          <p:attrName>style.visibility</p:attrName>
                                        </p:attrNameLst>
                                      </p:cBhvr>
                                      <p:to>
                                        <p:strVal val="visible"/>
                                      </p:to>
                                    </p:set>
                                  </p:childTnLst>
                                </p:cTn>
                              </p:par>
                            </p:childTnLst>
                          </p:cTn>
                        </p:par>
                      </p:childTnLst>
                    </p:cTn>
                  </p:par>
                  <p:par>
                    <p:cTn id="22" fill="hold" nodeType="clickPar">
                      <p:stCondLst>
                        <p:cond delay="indefinite"/>
                      </p:stCondLst>
                      <p:childTnLst>
                        <p:par>
                          <p:cTn id="23" fill="hold" nodeType="withGroup">
                            <p:stCondLst>
                              <p:cond delay="0"/>
                            </p:stCondLst>
                            <p:childTnLst>
                              <p:par>
                                <p:cTn id="24" presetID="1" presetClass="entr" presetSubtype="0" fill="hold" nodeType="clickEffect">
                                  <p:stCondLst>
                                    <p:cond delay="0"/>
                                  </p:stCondLst>
                                  <p:childTnLst>
                                    <p:set>
                                      <p:cBhvr>
                                        <p:cTn id="25" dur="1" fill="hold">
                                          <p:stCondLst>
                                            <p:cond delay="0"/>
                                          </p:stCondLst>
                                        </p:cTn>
                                        <p:tgtEl>
                                          <p:spTgt spid="329746"/>
                                        </p:tgtEl>
                                        <p:attrNameLst>
                                          <p:attrName>style.visibility</p:attrName>
                                        </p:attrNameLst>
                                      </p:cBhvr>
                                      <p:to>
                                        <p:strVal val="visible"/>
                                      </p:to>
                                    </p:set>
                                  </p:childTnLst>
                                </p:cTn>
                              </p:par>
                            </p:childTnLst>
                          </p:cTn>
                        </p:par>
                      </p:childTnLst>
                    </p:cTn>
                  </p:par>
                  <p:par>
                    <p:cTn id="26" fill="hold" nodeType="clickPar">
                      <p:stCondLst>
                        <p:cond delay="indefinite"/>
                      </p:stCondLst>
                      <p:childTnLst>
                        <p:par>
                          <p:cTn id="27" fill="hold" nodeType="withGroup">
                            <p:stCondLst>
                              <p:cond delay="0"/>
                            </p:stCondLst>
                            <p:childTnLst>
                              <p:par>
                                <p:cTn id="28" presetID="1" presetClass="entr" presetSubtype="0" fill="hold" nodeType="clickEffect">
                                  <p:stCondLst>
                                    <p:cond delay="0"/>
                                  </p:stCondLst>
                                  <p:childTnLst>
                                    <p:set>
                                      <p:cBhvr>
                                        <p:cTn id="29" dur="1" fill="hold">
                                          <p:stCondLst>
                                            <p:cond delay="0"/>
                                          </p:stCondLst>
                                        </p:cTn>
                                        <p:tgtEl>
                                          <p:spTgt spid="329747"/>
                                        </p:tgtEl>
                                        <p:attrNameLst>
                                          <p:attrName>style.visibility</p:attrName>
                                        </p:attrNameLst>
                                      </p:cBhvr>
                                      <p:to>
                                        <p:strVal val="visible"/>
                                      </p:to>
                                    </p:set>
                                  </p:childTnLst>
                                </p:cTn>
                              </p:par>
                            </p:childTnLst>
                          </p:cTn>
                        </p:par>
                        <p:par>
                          <p:cTn id="30" fill="hold" nodeType="afterGroup">
                            <p:stCondLst>
                              <p:cond delay="0"/>
                            </p:stCondLst>
                            <p:childTnLst>
                              <p:par>
                                <p:cTn id="31" presetID="1" presetClass="entr" presetSubtype="0" fill="hold" grpId="0" nodeType="afterEffect">
                                  <p:stCondLst>
                                    <p:cond delay="0"/>
                                  </p:stCondLst>
                                  <p:childTnLst>
                                    <p:set>
                                      <p:cBhvr>
                                        <p:cTn id="32" dur="1" fill="hold">
                                          <p:stCondLst>
                                            <p:cond delay="0"/>
                                          </p:stCondLst>
                                        </p:cTn>
                                        <p:tgtEl>
                                          <p:spTgt spid="3297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9739" grpId="0"/>
      <p:bldP spid="329744" grpId="0"/>
      <p:bldP spid="329745" grpId="0" animBg="1"/>
      <p:bldP spid="329748"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ext Box 2"/>
          <p:cNvSpPr txBox="1">
            <a:spLocks noChangeArrowheads="1"/>
          </p:cNvSpPr>
          <p:nvPr/>
        </p:nvSpPr>
        <p:spPr bwMode="auto">
          <a:xfrm>
            <a:off x="318078" y="244773"/>
            <a:ext cx="7565158" cy="46166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algn="l" eaLnBrk="1" hangingPunct="1">
              <a:spcBef>
                <a:spcPct val="50000"/>
              </a:spcBef>
            </a:pPr>
            <a:r>
              <a:rPr lang="zh-CN" altLang="en-US" dirty="0">
                <a:solidFill>
                  <a:srgbClr val="CC0066"/>
                </a:solidFill>
                <a:latin typeface="Times New Roman" panose="02020603050405020304" pitchFamily="18" charset="0"/>
              </a:rPr>
              <a:t>二、  </a:t>
            </a:r>
            <a:r>
              <a:rPr lang="en-US" altLang="zh-CN" i="1" dirty="0">
                <a:solidFill>
                  <a:srgbClr val="CC0066"/>
                </a:solidFill>
                <a:latin typeface="Times New Roman" panose="02020603050405020304" pitchFamily="18" charset="0"/>
              </a:rPr>
              <a:t>Y</a:t>
            </a:r>
            <a:r>
              <a:rPr lang="en-US" altLang="zh-CN" dirty="0">
                <a:solidFill>
                  <a:srgbClr val="CC0066"/>
                </a:solidFill>
                <a:latin typeface="Times New Roman" panose="02020603050405020304" pitchFamily="18" charset="0"/>
              </a:rPr>
              <a:t> </a:t>
            </a:r>
            <a:r>
              <a:rPr lang="zh-CN" altLang="en-US" dirty="0">
                <a:solidFill>
                  <a:srgbClr val="CC0066"/>
                </a:solidFill>
                <a:latin typeface="Times New Roman" panose="02020603050405020304" pitchFamily="18" charset="0"/>
              </a:rPr>
              <a:t>参数（导纳参数</a:t>
            </a:r>
            <a:r>
              <a:rPr lang="en-US" altLang="zh-CN" dirty="0">
                <a:solidFill>
                  <a:srgbClr val="CC0066"/>
                </a:solidFill>
                <a:latin typeface="Times New Roman" panose="02020603050405020304" pitchFamily="18" charset="0"/>
              </a:rPr>
              <a:t>admittance parameters</a:t>
            </a:r>
            <a:r>
              <a:rPr lang="zh-CN" altLang="en-US" dirty="0">
                <a:solidFill>
                  <a:srgbClr val="CC0066"/>
                </a:solidFill>
                <a:latin typeface="Times New Roman" panose="02020603050405020304" pitchFamily="18" charset="0"/>
              </a:rPr>
              <a:t>）方程</a:t>
            </a:r>
          </a:p>
        </p:txBody>
      </p:sp>
      <p:graphicFrame>
        <p:nvGraphicFramePr>
          <p:cNvPr id="21514" name="Object 10"/>
          <p:cNvGraphicFramePr>
            <a:graphicFrameLocks noChangeAspect="1"/>
          </p:cNvGraphicFramePr>
          <p:nvPr/>
        </p:nvGraphicFramePr>
        <p:xfrm>
          <a:off x="1331913" y="3635375"/>
          <a:ext cx="3260725" cy="439738"/>
        </p:xfrm>
        <a:graphic>
          <a:graphicData uri="http://schemas.openxmlformats.org/presentationml/2006/ole">
            <mc:AlternateContent xmlns:mc="http://schemas.openxmlformats.org/markup-compatibility/2006">
              <mc:Choice xmlns:v="urn:schemas-microsoft-com:vml" Requires="v">
                <p:oleObj spid="_x0000_s176293" name="公式" r:id="rId3" imgW="1777680" imgH="241200" progId="Equation.3">
                  <p:embed/>
                </p:oleObj>
              </mc:Choice>
              <mc:Fallback>
                <p:oleObj name="公式" r:id="rId3" imgW="1777680" imgH="241200" progId="Equation.3">
                  <p:embed/>
                  <p:pic>
                    <p:nvPicPr>
                      <p:cNvPr id="0" name="Object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31913" y="3635375"/>
                        <a:ext cx="3260725" cy="4397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1515" name="Object 11"/>
          <p:cNvGraphicFramePr>
            <a:graphicFrameLocks noChangeAspect="1"/>
          </p:cNvGraphicFramePr>
          <p:nvPr/>
        </p:nvGraphicFramePr>
        <p:xfrm>
          <a:off x="1331913" y="4075113"/>
          <a:ext cx="3306762" cy="439737"/>
        </p:xfrm>
        <a:graphic>
          <a:graphicData uri="http://schemas.openxmlformats.org/presentationml/2006/ole">
            <mc:AlternateContent xmlns:mc="http://schemas.openxmlformats.org/markup-compatibility/2006">
              <mc:Choice xmlns:v="urn:schemas-microsoft-com:vml" Requires="v">
                <p:oleObj spid="_x0000_s176294" name="公式" r:id="rId5" imgW="1803240" imgH="241200" progId="Equation.3">
                  <p:embed/>
                </p:oleObj>
              </mc:Choice>
              <mc:Fallback>
                <p:oleObj name="公式" r:id="rId5" imgW="1803240" imgH="241200" progId="Equation.3">
                  <p:embed/>
                  <p:pic>
                    <p:nvPicPr>
                      <p:cNvPr id="0" name="Object 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31913" y="4075113"/>
                        <a:ext cx="3306762" cy="4397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1516" name="Object 12"/>
          <p:cNvGraphicFramePr>
            <a:graphicFrameLocks noChangeAspect="1"/>
          </p:cNvGraphicFramePr>
          <p:nvPr/>
        </p:nvGraphicFramePr>
        <p:xfrm>
          <a:off x="1387475" y="5535613"/>
          <a:ext cx="3073400" cy="439737"/>
        </p:xfrm>
        <a:graphic>
          <a:graphicData uri="http://schemas.openxmlformats.org/presentationml/2006/ole">
            <mc:AlternateContent xmlns:mc="http://schemas.openxmlformats.org/markup-compatibility/2006">
              <mc:Choice xmlns:v="urn:schemas-microsoft-com:vml" Requires="v">
                <p:oleObj spid="_x0000_s176295" name="公式" r:id="rId7" imgW="1676160" imgH="241200" progId="Equation.3">
                  <p:embed/>
                </p:oleObj>
              </mc:Choice>
              <mc:Fallback>
                <p:oleObj name="公式" r:id="rId7" imgW="1676160" imgH="241200" progId="Equation.3">
                  <p:embed/>
                  <p:pic>
                    <p:nvPicPr>
                      <p:cNvPr id="0" name="Object 1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387475" y="5535613"/>
                        <a:ext cx="3073400" cy="4397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1517" name="Object 13"/>
          <p:cNvGraphicFramePr>
            <a:graphicFrameLocks noChangeAspect="1"/>
          </p:cNvGraphicFramePr>
          <p:nvPr/>
        </p:nvGraphicFramePr>
        <p:xfrm>
          <a:off x="1331913" y="4514850"/>
          <a:ext cx="3144837" cy="439738"/>
        </p:xfrm>
        <a:graphic>
          <a:graphicData uri="http://schemas.openxmlformats.org/presentationml/2006/ole">
            <mc:AlternateContent xmlns:mc="http://schemas.openxmlformats.org/markup-compatibility/2006">
              <mc:Choice xmlns:v="urn:schemas-microsoft-com:vml" Requires="v">
                <p:oleObj spid="_x0000_s176296" name="公式" r:id="rId9" imgW="1714320" imgH="241200" progId="Equation.3">
                  <p:embed/>
                </p:oleObj>
              </mc:Choice>
              <mc:Fallback>
                <p:oleObj name="公式" r:id="rId9" imgW="1714320" imgH="241200" progId="Equation.3">
                  <p:embed/>
                  <p:pic>
                    <p:nvPicPr>
                      <p:cNvPr id="0" name="Object 1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331913" y="4514850"/>
                        <a:ext cx="3144837" cy="4397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1518" name="Object 14"/>
          <p:cNvGraphicFramePr>
            <a:graphicFrameLocks noChangeAspect="1"/>
          </p:cNvGraphicFramePr>
          <p:nvPr/>
        </p:nvGraphicFramePr>
        <p:xfrm>
          <a:off x="1681163" y="4954588"/>
          <a:ext cx="246062" cy="627062"/>
        </p:xfrm>
        <a:graphic>
          <a:graphicData uri="http://schemas.openxmlformats.org/presentationml/2006/ole">
            <mc:AlternateContent xmlns:mc="http://schemas.openxmlformats.org/markup-compatibility/2006">
              <mc:Choice xmlns:v="urn:schemas-microsoft-com:vml" Requires="v">
                <p:oleObj spid="_x0000_s176297" name="公式" r:id="rId11" imgW="75960" imgH="190440" progId="Equation.3">
                  <p:embed/>
                </p:oleObj>
              </mc:Choice>
              <mc:Fallback>
                <p:oleObj name="公式" r:id="rId11" imgW="75960" imgH="190440" progId="Equation.3">
                  <p:embed/>
                  <p:pic>
                    <p:nvPicPr>
                      <p:cNvPr id="0" name="Object 14"/>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681163" y="4954588"/>
                        <a:ext cx="246062" cy="6270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1519" name="Object 15"/>
          <p:cNvGraphicFramePr>
            <a:graphicFrameLocks noChangeAspect="1"/>
          </p:cNvGraphicFramePr>
          <p:nvPr/>
        </p:nvGraphicFramePr>
        <p:xfrm>
          <a:off x="6045200" y="4183063"/>
          <a:ext cx="2327275" cy="717550"/>
        </p:xfrm>
        <a:graphic>
          <a:graphicData uri="http://schemas.openxmlformats.org/presentationml/2006/ole">
            <mc:AlternateContent xmlns:mc="http://schemas.openxmlformats.org/markup-compatibility/2006">
              <mc:Choice xmlns:v="urn:schemas-microsoft-com:vml" Requires="v">
                <p:oleObj spid="_x0000_s176298" name="公式" r:id="rId13" imgW="1269720" imgH="393480" progId="Equation.3">
                  <p:embed/>
                </p:oleObj>
              </mc:Choice>
              <mc:Fallback>
                <p:oleObj name="公式" r:id="rId13" imgW="1269720" imgH="393480" progId="Equation.3">
                  <p:embed/>
                  <p:pic>
                    <p:nvPicPr>
                      <p:cNvPr id="0" name="Object 15"/>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045200" y="4183063"/>
                        <a:ext cx="2327275" cy="717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1520" name="Object 16"/>
          <p:cNvGraphicFramePr>
            <a:graphicFrameLocks noChangeAspect="1"/>
          </p:cNvGraphicFramePr>
          <p:nvPr/>
        </p:nvGraphicFramePr>
        <p:xfrm>
          <a:off x="6045200" y="4899025"/>
          <a:ext cx="2349500" cy="719138"/>
        </p:xfrm>
        <a:graphic>
          <a:graphicData uri="http://schemas.openxmlformats.org/presentationml/2006/ole">
            <mc:AlternateContent xmlns:mc="http://schemas.openxmlformats.org/markup-compatibility/2006">
              <mc:Choice xmlns:v="urn:schemas-microsoft-com:vml" Requires="v">
                <p:oleObj spid="_x0000_s176299" name="公式" r:id="rId15" imgW="1282680" imgH="393480" progId="Equation.3">
                  <p:embed/>
                </p:oleObj>
              </mc:Choice>
              <mc:Fallback>
                <p:oleObj name="公式" r:id="rId15" imgW="1282680" imgH="393480" progId="Equation.3">
                  <p:embed/>
                  <p:pic>
                    <p:nvPicPr>
                      <p:cNvPr id="0" name="Object 16"/>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6045200" y="4899025"/>
                        <a:ext cx="2349500" cy="7191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1521" name="Group 17"/>
          <p:cNvGrpSpPr>
            <a:grpSpLocks/>
          </p:cNvGrpSpPr>
          <p:nvPr/>
        </p:nvGrpSpPr>
        <p:grpSpPr bwMode="auto">
          <a:xfrm>
            <a:off x="4783138" y="4481513"/>
            <a:ext cx="987425" cy="727075"/>
            <a:chOff x="553" y="2703"/>
            <a:chExt cx="622" cy="458"/>
          </a:xfrm>
        </p:grpSpPr>
        <p:sp>
          <p:nvSpPr>
            <p:cNvPr id="21522" name="Text Box 18"/>
            <p:cNvSpPr txBox="1">
              <a:spLocks noChangeArrowheads="1"/>
            </p:cNvSpPr>
            <p:nvPr/>
          </p:nvSpPr>
          <p:spPr bwMode="auto">
            <a:xfrm>
              <a:off x="553" y="2814"/>
              <a:ext cx="598"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eaLnBrk="1" hangingPunct="1"/>
              <a:r>
                <a:rPr lang="zh-CN" altLang="en-US">
                  <a:solidFill>
                    <a:srgbClr val="3366FF"/>
                  </a:solidFill>
                  <a:latin typeface="Times New Roman" panose="02020603050405020304" pitchFamily="18" charset="0"/>
                </a:rPr>
                <a:t>解得  </a:t>
              </a:r>
              <a:endParaRPr lang="zh-CN" altLang="en-US" b="0">
                <a:solidFill>
                  <a:srgbClr val="3366FF"/>
                </a:solidFill>
                <a:latin typeface="Times New Roman" panose="02020603050405020304" pitchFamily="18" charset="0"/>
              </a:endParaRPr>
            </a:p>
          </p:txBody>
        </p:sp>
        <p:sp>
          <p:nvSpPr>
            <p:cNvPr id="21523" name="AutoShape 19"/>
            <p:cNvSpPr>
              <a:spLocks/>
            </p:cNvSpPr>
            <p:nvPr/>
          </p:nvSpPr>
          <p:spPr bwMode="auto">
            <a:xfrm>
              <a:off x="1128" y="2703"/>
              <a:ext cx="47" cy="458"/>
            </a:xfrm>
            <a:prstGeom prst="leftBrace">
              <a:avLst>
                <a:gd name="adj1" fmla="val 81206"/>
                <a:gd name="adj2" fmla="val 50000"/>
              </a:avLst>
            </a:prstGeom>
            <a:noFill/>
            <a:ln w="38100">
              <a:solidFill>
                <a:schemeClr val="accent2"/>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grpSp>
      <p:sp>
        <p:nvSpPr>
          <p:cNvPr id="21507" name="Text Box 3"/>
          <p:cNvSpPr txBox="1">
            <a:spLocks noChangeArrowheads="1"/>
          </p:cNvSpPr>
          <p:nvPr/>
        </p:nvSpPr>
        <p:spPr bwMode="auto">
          <a:xfrm>
            <a:off x="598488" y="2190750"/>
            <a:ext cx="7572375" cy="8223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r>
              <a:rPr lang="en-US" altLang="zh-CN">
                <a:latin typeface="Times New Roman" panose="02020603050405020304" pitchFamily="18" charset="0"/>
              </a:rPr>
              <a:t>        </a:t>
            </a:r>
            <a:r>
              <a:rPr lang="zh-CN" altLang="zh-CN">
                <a:latin typeface="Times New Roman" panose="02020603050405020304" pitchFamily="18" charset="0"/>
              </a:rPr>
              <a:t>设图</a:t>
            </a:r>
            <a:r>
              <a:rPr lang="zh-CN" altLang="en-US">
                <a:latin typeface="Times New Roman" panose="02020603050405020304" pitchFamily="18" charset="0"/>
              </a:rPr>
              <a:t>示</a:t>
            </a:r>
            <a:r>
              <a:rPr lang="zh-CN" altLang="zh-CN">
                <a:latin typeface="Times New Roman" panose="02020603050405020304" pitchFamily="18" charset="0"/>
              </a:rPr>
              <a:t>电路有 </a:t>
            </a:r>
            <a:r>
              <a:rPr lang="en-US" altLang="zh-CN" i="1">
                <a:latin typeface="Times New Roman" panose="02020603050405020304" pitchFamily="18" charset="0"/>
              </a:rPr>
              <a:t>l </a:t>
            </a:r>
            <a:r>
              <a:rPr lang="zh-CN" altLang="en-US">
                <a:latin typeface="Times New Roman" panose="02020603050405020304" pitchFamily="18" charset="0"/>
              </a:rPr>
              <a:t>个独立回路，回路</a:t>
            </a:r>
            <a:r>
              <a:rPr lang="en-US" altLang="zh-CN">
                <a:latin typeface="Times New Roman" panose="02020603050405020304" pitchFamily="18" charset="0"/>
              </a:rPr>
              <a:t>1</a:t>
            </a:r>
            <a:r>
              <a:rPr lang="zh-CN" altLang="en-US">
                <a:latin typeface="Times New Roman" panose="02020603050405020304" pitchFamily="18" charset="0"/>
              </a:rPr>
              <a:t>和回路</a:t>
            </a:r>
            <a:r>
              <a:rPr lang="en-US" altLang="zh-CN">
                <a:latin typeface="Times New Roman" panose="02020603050405020304" pitchFamily="18" charset="0"/>
              </a:rPr>
              <a:t>2</a:t>
            </a:r>
            <a:r>
              <a:rPr lang="zh-CN" altLang="en-US">
                <a:latin typeface="Times New Roman" panose="02020603050405020304" pitchFamily="18" charset="0"/>
              </a:rPr>
              <a:t>的参  考方向如图。</a:t>
            </a:r>
            <a:endParaRPr lang="zh-CN" altLang="en-US" b="0">
              <a:latin typeface="Times New Roman" panose="02020603050405020304" pitchFamily="18" charset="0"/>
            </a:endParaRPr>
          </a:p>
        </p:txBody>
      </p:sp>
      <p:sp>
        <p:nvSpPr>
          <p:cNvPr id="21557" name="Text Box 53"/>
          <p:cNvSpPr txBox="1">
            <a:spLocks noChangeArrowheads="1"/>
          </p:cNvSpPr>
          <p:nvPr/>
        </p:nvSpPr>
        <p:spPr bwMode="auto">
          <a:xfrm>
            <a:off x="612775" y="3086100"/>
            <a:ext cx="27860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r>
              <a:rPr lang="zh-CN" altLang="en-US">
                <a:latin typeface="Times New Roman" panose="02020603050405020304" pitchFamily="18" charset="0"/>
              </a:rPr>
              <a:t>列回路方程 ， 得    </a:t>
            </a:r>
          </a:p>
        </p:txBody>
      </p:sp>
      <p:grpSp>
        <p:nvGrpSpPr>
          <p:cNvPr id="21597" name="Group 93"/>
          <p:cNvGrpSpPr>
            <a:grpSpLocks/>
          </p:cNvGrpSpPr>
          <p:nvPr/>
        </p:nvGrpSpPr>
        <p:grpSpPr bwMode="auto">
          <a:xfrm>
            <a:off x="2073275" y="706438"/>
            <a:ext cx="4284663" cy="1403350"/>
            <a:chOff x="3053" y="308"/>
            <a:chExt cx="2699" cy="884"/>
          </a:xfrm>
        </p:grpSpPr>
        <p:sp>
          <p:nvSpPr>
            <p:cNvPr id="21509" name="Arc 5"/>
            <p:cNvSpPr>
              <a:spLocks/>
            </p:cNvSpPr>
            <p:nvPr/>
          </p:nvSpPr>
          <p:spPr bwMode="auto">
            <a:xfrm rot="15980222">
              <a:off x="3615" y="746"/>
              <a:ext cx="231" cy="209"/>
            </a:xfrm>
            <a:custGeom>
              <a:avLst/>
              <a:gdLst>
                <a:gd name="G0" fmla="+- 0 0 0"/>
                <a:gd name="G1" fmla="+- 21600 0 0"/>
                <a:gd name="G2" fmla="+- 21600 0 0"/>
                <a:gd name="T0" fmla="*/ 0 w 21541"/>
                <a:gd name="T1" fmla="*/ 0 h 21600"/>
                <a:gd name="T2" fmla="*/ 21541 w 21541"/>
                <a:gd name="T3" fmla="*/ 20007 h 21600"/>
                <a:gd name="T4" fmla="*/ 0 w 21541"/>
                <a:gd name="T5" fmla="*/ 21600 h 21600"/>
              </a:gdLst>
              <a:ahLst/>
              <a:cxnLst>
                <a:cxn ang="0">
                  <a:pos x="T0" y="T1"/>
                </a:cxn>
                <a:cxn ang="0">
                  <a:pos x="T2" y="T3"/>
                </a:cxn>
                <a:cxn ang="0">
                  <a:pos x="T4" y="T5"/>
                </a:cxn>
              </a:cxnLst>
              <a:rect l="0" t="0" r="r" b="b"/>
              <a:pathLst>
                <a:path w="21541" h="21600" fill="none" extrusionOk="0">
                  <a:moveTo>
                    <a:pt x="0" y="0"/>
                  </a:moveTo>
                  <a:cubicBezTo>
                    <a:pt x="11311" y="0"/>
                    <a:pt x="20706" y="8726"/>
                    <a:pt x="21541" y="20006"/>
                  </a:cubicBezTo>
                </a:path>
                <a:path w="21541" h="21600" stroke="0" extrusionOk="0">
                  <a:moveTo>
                    <a:pt x="0" y="0"/>
                  </a:moveTo>
                  <a:cubicBezTo>
                    <a:pt x="11311" y="0"/>
                    <a:pt x="20706" y="8726"/>
                    <a:pt x="21541" y="20006"/>
                  </a:cubicBezTo>
                  <a:lnTo>
                    <a:pt x="0" y="21600"/>
                  </a:lnTo>
                  <a:close/>
                </a:path>
              </a:pathLst>
            </a:custGeom>
            <a:noFill/>
            <a:ln w="28575">
              <a:solidFill>
                <a:schemeClr val="accent2"/>
              </a:solidFill>
              <a:round/>
              <a:headEnd/>
              <a:tailEnd type="stealth" w="med" len="lg"/>
            </a:ln>
            <a:extLst>
              <a:ext uri="{909E8E84-426E-40DD-AFC4-6F175D3DCCD1}">
                <a14:hiddenFill xmlns:a14="http://schemas.microsoft.com/office/drawing/2010/main">
                  <a:solidFill>
                    <a:schemeClr val="accent1"/>
                  </a:solidFill>
                </a14:hiddenFill>
              </a:ext>
            </a:extLst>
          </p:spPr>
          <p:txBody>
            <a:bodyPr vert="eaVert" wrap="none" anchor="ctr"/>
            <a:lstStyle/>
            <a:p>
              <a:pPr eaLnBrk="1" hangingPunct="1"/>
              <a:endParaRPr lang="zh-CN" altLang="zh-CN" b="0">
                <a:solidFill>
                  <a:schemeClr val="hlink"/>
                </a:solidFill>
                <a:latin typeface="Times New Roman" panose="02020603050405020304" pitchFamily="18" charset="0"/>
              </a:endParaRPr>
            </a:p>
          </p:txBody>
        </p:sp>
        <p:sp>
          <p:nvSpPr>
            <p:cNvPr id="21510" name="Text Box 6"/>
            <p:cNvSpPr txBox="1">
              <a:spLocks noChangeArrowheads="1"/>
            </p:cNvSpPr>
            <p:nvPr/>
          </p:nvSpPr>
          <p:spPr bwMode="auto">
            <a:xfrm>
              <a:off x="3648" y="752"/>
              <a:ext cx="212"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eaLnBrk="1" hangingPunct="1"/>
              <a:r>
                <a:rPr lang="en-US" altLang="zh-CN">
                  <a:solidFill>
                    <a:schemeClr val="accent2"/>
                  </a:solidFill>
                  <a:latin typeface="Times New Roman" panose="02020603050405020304" pitchFamily="18" charset="0"/>
                </a:rPr>
                <a:t>1</a:t>
              </a:r>
              <a:endParaRPr lang="en-US" altLang="zh-CN" b="0">
                <a:latin typeface="Times New Roman" panose="02020603050405020304" pitchFamily="18" charset="0"/>
              </a:endParaRPr>
            </a:p>
          </p:txBody>
        </p:sp>
        <p:sp>
          <p:nvSpPr>
            <p:cNvPr id="21512" name="Arc 8"/>
            <p:cNvSpPr>
              <a:spLocks/>
            </p:cNvSpPr>
            <p:nvPr/>
          </p:nvSpPr>
          <p:spPr bwMode="auto">
            <a:xfrm rot="5619778" flipH="1">
              <a:off x="4955" y="749"/>
              <a:ext cx="231" cy="209"/>
            </a:xfrm>
            <a:custGeom>
              <a:avLst/>
              <a:gdLst>
                <a:gd name="G0" fmla="+- 0 0 0"/>
                <a:gd name="G1" fmla="+- 21600 0 0"/>
                <a:gd name="G2" fmla="+- 21600 0 0"/>
                <a:gd name="T0" fmla="*/ 0 w 21541"/>
                <a:gd name="T1" fmla="*/ 0 h 21600"/>
                <a:gd name="T2" fmla="*/ 21541 w 21541"/>
                <a:gd name="T3" fmla="*/ 20007 h 21600"/>
                <a:gd name="T4" fmla="*/ 0 w 21541"/>
                <a:gd name="T5" fmla="*/ 21600 h 21600"/>
              </a:gdLst>
              <a:ahLst/>
              <a:cxnLst>
                <a:cxn ang="0">
                  <a:pos x="T0" y="T1"/>
                </a:cxn>
                <a:cxn ang="0">
                  <a:pos x="T2" y="T3"/>
                </a:cxn>
                <a:cxn ang="0">
                  <a:pos x="T4" y="T5"/>
                </a:cxn>
              </a:cxnLst>
              <a:rect l="0" t="0" r="r" b="b"/>
              <a:pathLst>
                <a:path w="21541" h="21600" fill="none" extrusionOk="0">
                  <a:moveTo>
                    <a:pt x="0" y="0"/>
                  </a:moveTo>
                  <a:cubicBezTo>
                    <a:pt x="11311" y="0"/>
                    <a:pt x="20706" y="8726"/>
                    <a:pt x="21541" y="20006"/>
                  </a:cubicBezTo>
                </a:path>
                <a:path w="21541" h="21600" stroke="0" extrusionOk="0">
                  <a:moveTo>
                    <a:pt x="0" y="0"/>
                  </a:moveTo>
                  <a:cubicBezTo>
                    <a:pt x="11311" y="0"/>
                    <a:pt x="20706" y="8726"/>
                    <a:pt x="21541" y="20006"/>
                  </a:cubicBezTo>
                  <a:lnTo>
                    <a:pt x="0" y="21600"/>
                  </a:lnTo>
                  <a:close/>
                </a:path>
              </a:pathLst>
            </a:custGeom>
            <a:noFill/>
            <a:ln w="28575">
              <a:solidFill>
                <a:schemeClr val="accent2"/>
              </a:solidFill>
              <a:round/>
              <a:headEnd/>
              <a:tailEnd type="stealth" w="med" len="lg"/>
            </a:ln>
            <a:extLst>
              <a:ext uri="{909E8E84-426E-40DD-AFC4-6F175D3DCCD1}">
                <a14:hiddenFill xmlns:a14="http://schemas.microsoft.com/office/drawing/2010/main">
                  <a:solidFill>
                    <a:schemeClr val="accent1"/>
                  </a:solidFill>
                </a14:hiddenFill>
              </a:ext>
            </a:extLst>
          </p:spPr>
          <p:txBody>
            <a:bodyPr rot="10800000" vert="eaVert" wrap="none" anchor="ctr"/>
            <a:lstStyle/>
            <a:p>
              <a:pPr eaLnBrk="1" hangingPunct="1"/>
              <a:endParaRPr lang="zh-CN" altLang="zh-CN" b="0">
                <a:latin typeface="Times New Roman" panose="02020603050405020304" pitchFamily="18" charset="0"/>
              </a:endParaRPr>
            </a:p>
          </p:txBody>
        </p:sp>
        <p:sp>
          <p:nvSpPr>
            <p:cNvPr id="21513" name="Text Box 9"/>
            <p:cNvSpPr txBox="1">
              <a:spLocks noChangeArrowheads="1"/>
            </p:cNvSpPr>
            <p:nvPr/>
          </p:nvSpPr>
          <p:spPr bwMode="auto">
            <a:xfrm>
              <a:off x="4899" y="729"/>
              <a:ext cx="212"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eaLnBrk="1" hangingPunct="1"/>
              <a:r>
                <a:rPr lang="en-US" altLang="zh-CN">
                  <a:solidFill>
                    <a:schemeClr val="accent2"/>
                  </a:solidFill>
                  <a:latin typeface="Times New Roman" panose="02020603050405020304" pitchFamily="18" charset="0"/>
                </a:rPr>
                <a:t>2</a:t>
              </a:r>
              <a:endParaRPr lang="en-US" altLang="zh-CN" b="0">
                <a:latin typeface="Times New Roman" panose="02020603050405020304" pitchFamily="18" charset="0"/>
              </a:endParaRPr>
            </a:p>
          </p:txBody>
        </p:sp>
        <p:sp>
          <p:nvSpPr>
            <p:cNvPr id="21532" name="Line 28"/>
            <p:cNvSpPr>
              <a:spLocks noChangeShapeType="1"/>
            </p:cNvSpPr>
            <p:nvPr/>
          </p:nvSpPr>
          <p:spPr bwMode="auto">
            <a:xfrm>
              <a:off x="3487" y="664"/>
              <a:ext cx="1824"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533" name="Line 29"/>
            <p:cNvSpPr>
              <a:spLocks noChangeShapeType="1"/>
            </p:cNvSpPr>
            <p:nvPr/>
          </p:nvSpPr>
          <p:spPr bwMode="auto">
            <a:xfrm>
              <a:off x="3487" y="1096"/>
              <a:ext cx="1832"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534" name="Rectangle 30"/>
            <p:cNvSpPr>
              <a:spLocks noChangeArrowheads="1"/>
            </p:cNvSpPr>
            <p:nvPr/>
          </p:nvSpPr>
          <p:spPr bwMode="auto">
            <a:xfrm>
              <a:off x="3919" y="568"/>
              <a:ext cx="864" cy="624"/>
            </a:xfrm>
            <a:prstGeom prst="rect">
              <a:avLst/>
            </a:prstGeom>
            <a:solidFill>
              <a:srgbClr val="F9FFE1"/>
            </a:solidFill>
            <a:ln w="31750">
              <a:solidFill>
                <a:schemeClr val="tx1"/>
              </a:solidFill>
              <a:miter lim="800000"/>
              <a:headEnd/>
              <a:tailEnd/>
            </a:ln>
          </p:spPr>
          <p:txBody>
            <a:bodyPr wrap="none" anchor="ctr"/>
            <a:lstStyle/>
            <a:p>
              <a:endParaRPr lang="zh-CN" altLang="en-US"/>
            </a:p>
          </p:txBody>
        </p:sp>
        <p:sp>
          <p:nvSpPr>
            <p:cNvPr id="21539" name="Text Box 35"/>
            <p:cNvSpPr txBox="1">
              <a:spLocks noChangeArrowheads="1"/>
            </p:cNvSpPr>
            <p:nvPr/>
          </p:nvSpPr>
          <p:spPr bwMode="auto">
            <a:xfrm>
              <a:off x="3230" y="588"/>
              <a:ext cx="225"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eaLnBrk="1" hangingPunct="1"/>
              <a:r>
                <a:rPr lang="en-US" altLang="zh-CN">
                  <a:latin typeface="Times New Roman" panose="02020603050405020304" pitchFamily="18" charset="0"/>
                </a:rPr>
                <a:t>+</a:t>
              </a:r>
              <a:endParaRPr lang="en-US" altLang="zh-CN" b="0">
                <a:latin typeface="Times New Roman" panose="02020603050405020304" pitchFamily="18" charset="0"/>
              </a:endParaRPr>
            </a:p>
          </p:txBody>
        </p:sp>
        <p:sp>
          <p:nvSpPr>
            <p:cNvPr id="21540" name="Text Box 36"/>
            <p:cNvSpPr txBox="1">
              <a:spLocks noChangeArrowheads="1"/>
            </p:cNvSpPr>
            <p:nvPr/>
          </p:nvSpPr>
          <p:spPr bwMode="auto">
            <a:xfrm>
              <a:off x="3237" y="896"/>
              <a:ext cx="212"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eaLnBrk="1" hangingPunct="1"/>
              <a:r>
                <a:rPr lang="en-US" altLang="zh-CN">
                  <a:latin typeface="黑体" panose="02010609060101010101" pitchFamily="49" charset="-122"/>
                  <a:ea typeface="黑体" panose="02010609060101010101" pitchFamily="49" charset="-122"/>
                  <a:sym typeface="Symbol" panose="05050102010706020507" pitchFamily="18" charset="2"/>
                </a:rPr>
                <a:t>-</a:t>
              </a:r>
              <a:endParaRPr lang="en-US" altLang="zh-CN" b="0">
                <a:latin typeface="Times New Roman" panose="02020603050405020304" pitchFamily="18" charset="0"/>
              </a:endParaRPr>
            </a:p>
          </p:txBody>
        </p:sp>
        <p:sp>
          <p:nvSpPr>
            <p:cNvPr id="21541" name="Text Box 37"/>
            <p:cNvSpPr txBox="1">
              <a:spLocks noChangeArrowheads="1"/>
            </p:cNvSpPr>
            <p:nvPr/>
          </p:nvSpPr>
          <p:spPr bwMode="auto">
            <a:xfrm>
              <a:off x="5395" y="542"/>
              <a:ext cx="225"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eaLnBrk="1" hangingPunct="1"/>
              <a:r>
                <a:rPr lang="en-US" altLang="zh-CN">
                  <a:latin typeface="Times New Roman" panose="02020603050405020304" pitchFamily="18" charset="0"/>
                </a:rPr>
                <a:t>+</a:t>
              </a:r>
              <a:endParaRPr lang="en-US" altLang="zh-CN" b="0">
                <a:latin typeface="Times New Roman" panose="02020603050405020304" pitchFamily="18" charset="0"/>
              </a:endParaRPr>
            </a:p>
          </p:txBody>
        </p:sp>
        <p:sp>
          <p:nvSpPr>
            <p:cNvPr id="21542" name="Text Box 38"/>
            <p:cNvSpPr txBox="1">
              <a:spLocks noChangeArrowheads="1"/>
            </p:cNvSpPr>
            <p:nvPr/>
          </p:nvSpPr>
          <p:spPr bwMode="auto">
            <a:xfrm>
              <a:off x="5416" y="904"/>
              <a:ext cx="212"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eaLnBrk="1" hangingPunct="1"/>
              <a:r>
                <a:rPr lang="en-US" altLang="zh-CN">
                  <a:latin typeface="黑体" panose="02010609060101010101" pitchFamily="49" charset="-122"/>
                  <a:ea typeface="黑体" panose="02010609060101010101" pitchFamily="49" charset="-122"/>
                  <a:sym typeface="Symbol" panose="05050102010706020507" pitchFamily="18" charset="2"/>
                </a:rPr>
                <a:t>-</a:t>
              </a:r>
              <a:endParaRPr lang="en-US" altLang="zh-CN" b="0">
                <a:latin typeface="Times New Roman" panose="02020603050405020304" pitchFamily="18" charset="0"/>
              </a:endParaRPr>
            </a:p>
          </p:txBody>
        </p:sp>
        <p:sp>
          <p:nvSpPr>
            <p:cNvPr id="21543" name="Oval 39"/>
            <p:cNvSpPr>
              <a:spLocks noChangeArrowheads="1"/>
            </p:cNvSpPr>
            <p:nvPr/>
          </p:nvSpPr>
          <p:spPr bwMode="auto">
            <a:xfrm>
              <a:off x="3376" y="769"/>
              <a:ext cx="227" cy="227"/>
            </a:xfrm>
            <a:prstGeom prst="ellipse">
              <a:avLst/>
            </a:prstGeom>
            <a:solidFill>
              <a:schemeClr val="accent1"/>
            </a:solidFill>
            <a:ln w="31750">
              <a:solidFill>
                <a:schemeClr val="tx1"/>
              </a:solidFill>
              <a:round/>
              <a:headEnd/>
              <a:tailEnd/>
            </a:ln>
          </p:spPr>
          <p:txBody>
            <a:bodyPr wrap="none" anchor="ctr"/>
            <a:lstStyle/>
            <a:p>
              <a:endParaRPr lang="zh-CN" altLang="en-US"/>
            </a:p>
          </p:txBody>
        </p:sp>
        <p:graphicFrame>
          <p:nvGraphicFramePr>
            <p:cNvPr id="21544" name="Object 40"/>
            <p:cNvGraphicFramePr>
              <a:graphicFrameLocks noChangeAspect="1"/>
            </p:cNvGraphicFramePr>
            <p:nvPr/>
          </p:nvGraphicFramePr>
          <p:xfrm>
            <a:off x="3053" y="656"/>
            <a:ext cx="240" cy="289"/>
          </p:xfrm>
          <a:graphic>
            <a:graphicData uri="http://schemas.openxmlformats.org/presentationml/2006/ole">
              <mc:AlternateContent xmlns:mc="http://schemas.openxmlformats.org/markup-compatibility/2006">
                <mc:Choice xmlns:v="urn:schemas-microsoft-com:vml" Requires="v">
                  <p:oleObj spid="_x0000_s176300" name="Equation" r:id="rId17" imgW="190440" imgH="228600" progId="Equation.3">
                    <p:embed/>
                  </p:oleObj>
                </mc:Choice>
                <mc:Fallback>
                  <p:oleObj name="Equation" r:id="rId17" imgW="190440" imgH="228600" progId="Equation.3">
                    <p:embed/>
                    <p:pic>
                      <p:nvPicPr>
                        <p:cNvPr id="0" name="Object 40"/>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053" y="656"/>
                          <a:ext cx="240" cy="28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1545" name="Object 41"/>
            <p:cNvGraphicFramePr>
              <a:graphicFrameLocks noChangeAspect="1"/>
            </p:cNvGraphicFramePr>
            <p:nvPr/>
          </p:nvGraphicFramePr>
          <p:xfrm>
            <a:off x="3471" y="310"/>
            <a:ext cx="208" cy="290"/>
          </p:xfrm>
          <a:graphic>
            <a:graphicData uri="http://schemas.openxmlformats.org/presentationml/2006/ole">
              <mc:AlternateContent xmlns:mc="http://schemas.openxmlformats.org/markup-compatibility/2006">
                <mc:Choice xmlns:v="urn:schemas-microsoft-com:vml" Requires="v">
                  <p:oleObj spid="_x0000_s176301" name="Equation" r:id="rId19" imgW="164880" imgH="228600" progId="Equation.3">
                    <p:embed/>
                  </p:oleObj>
                </mc:Choice>
                <mc:Fallback>
                  <p:oleObj name="Equation" r:id="rId19" imgW="164880" imgH="228600" progId="Equation.3">
                    <p:embed/>
                    <p:pic>
                      <p:nvPicPr>
                        <p:cNvPr id="0" name="Object 41"/>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3471" y="310"/>
                          <a:ext cx="208" cy="2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1546" name="Object 42"/>
            <p:cNvGraphicFramePr>
              <a:graphicFrameLocks noChangeAspect="1"/>
            </p:cNvGraphicFramePr>
            <p:nvPr/>
          </p:nvGraphicFramePr>
          <p:xfrm>
            <a:off x="5087" y="308"/>
            <a:ext cx="208" cy="289"/>
          </p:xfrm>
          <a:graphic>
            <a:graphicData uri="http://schemas.openxmlformats.org/presentationml/2006/ole">
              <mc:AlternateContent xmlns:mc="http://schemas.openxmlformats.org/markup-compatibility/2006">
                <mc:Choice xmlns:v="urn:schemas-microsoft-com:vml" Requires="v">
                  <p:oleObj spid="_x0000_s176302" name="Equation" r:id="rId21" imgW="164880" imgH="228600" progId="Equation.3">
                    <p:embed/>
                  </p:oleObj>
                </mc:Choice>
                <mc:Fallback>
                  <p:oleObj name="Equation" r:id="rId21" imgW="164880" imgH="228600" progId="Equation.3">
                    <p:embed/>
                    <p:pic>
                      <p:nvPicPr>
                        <p:cNvPr id="0" name="Object 42"/>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5087" y="308"/>
                          <a:ext cx="208" cy="28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1547" name="Object 43"/>
            <p:cNvGraphicFramePr>
              <a:graphicFrameLocks noChangeAspect="1"/>
            </p:cNvGraphicFramePr>
            <p:nvPr/>
          </p:nvGraphicFramePr>
          <p:xfrm>
            <a:off x="5496" y="704"/>
            <a:ext cx="256" cy="289"/>
          </p:xfrm>
          <a:graphic>
            <a:graphicData uri="http://schemas.openxmlformats.org/presentationml/2006/ole">
              <mc:AlternateContent xmlns:mc="http://schemas.openxmlformats.org/markup-compatibility/2006">
                <mc:Choice xmlns:v="urn:schemas-microsoft-com:vml" Requires="v">
                  <p:oleObj spid="_x0000_s176303" name="Equation" r:id="rId23" imgW="203040" imgH="228600" progId="Equation.3">
                    <p:embed/>
                  </p:oleObj>
                </mc:Choice>
                <mc:Fallback>
                  <p:oleObj name="Equation" r:id="rId23" imgW="203040" imgH="228600" progId="Equation.3">
                    <p:embed/>
                    <p:pic>
                      <p:nvPicPr>
                        <p:cNvPr id="0" name="Object 43"/>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5496" y="704"/>
                          <a:ext cx="256" cy="28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1548" name="Line 44"/>
            <p:cNvSpPr>
              <a:spLocks noChangeShapeType="1"/>
            </p:cNvSpPr>
            <p:nvPr/>
          </p:nvSpPr>
          <p:spPr bwMode="auto">
            <a:xfrm>
              <a:off x="3487" y="652"/>
              <a:ext cx="0" cy="444"/>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549" name="Oval 45"/>
            <p:cNvSpPr>
              <a:spLocks noChangeArrowheads="1"/>
            </p:cNvSpPr>
            <p:nvPr/>
          </p:nvSpPr>
          <p:spPr bwMode="auto">
            <a:xfrm>
              <a:off x="5205" y="751"/>
              <a:ext cx="227" cy="227"/>
            </a:xfrm>
            <a:prstGeom prst="ellipse">
              <a:avLst/>
            </a:prstGeom>
            <a:solidFill>
              <a:schemeClr val="accent1"/>
            </a:solidFill>
            <a:ln w="31750">
              <a:solidFill>
                <a:schemeClr val="tx1"/>
              </a:solidFill>
              <a:round/>
              <a:headEnd/>
              <a:tailEnd/>
            </a:ln>
          </p:spPr>
          <p:txBody>
            <a:bodyPr wrap="none" anchor="ctr"/>
            <a:lstStyle/>
            <a:p>
              <a:endParaRPr lang="zh-CN" altLang="en-US"/>
            </a:p>
          </p:txBody>
        </p:sp>
        <p:sp>
          <p:nvSpPr>
            <p:cNvPr id="21550" name="Line 46"/>
            <p:cNvSpPr>
              <a:spLocks noChangeShapeType="1"/>
            </p:cNvSpPr>
            <p:nvPr/>
          </p:nvSpPr>
          <p:spPr bwMode="auto">
            <a:xfrm>
              <a:off x="5319" y="664"/>
              <a:ext cx="0" cy="444"/>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551" name="Text Box 47"/>
            <p:cNvSpPr txBox="1">
              <a:spLocks noChangeArrowheads="1"/>
            </p:cNvSpPr>
            <p:nvPr/>
          </p:nvSpPr>
          <p:spPr bwMode="auto">
            <a:xfrm>
              <a:off x="4097" y="630"/>
              <a:ext cx="502" cy="51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eaLnBrk="1" hangingPunct="1"/>
              <a:r>
                <a:rPr lang="zh-CN" altLang="en-US">
                  <a:solidFill>
                    <a:srgbClr val="3366FF"/>
                  </a:solidFill>
                  <a:latin typeface="Times New Roman" panose="02020603050405020304" pitchFamily="18" charset="0"/>
                </a:rPr>
                <a:t>线性</a:t>
              </a:r>
            </a:p>
            <a:p>
              <a:pPr algn="l" eaLnBrk="1" hangingPunct="1"/>
              <a:r>
                <a:rPr lang="zh-CN" altLang="en-US">
                  <a:solidFill>
                    <a:srgbClr val="3366FF"/>
                  </a:solidFill>
                  <a:latin typeface="Times New Roman" panose="02020603050405020304" pitchFamily="18" charset="0"/>
                </a:rPr>
                <a:t>无源</a:t>
              </a:r>
              <a:endParaRPr lang="zh-CN" altLang="en-US" b="0">
                <a:latin typeface="Times New Roman" panose="02020603050405020304" pitchFamily="18" charset="0"/>
              </a:endParaRPr>
            </a:p>
          </p:txBody>
        </p:sp>
        <p:sp>
          <p:nvSpPr>
            <p:cNvPr id="21589" name="Line 85"/>
            <p:cNvSpPr>
              <a:spLocks noChangeShapeType="1"/>
            </p:cNvSpPr>
            <p:nvPr/>
          </p:nvSpPr>
          <p:spPr bwMode="auto">
            <a:xfrm>
              <a:off x="3575" y="624"/>
              <a:ext cx="216"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1591" name="Line 87"/>
            <p:cNvSpPr>
              <a:spLocks noChangeShapeType="1"/>
            </p:cNvSpPr>
            <p:nvPr/>
          </p:nvSpPr>
          <p:spPr bwMode="auto">
            <a:xfrm flipH="1">
              <a:off x="4983" y="608"/>
              <a:ext cx="224"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
        <p:nvSpPr>
          <p:cNvPr id="21598" name="AutoShape 94">
            <a:hlinkClick r:id="" action="ppaction://hlinkshowjump?jump=previousslide" highlightClick="1"/>
          </p:cNvPr>
          <p:cNvSpPr>
            <a:spLocks noChangeArrowheads="1"/>
          </p:cNvSpPr>
          <p:nvPr/>
        </p:nvSpPr>
        <p:spPr bwMode="auto">
          <a:xfrm>
            <a:off x="8439150" y="6462713"/>
            <a:ext cx="344488" cy="395287"/>
          </a:xfrm>
          <a:prstGeom prst="actionButtonBackPrevious">
            <a:avLst/>
          </a:prstGeom>
          <a:solidFill>
            <a:srgbClr val="D5FFFF"/>
          </a:solidFill>
          <a:ln w="9525">
            <a:solidFill>
              <a:srgbClr val="F1FFE1"/>
            </a:solidFill>
            <a:miter lim="800000"/>
            <a:headEnd/>
            <a:tailEnd/>
          </a:ln>
        </p:spPr>
        <p:txBody>
          <a:bodyPr wrap="none" anchor="ctr"/>
          <a:lstStyle/>
          <a:p>
            <a:endParaRPr lang="zh-CN" altLang="en-US"/>
          </a:p>
        </p:txBody>
      </p:sp>
      <p:sp>
        <p:nvSpPr>
          <p:cNvPr id="21599" name="AutoShape 95">
            <a:hlinkClick r:id="" action="ppaction://hlinkshowjump?jump=nextslide" highlightClick="1"/>
          </p:cNvPr>
          <p:cNvSpPr>
            <a:spLocks noChangeArrowheads="1"/>
          </p:cNvSpPr>
          <p:nvPr/>
        </p:nvSpPr>
        <p:spPr bwMode="auto">
          <a:xfrm>
            <a:off x="8807450" y="6462713"/>
            <a:ext cx="336550" cy="395287"/>
          </a:xfrm>
          <a:prstGeom prst="actionButtonForwardNext">
            <a:avLst/>
          </a:prstGeom>
          <a:solidFill>
            <a:srgbClr val="D5FFFF"/>
          </a:solidFill>
          <a:ln w="9525">
            <a:solidFill>
              <a:srgbClr val="F1FFE1"/>
            </a:solidFill>
            <a:miter lim="800000"/>
            <a:headEnd/>
            <a:tailEnd/>
          </a:ln>
        </p:spPr>
        <p:txBody>
          <a:bodyPr wrap="none" anchor="ct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1597"/>
                                        </p:tgtEl>
                                        <p:attrNameLst>
                                          <p:attrName>style.visibility</p:attrName>
                                        </p:attrNameLst>
                                      </p:cBhvr>
                                      <p:to>
                                        <p:strVal val="visible"/>
                                      </p:to>
                                    </p:set>
                                    <p:animEffect transition="in" filter="wipe(left)">
                                      <p:cBhvr>
                                        <p:cTn id="7" dur="500"/>
                                        <p:tgtEl>
                                          <p:spTgt spid="2159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1507">
                                            <p:txEl>
                                              <p:pRg st="0" end="0"/>
                                            </p:txEl>
                                          </p:spTgt>
                                        </p:tgtEl>
                                        <p:attrNameLst>
                                          <p:attrName>style.visibility</p:attrName>
                                        </p:attrNameLst>
                                      </p:cBhvr>
                                      <p:to>
                                        <p:strVal val="visible"/>
                                      </p:to>
                                    </p:set>
                                    <p:animEffect transition="in" filter="wipe(left)">
                                      <p:cBhvr>
                                        <p:cTn id="12" dur="500"/>
                                        <p:tgtEl>
                                          <p:spTgt spid="21507">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8" fill="hold" grpId="0" nodeType="clickEffect">
                                  <p:stCondLst>
                                    <p:cond delay="0"/>
                                  </p:stCondLst>
                                  <p:childTnLst>
                                    <p:set>
                                      <p:cBhvr>
                                        <p:cTn id="16" dur="1" fill="hold">
                                          <p:stCondLst>
                                            <p:cond delay="0"/>
                                          </p:stCondLst>
                                        </p:cTn>
                                        <p:tgtEl>
                                          <p:spTgt spid="21557">
                                            <p:txEl>
                                              <p:pRg st="0" end="0"/>
                                            </p:txEl>
                                          </p:spTgt>
                                        </p:tgtEl>
                                        <p:attrNameLst>
                                          <p:attrName>style.visibility</p:attrName>
                                        </p:attrNameLst>
                                      </p:cBhvr>
                                      <p:to>
                                        <p:strVal val="visible"/>
                                      </p:to>
                                    </p:set>
                                    <p:anim calcmode="lin" valueType="num">
                                      <p:cBhvr additive="base">
                                        <p:cTn id="17" dur="500" fill="hold"/>
                                        <p:tgtEl>
                                          <p:spTgt spid="21557">
                                            <p:txEl>
                                              <p:pRg st="0" end="0"/>
                                            </p:tx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2155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nodeType="clickEffect">
                                  <p:stCondLst>
                                    <p:cond delay="0"/>
                                  </p:stCondLst>
                                  <p:childTnLst>
                                    <p:set>
                                      <p:cBhvr>
                                        <p:cTn id="22" dur="1" fill="hold">
                                          <p:stCondLst>
                                            <p:cond delay="0"/>
                                          </p:stCondLst>
                                        </p:cTn>
                                        <p:tgtEl>
                                          <p:spTgt spid="21514"/>
                                        </p:tgtEl>
                                        <p:attrNameLst>
                                          <p:attrName>style.visibility</p:attrName>
                                        </p:attrNameLst>
                                      </p:cBhvr>
                                      <p:to>
                                        <p:strVal val="visible"/>
                                      </p:to>
                                    </p:set>
                                    <p:animEffect transition="in" filter="wipe(left)">
                                      <p:cBhvr>
                                        <p:cTn id="23" dur="500"/>
                                        <p:tgtEl>
                                          <p:spTgt spid="21514"/>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8" fill="hold" nodeType="clickEffect">
                                  <p:stCondLst>
                                    <p:cond delay="0"/>
                                  </p:stCondLst>
                                  <p:childTnLst>
                                    <p:set>
                                      <p:cBhvr>
                                        <p:cTn id="27" dur="1" fill="hold">
                                          <p:stCondLst>
                                            <p:cond delay="0"/>
                                          </p:stCondLst>
                                        </p:cTn>
                                        <p:tgtEl>
                                          <p:spTgt spid="21515"/>
                                        </p:tgtEl>
                                        <p:attrNameLst>
                                          <p:attrName>style.visibility</p:attrName>
                                        </p:attrNameLst>
                                      </p:cBhvr>
                                      <p:to>
                                        <p:strVal val="visible"/>
                                      </p:to>
                                    </p:set>
                                    <p:animEffect transition="in" filter="wipe(left)">
                                      <p:cBhvr>
                                        <p:cTn id="28" dur="500"/>
                                        <p:tgtEl>
                                          <p:spTgt spid="21515"/>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8" fill="hold" nodeType="clickEffect">
                                  <p:stCondLst>
                                    <p:cond delay="0"/>
                                  </p:stCondLst>
                                  <p:childTnLst>
                                    <p:set>
                                      <p:cBhvr>
                                        <p:cTn id="32" dur="1" fill="hold">
                                          <p:stCondLst>
                                            <p:cond delay="0"/>
                                          </p:stCondLst>
                                        </p:cTn>
                                        <p:tgtEl>
                                          <p:spTgt spid="21517"/>
                                        </p:tgtEl>
                                        <p:attrNameLst>
                                          <p:attrName>style.visibility</p:attrName>
                                        </p:attrNameLst>
                                      </p:cBhvr>
                                      <p:to>
                                        <p:strVal val="visible"/>
                                      </p:to>
                                    </p:set>
                                    <p:animEffect transition="in" filter="wipe(left)">
                                      <p:cBhvr>
                                        <p:cTn id="33" dur="500"/>
                                        <p:tgtEl>
                                          <p:spTgt spid="21517"/>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8" fill="hold" nodeType="clickEffect">
                                  <p:stCondLst>
                                    <p:cond delay="0"/>
                                  </p:stCondLst>
                                  <p:childTnLst>
                                    <p:set>
                                      <p:cBhvr>
                                        <p:cTn id="37" dur="1" fill="hold">
                                          <p:stCondLst>
                                            <p:cond delay="0"/>
                                          </p:stCondLst>
                                        </p:cTn>
                                        <p:tgtEl>
                                          <p:spTgt spid="21518"/>
                                        </p:tgtEl>
                                        <p:attrNameLst>
                                          <p:attrName>style.visibility</p:attrName>
                                        </p:attrNameLst>
                                      </p:cBhvr>
                                      <p:to>
                                        <p:strVal val="visible"/>
                                      </p:to>
                                    </p:set>
                                    <p:animEffect transition="in" filter="wipe(left)">
                                      <p:cBhvr>
                                        <p:cTn id="38" dur="500"/>
                                        <p:tgtEl>
                                          <p:spTgt spid="21518"/>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8" fill="hold" nodeType="clickEffect">
                                  <p:stCondLst>
                                    <p:cond delay="0"/>
                                  </p:stCondLst>
                                  <p:childTnLst>
                                    <p:set>
                                      <p:cBhvr>
                                        <p:cTn id="42" dur="1" fill="hold">
                                          <p:stCondLst>
                                            <p:cond delay="0"/>
                                          </p:stCondLst>
                                        </p:cTn>
                                        <p:tgtEl>
                                          <p:spTgt spid="21516"/>
                                        </p:tgtEl>
                                        <p:attrNameLst>
                                          <p:attrName>style.visibility</p:attrName>
                                        </p:attrNameLst>
                                      </p:cBhvr>
                                      <p:to>
                                        <p:strVal val="visible"/>
                                      </p:to>
                                    </p:set>
                                    <p:animEffect transition="in" filter="wipe(left)">
                                      <p:cBhvr>
                                        <p:cTn id="43" dur="500"/>
                                        <p:tgtEl>
                                          <p:spTgt spid="21516"/>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ntr" presetSubtype="8" fill="hold" nodeType="clickEffect">
                                  <p:stCondLst>
                                    <p:cond delay="0"/>
                                  </p:stCondLst>
                                  <p:childTnLst>
                                    <p:set>
                                      <p:cBhvr>
                                        <p:cTn id="47" dur="1" fill="hold">
                                          <p:stCondLst>
                                            <p:cond delay="0"/>
                                          </p:stCondLst>
                                        </p:cTn>
                                        <p:tgtEl>
                                          <p:spTgt spid="21521"/>
                                        </p:tgtEl>
                                        <p:attrNameLst>
                                          <p:attrName>style.visibility</p:attrName>
                                        </p:attrNameLst>
                                      </p:cBhvr>
                                      <p:to>
                                        <p:strVal val="visible"/>
                                      </p:to>
                                    </p:set>
                                    <p:animEffect transition="in" filter="wipe(left)">
                                      <p:cBhvr>
                                        <p:cTn id="48" dur="500"/>
                                        <p:tgtEl>
                                          <p:spTgt spid="21521"/>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22" presetClass="entr" presetSubtype="8" fill="hold" nodeType="clickEffect">
                                  <p:stCondLst>
                                    <p:cond delay="0"/>
                                  </p:stCondLst>
                                  <p:childTnLst>
                                    <p:set>
                                      <p:cBhvr>
                                        <p:cTn id="52" dur="1" fill="hold">
                                          <p:stCondLst>
                                            <p:cond delay="0"/>
                                          </p:stCondLst>
                                        </p:cTn>
                                        <p:tgtEl>
                                          <p:spTgt spid="21519"/>
                                        </p:tgtEl>
                                        <p:attrNameLst>
                                          <p:attrName>style.visibility</p:attrName>
                                        </p:attrNameLst>
                                      </p:cBhvr>
                                      <p:to>
                                        <p:strVal val="visible"/>
                                      </p:to>
                                    </p:set>
                                    <p:animEffect transition="in" filter="wipe(left)">
                                      <p:cBhvr>
                                        <p:cTn id="53" dur="500"/>
                                        <p:tgtEl>
                                          <p:spTgt spid="21519"/>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22" presetClass="entr" presetSubtype="8" fill="hold" nodeType="clickEffect">
                                  <p:stCondLst>
                                    <p:cond delay="0"/>
                                  </p:stCondLst>
                                  <p:childTnLst>
                                    <p:set>
                                      <p:cBhvr>
                                        <p:cTn id="57" dur="1" fill="hold">
                                          <p:stCondLst>
                                            <p:cond delay="0"/>
                                          </p:stCondLst>
                                        </p:cTn>
                                        <p:tgtEl>
                                          <p:spTgt spid="21520"/>
                                        </p:tgtEl>
                                        <p:attrNameLst>
                                          <p:attrName>style.visibility</p:attrName>
                                        </p:attrNameLst>
                                      </p:cBhvr>
                                      <p:to>
                                        <p:strVal val="visible"/>
                                      </p:to>
                                    </p:set>
                                    <p:animEffect transition="in" filter="wipe(left)">
                                      <p:cBhvr>
                                        <p:cTn id="58" dur="500"/>
                                        <p:tgtEl>
                                          <p:spTgt spid="215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7" grpId="0" build="p" autoUpdateAnimBg="0"/>
      <p:bldP spid="21557" grpId="0" build="p"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6437" name="Group 1029"/>
          <p:cNvGrpSpPr>
            <a:grpSpLocks/>
          </p:cNvGrpSpPr>
          <p:nvPr/>
        </p:nvGrpSpPr>
        <p:grpSpPr bwMode="auto">
          <a:xfrm>
            <a:off x="836613" y="2651125"/>
            <a:ext cx="3128962" cy="862013"/>
            <a:chOff x="3155" y="2618"/>
            <a:chExt cx="1971" cy="543"/>
          </a:xfrm>
        </p:grpSpPr>
        <p:graphicFrame>
          <p:nvGraphicFramePr>
            <p:cNvPr id="146438" name="Object 1030"/>
            <p:cNvGraphicFramePr>
              <a:graphicFrameLocks noChangeAspect="1"/>
            </p:cNvGraphicFramePr>
            <p:nvPr/>
          </p:nvGraphicFramePr>
          <p:xfrm>
            <a:off x="3738" y="2618"/>
            <a:ext cx="1388" cy="543"/>
          </p:xfrm>
          <a:graphic>
            <a:graphicData uri="http://schemas.openxmlformats.org/presentationml/2006/ole">
              <mc:AlternateContent xmlns:mc="http://schemas.openxmlformats.org/markup-compatibility/2006">
                <mc:Choice xmlns:v="urn:schemas-microsoft-com:vml" Requires="v">
                  <p:oleObj spid="_x0000_s146574" name="公式" r:id="rId3" imgW="952200" imgH="469800" progId="Equation.3">
                    <p:embed/>
                  </p:oleObj>
                </mc:Choice>
                <mc:Fallback>
                  <p:oleObj name="公式" r:id="rId3" imgW="952200" imgH="469800" progId="Equation.3">
                    <p:embed/>
                    <p:pic>
                      <p:nvPicPr>
                        <p:cNvPr id="0" name="Object 103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38" y="2618"/>
                          <a:ext cx="1388" cy="54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6439" name="Text Box 1031"/>
            <p:cNvSpPr txBox="1">
              <a:spLocks noChangeArrowheads="1"/>
            </p:cNvSpPr>
            <p:nvPr/>
          </p:nvSpPr>
          <p:spPr bwMode="auto">
            <a:xfrm>
              <a:off x="3155" y="2721"/>
              <a:ext cx="453"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eaLnBrk="1" hangingPunct="1"/>
              <a:r>
                <a:rPr lang="zh-CN" altLang="en-US">
                  <a:latin typeface="Times New Roman" panose="02020603050405020304" pitchFamily="18" charset="0"/>
                </a:rPr>
                <a:t>令   </a:t>
              </a:r>
              <a:endParaRPr lang="zh-CN" altLang="en-US" b="0">
                <a:latin typeface="Times New Roman" panose="02020603050405020304" pitchFamily="18" charset="0"/>
              </a:endParaRPr>
            </a:p>
          </p:txBody>
        </p:sp>
      </p:grpSp>
      <p:graphicFrame>
        <p:nvGraphicFramePr>
          <p:cNvPr id="146440" name="Object 1032"/>
          <p:cNvGraphicFramePr>
            <a:graphicFrameLocks noChangeAspect="1"/>
          </p:cNvGraphicFramePr>
          <p:nvPr>
            <p:extLst>
              <p:ext uri="{D42A27DB-BD31-4B8C-83A1-F6EECF244321}">
                <p14:modId xmlns:p14="http://schemas.microsoft.com/office/powerpoint/2010/main" val="2654633268"/>
              </p:ext>
            </p:extLst>
          </p:nvPr>
        </p:nvGraphicFramePr>
        <p:xfrm>
          <a:off x="5166015" y="1443760"/>
          <a:ext cx="2720975" cy="939800"/>
        </p:xfrm>
        <a:graphic>
          <a:graphicData uri="http://schemas.openxmlformats.org/presentationml/2006/ole">
            <mc:AlternateContent xmlns:mc="http://schemas.openxmlformats.org/markup-compatibility/2006">
              <mc:Choice xmlns:v="urn:schemas-microsoft-com:vml" Requires="v">
                <p:oleObj spid="_x0000_s146575" name="Equation" r:id="rId5" imgW="1473120" imgH="507960" progId="Equation.3">
                  <p:embed/>
                </p:oleObj>
              </mc:Choice>
              <mc:Fallback>
                <p:oleObj name="Equation" r:id="rId5" imgW="1473120" imgH="507960" progId="Equation.3">
                  <p:embed/>
                  <p:pic>
                    <p:nvPicPr>
                      <p:cNvPr id="0" name="Object 103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166015" y="1443760"/>
                        <a:ext cx="2720975" cy="939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6441" name="Text Box 1033"/>
          <p:cNvSpPr txBox="1">
            <a:spLocks noChangeArrowheads="1"/>
          </p:cNvSpPr>
          <p:nvPr/>
        </p:nvSpPr>
        <p:spPr bwMode="auto">
          <a:xfrm>
            <a:off x="4611688" y="2820988"/>
            <a:ext cx="35433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spcBef>
                <a:spcPct val="50000"/>
              </a:spcBef>
            </a:pPr>
            <a:r>
              <a:rPr lang="zh-CN" altLang="en-US"/>
              <a:t>称为</a:t>
            </a:r>
            <a:r>
              <a:rPr lang="en-US" altLang="zh-TW" i="1">
                <a:solidFill>
                  <a:srgbClr val="3366FF"/>
                </a:solidFill>
                <a:latin typeface="Times New Roman" panose="02020603050405020304" pitchFamily="18" charset="0"/>
              </a:rPr>
              <a:t>Y</a:t>
            </a:r>
            <a:r>
              <a:rPr lang="en-US" altLang="zh-TW">
                <a:solidFill>
                  <a:srgbClr val="3366FF"/>
                </a:solidFill>
                <a:latin typeface="Times New Roman" panose="02020603050405020304" pitchFamily="18" charset="0"/>
              </a:rPr>
              <a:t> </a:t>
            </a:r>
            <a:r>
              <a:rPr lang="zh-CN" altLang="en-US">
                <a:solidFill>
                  <a:srgbClr val="3366FF"/>
                </a:solidFill>
              </a:rPr>
              <a:t>参数矩阵。</a:t>
            </a:r>
            <a:endParaRPr lang="zh-CN" altLang="en-US"/>
          </a:p>
        </p:txBody>
      </p:sp>
      <p:sp>
        <p:nvSpPr>
          <p:cNvPr id="146442" name="Text Box 1034"/>
          <p:cNvSpPr txBox="1">
            <a:spLocks noChangeArrowheads="1"/>
          </p:cNvSpPr>
          <p:nvPr/>
        </p:nvSpPr>
        <p:spPr bwMode="auto">
          <a:xfrm>
            <a:off x="4710979" y="857251"/>
            <a:ext cx="2112963"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r>
              <a:rPr lang="zh-CN" altLang="en-US" dirty="0">
                <a:solidFill>
                  <a:srgbClr val="3366FF"/>
                </a:solidFill>
              </a:rPr>
              <a:t>矩阵形式为 </a:t>
            </a:r>
            <a:endParaRPr lang="zh-CN" altLang="en-US" dirty="0"/>
          </a:p>
        </p:txBody>
      </p:sp>
      <p:graphicFrame>
        <p:nvGraphicFramePr>
          <p:cNvPr id="146443" name="Object 1035"/>
          <p:cNvGraphicFramePr>
            <a:graphicFrameLocks noChangeAspect="1"/>
          </p:cNvGraphicFramePr>
          <p:nvPr/>
        </p:nvGraphicFramePr>
        <p:xfrm>
          <a:off x="1025525" y="4337050"/>
          <a:ext cx="2943225" cy="1041400"/>
        </p:xfrm>
        <a:graphic>
          <a:graphicData uri="http://schemas.openxmlformats.org/presentationml/2006/ole">
            <mc:AlternateContent xmlns:mc="http://schemas.openxmlformats.org/markup-compatibility/2006">
              <mc:Choice xmlns:v="urn:schemas-microsoft-com:vml" Requires="v">
                <p:oleObj spid="_x0000_s146576" name="公式" r:id="rId7" imgW="1257120" imgH="507960" progId="Equation.3">
                  <p:embed/>
                </p:oleObj>
              </mc:Choice>
              <mc:Fallback>
                <p:oleObj name="公式" r:id="rId7" imgW="1257120" imgH="507960" progId="Equation.3">
                  <p:embed/>
                  <p:pic>
                    <p:nvPicPr>
                      <p:cNvPr id="0" name="Object 103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25525" y="4337050"/>
                        <a:ext cx="2943225" cy="1041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46444" name="Group 1036"/>
          <p:cNvGrpSpPr>
            <a:grpSpLocks/>
          </p:cNvGrpSpPr>
          <p:nvPr/>
        </p:nvGrpSpPr>
        <p:grpSpPr bwMode="auto">
          <a:xfrm>
            <a:off x="4987925" y="4498975"/>
            <a:ext cx="3624263" cy="822325"/>
            <a:chOff x="2902" y="402"/>
            <a:chExt cx="2264" cy="518"/>
          </a:xfrm>
        </p:grpSpPr>
        <p:sp>
          <p:nvSpPr>
            <p:cNvPr id="146445" name="Text Box 1037"/>
            <p:cNvSpPr txBox="1">
              <a:spLocks noChangeArrowheads="1"/>
            </p:cNvSpPr>
            <p:nvPr/>
          </p:nvSpPr>
          <p:spPr bwMode="auto">
            <a:xfrm>
              <a:off x="2902" y="402"/>
              <a:ext cx="2264" cy="51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eaLnBrk="1" hangingPunct="1"/>
              <a:r>
                <a:rPr lang="zh-CN" altLang="en-US">
                  <a:solidFill>
                    <a:srgbClr val="3366FF"/>
                  </a:solidFill>
                  <a:latin typeface="Times New Roman" panose="02020603050405020304" pitchFamily="18" charset="0"/>
                </a:rPr>
                <a:t>端口电流           可视为  </a:t>
              </a:r>
            </a:p>
            <a:p>
              <a:pPr algn="l" eaLnBrk="1" hangingPunct="1"/>
              <a:r>
                <a:rPr lang="zh-CN" altLang="en-US">
                  <a:solidFill>
                    <a:srgbClr val="3366FF"/>
                  </a:solidFill>
                  <a:latin typeface="Times New Roman" panose="02020603050405020304" pitchFamily="18" charset="0"/>
                </a:rPr>
                <a:t>             共同作用产生。    </a:t>
              </a:r>
              <a:endParaRPr lang="zh-CN" altLang="en-US">
                <a:latin typeface="Times New Roman" panose="02020603050405020304" pitchFamily="18" charset="0"/>
              </a:endParaRPr>
            </a:p>
          </p:txBody>
        </p:sp>
        <p:graphicFrame>
          <p:nvGraphicFramePr>
            <p:cNvPr id="146446" name="Object 1038"/>
            <p:cNvGraphicFramePr>
              <a:graphicFrameLocks noChangeAspect="1"/>
            </p:cNvGraphicFramePr>
            <p:nvPr/>
          </p:nvGraphicFramePr>
          <p:xfrm>
            <a:off x="3728" y="402"/>
            <a:ext cx="536" cy="285"/>
          </p:xfrm>
          <a:graphic>
            <a:graphicData uri="http://schemas.openxmlformats.org/presentationml/2006/ole">
              <mc:AlternateContent xmlns:mc="http://schemas.openxmlformats.org/markup-compatibility/2006">
                <mc:Choice xmlns:v="urn:schemas-microsoft-com:vml" Requires="v">
                  <p:oleObj spid="_x0000_s146577" name="公式" r:id="rId9" imgW="431640" imgH="228600" progId="Equation.3">
                    <p:embed/>
                  </p:oleObj>
                </mc:Choice>
                <mc:Fallback>
                  <p:oleObj name="公式" r:id="rId9" imgW="431640" imgH="228600" progId="Equation.3">
                    <p:embed/>
                    <p:pic>
                      <p:nvPicPr>
                        <p:cNvPr id="0" name="Object 103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728" y="402"/>
                          <a:ext cx="536" cy="28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6447" name="Object 1039"/>
            <p:cNvGraphicFramePr>
              <a:graphicFrameLocks noChangeAspect="1"/>
            </p:cNvGraphicFramePr>
            <p:nvPr/>
          </p:nvGraphicFramePr>
          <p:xfrm>
            <a:off x="2958" y="635"/>
            <a:ext cx="648" cy="285"/>
          </p:xfrm>
          <a:graphic>
            <a:graphicData uri="http://schemas.openxmlformats.org/presentationml/2006/ole">
              <mc:AlternateContent xmlns:mc="http://schemas.openxmlformats.org/markup-compatibility/2006">
                <mc:Choice xmlns:v="urn:schemas-microsoft-com:vml" Requires="v">
                  <p:oleObj spid="_x0000_s146578" name="公式" r:id="rId11" imgW="520560" imgH="228600" progId="Equation.3">
                    <p:embed/>
                  </p:oleObj>
                </mc:Choice>
                <mc:Fallback>
                  <p:oleObj name="公式" r:id="rId11" imgW="520560" imgH="228600" progId="Equation.3">
                    <p:embed/>
                    <p:pic>
                      <p:nvPicPr>
                        <p:cNvPr id="0" name="Object 103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958" y="635"/>
                          <a:ext cx="648" cy="28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146451" name="Rectangle 1043"/>
          <p:cNvSpPr>
            <a:spLocks noChangeArrowheads="1"/>
          </p:cNvSpPr>
          <p:nvPr/>
        </p:nvSpPr>
        <p:spPr bwMode="auto">
          <a:xfrm>
            <a:off x="838200" y="3702050"/>
            <a:ext cx="20526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r>
              <a:rPr lang="en-US" altLang="zh-CN" i="1">
                <a:solidFill>
                  <a:srgbClr val="CC0066"/>
                </a:solidFill>
                <a:latin typeface="Times New Roman" panose="02020603050405020304" pitchFamily="18" charset="0"/>
              </a:rPr>
              <a:t>Y</a:t>
            </a:r>
            <a:r>
              <a:rPr lang="en-US" altLang="zh-CN">
                <a:solidFill>
                  <a:srgbClr val="CC0066"/>
                </a:solidFill>
                <a:latin typeface="Times New Roman" panose="02020603050405020304" pitchFamily="18" charset="0"/>
              </a:rPr>
              <a:t> </a:t>
            </a:r>
            <a:r>
              <a:rPr lang="zh-CN" altLang="en-US">
                <a:solidFill>
                  <a:srgbClr val="CC0066"/>
                </a:solidFill>
                <a:latin typeface="Times New Roman" panose="02020603050405020304" pitchFamily="18" charset="0"/>
              </a:rPr>
              <a:t>参数方程     </a:t>
            </a:r>
          </a:p>
        </p:txBody>
      </p:sp>
      <p:sp>
        <p:nvSpPr>
          <p:cNvPr id="22" name="Text Box 2"/>
          <p:cNvSpPr txBox="1">
            <a:spLocks noChangeArrowheads="1"/>
          </p:cNvSpPr>
          <p:nvPr/>
        </p:nvSpPr>
        <p:spPr bwMode="auto">
          <a:xfrm>
            <a:off x="318078" y="244773"/>
            <a:ext cx="7565158" cy="46166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algn="l" eaLnBrk="1" hangingPunct="1">
              <a:spcBef>
                <a:spcPct val="50000"/>
              </a:spcBef>
            </a:pPr>
            <a:r>
              <a:rPr lang="zh-CN" altLang="en-US" dirty="0">
                <a:solidFill>
                  <a:srgbClr val="CC0066"/>
                </a:solidFill>
                <a:latin typeface="Times New Roman" panose="02020603050405020304" pitchFamily="18" charset="0"/>
              </a:rPr>
              <a:t>二、  </a:t>
            </a:r>
            <a:r>
              <a:rPr lang="en-US" altLang="zh-CN" i="1" dirty="0">
                <a:solidFill>
                  <a:srgbClr val="CC0066"/>
                </a:solidFill>
                <a:latin typeface="Times New Roman" panose="02020603050405020304" pitchFamily="18" charset="0"/>
              </a:rPr>
              <a:t>Y</a:t>
            </a:r>
            <a:r>
              <a:rPr lang="en-US" altLang="zh-CN" dirty="0">
                <a:solidFill>
                  <a:srgbClr val="CC0066"/>
                </a:solidFill>
                <a:latin typeface="Times New Roman" panose="02020603050405020304" pitchFamily="18" charset="0"/>
              </a:rPr>
              <a:t> </a:t>
            </a:r>
            <a:r>
              <a:rPr lang="zh-CN" altLang="en-US" dirty="0">
                <a:solidFill>
                  <a:srgbClr val="CC0066"/>
                </a:solidFill>
                <a:latin typeface="Times New Roman" panose="02020603050405020304" pitchFamily="18" charset="0"/>
              </a:rPr>
              <a:t>参数（导纳参数</a:t>
            </a:r>
            <a:r>
              <a:rPr lang="en-US" altLang="zh-CN" dirty="0">
                <a:solidFill>
                  <a:srgbClr val="CC0066"/>
                </a:solidFill>
                <a:latin typeface="Times New Roman" panose="02020603050405020304" pitchFamily="18" charset="0"/>
              </a:rPr>
              <a:t>admittance parameters</a:t>
            </a:r>
            <a:r>
              <a:rPr lang="zh-CN" altLang="en-US" dirty="0">
                <a:solidFill>
                  <a:srgbClr val="CC0066"/>
                </a:solidFill>
                <a:latin typeface="Times New Roman" panose="02020603050405020304" pitchFamily="18" charset="0"/>
              </a:rPr>
              <a:t>）方程</a:t>
            </a:r>
          </a:p>
        </p:txBody>
      </p:sp>
      <p:grpSp>
        <p:nvGrpSpPr>
          <p:cNvPr id="23" name="Group 50"/>
          <p:cNvGrpSpPr>
            <a:grpSpLocks/>
          </p:cNvGrpSpPr>
          <p:nvPr/>
        </p:nvGrpSpPr>
        <p:grpSpPr bwMode="auto">
          <a:xfrm>
            <a:off x="255011" y="770660"/>
            <a:ext cx="4059237" cy="1403350"/>
            <a:chOff x="3045" y="162"/>
            <a:chExt cx="2557" cy="884"/>
          </a:xfrm>
        </p:grpSpPr>
        <p:sp>
          <p:nvSpPr>
            <p:cNvPr id="24" name="Line 32"/>
            <p:cNvSpPr>
              <a:spLocks noChangeShapeType="1"/>
            </p:cNvSpPr>
            <p:nvPr/>
          </p:nvSpPr>
          <p:spPr bwMode="auto">
            <a:xfrm>
              <a:off x="3415" y="518"/>
              <a:ext cx="1824"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 name="Line 33"/>
            <p:cNvSpPr>
              <a:spLocks noChangeShapeType="1"/>
            </p:cNvSpPr>
            <p:nvPr/>
          </p:nvSpPr>
          <p:spPr bwMode="auto">
            <a:xfrm>
              <a:off x="3415" y="950"/>
              <a:ext cx="1832"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 name="Rectangle 34"/>
            <p:cNvSpPr>
              <a:spLocks noChangeArrowheads="1"/>
            </p:cNvSpPr>
            <p:nvPr/>
          </p:nvSpPr>
          <p:spPr bwMode="auto">
            <a:xfrm>
              <a:off x="3847" y="422"/>
              <a:ext cx="864" cy="624"/>
            </a:xfrm>
            <a:prstGeom prst="rect">
              <a:avLst/>
            </a:prstGeom>
            <a:solidFill>
              <a:srgbClr val="F9FFE1"/>
            </a:solidFill>
            <a:ln w="31750">
              <a:solidFill>
                <a:schemeClr val="tx1"/>
              </a:solidFill>
              <a:miter lim="800000"/>
              <a:headEnd/>
              <a:tailEnd/>
            </a:ln>
          </p:spPr>
          <p:txBody>
            <a:bodyPr wrap="none" anchor="ctr"/>
            <a:lstStyle/>
            <a:p>
              <a:endParaRPr lang="zh-CN" altLang="en-US"/>
            </a:p>
          </p:txBody>
        </p:sp>
        <p:sp>
          <p:nvSpPr>
            <p:cNvPr id="27" name="Text Box 35"/>
            <p:cNvSpPr txBox="1">
              <a:spLocks noChangeArrowheads="1"/>
            </p:cNvSpPr>
            <p:nvPr/>
          </p:nvSpPr>
          <p:spPr bwMode="auto">
            <a:xfrm>
              <a:off x="3158" y="442"/>
              <a:ext cx="225"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eaLnBrk="1" hangingPunct="1"/>
              <a:r>
                <a:rPr lang="en-US" altLang="zh-CN">
                  <a:latin typeface="Times New Roman" panose="02020603050405020304" pitchFamily="18" charset="0"/>
                </a:rPr>
                <a:t>+</a:t>
              </a:r>
              <a:endParaRPr lang="en-US" altLang="zh-CN" b="0">
                <a:latin typeface="Times New Roman" panose="02020603050405020304" pitchFamily="18" charset="0"/>
              </a:endParaRPr>
            </a:p>
          </p:txBody>
        </p:sp>
        <p:sp>
          <p:nvSpPr>
            <p:cNvPr id="28" name="Text Box 36"/>
            <p:cNvSpPr txBox="1">
              <a:spLocks noChangeArrowheads="1"/>
            </p:cNvSpPr>
            <p:nvPr/>
          </p:nvSpPr>
          <p:spPr bwMode="auto">
            <a:xfrm>
              <a:off x="3165" y="750"/>
              <a:ext cx="212"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eaLnBrk="1" hangingPunct="1"/>
              <a:r>
                <a:rPr lang="en-US" altLang="zh-CN">
                  <a:latin typeface="黑体" panose="02010609060101010101" pitchFamily="49" charset="-122"/>
                  <a:ea typeface="黑体" panose="02010609060101010101" pitchFamily="49" charset="-122"/>
                  <a:sym typeface="Symbol" panose="05050102010706020507" pitchFamily="18" charset="2"/>
                </a:rPr>
                <a:t>-</a:t>
              </a:r>
              <a:endParaRPr lang="en-US" altLang="zh-CN" b="0">
                <a:latin typeface="Times New Roman" panose="02020603050405020304" pitchFamily="18" charset="0"/>
              </a:endParaRPr>
            </a:p>
          </p:txBody>
        </p:sp>
        <p:sp>
          <p:nvSpPr>
            <p:cNvPr id="29" name="Text Box 37"/>
            <p:cNvSpPr txBox="1">
              <a:spLocks noChangeArrowheads="1"/>
            </p:cNvSpPr>
            <p:nvPr/>
          </p:nvSpPr>
          <p:spPr bwMode="auto">
            <a:xfrm>
              <a:off x="5323" y="396"/>
              <a:ext cx="225"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eaLnBrk="1" hangingPunct="1"/>
              <a:r>
                <a:rPr lang="en-US" altLang="zh-CN">
                  <a:latin typeface="Times New Roman" panose="02020603050405020304" pitchFamily="18" charset="0"/>
                </a:rPr>
                <a:t>+</a:t>
              </a:r>
              <a:endParaRPr lang="en-US" altLang="zh-CN" b="0">
                <a:latin typeface="Times New Roman" panose="02020603050405020304" pitchFamily="18" charset="0"/>
              </a:endParaRPr>
            </a:p>
          </p:txBody>
        </p:sp>
        <p:sp>
          <p:nvSpPr>
            <p:cNvPr id="30" name="Text Box 38"/>
            <p:cNvSpPr txBox="1">
              <a:spLocks noChangeArrowheads="1"/>
            </p:cNvSpPr>
            <p:nvPr/>
          </p:nvSpPr>
          <p:spPr bwMode="auto">
            <a:xfrm>
              <a:off x="5344" y="758"/>
              <a:ext cx="212"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eaLnBrk="1" hangingPunct="1"/>
              <a:r>
                <a:rPr lang="en-US" altLang="zh-CN">
                  <a:latin typeface="黑体" panose="02010609060101010101" pitchFamily="49" charset="-122"/>
                  <a:ea typeface="黑体" panose="02010609060101010101" pitchFamily="49" charset="-122"/>
                  <a:sym typeface="Symbol" panose="05050102010706020507" pitchFamily="18" charset="2"/>
                </a:rPr>
                <a:t>-</a:t>
              </a:r>
              <a:endParaRPr lang="en-US" altLang="zh-CN" b="0">
                <a:latin typeface="Times New Roman" panose="02020603050405020304" pitchFamily="18" charset="0"/>
              </a:endParaRPr>
            </a:p>
          </p:txBody>
        </p:sp>
        <p:graphicFrame>
          <p:nvGraphicFramePr>
            <p:cNvPr id="31" name="Object 39"/>
            <p:cNvGraphicFramePr>
              <a:graphicFrameLocks noChangeAspect="1"/>
            </p:cNvGraphicFramePr>
            <p:nvPr/>
          </p:nvGraphicFramePr>
          <p:xfrm>
            <a:off x="3045" y="606"/>
            <a:ext cx="256" cy="290"/>
          </p:xfrm>
          <a:graphic>
            <a:graphicData uri="http://schemas.openxmlformats.org/presentationml/2006/ole">
              <mc:AlternateContent xmlns:mc="http://schemas.openxmlformats.org/markup-compatibility/2006">
                <mc:Choice xmlns:v="urn:schemas-microsoft-com:vml" Requires="v">
                  <p:oleObj spid="_x0000_s146579" name="Equation" r:id="rId13" imgW="203040" imgH="228600" progId="Equation.3">
                    <p:embed/>
                  </p:oleObj>
                </mc:Choice>
                <mc:Fallback>
                  <p:oleObj name="Equation" r:id="rId13" imgW="203040" imgH="228600" progId="Equation.3">
                    <p:embed/>
                    <p:pic>
                      <p:nvPicPr>
                        <p:cNvPr id="30759" name="Object 39"/>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045" y="606"/>
                          <a:ext cx="256" cy="2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2" name="Object 40"/>
            <p:cNvGraphicFramePr>
              <a:graphicFrameLocks noChangeAspect="1"/>
            </p:cNvGraphicFramePr>
            <p:nvPr/>
          </p:nvGraphicFramePr>
          <p:xfrm>
            <a:off x="3399" y="164"/>
            <a:ext cx="208" cy="290"/>
          </p:xfrm>
          <a:graphic>
            <a:graphicData uri="http://schemas.openxmlformats.org/presentationml/2006/ole">
              <mc:AlternateContent xmlns:mc="http://schemas.openxmlformats.org/markup-compatibility/2006">
                <mc:Choice xmlns:v="urn:schemas-microsoft-com:vml" Requires="v">
                  <p:oleObj spid="_x0000_s146580" name="Equation" r:id="rId15" imgW="164880" imgH="228600" progId="Equation.3">
                    <p:embed/>
                  </p:oleObj>
                </mc:Choice>
                <mc:Fallback>
                  <p:oleObj name="Equation" r:id="rId15" imgW="164880" imgH="228600" progId="Equation.3">
                    <p:embed/>
                    <p:pic>
                      <p:nvPicPr>
                        <p:cNvPr id="30760" name="Object 40"/>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399" y="164"/>
                          <a:ext cx="208" cy="2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3" name="Object 41"/>
            <p:cNvGraphicFramePr>
              <a:graphicFrameLocks noChangeAspect="1"/>
            </p:cNvGraphicFramePr>
            <p:nvPr/>
          </p:nvGraphicFramePr>
          <p:xfrm>
            <a:off x="5007" y="162"/>
            <a:ext cx="224" cy="290"/>
          </p:xfrm>
          <a:graphic>
            <a:graphicData uri="http://schemas.openxmlformats.org/presentationml/2006/ole">
              <mc:AlternateContent xmlns:mc="http://schemas.openxmlformats.org/markup-compatibility/2006">
                <mc:Choice xmlns:v="urn:schemas-microsoft-com:vml" Requires="v">
                  <p:oleObj spid="_x0000_s146581" name="Equation" r:id="rId17" imgW="177480" imgH="228600" progId="Equation.3">
                    <p:embed/>
                  </p:oleObj>
                </mc:Choice>
                <mc:Fallback>
                  <p:oleObj name="Equation" r:id="rId17" imgW="177480" imgH="228600" progId="Equation.3">
                    <p:embed/>
                    <p:pic>
                      <p:nvPicPr>
                        <p:cNvPr id="30761" name="Object 41"/>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5007" y="162"/>
                          <a:ext cx="224" cy="2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4" name="Object 42"/>
            <p:cNvGraphicFramePr>
              <a:graphicFrameLocks noChangeAspect="1"/>
            </p:cNvGraphicFramePr>
            <p:nvPr/>
          </p:nvGraphicFramePr>
          <p:xfrm>
            <a:off x="5346" y="588"/>
            <a:ext cx="256" cy="290"/>
          </p:xfrm>
          <a:graphic>
            <a:graphicData uri="http://schemas.openxmlformats.org/presentationml/2006/ole">
              <mc:AlternateContent xmlns:mc="http://schemas.openxmlformats.org/markup-compatibility/2006">
                <mc:Choice xmlns:v="urn:schemas-microsoft-com:vml" Requires="v">
                  <p:oleObj spid="_x0000_s146582" name="Equation" r:id="rId19" imgW="203040" imgH="228600" progId="Equation.3">
                    <p:embed/>
                  </p:oleObj>
                </mc:Choice>
                <mc:Fallback>
                  <p:oleObj name="Equation" r:id="rId19" imgW="203040" imgH="228600" progId="Equation.3">
                    <p:embed/>
                    <p:pic>
                      <p:nvPicPr>
                        <p:cNvPr id="30762" name="Object 42"/>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5346" y="588"/>
                          <a:ext cx="256" cy="2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5" name="Text Box 43"/>
            <p:cNvSpPr txBox="1">
              <a:spLocks noChangeArrowheads="1"/>
            </p:cNvSpPr>
            <p:nvPr/>
          </p:nvSpPr>
          <p:spPr bwMode="auto">
            <a:xfrm>
              <a:off x="4025" y="484"/>
              <a:ext cx="502" cy="51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eaLnBrk="1" hangingPunct="1"/>
              <a:r>
                <a:rPr lang="zh-CN" altLang="en-US">
                  <a:solidFill>
                    <a:srgbClr val="3366FF"/>
                  </a:solidFill>
                  <a:latin typeface="Times New Roman" panose="02020603050405020304" pitchFamily="18" charset="0"/>
                </a:rPr>
                <a:t>线性</a:t>
              </a:r>
            </a:p>
            <a:p>
              <a:pPr algn="l" eaLnBrk="1" hangingPunct="1"/>
              <a:r>
                <a:rPr lang="zh-CN" altLang="en-US">
                  <a:solidFill>
                    <a:srgbClr val="3366FF"/>
                  </a:solidFill>
                  <a:latin typeface="Times New Roman" panose="02020603050405020304" pitchFamily="18" charset="0"/>
                </a:rPr>
                <a:t>无源</a:t>
              </a:r>
              <a:endParaRPr lang="zh-CN" altLang="en-US" b="0">
                <a:latin typeface="Times New Roman" panose="02020603050405020304" pitchFamily="18" charset="0"/>
              </a:endParaRPr>
            </a:p>
          </p:txBody>
        </p:sp>
        <p:sp>
          <p:nvSpPr>
            <p:cNvPr id="36" name="Line 44"/>
            <p:cNvSpPr>
              <a:spLocks noChangeShapeType="1"/>
            </p:cNvSpPr>
            <p:nvPr/>
          </p:nvSpPr>
          <p:spPr bwMode="auto">
            <a:xfrm>
              <a:off x="3503" y="478"/>
              <a:ext cx="216"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7" name="Line 45"/>
            <p:cNvSpPr>
              <a:spLocks noChangeShapeType="1"/>
            </p:cNvSpPr>
            <p:nvPr/>
          </p:nvSpPr>
          <p:spPr bwMode="auto">
            <a:xfrm flipH="1">
              <a:off x="4911" y="462"/>
              <a:ext cx="224"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8" name="Oval 46"/>
            <p:cNvSpPr>
              <a:spLocks noChangeArrowheads="1"/>
            </p:cNvSpPr>
            <p:nvPr/>
          </p:nvSpPr>
          <p:spPr bwMode="auto">
            <a:xfrm>
              <a:off x="5237" y="475"/>
              <a:ext cx="68" cy="68"/>
            </a:xfrm>
            <a:prstGeom prst="ellipse">
              <a:avLst/>
            </a:prstGeom>
            <a:noFill/>
            <a:ln w="19050">
              <a:solidFill>
                <a:schemeClr val="tx1"/>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sp>
          <p:nvSpPr>
            <p:cNvPr id="39" name="Oval 47"/>
            <p:cNvSpPr>
              <a:spLocks noChangeArrowheads="1"/>
            </p:cNvSpPr>
            <p:nvPr/>
          </p:nvSpPr>
          <p:spPr bwMode="auto">
            <a:xfrm>
              <a:off x="5249" y="903"/>
              <a:ext cx="68" cy="68"/>
            </a:xfrm>
            <a:prstGeom prst="ellipse">
              <a:avLst/>
            </a:prstGeom>
            <a:noFill/>
            <a:ln w="19050">
              <a:solidFill>
                <a:schemeClr val="tx1"/>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sp>
          <p:nvSpPr>
            <p:cNvPr id="40" name="Oval 48"/>
            <p:cNvSpPr>
              <a:spLocks noChangeArrowheads="1"/>
            </p:cNvSpPr>
            <p:nvPr/>
          </p:nvSpPr>
          <p:spPr bwMode="auto">
            <a:xfrm>
              <a:off x="3347" y="905"/>
              <a:ext cx="68" cy="68"/>
            </a:xfrm>
            <a:prstGeom prst="ellipse">
              <a:avLst/>
            </a:prstGeom>
            <a:noFill/>
            <a:ln w="19050">
              <a:solidFill>
                <a:schemeClr val="tx1"/>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sp>
          <p:nvSpPr>
            <p:cNvPr id="41" name="Oval 49"/>
            <p:cNvSpPr>
              <a:spLocks noChangeArrowheads="1"/>
            </p:cNvSpPr>
            <p:nvPr/>
          </p:nvSpPr>
          <p:spPr bwMode="auto">
            <a:xfrm>
              <a:off x="3347" y="479"/>
              <a:ext cx="68" cy="68"/>
            </a:xfrm>
            <a:prstGeom prst="ellipse">
              <a:avLst/>
            </a:prstGeom>
            <a:noFill/>
            <a:ln w="19050">
              <a:solidFill>
                <a:schemeClr val="tx1"/>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146442"/>
                                        </p:tgtEl>
                                        <p:attrNameLst>
                                          <p:attrName>style.visibility</p:attrName>
                                        </p:attrNameLst>
                                      </p:cBhvr>
                                      <p:to>
                                        <p:strVal val="visible"/>
                                      </p:to>
                                    </p:set>
                                    <p:anim calcmode="lin" valueType="num">
                                      <p:cBhvr>
                                        <p:cTn id="7" dur="500" fill="hold"/>
                                        <p:tgtEl>
                                          <p:spTgt spid="146442"/>
                                        </p:tgtEl>
                                        <p:attrNameLst>
                                          <p:attrName>ppt_w</p:attrName>
                                        </p:attrNameLst>
                                      </p:cBhvr>
                                      <p:tavLst>
                                        <p:tav tm="0">
                                          <p:val>
                                            <p:fltVal val="0"/>
                                          </p:val>
                                        </p:tav>
                                        <p:tav tm="100000">
                                          <p:val>
                                            <p:strVal val="#ppt_w"/>
                                          </p:val>
                                        </p:tav>
                                      </p:tavLst>
                                    </p:anim>
                                    <p:anim calcmode="lin" valueType="num">
                                      <p:cBhvr>
                                        <p:cTn id="8" dur="500" fill="hold"/>
                                        <p:tgtEl>
                                          <p:spTgt spid="146442"/>
                                        </p:tgtEl>
                                        <p:attrNameLst>
                                          <p:attrName>ppt_h</p:attrName>
                                        </p:attrNameLst>
                                      </p:cBhvr>
                                      <p:tavLst>
                                        <p:tav tm="0">
                                          <p:val>
                                            <p:fltVal val="0"/>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8" fill="hold" nodeType="clickEffect">
                                  <p:stCondLst>
                                    <p:cond delay="0"/>
                                  </p:stCondLst>
                                  <p:childTnLst>
                                    <p:set>
                                      <p:cBhvr>
                                        <p:cTn id="12" dur="1" fill="hold">
                                          <p:stCondLst>
                                            <p:cond delay="0"/>
                                          </p:stCondLst>
                                        </p:cTn>
                                        <p:tgtEl>
                                          <p:spTgt spid="146440"/>
                                        </p:tgtEl>
                                        <p:attrNameLst>
                                          <p:attrName>style.visibility</p:attrName>
                                        </p:attrNameLst>
                                      </p:cBhvr>
                                      <p:to>
                                        <p:strVal val="visible"/>
                                      </p:to>
                                    </p:set>
                                    <p:animEffect transition="in" filter="wipe(left)">
                                      <p:cBhvr>
                                        <p:cTn id="13" dur="500"/>
                                        <p:tgtEl>
                                          <p:spTgt spid="146440"/>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8" fill="hold" nodeType="clickEffect">
                                  <p:stCondLst>
                                    <p:cond delay="0"/>
                                  </p:stCondLst>
                                  <p:childTnLst>
                                    <p:set>
                                      <p:cBhvr>
                                        <p:cTn id="17" dur="1" fill="hold">
                                          <p:stCondLst>
                                            <p:cond delay="0"/>
                                          </p:stCondLst>
                                        </p:cTn>
                                        <p:tgtEl>
                                          <p:spTgt spid="146437"/>
                                        </p:tgtEl>
                                        <p:attrNameLst>
                                          <p:attrName>style.visibility</p:attrName>
                                        </p:attrNameLst>
                                      </p:cBhvr>
                                      <p:to>
                                        <p:strVal val="visible"/>
                                      </p:to>
                                    </p:set>
                                    <p:animEffect transition="in" filter="wipe(left)">
                                      <p:cBhvr>
                                        <p:cTn id="18" dur="500"/>
                                        <p:tgtEl>
                                          <p:spTgt spid="146437"/>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46441">
                                            <p:txEl>
                                              <p:pRg st="0" end="0"/>
                                            </p:txEl>
                                          </p:spTgt>
                                        </p:tgtEl>
                                        <p:attrNameLst>
                                          <p:attrName>style.visibility</p:attrName>
                                        </p:attrNameLst>
                                      </p:cBhvr>
                                      <p:to>
                                        <p:strVal val="visible"/>
                                      </p:to>
                                    </p:set>
                                    <p:animEffect transition="in" filter="wipe(left)">
                                      <p:cBhvr>
                                        <p:cTn id="23" dur="500"/>
                                        <p:tgtEl>
                                          <p:spTgt spid="146441">
                                            <p:txEl>
                                              <p:pRg st="0" end="0"/>
                                            </p:txEl>
                                          </p:spTgt>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 presetClass="entr" presetSubtype="8" fill="hold" grpId="0" nodeType="clickEffect">
                                  <p:stCondLst>
                                    <p:cond delay="0"/>
                                  </p:stCondLst>
                                  <p:childTnLst>
                                    <p:set>
                                      <p:cBhvr>
                                        <p:cTn id="27" dur="1" fill="hold">
                                          <p:stCondLst>
                                            <p:cond delay="0"/>
                                          </p:stCondLst>
                                        </p:cTn>
                                        <p:tgtEl>
                                          <p:spTgt spid="146451">
                                            <p:txEl>
                                              <p:pRg st="0" end="0"/>
                                            </p:txEl>
                                          </p:spTgt>
                                        </p:tgtEl>
                                        <p:attrNameLst>
                                          <p:attrName>style.visibility</p:attrName>
                                        </p:attrNameLst>
                                      </p:cBhvr>
                                      <p:to>
                                        <p:strVal val="visible"/>
                                      </p:to>
                                    </p:set>
                                    <p:anim calcmode="lin" valueType="num">
                                      <p:cBhvr additive="base">
                                        <p:cTn id="28" dur="500" fill="hold"/>
                                        <p:tgtEl>
                                          <p:spTgt spid="146451">
                                            <p:txEl>
                                              <p:pRg st="0" end="0"/>
                                            </p:txEl>
                                          </p:spTgt>
                                        </p:tgtEl>
                                        <p:attrNameLst>
                                          <p:attrName>ppt_x</p:attrName>
                                        </p:attrNameLst>
                                      </p:cBhvr>
                                      <p:tavLst>
                                        <p:tav tm="0">
                                          <p:val>
                                            <p:strVal val="0-#ppt_w/2"/>
                                          </p:val>
                                        </p:tav>
                                        <p:tav tm="100000">
                                          <p:val>
                                            <p:strVal val="#ppt_x"/>
                                          </p:val>
                                        </p:tav>
                                      </p:tavLst>
                                    </p:anim>
                                    <p:anim calcmode="lin" valueType="num">
                                      <p:cBhvr additive="base">
                                        <p:cTn id="29" dur="500" fill="hold"/>
                                        <p:tgtEl>
                                          <p:spTgt spid="14645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30" fill="hold" nodeType="clickPar">
                      <p:stCondLst>
                        <p:cond delay="indefinite"/>
                      </p:stCondLst>
                      <p:childTnLst>
                        <p:par>
                          <p:cTn id="31" fill="hold" nodeType="withGroup">
                            <p:stCondLst>
                              <p:cond delay="0"/>
                            </p:stCondLst>
                            <p:childTnLst>
                              <p:par>
                                <p:cTn id="32" presetID="2" presetClass="entr" presetSubtype="4" fill="hold" nodeType="clickEffect">
                                  <p:stCondLst>
                                    <p:cond delay="0"/>
                                  </p:stCondLst>
                                  <p:childTnLst>
                                    <p:set>
                                      <p:cBhvr>
                                        <p:cTn id="33" dur="1" fill="hold">
                                          <p:stCondLst>
                                            <p:cond delay="0"/>
                                          </p:stCondLst>
                                        </p:cTn>
                                        <p:tgtEl>
                                          <p:spTgt spid="146443"/>
                                        </p:tgtEl>
                                        <p:attrNameLst>
                                          <p:attrName>style.visibility</p:attrName>
                                        </p:attrNameLst>
                                      </p:cBhvr>
                                      <p:to>
                                        <p:strVal val="visible"/>
                                      </p:to>
                                    </p:set>
                                    <p:anim calcmode="lin" valueType="num">
                                      <p:cBhvr additive="base">
                                        <p:cTn id="34" dur="500" fill="hold"/>
                                        <p:tgtEl>
                                          <p:spTgt spid="146443"/>
                                        </p:tgtEl>
                                        <p:attrNameLst>
                                          <p:attrName>ppt_x</p:attrName>
                                        </p:attrNameLst>
                                      </p:cBhvr>
                                      <p:tavLst>
                                        <p:tav tm="0">
                                          <p:val>
                                            <p:strVal val="#ppt_x"/>
                                          </p:val>
                                        </p:tav>
                                        <p:tav tm="100000">
                                          <p:val>
                                            <p:strVal val="#ppt_x"/>
                                          </p:val>
                                        </p:tav>
                                      </p:tavLst>
                                    </p:anim>
                                    <p:anim calcmode="lin" valueType="num">
                                      <p:cBhvr additive="base">
                                        <p:cTn id="35" dur="500" fill="hold"/>
                                        <p:tgtEl>
                                          <p:spTgt spid="146443"/>
                                        </p:tgtEl>
                                        <p:attrNameLst>
                                          <p:attrName>ppt_y</p:attrName>
                                        </p:attrNameLst>
                                      </p:cBhvr>
                                      <p:tavLst>
                                        <p:tav tm="0">
                                          <p:val>
                                            <p:strVal val="1+#ppt_h/2"/>
                                          </p:val>
                                        </p:tav>
                                        <p:tav tm="100000">
                                          <p:val>
                                            <p:strVal val="#ppt_y"/>
                                          </p:val>
                                        </p:tav>
                                      </p:tavLst>
                                    </p:anim>
                                  </p:childTnLst>
                                </p:cTn>
                              </p:par>
                            </p:childTnLst>
                          </p:cTn>
                        </p:par>
                      </p:childTnLst>
                    </p:cTn>
                  </p:par>
                  <p:par>
                    <p:cTn id="36" fill="hold" nodeType="clickPar">
                      <p:stCondLst>
                        <p:cond delay="indefinite"/>
                      </p:stCondLst>
                      <p:childTnLst>
                        <p:par>
                          <p:cTn id="37" fill="hold" nodeType="withGroup">
                            <p:stCondLst>
                              <p:cond delay="0"/>
                            </p:stCondLst>
                            <p:childTnLst>
                              <p:par>
                                <p:cTn id="38" presetID="2" presetClass="entr" presetSubtype="4" fill="hold" nodeType="clickEffect">
                                  <p:stCondLst>
                                    <p:cond delay="0"/>
                                  </p:stCondLst>
                                  <p:childTnLst>
                                    <p:set>
                                      <p:cBhvr>
                                        <p:cTn id="39" dur="1" fill="hold">
                                          <p:stCondLst>
                                            <p:cond delay="0"/>
                                          </p:stCondLst>
                                        </p:cTn>
                                        <p:tgtEl>
                                          <p:spTgt spid="146444"/>
                                        </p:tgtEl>
                                        <p:attrNameLst>
                                          <p:attrName>style.visibility</p:attrName>
                                        </p:attrNameLst>
                                      </p:cBhvr>
                                      <p:to>
                                        <p:strVal val="visible"/>
                                      </p:to>
                                    </p:set>
                                    <p:anim calcmode="lin" valueType="num">
                                      <p:cBhvr additive="base">
                                        <p:cTn id="40" dur="500" fill="hold"/>
                                        <p:tgtEl>
                                          <p:spTgt spid="146444"/>
                                        </p:tgtEl>
                                        <p:attrNameLst>
                                          <p:attrName>ppt_x</p:attrName>
                                        </p:attrNameLst>
                                      </p:cBhvr>
                                      <p:tavLst>
                                        <p:tav tm="0">
                                          <p:val>
                                            <p:strVal val="#ppt_x"/>
                                          </p:val>
                                        </p:tav>
                                        <p:tav tm="100000">
                                          <p:val>
                                            <p:strVal val="#ppt_x"/>
                                          </p:val>
                                        </p:tav>
                                      </p:tavLst>
                                    </p:anim>
                                    <p:anim calcmode="lin" valueType="num">
                                      <p:cBhvr additive="base">
                                        <p:cTn id="41" dur="500" fill="hold"/>
                                        <p:tgtEl>
                                          <p:spTgt spid="14644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6441" grpId="0" build="p" autoUpdateAnimBg="0"/>
      <p:bldP spid="146442" grpId="0" autoUpdateAnimBg="0"/>
      <p:bldP spid="146451" grpId="0" build="p"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Text Box 2"/>
          <p:cNvSpPr txBox="1">
            <a:spLocks noChangeArrowheads="1"/>
          </p:cNvSpPr>
          <p:nvPr/>
        </p:nvSpPr>
        <p:spPr bwMode="auto">
          <a:xfrm>
            <a:off x="908050" y="342900"/>
            <a:ext cx="31623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spcBef>
                <a:spcPct val="50000"/>
              </a:spcBef>
            </a:pPr>
            <a:r>
              <a:rPr lang="en-US" altLang="zh-CN" i="1">
                <a:solidFill>
                  <a:srgbClr val="0000CC"/>
                </a:solidFill>
                <a:latin typeface="Times New Roman" panose="02020603050405020304" pitchFamily="18" charset="0"/>
              </a:rPr>
              <a:t>Y</a:t>
            </a:r>
            <a:r>
              <a:rPr lang="zh-CN" altLang="en-US">
                <a:solidFill>
                  <a:srgbClr val="0000CC"/>
                </a:solidFill>
                <a:latin typeface="Times New Roman" panose="02020603050405020304" pitchFamily="18" charset="0"/>
              </a:rPr>
              <a:t>参数的实验测定  </a:t>
            </a:r>
          </a:p>
        </p:txBody>
      </p:sp>
      <p:graphicFrame>
        <p:nvGraphicFramePr>
          <p:cNvPr id="147460" name="Object 4"/>
          <p:cNvGraphicFramePr>
            <a:graphicFrameLocks noChangeAspect="1"/>
          </p:cNvGraphicFramePr>
          <p:nvPr/>
        </p:nvGraphicFramePr>
        <p:xfrm>
          <a:off x="1306513" y="4005263"/>
          <a:ext cx="2201862" cy="915987"/>
        </p:xfrm>
        <a:graphic>
          <a:graphicData uri="http://schemas.openxmlformats.org/presentationml/2006/ole">
            <mc:AlternateContent xmlns:mc="http://schemas.openxmlformats.org/markup-compatibility/2006">
              <mc:Choice xmlns:v="urn:schemas-microsoft-com:vml" Requires="v">
                <p:oleObj spid="_x0000_s178260" name="公式" r:id="rId3" imgW="863280" imgH="457200" progId="Equation.3">
                  <p:embed/>
                </p:oleObj>
              </mc:Choice>
              <mc:Fallback>
                <p:oleObj name="公式" r:id="rId3" imgW="863280" imgH="4572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06513" y="4005263"/>
                        <a:ext cx="2201862" cy="915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7461" name="Object 5"/>
          <p:cNvGraphicFramePr>
            <a:graphicFrameLocks noChangeAspect="1"/>
          </p:cNvGraphicFramePr>
          <p:nvPr/>
        </p:nvGraphicFramePr>
        <p:xfrm>
          <a:off x="1268413" y="4972050"/>
          <a:ext cx="2203450" cy="915988"/>
        </p:xfrm>
        <a:graphic>
          <a:graphicData uri="http://schemas.openxmlformats.org/presentationml/2006/ole">
            <mc:AlternateContent xmlns:mc="http://schemas.openxmlformats.org/markup-compatibility/2006">
              <mc:Choice xmlns:v="urn:schemas-microsoft-com:vml" Requires="v">
                <p:oleObj spid="_x0000_s178261" name="公式" r:id="rId5" imgW="863280" imgH="457200" progId="Equation.3">
                  <p:embed/>
                </p:oleObj>
              </mc:Choice>
              <mc:Fallback>
                <p:oleObj name="公式" r:id="rId5" imgW="863280" imgH="457200" progId="Equation.3">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68413" y="4972050"/>
                        <a:ext cx="2203450" cy="915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7498" name="Text Box 42"/>
          <p:cNvSpPr txBox="1">
            <a:spLocks noChangeArrowheads="1"/>
          </p:cNvSpPr>
          <p:nvPr/>
        </p:nvSpPr>
        <p:spPr bwMode="auto">
          <a:xfrm>
            <a:off x="3778250" y="4002088"/>
            <a:ext cx="2247900" cy="8223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eaLnBrk="1" hangingPunct="1"/>
            <a:r>
              <a:rPr lang="en-US" altLang="zh-CN">
                <a:latin typeface="Times New Roman" panose="02020603050405020304" pitchFamily="18" charset="0"/>
                <a:ea typeface="黑体" panose="02010609060101010101" pitchFamily="49" charset="-122"/>
              </a:rPr>
              <a:t>2</a:t>
            </a:r>
            <a:r>
              <a:rPr lang="en-US" altLang="zh-CN" b="0">
                <a:latin typeface="黑体" panose="02010609060101010101" pitchFamily="49" charset="-122"/>
                <a:ea typeface="黑体" panose="02010609060101010101" pitchFamily="49" charset="-122"/>
              </a:rPr>
              <a:t>-</a:t>
            </a:r>
            <a:r>
              <a:rPr lang="en-US" altLang="zh-CN">
                <a:latin typeface="Times New Roman" panose="02020603050405020304" pitchFamily="18" charset="0"/>
                <a:ea typeface="黑体" panose="02010609060101010101" pitchFamily="49" charset="-122"/>
              </a:rPr>
              <a:t>2</a:t>
            </a:r>
            <a:r>
              <a:rPr lang="en-US" altLang="zh-CN">
                <a:latin typeface="Times New Roman" panose="02020603050405020304" pitchFamily="18" charset="0"/>
                <a:ea typeface="黑体" panose="02010609060101010101" pitchFamily="49" charset="-122"/>
                <a:sym typeface="Symbol" panose="05050102010706020507" pitchFamily="18" charset="2"/>
              </a:rPr>
              <a:t>  </a:t>
            </a:r>
            <a:r>
              <a:rPr lang="zh-CN" altLang="en-US">
                <a:latin typeface="Times New Roman" panose="02020603050405020304" pitchFamily="18" charset="0"/>
                <a:sym typeface="Symbol" panose="05050102010706020507" pitchFamily="18" charset="2"/>
              </a:rPr>
              <a:t>短路</a:t>
            </a:r>
          </a:p>
          <a:p>
            <a:pPr algn="l" eaLnBrk="1" hangingPunct="1"/>
            <a:r>
              <a:rPr lang="en-US" altLang="zh-CN">
                <a:latin typeface="Times New Roman" panose="02020603050405020304" pitchFamily="18" charset="0"/>
                <a:ea typeface="黑体" panose="02010609060101010101" pitchFamily="49" charset="-122"/>
              </a:rPr>
              <a:t>1</a:t>
            </a:r>
            <a:r>
              <a:rPr lang="en-US" altLang="zh-CN" b="0">
                <a:latin typeface="黑体" panose="02010609060101010101" pitchFamily="49" charset="-122"/>
                <a:ea typeface="黑体" panose="02010609060101010101" pitchFamily="49" charset="-122"/>
              </a:rPr>
              <a:t>-</a:t>
            </a:r>
            <a:r>
              <a:rPr lang="en-US" altLang="zh-CN">
                <a:latin typeface="Times New Roman" panose="02020603050405020304" pitchFamily="18" charset="0"/>
                <a:ea typeface="黑体" panose="02010609060101010101" pitchFamily="49" charset="-122"/>
              </a:rPr>
              <a:t>1</a:t>
            </a:r>
            <a:r>
              <a:rPr lang="en-US" altLang="zh-CN">
                <a:latin typeface="Times New Roman" panose="02020603050405020304" pitchFamily="18" charset="0"/>
                <a:ea typeface="黑体" panose="02010609060101010101" pitchFamily="49" charset="-122"/>
                <a:sym typeface="Symbol" panose="05050102010706020507" pitchFamily="18" charset="2"/>
              </a:rPr>
              <a:t></a:t>
            </a:r>
            <a:r>
              <a:rPr lang="zh-CN" altLang="en-US">
                <a:solidFill>
                  <a:srgbClr val="FF0000"/>
                </a:solidFill>
                <a:latin typeface="Times New Roman" panose="02020603050405020304" pitchFamily="18" charset="0"/>
              </a:rPr>
              <a:t>入端导纳    </a:t>
            </a:r>
          </a:p>
        </p:txBody>
      </p:sp>
      <p:sp>
        <p:nvSpPr>
          <p:cNvPr id="147500" name="Text Box 44"/>
          <p:cNvSpPr txBox="1">
            <a:spLocks noChangeArrowheads="1"/>
          </p:cNvSpPr>
          <p:nvPr/>
        </p:nvSpPr>
        <p:spPr bwMode="auto">
          <a:xfrm>
            <a:off x="3911600" y="5064125"/>
            <a:ext cx="1866900" cy="8223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eaLnBrk="1" hangingPunct="1"/>
            <a:r>
              <a:rPr lang="en-US" altLang="zh-CN">
                <a:latin typeface="Times New Roman" panose="02020603050405020304" pitchFamily="18" charset="0"/>
                <a:ea typeface="黑体" panose="02010609060101010101" pitchFamily="49" charset="-122"/>
              </a:rPr>
              <a:t>2</a:t>
            </a:r>
            <a:r>
              <a:rPr lang="en-US" altLang="zh-CN" b="0">
                <a:latin typeface="黑体" panose="02010609060101010101" pitchFamily="49" charset="-122"/>
                <a:ea typeface="黑体" panose="02010609060101010101" pitchFamily="49" charset="-122"/>
              </a:rPr>
              <a:t>-</a:t>
            </a:r>
            <a:r>
              <a:rPr lang="en-US" altLang="zh-CN">
                <a:latin typeface="Times New Roman" panose="02020603050405020304" pitchFamily="18" charset="0"/>
                <a:ea typeface="黑体" panose="02010609060101010101" pitchFamily="49" charset="-122"/>
              </a:rPr>
              <a:t>2</a:t>
            </a:r>
            <a:r>
              <a:rPr lang="en-US" altLang="zh-CN">
                <a:latin typeface="Times New Roman" panose="02020603050405020304" pitchFamily="18" charset="0"/>
                <a:ea typeface="黑体" panose="02010609060101010101" pitchFamily="49" charset="-122"/>
                <a:sym typeface="Symbol" panose="05050102010706020507" pitchFamily="18" charset="2"/>
              </a:rPr>
              <a:t>  </a:t>
            </a:r>
            <a:r>
              <a:rPr lang="zh-CN" altLang="en-US">
                <a:latin typeface="Times New Roman" panose="02020603050405020304" pitchFamily="18" charset="0"/>
                <a:sym typeface="Symbol" panose="05050102010706020507" pitchFamily="18" charset="2"/>
              </a:rPr>
              <a:t>短路</a:t>
            </a:r>
          </a:p>
          <a:p>
            <a:pPr algn="l" eaLnBrk="1" hangingPunct="1"/>
            <a:r>
              <a:rPr lang="zh-CN" altLang="en-US">
                <a:solidFill>
                  <a:srgbClr val="FF0000"/>
                </a:solidFill>
                <a:latin typeface="Times New Roman" panose="02020603050405020304" pitchFamily="18" charset="0"/>
              </a:rPr>
              <a:t>转移导纳      </a:t>
            </a:r>
          </a:p>
        </p:txBody>
      </p:sp>
      <p:grpSp>
        <p:nvGrpSpPr>
          <p:cNvPr id="147566" name="Group 110"/>
          <p:cNvGrpSpPr>
            <a:grpSpLocks/>
          </p:cNvGrpSpPr>
          <p:nvPr/>
        </p:nvGrpSpPr>
        <p:grpSpPr bwMode="auto">
          <a:xfrm>
            <a:off x="4414838" y="1930400"/>
            <a:ext cx="3609975" cy="2009775"/>
            <a:chOff x="3277" y="412"/>
            <a:chExt cx="2274" cy="1266"/>
          </a:xfrm>
        </p:grpSpPr>
        <p:sp>
          <p:nvSpPr>
            <p:cNvPr id="147517" name="Line 61"/>
            <p:cNvSpPr>
              <a:spLocks noChangeShapeType="1"/>
            </p:cNvSpPr>
            <p:nvPr/>
          </p:nvSpPr>
          <p:spPr bwMode="auto">
            <a:xfrm>
              <a:off x="3719" y="768"/>
              <a:ext cx="1824"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7518" name="Line 62"/>
            <p:cNvSpPr>
              <a:spLocks noChangeShapeType="1"/>
            </p:cNvSpPr>
            <p:nvPr/>
          </p:nvSpPr>
          <p:spPr bwMode="auto">
            <a:xfrm>
              <a:off x="3719" y="1200"/>
              <a:ext cx="1832"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7519" name="Rectangle 63"/>
            <p:cNvSpPr>
              <a:spLocks noChangeArrowheads="1"/>
            </p:cNvSpPr>
            <p:nvPr/>
          </p:nvSpPr>
          <p:spPr bwMode="auto">
            <a:xfrm>
              <a:off x="4151" y="672"/>
              <a:ext cx="864" cy="624"/>
            </a:xfrm>
            <a:prstGeom prst="rect">
              <a:avLst/>
            </a:prstGeom>
            <a:solidFill>
              <a:srgbClr val="F9FFE1"/>
            </a:solidFill>
            <a:ln w="31750">
              <a:solidFill>
                <a:schemeClr val="tx1"/>
              </a:solidFill>
              <a:miter lim="800000"/>
              <a:headEnd/>
              <a:tailEnd/>
            </a:ln>
          </p:spPr>
          <p:txBody>
            <a:bodyPr wrap="none" anchor="ctr"/>
            <a:lstStyle/>
            <a:p>
              <a:endParaRPr lang="zh-CN" altLang="en-US"/>
            </a:p>
          </p:txBody>
        </p:sp>
        <p:sp>
          <p:nvSpPr>
            <p:cNvPr id="147520" name="Text Box 64"/>
            <p:cNvSpPr txBox="1">
              <a:spLocks noChangeArrowheads="1"/>
            </p:cNvSpPr>
            <p:nvPr/>
          </p:nvSpPr>
          <p:spPr bwMode="auto">
            <a:xfrm>
              <a:off x="3462" y="692"/>
              <a:ext cx="225"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eaLnBrk="1" hangingPunct="1"/>
              <a:r>
                <a:rPr lang="en-US" altLang="zh-CN">
                  <a:latin typeface="Times New Roman" panose="02020603050405020304" pitchFamily="18" charset="0"/>
                </a:rPr>
                <a:t>+</a:t>
              </a:r>
              <a:endParaRPr lang="en-US" altLang="zh-CN" b="0">
                <a:latin typeface="Times New Roman" panose="02020603050405020304" pitchFamily="18" charset="0"/>
              </a:endParaRPr>
            </a:p>
          </p:txBody>
        </p:sp>
        <p:sp>
          <p:nvSpPr>
            <p:cNvPr id="147521" name="Text Box 65"/>
            <p:cNvSpPr txBox="1">
              <a:spLocks noChangeArrowheads="1"/>
            </p:cNvSpPr>
            <p:nvPr/>
          </p:nvSpPr>
          <p:spPr bwMode="auto">
            <a:xfrm>
              <a:off x="3469" y="1000"/>
              <a:ext cx="212"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eaLnBrk="1" hangingPunct="1"/>
              <a:r>
                <a:rPr lang="en-US" altLang="zh-CN">
                  <a:latin typeface="黑体" panose="02010609060101010101" pitchFamily="49" charset="-122"/>
                  <a:ea typeface="黑体" panose="02010609060101010101" pitchFamily="49" charset="-122"/>
                  <a:sym typeface="Symbol" panose="05050102010706020507" pitchFamily="18" charset="2"/>
                </a:rPr>
                <a:t>-</a:t>
              </a:r>
              <a:endParaRPr lang="en-US" altLang="zh-CN" b="0">
                <a:latin typeface="Times New Roman" panose="02020603050405020304" pitchFamily="18" charset="0"/>
              </a:endParaRPr>
            </a:p>
          </p:txBody>
        </p:sp>
        <p:sp>
          <p:nvSpPr>
            <p:cNvPr id="147524" name="Oval 68"/>
            <p:cNvSpPr>
              <a:spLocks noChangeArrowheads="1"/>
            </p:cNvSpPr>
            <p:nvPr/>
          </p:nvSpPr>
          <p:spPr bwMode="auto">
            <a:xfrm>
              <a:off x="3608" y="873"/>
              <a:ext cx="227" cy="227"/>
            </a:xfrm>
            <a:prstGeom prst="ellipse">
              <a:avLst/>
            </a:prstGeom>
            <a:solidFill>
              <a:schemeClr val="accent1"/>
            </a:solidFill>
            <a:ln w="31750">
              <a:solidFill>
                <a:schemeClr val="tx1"/>
              </a:solidFill>
              <a:round/>
              <a:headEnd/>
              <a:tailEnd/>
            </a:ln>
          </p:spPr>
          <p:txBody>
            <a:bodyPr wrap="none" anchor="ctr"/>
            <a:lstStyle/>
            <a:p>
              <a:endParaRPr lang="zh-CN" altLang="en-US"/>
            </a:p>
          </p:txBody>
        </p:sp>
        <p:graphicFrame>
          <p:nvGraphicFramePr>
            <p:cNvPr id="147525" name="Object 69"/>
            <p:cNvGraphicFramePr>
              <a:graphicFrameLocks noChangeAspect="1"/>
            </p:cNvGraphicFramePr>
            <p:nvPr/>
          </p:nvGraphicFramePr>
          <p:xfrm>
            <a:off x="3277" y="760"/>
            <a:ext cx="256" cy="289"/>
          </p:xfrm>
          <a:graphic>
            <a:graphicData uri="http://schemas.openxmlformats.org/presentationml/2006/ole">
              <mc:AlternateContent xmlns:mc="http://schemas.openxmlformats.org/markup-compatibility/2006">
                <mc:Choice xmlns:v="urn:schemas-microsoft-com:vml" Requires="v">
                  <p:oleObj spid="_x0000_s178262" name="Equation" r:id="rId7" imgW="203040" imgH="228600" progId="Equation.3">
                    <p:embed/>
                  </p:oleObj>
                </mc:Choice>
                <mc:Fallback>
                  <p:oleObj name="Equation" r:id="rId7" imgW="203040" imgH="228600" progId="Equation.3">
                    <p:embed/>
                    <p:pic>
                      <p:nvPicPr>
                        <p:cNvPr id="0" name="Object 6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277" y="760"/>
                          <a:ext cx="256" cy="28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7526" name="Object 70"/>
            <p:cNvGraphicFramePr>
              <a:graphicFrameLocks noChangeAspect="1"/>
            </p:cNvGraphicFramePr>
            <p:nvPr/>
          </p:nvGraphicFramePr>
          <p:xfrm>
            <a:off x="3703" y="414"/>
            <a:ext cx="208" cy="289"/>
          </p:xfrm>
          <a:graphic>
            <a:graphicData uri="http://schemas.openxmlformats.org/presentationml/2006/ole">
              <mc:AlternateContent xmlns:mc="http://schemas.openxmlformats.org/markup-compatibility/2006">
                <mc:Choice xmlns:v="urn:schemas-microsoft-com:vml" Requires="v">
                  <p:oleObj spid="_x0000_s178263" name="Equation" r:id="rId9" imgW="164880" imgH="228600" progId="Equation.3">
                    <p:embed/>
                  </p:oleObj>
                </mc:Choice>
                <mc:Fallback>
                  <p:oleObj name="Equation" r:id="rId9" imgW="164880" imgH="228600" progId="Equation.3">
                    <p:embed/>
                    <p:pic>
                      <p:nvPicPr>
                        <p:cNvPr id="0" name="Object 7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703" y="414"/>
                          <a:ext cx="208" cy="28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7527" name="Object 71"/>
            <p:cNvGraphicFramePr>
              <a:graphicFrameLocks noChangeAspect="1"/>
            </p:cNvGraphicFramePr>
            <p:nvPr/>
          </p:nvGraphicFramePr>
          <p:xfrm>
            <a:off x="5311" y="412"/>
            <a:ext cx="224" cy="290"/>
          </p:xfrm>
          <a:graphic>
            <a:graphicData uri="http://schemas.openxmlformats.org/presentationml/2006/ole">
              <mc:AlternateContent xmlns:mc="http://schemas.openxmlformats.org/markup-compatibility/2006">
                <mc:Choice xmlns:v="urn:schemas-microsoft-com:vml" Requires="v">
                  <p:oleObj spid="_x0000_s178264" name="Equation" r:id="rId11" imgW="177480" imgH="228600" progId="Equation.3">
                    <p:embed/>
                  </p:oleObj>
                </mc:Choice>
                <mc:Fallback>
                  <p:oleObj name="Equation" r:id="rId11" imgW="177480" imgH="228600" progId="Equation.3">
                    <p:embed/>
                    <p:pic>
                      <p:nvPicPr>
                        <p:cNvPr id="0" name="Object 7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311" y="412"/>
                          <a:ext cx="224" cy="2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7529" name="Line 73"/>
            <p:cNvSpPr>
              <a:spLocks noChangeShapeType="1"/>
            </p:cNvSpPr>
            <p:nvPr/>
          </p:nvSpPr>
          <p:spPr bwMode="auto">
            <a:xfrm>
              <a:off x="3719" y="772"/>
              <a:ext cx="0" cy="444"/>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7531" name="Line 75"/>
            <p:cNvSpPr>
              <a:spLocks noChangeShapeType="1"/>
            </p:cNvSpPr>
            <p:nvPr/>
          </p:nvSpPr>
          <p:spPr bwMode="auto">
            <a:xfrm>
              <a:off x="5551" y="768"/>
              <a:ext cx="0" cy="444"/>
            </a:xfrm>
            <a:prstGeom prst="line">
              <a:avLst/>
            </a:prstGeom>
            <a:noFill/>
            <a:ln w="3175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7532" name="Text Box 76"/>
            <p:cNvSpPr txBox="1">
              <a:spLocks noChangeArrowheads="1"/>
            </p:cNvSpPr>
            <p:nvPr/>
          </p:nvSpPr>
          <p:spPr bwMode="auto">
            <a:xfrm>
              <a:off x="4329" y="734"/>
              <a:ext cx="502" cy="51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eaLnBrk="1" hangingPunct="1"/>
              <a:r>
                <a:rPr lang="zh-CN" altLang="en-US">
                  <a:solidFill>
                    <a:srgbClr val="3366FF"/>
                  </a:solidFill>
                  <a:latin typeface="Times New Roman" panose="02020603050405020304" pitchFamily="18" charset="0"/>
                </a:rPr>
                <a:t>线性</a:t>
              </a:r>
            </a:p>
            <a:p>
              <a:pPr algn="l" eaLnBrk="1" hangingPunct="1"/>
              <a:r>
                <a:rPr lang="zh-CN" altLang="en-US">
                  <a:solidFill>
                    <a:srgbClr val="3366FF"/>
                  </a:solidFill>
                  <a:latin typeface="Times New Roman" panose="02020603050405020304" pitchFamily="18" charset="0"/>
                </a:rPr>
                <a:t>无源</a:t>
              </a:r>
              <a:endParaRPr lang="zh-CN" altLang="en-US" b="0">
                <a:latin typeface="Times New Roman" panose="02020603050405020304" pitchFamily="18" charset="0"/>
              </a:endParaRPr>
            </a:p>
          </p:txBody>
        </p:sp>
        <p:sp>
          <p:nvSpPr>
            <p:cNvPr id="147552" name="Line 96"/>
            <p:cNvSpPr>
              <a:spLocks noChangeShapeType="1"/>
            </p:cNvSpPr>
            <p:nvPr/>
          </p:nvSpPr>
          <p:spPr bwMode="auto">
            <a:xfrm>
              <a:off x="3776" y="732"/>
              <a:ext cx="248"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47553" name="Line 97"/>
            <p:cNvSpPr>
              <a:spLocks noChangeShapeType="1"/>
            </p:cNvSpPr>
            <p:nvPr/>
          </p:nvSpPr>
          <p:spPr bwMode="auto">
            <a:xfrm flipH="1">
              <a:off x="5208" y="732"/>
              <a:ext cx="256"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47560" name="Text Box 104"/>
            <p:cNvSpPr txBox="1">
              <a:spLocks noChangeArrowheads="1"/>
            </p:cNvSpPr>
            <p:nvPr/>
          </p:nvSpPr>
          <p:spPr bwMode="auto">
            <a:xfrm>
              <a:off x="3830" y="1390"/>
              <a:ext cx="1412" cy="288"/>
            </a:xfrm>
            <a:prstGeom prst="rect">
              <a:avLst/>
            </a:prstGeom>
            <a:noFill/>
            <a:ln>
              <a:noFill/>
            </a:ln>
            <a:effectLst/>
            <a:extLst>
              <a:ext uri="{909E8E84-426E-40DD-AFC4-6F175D3DCCD1}">
                <a14:hiddenFill xmlns:a14="http://schemas.microsoft.com/office/drawing/2010/main">
                  <a:solidFill>
                    <a:srgbClr val="FFFFCC">
                      <a:alpha val="50000"/>
                    </a:srgbClr>
                  </a:solidFill>
                </a14:hiddenFill>
              </a:ext>
              <a:ext uri="{91240B29-F687-4F45-9708-019B960494DF}">
                <a14:hiddenLine xmlns:a14="http://schemas.microsoft.com/office/drawing/2010/main" w="31750">
                  <a:solidFill>
                    <a:schemeClr val="tx1"/>
                  </a:solidFill>
                  <a:miter lim="800000"/>
                  <a:headEnd/>
                  <a:tailEnd type="none" w="med"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spAutoFit/>
            </a:bodyPr>
            <a:lstStyle/>
            <a:p>
              <a:r>
                <a:rPr lang="en-US" altLang="zh-CN">
                  <a:latin typeface="Times New Roman" panose="02020603050405020304" pitchFamily="18" charset="0"/>
                  <a:ea typeface="黑体" panose="02010609060101010101" pitchFamily="49" charset="-122"/>
                </a:rPr>
                <a:t>      2</a:t>
              </a:r>
              <a:r>
                <a:rPr lang="en-US" altLang="zh-CN" b="0">
                  <a:latin typeface="黑体" panose="02010609060101010101" pitchFamily="49" charset="-122"/>
                  <a:ea typeface="黑体" panose="02010609060101010101" pitchFamily="49" charset="-122"/>
                </a:rPr>
                <a:t>-</a:t>
              </a:r>
              <a:r>
                <a:rPr lang="en-US" altLang="zh-CN">
                  <a:latin typeface="Times New Roman" panose="02020603050405020304" pitchFamily="18" charset="0"/>
                  <a:ea typeface="黑体" panose="02010609060101010101" pitchFamily="49" charset="-122"/>
                </a:rPr>
                <a:t>2</a:t>
              </a:r>
              <a:r>
                <a:rPr lang="en-US" altLang="zh-CN">
                  <a:latin typeface="Times New Roman" panose="02020603050405020304" pitchFamily="18" charset="0"/>
                  <a:ea typeface="黑体" panose="02010609060101010101" pitchFamily="49" charset="-122"/>
                  <a:sym typeface="Symbol" panose="05050102010706020507" pitchFamily="18" charset="2"/>
                </a:rPr>
                <a:t>  </a:t>
              </a:r>
              <a:r>
                <a:rPr lang="zh-CN" altLang="en-US">
                  <a:latin typeface="Times New Roman" panose="02020603050405020304" pitchFamily="18" charset="0"/>
                  <a:sym typeface="Symbol" panose="05050102010706020507" pitchFamily="18" charset="2"/>
                </a:rPr>
                <a:t>短路    </a:t>
              </a:r>
              <a:endParaRPr lang="zh-CN" altLang="en-US">
                <a:latin typeface="Times New Roman" panose="02020603050405020304" pitchFamily="18" charset="0"/>
              </a:endParaRPr>
            </a:p>
          </p:txBody>
        </p:sp>
      </p:grpSp>
      <p:sp>
        <p:nvSpPr>
          <p:cNvPr id="147568" name="Text Box 112"/>
          <p:cNvSpPr txBox="1">
            <a:spLocks noChangeArrowheads="1"/>
          </p:cNvSpPr>
          <p:nvPr/>
        </p:nvSpPr>
        <p:spPr bwMode="auto">
          <a:xfrm>
            <a:off x="1058863" y="2516188"/>
            <a:ext cx="2119312" cy="457200"/>
          </a:xfrm>
          <a:prstGeom prst="rect">
            <a:avLst/>
          </a:prstGeom>
          <a:noFill/>
          <a:ln>
            <a:noFill/>
          </a:ln>
          <a:effectLst/>
          <a:extLst>
            <a:ext uri="{909E8E84-426E-40DD-AFC4-6F175D3DCCD1}">
              <a14:hiddenFill xmlns:a14="http://schemas.microsoft.com/office/drawing/2010/main">
                <a:solidFill>
                  <a:srgbClr val="FFFFCC">
                    <a:alpha val="50000"/>
                  </a:srgbClr>
                </a:solidFill>
              </a14:hiddenFill>
            </a:ext>
            <a:ext uri="{91240B29-F687-4F45-9708-019B960494DF}">
              <a14:hiddenLine xmlns:a14="http://schemas.microsoft.com/office/drawing/2010/main" w="19050">
                <a:solidFill>
                  <a:schemeClr val="tx1"/>
                </a:solidFill>
                <a:miter lim="800000"/>
                <a:headEnd/>
                <a:tailEnd type="none" w="med"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p>
            <a:r>
              <a:rPr lang="zh-CN" altLang="en-US">
                <a:latin typeface="Times New Roman" panose="02020603050405020304" pitchFamily="18" charset="0"/>
              </a:rPr>
              <a:t>实验电路图   </a:t>
            </a:r>
          </a:p>
        </p:txBody>
      </p:sp>
      <p:graphicFrame>
        <p:nvGraphicFramePr>
          <p:cNvPr id="147569" name="Object 113"/>
          <p:cNvGraphicFramePr>
            <a:graphicFrameLocks noChangeAspect="1"/>
          </p:cNvGraphicFramePr>
          <p:nvPr/>
        </p:nvGraphicFramePr>
        <p:xfrm>
          <a:off x="1906588" y="1066800"/>
          <a:ext cx="2706687" cy="989013"/>
        </p:xfrm>
        <a:graphic>
          <a:graphicData uri="http://schemas.openxmlformats.org/presentationml/2006/ole">
            <mc:AlternateContent xmlns:mc="http://schemas.openxmlformats.org/markup-compatibility/2006">
              <mc:Choice xmlns:v="urn:schemas-microsoft-com:vml" Requires="v">
                <p:oleObj spid="_x0000_s178265" name="Equation" r:id="rId13" imgW="1155600" imgH="482400" progId="Equation.3">
                  <p:embed/>
                </p:oleObj>
              </mc:Choice>
              <mc:Fallback>
                <p:oleObj name="Equation" r:id="rId13" imgW="1155600" imgH="482400" progId="Equation.3">
                  <p:embed/>
                  <p:pic>
                    <p:nvPicPr>
                      <p:cNvPr id="0" name="Object 113"/>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906588" y="1066800"/>
                        <a:ext cx="2706687" cy="989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1" fill="hold" nodeType="clickEffect">
                                  <p:stCondLst>
                                    <p:cond delay="0"/>
                                  </p:stCondLst>
                                  <p:childTnLst>
                                    <p:set>
                                      <p:cBhvr>
                                        <p:cTn id="6" dur="1" fill="hold">
                                          <p:stCondLst>
                                            <p:cond delay="0"/>
                                          </p:stCondLst>
                                        </p:cTn>
                                        <p:tgtEl>
                                          <p:spTgt spid="147569"/>
                                        </p:tgtEl>
                                        <p:attrNameLst>
                                          <p:attrName>style.visibility</p:attrName>
                                        </p:attrNameLst>
                                      </p:cBhvr>
                                      <p:to>
                                        <p:strVal val="visible"/>
                                      </p:to>
                                    </p:set>
                                    <p:anim calcmode="lin" valueType="num">
                                      <p:cBhvr additive="base">
                                        <p:cTn id="7" dur="500" fill="hold"/>
                                        <p:tgtEl>
                                          <p:spTgt spid="147569"/>
                                        </p:tgtEl>
                                        <p:attrNameLst>
                                          <p:attrName>ppt_x</p:attrName>
                                        </p:attrNameLst>
                                      </p:cBhvr>
                                      <p:tavLst>
                                        <p:tav tm="0">
                                          <p:val>
                                            <p:strVal val="#ppt_x"/>
                                          </p:val>
                                        </p:tav>
                                        <p:tav tm="100000">
                                          <p:val>
                                            <p:strVal val="#ppt_x"/>
                                          </p:val>
                                        </p:tav>
                                      </p:tavLst>
                                    </p:anim>
                                    <p:anim calcmode="lin" valueType="num">
                                      <p:cBhvr additive="base">
                                        <p:cTn id="8" dur="500" fill="hold"/>
                                        <p:tgtEl>
                                          <p:spTgt spid="147569"/>
                                        </p:tgtEl>
                                        <p:attrNameLst>
                                          <p:attrName>ppt_y</p:attrName>
                                        </p:attrNameLst>
                                      </p:cBhvr>
                                      <p:tavLst>
                                        <p:tav tm="0">
                                          <p:val>
                                            <p:strVal val="0-#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47568">
                                            <p:txEl>
                                              <p:pRg st="0" end="0"/>
                                            </p:txEl>
                                          </p:spTgt>
                                        </p:tgtEl>
                                        <p:attrNameLst>
                                          <p:attrName>style.visibility</p:attrName>
                                        </p:attrNameLst>
                                      </p:cBhvr>
                                      <p:to>
                                        <p:strVal val="visible"/>
                                      </p:to>
                                    </p:set>
                                    <p:animEffect transition="in" filter="wipe(left)">
                                      <p:cBhvr>
                                        <p:cTn id="13" dur="500"/>
                                        <p:tgtEl>
                                          <p:spTgt spid="147568">
                                            <p:txEl>
                                              <p:pRg st="0" end="0"/>
                                            </p:txEl>
                                          </p:spTgt>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2" fill="hold" nodeType="clickEffect">
                                  <p:stCondLst>
                                    <p:cond delay="0"/>
                                  </p:stCondLst>
                                  <p:childTnLst>
                                    <p:set>
                                      <p:cBhvr>
                                        <p:cTn id="17" dur="1" fill="hold">
                                          <p:stCondLst>
                                            <p:cond delay="0"/>
                                          </p:stCondLst>
                                        </p:cTn>
                                        <p:tgtEl>
                                          <p:spTgt spid="147566"/>
                                        </p:tgtEl>
                                        <p:attrNameLst>
                                          <p:attrName>style.visibility</p:attrName>
                                        </p:attrNameLst>
                                      </p:cBhvr>
                                      <p:to>
                                        <p:strVal val="visible"/>
                                      </p:to>
                                    </p:set>
                                    <p:anim calcmode="lin" valueType="num">
                                      <p:cBhvr additive="base">
                                        <p:cTn id="18" dur="500" fill="hold"/>
                                        <p:tgtEl>
                                          <p:spTgt spid="147566"/>
                                        </p:tgtEl>
                                        <p:attrNameLst>
                                          <p:attrName>ppt_x</p:attrName>
                                        </p:attrNameLst>
                                      </p:cBhvr>
                                      <p:tavLst>
                                        <p:tav tm="0">
                                          <p:val>
                                            <p:strVal val="1+#ppt_w/2"/>
                                          </p:val>
                                        </p:tav>
                                        <p:tav tm="100000">
                                          <p:val>
                                            <p:strVal val="#ppt_x"/>
                                          </p:val>
                                        </p:tav>
                                      </p:tavLst>
                                    </p:anim>
                                    <p:anim calcmode="lin" valueType="num">
                                      <p:cBhvr additive="base">
                                        <p:cTn id="19" dur="500" fill="hold"/>
                                        <p:tgtEl>
                                          <p:spTgt spid="147566"/>
                                        </p:tgtEl>
                                        <p:attrNameLst>
                                          <p:attrName>ppt_y</p:attrName>
                                        </p:attrNameLst>
                                      </p:cBhvr>
                                      <p:tavLst>
                                        <p:tav tm="0">
                                          <p:val>
                                            <p:strVal val="#ppt_y"/>
                                          </p:val>
                                        </p:tav>
                                        <p:tav tm="100000">
                                          <p:val>
                                            <p:strVal val="#ppt_y"/>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22" presetClass="entr" presetSubtype="8" fill="hold" nodeType="clickEffect">
                                  <p:stCondLst>
                                    <p:cond delay="0"/>
                                  </p:stCondLst>
                                  <p:childTnLst>
                                    <p:set>
                                      <p:cBhvr>
                                        <p:cTn id="23" dur="1" fill="hold">
                                          <p:stCondLst>
                                            <p:cond delay="0"/>
                                          </p:stCondLst>
                                        </p:cTn>
                                        <p:tgtEl>
                                          <p:spTgt spid="147460"/>
                                        </p:tgtEl>
                                        <p:attrNameLst>
                                          <p:attrName>style.visibility</p:attrName>
                                        </p:attrNameLst>
                                      </p:cBhvr>
                                      <p:to>
                                        <p:strVal val="visible"/>
                                      </p:to>
                                    </p:set>
                                    <p:animEffect transition="in" filter="wipe(left)">
                                      <p:cBhvr>
                                        <p:cTn id="24" dur="500"/>
                                        <p:tgtEl>
                                          <p:spTgt spid="147460"/>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147498"/>
                                        </p:tgtEl>
                                        <p:attrNameLst>
                                          <p:attrName>style.visibility</p:attrName>
                                        </p:attrNameLst>
                                      </p:cBhvr>
                                      <p:to>
                                        <p:strVal val="visible"/>
                                      </p:to>
                                    </p:set>
                                    <p:animEffect transition="in" filter="wipe(left)">
                                      <p:cBhvr>
                                        <p:cTn id="29" dur="500"/>
                                        <p:tgtEl>
                                          <p:spTgt spid="147498"/>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8" fill="hold" nodeType="clickEffect">
                                  <p:stCondLst>
                                    <p:cond delay="0"/>
                                  </p:stCondLst>
                                  <p:childTnLst>
                                    <p:set>
                                      <p:cBhvr>
                                        <p:cTn id="33" dur="1" fill="hold">
                                          <p:stCondLst>
                                            <p:cond delay="0"/>
                                          </p:stCondLst>
                                        </p:cTn>
                                        <p:tgtEl>
                                          <p:spTgt spid="147461"/>
                                        </p:tgtEl>
                                        <p:attrNameLst>
                                          <p:attrName>style.visibility</p:attrName>
                                        </p:attrNameLst>
                                      </p:cBhvr>
                                      <p:to>
                                        <p:strVal val="visible"/>
                                      </p:to>
                                    </p:set>
                                    <p:animEffect transition="in" filter="wipe(left)">
                                      <p:cBhvr>
                                        <p:cTn id="34" dur="500"/>
                                        <p:tgtEl>
                                          <p:spTgt spid="147461"/>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147500"/>
                                        </p:tgtEl>
                                        <p:attrNameLst>
                                          <p:attrName>style.visibility</p:attrName>
                                        </p:attrNameLst>
                                      </p:cBhvr>
                                      <p:to>
                                        <p:strVal val="visible"/>
                                      </p:to>
                                    </p:set>
                                    <p:animEffect transition="in" filter="wipe(left)">
                                      <p:cBhvr>
                                        <p:cTn id="39" dur="500"/>
                                        <p:tgtEl>
                                          <p:spTgt spid="1475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7498" grpId="0" autoUpdateAnimBg="0"/>
      <p:bldP spid="147500" grpId="0" autoUpdateAnimBg="0"/>
      <p:bldP spid="147568" grpId="0" build="p" autoUpdateAnimBg="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66914" name="Object 2050"/>
          <p:cNvGraphicFramePr>
            <a:graphicFrameLocks noChangeAspect="1"/>
          </p:cNvGraphicFramePr>
          <p:nvPr>
            <p:extLst>
              <p:ext uri="{D42A27DB-BD31-4B8C-83A1-F6EECF244321}">
                <p14:modId xmlns:p14="http://schemas.microsoft.com/office/powerpoint/2010/main" val="3776201104"/>
              </p:ext>
            </p:extLst>
          </p:nvPr>
        </p:nvGraphicFramePr>
        <p:xfrm>
          <a:off x="1362075" y="3066185"/>
          <a:ext cx="1911350" cy="914400"/>
        </p:xfrm>
        <a:graphic>
          <a:graphicData uri="http://schemas.openxmlformats.org/presentationml/2006/ole">
            <mc:AlternateContent xmlns:mc="http://schemas.openxmlformats.org/markup-compatibility/2006">
              <mc:Choice xmlns:v="urn:schemas-microsoft-com:vml" Requires="v">
                <p:oleObj spid="_x0000_s167014" name="公式" r:id="rId3" imgW="876240" imgH="457200" progId="Equation.3">
                  <p:embed/>
                </p:oleObj>
              </mc:Choice>
              <mc:Fallback>
                <p:oleObj name="公式" r:id="rId3" imgW="876240" imgH="457200" progId="Equation.3">
                  <p:embed/>
                  <p:pic>
                    <p:nvPicPr>
                      <p:cNvPr id="0" name="Object 205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62075" y="3066185"/>
                        <a:ext cx="1911350"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6915" name="Object 2051"/>
          <p:cNvGraphicFramePr>
            <a:graphicFrameLocks noChangeAspect="1"/>
          </p:cNvGraphicFramePr>
          <p:nvPr>
            <p:extLst>
              <p:ext uri="{D42A27DB-BD31-4B8C-83A1-F6EECF244321}">
                <p14:modId xmlns:p14="http://schemas.microsoft.com/office/powerpoint/2010/main" val="3381257868"/>
              </p:ext>
            </p:extLst>
          </p:nvPr>
        </p:nvGraphicFramePr>
        <p:xfrm>
          <a:off x="1362075" y="2078037"/>
          <a:ext cx="1881188" cy="914400"/>
        </p:xfrm>
        <a:graphic>
          <a:graphicData uri="http://schemas.openxmlformats.org/presentationml/2006/ole">
            <mc:AlternateContent xmlns:mc="http://schemas.openxmlformats.org/markup-compatibility/2006">
              <mc:Choice xmlns:v="urn:schemas-microsoft-com:vml" Requires="v">
                <p:oleObj spid="_x0000_s167015" name="公式" r:id="rId5" imgW="863280" imgH="457200" progId="Equation.3">
                  <p:embed/>
                </p:oleObj>
              </mc:Choice>
              <mc:Fallback>
                <p:oleObj name="公式" r:id="rId5" imgW="863280" imgH="457200" progId="Equation.3">
                  <p:embed/>
                  <p:pic>
                    <p:nvPicPr>
                      <p:cNvPr id="0" name="Object 205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62075" y="2078037"/>
                        <a:ext cx="1881188"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66916" name="Text Box 2052"/>
          <p:cNvSpPr txBox="1">
            <a:spLocks noChangeArrowheads="1"/>
          </p:cNvSpPr>
          <p:nvPr/>
        </p:nvSpPr>
        <p:spPr bwMode="auto">
          <a:xfrm>
            <a:off x="717262" y="4205286"/>
            <a:ext cx="7800975"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r>
              <a:rPr lang="en-US" altLang="zh-CN" i="1" dirty="0">
                <a:latin typeface="Times New Roman" panose="02020603050405020304" pitchFamily="18" charset="0"/>
              </a:rPr>
              <a:t>Y</a:t>
            </a:r>
            <a:r>
              <a:rPr lang="en-US" altLang="zh-CN" dirty="0">
                <a:solidFill>
                  <a:srgbClr val="FF3300"/>
                </a:solidFill>
                <a:latin typeface="Times New Roman" panose="02020603050405020304" pitchFamily="18" charset="0"/>
              </a:rPr>
              <a:t>  </a:t>
            </a:r>
            <a:r>
              <a:rPr lang="zh-CN" altLang="en-US" dirty="0">
                <a:solidFill>
                  <a:srgbClr val="FF3300"/>
                </a:solidFill>
                <a:latin typeface="Times New Roman" panose="02020603050405020304" pitchFamily="18" charset="0"/>
              </a:rPr>
              <a:t>参数也称为短路导纳（</a:t>
            </a:r>
            <a:r>
              <a:rPr lang="en-US" altLang="zh-CN" dirty="0">
                <a:solidFill>
                  <a:srgbClr val="FF3300"/>
                </a:solidFill>
                <a:latin typeface="Times New Roman" panose="02020603050405020304" pitchFamily="18" charset="0"/>
              </a:rPr>
              <a:t>short admittance</a:t>
            </a:r>
            <a:r>
              <a:rPr lang="zh-CN" altLang="en-US" dirty="0">
                <a:solidFill>
                  <a:srgbClr val="FF3300"/>
                </a:solidFill>
                <a:latin typeface="Times New Roman" panose="02020603050405020304" pitchFamily="18" charset="0"/>
              </a:rPr>
              <a:t>）</a:t>
            </a:r>
            <a:r>
              <a:rPr lang="zh-CN" altLang="en-US" dirty="0">
                <a:latin typeface="Times New Roman" panose="02020603050405020304" pitchFamily="18" charset="0"/>
              </a:rPr>
              <a:t>参数。 </a:t>
            </a:r>
            <a:endParaRPr lang="zh-CN" altLang="en-US" dirty="0">
              <a:solidFill>
                <a:srgbClr val="FF3300"/>
              </a:solidFill>
              <a:latin typeface="Times New Roman" panose="02020603050405020304" pitchFamily="18" charset="0"/>
            </a:endParaRPr>
          </a:p>
        </p:txBody>
      </p:sp>
      <p:sp>
        <p:nvSpPr>
          <p:cNvPr id="166917" name="Text Box 2053"/>
          <p:cNvSpPr txBox="1">
            <a:spLocks noChangeArrowheads="1"/>
          </p:cNvSpPr>
          <p:nvPr/>
        </p:nvSpPr>
        <p:spPr bwMode="auto">
          <a:xfrm>
            <a:off x="3643313" y="3315423"/>
            <a:ext cx="2400300" cy="8223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eaLnBrk="1" hangingPunct="1"/>
            <a:r>
              <a:rPr lang="en-US" altLang="zh-CN" dirty="0">
                <a:latin typeface="Times New Roman" panose="02020603050405020304" pitchFamily="18" charset="0"/>
                <a:ea typeface="黑体" panose="02010609060101010101" pitchFamily="49" charset="-122"/>
              </a:rPr>
              <a:t>1</a:t>
            </a:r>
            <a:r>
              <a:rPr lang="en-US" altLang="zh-CN" b="0" dirty="0">
                <a:latin typeface="黑体" panose="02010609060101010101" pitchFamily="49" charset="-122"/>
                <a:ea typeface="黑体" panose="02010609060101010101" pitchFamily="49" charset="-122"/>
              </a:rPr>
              <a:t>-</a:t>
            </a:r>
            <a:r>
              <a:rPr lang="en-US" altLang="zh-CN" dirty="0">
                <a:latin typeface="Times New Roman" panose="02020603050405020304" pitchFamily="18" charset="0"/>
                <a:ea typeface="黑体" panose="02010609060101010101" pitchFamily="49" charset="-122"/>
              </a:rPr>
              <a:t>1</a:t>
            </a:r>
            <a:r>
              <a:rPr lang="en-US" altLang="zh-CN" dirty="0">
                <a:latin typeface="Times New Roman" panose="02020603050405020304" pitchFamily="18" charset="0"/>
                <a:ea typeface="黑体" panose="02010609060101010101" pitchFamily="49" charset="-122"/>
                <a:sym typeface="Symbol" panose="05050102010706020507" pitchFamily="18" charset="2"/>
              </a:rPr>
              <a:t>  </a:t>
            </a:r>
            <a:r>
              <a:rPr lang="zh-CN" altLang="en-US" dirty="0">
                <a:latin typeface="Times New Roman" panose="02020603050405020304" pitchFamily="18" charset="0"/>
                <a:sym typeface="Symbol" panose="05050102010706020507" pitchFamily="18" charset="2"/>
              </a:rPr>
              <a:t>短路</a:t>
            </a:r>
          </a:p>
          <a:p>
            <a:pPr algn="l" eaLnBrk="1" hangingPunct="1"/>
            <a:r>
              <a:rPr lang="en-US" altLang="zh-CN" dirty="0">
                <a:latin typeface="Times New Roman" panose="02020603050405020304" pitchFamily="18" charset="0"/>
                <a:ea typeface="黑体" panose="02010609060101010101" pitchFamily="49" charset="-122"/>
              </a:rPr>
              <a:t>2</a:t>
            </a:r>
            <a:r>
              <a:rPr lang="en-US" altLang="zh-CN" b="0" dirty="0">
                <a:latin typeface="黑体" panose="02010609060101010101" pitchFamily="49" charset="-122"/>
                <a:ea typeface="黑体" panose="02010609060101010101" pitchFamily="49" charset="-122"/>
              </a:rPr>
              <a:t>-</a:t>
            </a:r>
            <a:r>
              <a:rPr lang="en-US" altLang="zh-CN" dirty="0">
                <a:latin typeface="Times New Roman" panose="02020603050405020304" pitchFamily="18" charset="0"/>
                <a:ea typeface="黑体" panose="02010609060101010101" pitchFamily="49" charset="-122"/>
              </a:rPr>
              <a:t>2</a:t>
            </a:r>
            <a:r>
              <a:rPr lang="en-US" altLang="zh-CN" dirty="0">
                <a:latin typeface="Times New Roman" panose="02020603050405020304" pitchFamily="18" charset="0"/>
                <a:ea typeface="黑体" panose="02010609060101010101" pitchFamily="49" charset="-122"/>
                <a:sym typeface="Symbol" panose="05050102010706020507" pitchFamily="18" charset="2"/>
              </a:rPr>
              <a:t></a:t>
            </a:r>
            <a:r>
              <a:rPr lang="zh-CN" altLang="en-US" dirty="0">
                <a:solidFill>
                  <a:srgbClr val="FF0000"/>
                </a:solidFill>
                <a:latin typeface="Times New Roman" panose="02020603050405020304" pitchFamily="18" charset="0"/>
              </a:rPr>
              <a:t>入端导纳      </a:t>
            </a:r>
          </a:p>
        </p:txBody>
      </p:sp>
      <p:sp>
        <p:nvSpPr>
          <p:cNvPr id="166918" name="Text Box 2054"/>
          <p:cNvSpPr txBox="1">
            <a:spLocks noChangeArrowheads="1"/>
          </p:cNvSpPr>
          <p:nvPr/>
        </p:nvSpPr>
        <p:spPr bwMode="auto">
          <a:xfrm>
            <a:off x="3795713" y="2097087"/>
            <a:ext cx="1943100" cy="8223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eaLnBrk="1" hangingPunct="1"/>
            <a:r>
              <a:rPr lang="en-US" altLang="zh-CN">
                <a:latin typeface="Times New Roman" panose="02020603050405020304" pitchFamily="18" charset="0"/>
                <a:ea typeface="黑体" panose="02010609060101010101" pitchFamily="49" charset="-122"/>
              </a:rPr>
              <a:t>1</a:t>
            </a:r>
            <a:r>
              <a:rPr lang="en-US" altLang="zh-CN" b="0">
                <a:latin typeface="黑体" panose="02010609060101010101" pitchFamily="49" charset="-122"/>
                <a:ea typeface="黑体" panose="02010609060101010101" pitchFamily="49" charset="-122"/>
              </a:rPr>
              <a:t>-</a:t>
            </a:r>
            <a:r>
              <a:rPr lang="en-US" altLang="zh-CN">
                <a:latin typeface="Times New Roman" panose="02020603050405020304" pitchFamily="18" charset="0"/>
                <a:ea typeface="黑体" panose="02010609060101010101" pitchFamily="49" charset="-122"/>
              </a:rPr>
              <a:t>1</a:t>
            </a:r>
            <a:r>
              <a:rPr lang="en-US" altLang="zh-CN">
                <a:latin typeface="Times New Roman" panose="02020603050405020304" pitchFamily="18" charset="0"/>
                <a:ea typeface="黑体" panose="02010609060101010101" pitchFamily="49" charset="-122"/>
                <a:sym typeface="Symbol" panose="05050102010706020507" pitchFamily="18" charset="2"/>
              </a:rPr>
              <a:t>  </a:t>
            </a:r>
            <a:r>
              <a:rPr lang="zh-CN" altLang="en-US">
                <a:latin typeface="Times New Roman" panose="02020603050405020304" pitchFamily="18" charset="0"/>
                <a:sym typeface="Symbol" panose="05050102010706020507" pitchFamily="18" charset="2"/>
              </a:rPr>
              <a:t>短路</a:t>
            </a:r>
          </a:p>
          <a:p>
            <a:pPr algn="l" eaLnBrk="1" hangingPunct="1"/>
            <a:r>
              <a:rPr lang="zh-CN" altLang="en-US">
                <a:solidFill>
                  <a:srgbClr val="FF0000"/>
                </a:solidFill>
                <a:latin typeface="Times New Roman" panose="02020603050405020304" pitchFamily="18" charset="0"/>
              </a:rPr>
              <a:t>转移导纳       </a:t>
            </a:r>
          </a:p>
        </p:txBody>
      </p:sp>
      <p:grpSp>
        <p:nvGrpSpPr>
          <p:cNvPr id="166919" name="Group 2055"/>
          <p:cNvGrpSpPr>
            <a:grpSpLocks/>
          </p:cNvGrpSpPr>
          <p:nvPr/>
        </p:nvGrpSpPr>
        <p:grpSpPr bwMode="auto">
          <a:xfrm>
            <a:off x="2438400" y="105499"/>
            <a:ext cx="3527425" cy="2089150"/>
            <a:chOff x="3363" y="2308"/>
            <a:chExt cx="2222" cy="1316"/>
          </a:xfrm>
        </p:grpSpPr>
        <p:sp>
          <p:nvSpPr>
            <p:cNvPr id="166920" name="Line 2056"/>
            <p:cNvSpPr>
              <a:spLocks noChangeShapeType="1"/>
            </p:cNvSpPr>
            <p:nvPr/>
          </p:nvSpPr>
          <p:spPr bwMode="auto">
            <a:xfrm>
              <a:off x="3379" y="2664"/>
              <a:ext cx="1824"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6921" name="Line 2057"/>
            <p:cNvSpPr>
              <a:spLocks noChangeShapeType="1"/>
            </p:cNvSpPr>
            <p:nvPr/>
          </p:nvSpPr>
          <p:spPr bwMode="auto">
            <a:xfrm>
              <a:off x="3379" y="3096"/>
              <a:ext cx="1832"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6922" name="Rectangle 2058"/>
            <p:cNvSpPr>
              <a:spLocks noChangeArrowheads="1"/>
            </p:cNvSpPr>
            <p:nvPr/>
          </p:nvSpPr>
          <p:spPr bwMode="auto">
            <a:xfrm>
              <a:off x="3811" y="2568"/>
              <a:ext cx="864" cy="624"/>
            </a:xfrm>
            <a:prstGeom prst="rect">
              <a:avLst/>
            </a:prstGeom>
            <a:solidFill>
              <a:srgbClr val="F9FFE1"/>
            </a:solidFill>
            <a:ln w="31750">
              <a:solidFill>
                <a:schemeClr val="tx1"/>
              </a:solidFill>
              <a:miter lim="800000"/>
              <a:headEnd/>
              <a:tailEnd/>
            </a:ln>
          </p:spPr>
          <p:txBody>
            <a:bodyPr wrap="none" anchor="ctr"/>
            <a:lstStyle/>
            <a:p>
              <a:endParaRPr lang="zh-CN" altLang="en-US"/>
            </a:p>
          </p:txBody>
        </p:sp>
        <p:sp>
          <p:nvSpPr>
            <p:cNvPr id="166923" name="Text Box 2059"/>
            <p:cNvSpPr txBox="1">
              <a:spLocks noChangeArrowheads="1"/>
            </p:cNvSpPr>
            <p:nvPr/>
          </p:nvSpPr>
          <p:spPr bwMode="auto">
            <a:xfrm>
              <a:off x="5298" y="2532"/>
              <a:ext cx="225"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eaLnBrk="1" hangingPunct="1"/>
              <a:r>
                <a:rPr lang="en-US" altLang="zh-CN">
                  <a:latin typeface="Times New Roman" panose="02020603050405020304" pitchFamily="18" charset="0"/>
                </a:rPr>
                <a:t>+</a:t>
              </a:r>
              <a:endParaRPr lang="en-US" altLang="zh-CN" b="0">
                <a:latin typeface="Times New Roman" panose="02020603050405020304" pitchFamily="18" charset="0"/>
              </a:endParaRPr>
            </a:p>
          </p:txBody>
        </p:sp>
        <p:sp>
          <p:nvSpPr>
            <p:cNvPr id="166924" name="Text Box 2060"/>
            <p:cNvSpPr txBox="1">
              <a:spLocks noChangeArrowheads="1"/>
            </p:cNvSpPr>
            <p:nvPr/>
          </p:nvSpPr>
          <p:spPr bwMode="auto">
            <a:xfrm>
              <a:off x="5313" y="2944"/>
              <a:ext cx="212"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eaLnBrk="1" hangingPunct="1"/>
              <a:r>
                <a:rPr lang="en-US" altLang="zh-CN">
                  <a:latin typeface="黑体" panose="02010609060101010101" pitchFamily="49" charset="-122"/>
                  <a:ea typeface="黑体" panose="02010609060101010101" pitchFamily="49" charset="-122"/>
                  <a:sym typeface="Symbol" panose="05050102010706020507" pitchFamily="18" charset="2"/>
                </a:rPr>
                <a:t>-</a:t>
              </a:r>
              <a:endParaRPr lang="en-US" altLang="zh-CN" b="0">
                <a:latin typeface="Times New Roman" panose="02020603050405020304" pitchFamily="18" charset="0"/>
              </a:endParaRPr>
            </a:p>
          </p:txBody>
        </p:sp>
        <p:sp>
          <p:nvSpPr>
            <p:cNvPr id="166925" name="Oval 2061"/>
            <p:cNvSpPr>
              <a:spLocks noChangeArrowheads="1"/>
            </p:cNvSpPr>
            <p:nvPr/>
          </p:nvSpPr>
          <p:spPr bwMode="auto">
            <a:xfrm>
              <a:off x="5092" y="2769"/>
              <a:ext cx="227" cy="227"/>
            </a:xfrm>
            <a:prstGeom prst="ellipse">
              <a:avLst/>
            </a:prstGeom>
            <a:solidFill>
              <a:schemeClr val="accent1"/>
            </a:solidFill>
            <a:ln w="31750">
              <a:solidFill>
                <a:schemeClr val="tx1"/>
              </a:solidFill>
              <a:round/>
              <a:headEnd/>
              <a:tailEnd/>
            </a:ln>
          </p:spPr>
          <p:txBody>
            <a:bodyPr wrap="none" anchor="ctr"/>
            <a:lstStyle/>
            <a:p>
              <a:endParaRPr lang="zh-CN" altLang="en-US"/>
            </a:p>
          </p:txBody>
        </p:sp>
        <p:graphicFrame>
          <p:nvGraphicFramePr>
            <p:cNvPr id="166926" name="Object 2062"/>
            <p:cNvGraphicFramePr>
              <a:graphicFrameLocks noChangeAspect="1"/>
            </p:cNvGraphicFramePr>
            <p:nvPr/>
          </p:nvGraphicFramePr>
          <p:xfrm>
            <a:off x="5329" y="2704"/>
            <a:ext cx="256" cy="290"/>
          </p:xfrm>
          <a:graphic>
            <a:graphicData uri="http://schemas.openxmlformats.org/presentationml/2006/ole">
              <mc:AlternateContent xmlns:mc="http://schemas.openxmlformats.org/markup-compatibility/2006">
                <mc:Choice xmlns:v="urn:schemas-microsoft-com:vml" Requires="v">
                  <p:oleObj spid="_x0000_s167016" name="Equation" r:id="rId7" imgW="203040" imgH="228600" progId="Equation.3">
                    <p:embed/>
                  </p:oleObj>
                </mc:Choice>
                <mc:Fallback>
                  <p:oleObj name="Equation" r:id="rId7" imgW="203040" imgH="228600" progId="Equation.3">
                    <p:embed/>
                    <p:pic>
                      <p:nvPicPr>
                        <p:cNvPr id="0" name="Object 206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329" y="2704"/>
                          <a:ext cx="256" cy="2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6927" name="Object 2063"/>
            <p:cNvGraphicFramePr>
              <a:graphicFrameLocks noChangeAspect="1"/>
            </p:cNvGraphicFramePr>
            <p:nvPr/>
          </p:nvGraphicFramePr>
          <p:xfrm>
            <a:off x="3363" y="2310"/>
            <a:ext cx="208" cy="289"/>
          </p:xfrm>
          <a:graphic>
            <a:graphicData uri="http://schemas.openxmlformats.org/presentationml/2006/ole">
              <mc:AlternateContent xmlns:mc="http://schemas.openxmlformats.org/markup-compatibility/2006">
                <mc:Choice xmlns:v="urn:schemas-microsoft-com:vml" Requires="v">
                  <p:oleObj spid="_x0000_s167017" name="Equation" r:id="rId9" imgW="164880" imgH="228600" progId="Equation.3">
                    <p:embed/>
                  </p:oleObj>
                </mc:Choice>
                <mc:Fallback>
                  <p:oleObj name="Equation" r:id="rId9" imgW="164880" imgH="228600" progId="Equation.3">
                    <p:embed/>
                    <p:pic>
                      <p:nvPicPr>
                        <p:cNvPr id="0" name="Object 206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363" y="2310"/>
                          <a:ext cx="208" cy="28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6928" name="Object 2064"/>
            <p:cNvGraphicFramePr>
              <a:graphicFrameLocks noChangeAspect="1"/>
            </p:cNvGraphicFramePr>
            <p:nvPr/>
          </p:nvGraphicFramePr>
          <p:xfrm>
            <a:off x="4971" y="2308"/>
            <a:ext cx="224" cy="290"/>
          </p:xfrm>
          <a:graphic>
            <a:graphicData uri="http://schemas.openxmlformats.org/presentationml/2006/ole">
              <mc:AlternateContent xmlns:mc="http://schemas.openxmlformats.org/markup-compatibility/2006">
                <mc:Choice xmlns:v="urn:schemas-microsoft-com:vml" Requires="v">
                  <p:oleObj spid="_x0000_s167018" name="Equation" r:id="rId11" imgW="177480" imgH="228600" progId="Equation.3">
                    <p:embed/>
                  </p:oleObj>
                </mc:Choice>
                <mc:Fallback>
                  <p:oleObj name="Equation" r:id="rId11" imgW="177480" imgH="228600" progId="Equation.3">
                    <p:embed/>
                    <p:pic>
                      <p:nvPicPr>
                        <p:cNvPr id="0" name="Object 2064"/>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971" y="2308"/>
                          <a:ext cx="224" cy="2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66929" name="Line 2065"/>
            <p:cNvSpPr>
              <a:spLocks noChangeShapeType="1"/>
            </p:cNvSpPr>
            <p:nvPr/>
          </p:nvSpPr>
          <p:spPr bwMode="auto">
            <a:xfrm>
              <a:off x="5201" y="2664"/>
              <a:ext cx="0" cy="444"/>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6930" name="Line 2066"/>
            <p:cNvSpPr>
              <a:spLocks noChangeShapeType="1"/>
            </p:cNvSpPr>
            <p:nvPr/>
          </p:nvSpPr>
          <p:spPr bwMode="auto">
            <a:xfrm>
              <a:off x="3387" y="2664"/>
              <a:ext cx="0" cy="444"/>
            </a:xfrm>
            <a:prstGeom prst="line">
              <a:avLst/>
            </a:prstGeom>
            <a:noFill/>
            <a:ln w="3175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6931" name="Text Box 2067"/>
            <p:cNvSpPr txBox="1">
              <a:spLocks noChangeArrowheads="1"/>
            </p:cNvSpPr>
            <p:nvPr/>
          </p:nvSpPr>
          <p:spPr bwMode="auto">
            <a:xfrm>
              <a:off x="3989" y="2630"/>
              <a:ext cx="502" cy="51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eaLnBrk="1" hangingPunct="1"/>
              <a:r>
                <a:rPr lang="zh-CN" altLang="en-US">
                  <a:solidFill>
                    <a:srgbClr val="3366FF"/>
                  </a:solidFill>
                  <a:latin typeface="Times New Roman" panose="02020603050405020304" pitchFamily="18" charset="0"/>
                </a:rPr>
                <a:t>线性</a:t>
              </a:r>
            </a:p>
            <a:p>
              <a:pPr algn="l" eaLnBrk="1" hangingPunct="1"/>
              <a:r>
                <a:rPr lang="zh-CN" altLang="en-US">
                  <a:solidFill>
                    <a:srgbClr val="3366FF"/>
                  </a:solidFill>
                  <a:latin typeface="Times New Roman" panose="02020603050405020304" pitchFamily="18" charset="0"/>
                </a:rPr>
                <a:t>无源</a:t>
              </a:r>
              <a:endParaRPr lang="zh-CN" altLang="en-US" b="0">
                <a:latin typeface="Times New Roman" panose="02020603050405020304" pitchFamily="18" charset="0"/>
              </a:endParaRPr>
            </a:p>
          </p:txBody>
        </p:sp>
        <p:sp>
          <p:nvSpPr>
            <p:cNvPr id="166932" name="Line 2068"/>
            <p:cNvSpPr>
              <a:spLocks noChangeShapeType="1"/>
            </p:cNvSpPr>
            <p:nvPr/>
          </p:nvSpPr>
          <p:spPr bwMode="auto">
            <a:xfrm>
              <a:off x="3412" y="2620"/>
              <a:ext cx="304"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66933" name="Line 2069"/>
            <p:cNvSpPr>
              <a:spLocks noChangeShapeType="1"/>
            </p:cNvSpPr>
            <p:nvPr/>
          </p:nvSpPr>
          <p:spPr bwMode="auto">
            <a:xfrm flipH="1">
              <a:off x="4884" y="2628"/>
              <a:ext cx="264"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66934" name="Rectangle 2070"/>
            <p:cNvSpPr>
              <a:spLocks noChangeArrowheads="1"/>
            </p:cNvSpPr>
            <p:nvPr/>
          </p:nvSpPr>
          <p:spPr bwMode="auto">
            <a:xfrm>
              <a:off x="3602" y="3336"/>
              <a:ext cx="1364" cy="288"/>
            </a:xfrm>
            <a:prstGeom prst="rect">
              <a:avLst/>
            </a:prstGeom>
            <a:noFill/>
            <a:ln>
              <a:noFill/>
            </a:ln>
            <a:effectLst/>
            <a:extLst>
              <a:ext uri="{909E8E84-426E-40DD-AFC4-6F175D3DCCD1}">
                <a14:hiddenFill xmlns:a14="http://schemas.microsoft.com/office/drawing/2010/main">
                  <a:solidFill>
                    <a:srgbClr val="FFFFCC">
                      <a:alpha val="50000"/>
                    </a:srgbClr>
                  </a:solidFill>
                </a14:hiddenFill>
              </a:ext>
              <a:ext uri="{91240B29-F687-4F45-9708-019B960494DF}">
                <a14:hiddenLine xmlns:a14="http://schemas.microsoft.com/office/drawing/2010/main" w="31750">
                  <a:solidFill>
                    <a:schemeClr val="tx1"/>
                  </a:solidFill>
                  <a:miter lim="800000"/>
                  <a:headEnd/>
                  <a:tailEnd type="none" w="med"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spAutoFit/>
            </a:bodyPr>
            <a:lstStyle/>
            <a:p>
              <a:r>
                <a:rPr lang="en-US" altLang="zh-CN">
                  <a:latin typeface="Times New Roman" panose="02020603050405020304" pitchFamily="18" charset="0"/>
                  <a:ea typeface="黑体" panose="02010609060101010101" pitchFamily="49" charset="-122"/>
                </a:rPr>
                <a:t>    1</a:t>
              </a:r>
              <a:r>
                <a:rPr lang="en-US" altLang="zh-CN" b="0">
                  <a:latin typeface="黑体" panose="02010609060101010101" pitchFamily="49" charset="-122"/>
                  <a:ea typeface="黑体" panose="02010609060101010101" pitchFamily="49" charset="-122"/>
                </a:rPr>
                <a:t>-</a:t>
              </a:r>
              <a:r>
                <a:rPr lang="en-US" altLang="zh-CN">
                  <a:latin typeface="Times New Roman" panose="02020603050405020304" pitchFamily="18" charset="0"/>
                  <a:ea typeface="黑体" panose="02010609060101010101" pitchFamily="49" charset="-122"/>
                </a:rPr>
                <a:t>1</a:t>
              </a:r>
              <a:r>
                <a:rPr lang="en-US" altLang="zh-CN">
                  <a:latin typeface="Times New Roman" panose="02020603050405020304" pitchFamily="18" charset="0"/>
                  <a:ea typeface="黑体" panose="02010609060101010101" pitchFamily="49" charset="-122"/>
                  <a:sym typeface="Symbol" panose="05050102010706020507" pitchFamily="18" charset="2"/>
                </a:rPr>
                <a:t>  </a:t>
              </a:r>
              <a:r>
                <a:rPr lang="zh-CN" altLang="en-US">
                  <a:latin typeface="Times New Roman" panose="02020603050405020304" pitchFamily="18" charset="0"/>
                  <a:sym typeface="Symbol" panose="05050102010706020507" pitchFamily="18" charset="2"/>
                </a:rPr>
                <a:t>短路     </a:t>
              </a:r>
            </a:p>
          </p:txBody>
        </p:sp>
      </p:grpSp>
      <p:sp>
        <p:nvSpPr>
          <p:cNvPr id="25" name="Text Box 6"/>
          <p:cNvSpPr txBox="1">
            <a:spLocks noChangeArrowheads="1"/>
          </p:cNvSpPr>
          <p:nvPr/>
        </p:nvSpPr>
        <p:spPr bwMode="auto">
          <a:xfrm>
            <a:off x="598560" y="4828740"/>
            <a:ext cx="8189912" cy="46166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r>
              <a:rPr lang="zh-CN" altLang="en-US" dirty="0">
                <a:latin typeface="Times New Roman" panose="02020603050405020304" pitchFamily="18" charset="0"/>
              </a:rPr>
              <a:t>若二端口网络内部无受控源，电路满足互易定理，则</a:t>
            </a:r>
          </a:p>
        </p:txBody>
      </p:sp>
      <p:sp>
        <p:nvSpPr>
          <p:cNvPr id="26" name="Text Box 9"/>
          <p:cNvSpPr txBox="1">
            <a:spLocks noChangeArrowheads="1"/>
          </p:cNvSpPr>
          <p:nvPr/>
        </p:nvSpPr>
        <p:spPr bwMode="auto">
          <a:xfrm>
            <a:off x="1310481" y="5417991"/>
            <a:ext cx="7361238"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eaLnBrk="1" hangingPunct="1"/>
            <a:r>
              <a:rPr lang="zh-CN" altLang="en-US" dirty="0">
                <a:latin typeface="Times New Roman" panose="02020603050405020304" pitchFamily="18" charset="0"/>
              </a:rPr>
              <a:t>互易二端口</a:t>
            </a:r>
            <a:r>
              <a:rPr lang="zh-CN" altLang="en-US" dirty="0">
                <a:latin typeface="Times New Roman" panose="02020603050405020304" pitchFamily="18" charset="0"/>
                <a:sym typeface="Symbol" panose="05050102010706020507" pitchFamily="18" charset="2"/>
              </a:rPr>
              <a:t>有 </a:t>
            </a:r>
            <a:r>
              <a:rPr lang="en-US" altLang="zh-CN" i="1" dirty="0">
                <a:solidFill>
                  <a:srgbClr val="FF3300"/>
                </a:solidFill>
                <a:latin typeface="Times New Roman" panose="02020603050405020304" pitchFamily="18" charset="0"/>
                <a:sym typeface="Symbol" panose="05050102010706020507" pitchFamily="18" charset="2"/>
              </a:rPr>
              <a:t>Y</a:t>
            </a:r>
            <a:r>
              <a:rPr lang="en-US" altLang="zh-CN" baseline="-25000" dirty="0">
                <a:solidFill>
                  <a:srgbClr val="FF3300"/>
                </a:solidFill>
                <a:latin typeface="Times New Roman" panose="02020603050405020304" pitchFamily="18" charset="0"/>
                <a:sym typeface="Symbol" panose="05050102010706020507" pitchFamily="18" charset="2"/>
              </a:rPr>
              <a:t>12</a:t>
            </a:r>
            <a:r>
              <a:rPr lang="en-US" altLang="zh-CN" dirty="0">
                <a:solidFill>
                  <a:srgbClr val="FF3300"/>
                </a:solidFill>
                <a:latin typeface="Times New Roman" panose="02020603050405020304" pitchFamily="18" charset="0"/>
                <a:sym typeface="Symbol" panose="05050102010706020507" pitchFamily="18" charset="2"/>
              </a:rPr>
              <a:t>= </a:t>
            </a:r>
            <a:r>
              <a:rPr lang="en-US" altLang="zh-CN" i="1" dirty="0">
                <a:solidFill>
                  <a:srgbClr val="FF3300"/>
                </a:solidFill>
                <a:latin typeface="Times New Roman" panose="02020603050405020304" pitchFamily="18" charset="0"/>
                <a:sym typeface="Symbol" panose="05050102010706020507" pitchFamily="18" charset="2"/>
              </a:rPr>
              <a:t>Y</a:t>
            </a:r>
            <a:r>
              <a:rPr lang="en-US" altLang="zh-CN" baseline="-25000" dirty="0">
                <a:solidFill>
                  <a:srgbClr val="FF3300"/>
                </a:solidFill>
                <a:latin typeface="Times New Roman" panose="02020603050405020304" pitchFamily="18" charset="0"/>
                <a:sym typeface="Symbol" panose="05050102010706020507" pitchFamily="18" charset="2"/>
              </a:rPr>
              <a:t>21  </a:t>
            </a:r>
            <a:r>
              <a:rPr lang="en-US" altLang="zh-CN" dirty="0">
                <a:solidFill>
                  <a:srgbClr val="FF3300"/>
                </a:solidFill>
                <a:latin typeface="Times New Roman" panose="02020603050405020304" pitchFamily="18" charset="0"/>
                <a:sym typeface="Symbol" panose="05050102010706020507" pitchFamily="18" charset="2"/>
              </a:rPr>
              <a:t>   </a:t>
            </a:r>
            <a:r>
              <a:rPr lang="zh-CN" altLang="en-US" dirty="0">
                <a:latin typeface="Times New Roman" panose="02020603050405020304" pitchFamily="18" charset="0"/>
                <a:sym typeface="Symbol" panose="05050102010706020507" pitchFamily="18" charset="2"/>
              </a:rPr>
              <a:t>，</a:t>
            </a:r>
            <a:r>
              <a:rPr lang="zh-CN" altLang="en-US" dirty="0">
                <a:latin typeface="Times New Roman" panose="02020603050405020304" pitchFamily="18" charset="0"/>
              </a:rPr>
              <a:t>只有</a:t>
            </a:r>
            <a:r>
              <a:rPr lang="zh-CN" altLang="en-US" dirty="0">
                <a:solidFill>
                  <a:srgbClr val="FF0000"/>
                </a:solidFill>
                <a:latin typeface="Times New Roman" panose="02020603050405020304" pitchFamily="18" charset="0"/>
              </a:rPr>
              <a:t>三个</a:t>
            </a:r>
            <a:r>
              <a:rPr lang="zh-CN" altLang="en-US" dirty="0">
                <a:solidFill>
                  <a:srgbClr val="FF3300"/>
                </a:solidFill>
                <a:latin typeface="Times New Roman" panose="02020603050405020304" pitchFamily="18" charset="0"/>
              </a:rPr>
              <a:t>参数</a:t>
            </a:r>
            <a:r>
              <a:rPr lang="zh-CN" altLang="en-US" dirty="0">
                <a:latin typeface="Times New Roman" panose="02020603050405020304" pitchFamily="18" charset="0"/>
              </a:rPr>
              <a:t>是独立的。   </a:t>
            </a:r>
          </a:p>
        </p:txBody>
      </p:sp>
      <p:sp>
        <p:nvSpPr>
          <p:cNvPr id="27" name="Text Box 6"/>
          <p:cNvSpPr txBox="1">
            <a:spLocks noChangeArrowheads="1"/>
          </p:cNvSpPr>
          <p:nvPr/>
        </p:nvSpPr>
        <p:spPr bwMode="auto">
          <a:xfrm>
            <a:off x="598560" y="5917552"/>
            <a:ext cx="8189912" cy="46166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r>
              <a:rPr lang="zh-CN" altLang="en-US" dirty="0">
                <a:latin typeface="Times New Roman" panose="02020603050405020304" pitchFamily="18" charset="0"/>
              </a:rPr>
              <a:t>若二端口网络对称，则</a:t>
            </a:r>
            <a:r>
              <a:rPr lang="en-US" altLang="zh-CN" i="1" dirty="0">
                <a:solidFill>
                  <a:srgbClr val="FF3300"/>
                </a:solidFill>
                <a:latin typeface="Times New Roman" panose="02020603050405020304" pitchFamily="18" charset="0"/>
                <a:sym typeface="Symbol" panose="05050102010706020507" pitchFamily="18" charset="2"/>
              </a:rPr>
              <a:t>Y</a:t>
            </a:r>
            <a:r>
              <a:rPr lang="en-US" altLang="zh-CN" baseline="-25000" dirty="0">
                <a:solidFill>
                  <a:srgbClr val="FF3300"/>
                </a:solidFill>
                <a:latin typeface="Times New Roman" panose="02020603050405020304" pitchFamily="18" charset="0"/>
                <a:sym typeface="Symbol" panose="05050102010706020507" pitchFamily="18" charset="2"/>
              </a:rPr>
              <a:t>12</a:t>
            </a:r>
            <a:r>
              <a:rPr lang="en-US" altLang="zh-CN" dirty="0">
                <a:solidFill>
                  <a:srgbClr val="FF3300"/>
                </a:solidFill>
                <a:latin typeface="Times New Roman" panose="02020603050405020304" pitchFamily="18" charset="0"/>
                <a:sym typeface="Symbol" panose="05050102010706020507" pitchFamily="18" charset="2"/>
              </a:rPr>
              <a:t>= </a:t>
            </a:r>
            <a:r>
              <a:rPr lang="en-US" altLang="zh-CN" i="1" dirty="0">
                <a:solidFill>
                  <a:srgbClr val="FF3300"/>
                </a:solidFill>
                <a:latin typeface="Times New Roman" panose="02020603050405020304" pitchFamily="18" charset="0"/>
                <a:sym typeface="Symbol" panose="05050102010706020507" pitchFamily="18" charset="2"/>
              </a:rPr>
              <a:t>Y</a:t>
            </a:r>
            <a:r>
              <a:rPr lang="en-US" altLang="zh-CN" baseline="-25000" dirty="0">
                <a:solidFill>
                  <a:srgbClr val="FF3300"/>
                </a:solidFill>
                <a:latin typeface="Times New Roman" panose="02020603050405020304" pitchFamily="18" charset="0"/>
                <a:sym typeface="Symbol" panose="05050102010706020507" pitchFamily="18" charset="2"/>
              </a:rPr>
              <a:t>21 </a:t>
            </a:r>
            <a:r>
              <a:rPr lang="zh-CN" altLang="en-US" dirty="0">
                <a:solidFill>
                  <a:srgbClr val="FF3300"/>
                </a:solidFill>
                <a:latin typeface="Times New Roman" panose="02020603050405020304" pitchFamily="18" charset="0"/>
                <a:sym typeface="Symbol" panose="05050102010706020507" pitchFamily="18" charset="2"/>
              </a:rPr>
              <a:t>，</a:t>
            </a:r>
            <a:r>
              <a:rPr lang="en-US" altLang="zh-CN" i="1" dirty="0">
                <a:solidFill>
                  <a:srgbClr val="FF3300"/>
                </a:solidFill>
                <a:latin typeface="Times New Roman" panose="02020603050405020304" pitchFamily="18" charset="0"/>
                <a:sym typeface="Symbol" panose="05050102010706020507" pitchFamily="18" charset="2"/>
              </a:rPr>
              <a:t> Y</a:t>
            </a:r>
            <a:r>
              <a:rPr lang="en-US" altLang="zh-CN" baseline="-25000" dirty="0">
                <a:solidFill>
                  <a:srgbClr val="FF3300"/>
                </a:solidFill>
                <a:latin typeface="Times New Roman" panose="02020603050405020304" pitchFamily="18" charset="0"/>
                <a:sym typeface="Symbol" panose="05050102010706020507" pitchFamily="18" charset="2"/>
              </a:rPr>
              <a:t>11</a:t>
            </a:r>
            <a:r>
              <a:rPr lang="en-US" altLang="zh-CN" dirty="0">
                <a:solidFill>
                  <a:srgbClr val="FF3300"/>
                </a:solidFill>
                <a:latin typeface="Times New Roman" panose="02020603050405020304" pitchFamily="18" charset="0"/>
                <a:sym typeface="Symbol" panose="05050102010706020507" pitchFamily="18" charset="2"/>
              </a:rPr>
              <a:t>= </a:t>
            </a:r>
            <a:r>
              <a:rPr lang="en-US" altLang="zh-CN" i="1" dirty="0">
                <a:solidFill>
                  <a:srgbClr val="FF3300"/>
                </a:solidFill>
                <a:latin typeface="Times New Roman" panose="02020603050405020304" pitchFamily="18" charset="0"/>
                <a:sym typeface="Symbol" panose="05050102010706020507" pitchFamily="18" charset="2"/>
              </a:rPr>
              <a:t>Y</a:t>
            </a:r>
            <a:r>
              <a:rPr lang="en-US" altLang="zh-CN" baseline="-25000" dirty="0">
                <a:solidFill>
                  <a:srgbClr val="FF3300"/>
                </a:solidFill>
                <a:latin typeface="Times New Roman" panose="02020603050405020304" pitchFamily="18" charset="0"/>
                <a:sym typeface="Symbol" panose="05050102010706020507" pitchFamily="18" charset="2"/>
              </a:rPr>
              <a:t>22 </a:t>
            </a:r>
            <a:endParaRPr lang="zh-CN" altLang="en-US" dirty="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nodeType="clickEffect">
                                  <p:stCondLst>
                                    <p:cond delay="0"/>
                                  </p:stCondLst>
                                  <p:childTnLst>
                                    <p:set>
                                      <p:cBhvr>
                                        <p:cTn id="6" dur="1" fill="hold">
                                          <p:stCondLst>
                                            <p:cond delay="0"/>
                                          </p:stCondLst>
                                        </p:cTn>
                                        <p:tgtEl>
                                          <p:spTgt spid="166919"/>
                                        </p:tgtEl>
                                        <p:attrNameLst>
                                          <p:attrName>style.visibility</p:attrName>
                                        </p:attrNameLst>
                                      </p:cBhvr>
                                      <p:to>
                                        <p:strVal val="visible"/>
                                      </p:to>
                                    </p:set>
                                    <p:anim calcmode="lin" valueType="num">
                                      <p:cBhvr additive="base">
                                        <p:cTn id="7" dur="500" fill="hold"/>
                                        <p:tgtEl>
                                          <p:spTgt spid="166919"/>
                                        </p:tgtEl>
                                        <p:attrNameLst>
                                          <p:attrName>ppt_x</p:attrName>
                                        </p:attrNameLst>
                                      </p:cBhvr>
                                      <p:tavLst>
                                        <p:tav tm="0">
                                          <p:val>
                                            <p:strVal val="1+#ppt_w/2"/>
                                          </p:val>
                                        </p:tav>
                                        <p:tav tm="100000">
                                          <p:val>
                                            <p:strVal val="#ppt_x"/>
                                          </p:val>
                                        </p:tav>
                                      </p:tavLst>
                                    </p:anim>
                                    <p:anim calcmode="lin" valueType="num">
                                      <p:cBhvr additive="base">
                                        <p:cTn id="8" dur="500" fill="hold"/>
                                        <p:tgtEl>
                                          <p:spTgt spid="166919"/>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8" fill="hold" nodeType="clickEffect">
                                  <p:stCondLst>
                                    <p:cond delay="0"/>
                                  </p:stCondLst>
                                  <p:childTnLst>
                                    <p:set>
                                      <p:cBhvr>
                                        <p:cTn id="12" dur="1" fill="hold">
                                          <p:stCondLst>
                                            <p:cond delay="0"/>
                                          </p:stCondLst>
                                        </p:cTn>
                                        <p:tgtEl>
                                          <p:spTgt spid="166915"/>
                                        </p:tgtEl>
                                        <p:attrNameLst>
                                          <p:attrName>style.visibility</p:attrName>
                                        </p:attrNameLst>
                                      </p:cBhvr>
                                      <p:to>
                                        <p:strVal val="visible"/>
                                      </p:to>
                                    </p:set>
                                    <p:animEffect transition="in" filter="wipe(left)">
                                      <p:cBhvr>
                                        <p:cTn id="13" dur="500"/>
                                        <p:tgtEl>
                                          <p:spTgt spid="166915"/>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66918"/>
                                        </p:tgtEl>
                                        <p:attrNameLst>
                                          <p:attrName>style.visibility</p:attrName>
                                        </p:attrNameLst>
                                      </p:cBhvr>
                                      <p:to>
                                        <p:strVal val="visible"/>
                                      </p:to>
                                    </p:set>
                                    <p:animEffect transition="in" filter="wipe(left)">
                                      <p:cBhvr>
                                        <p:cTn id="18" dur="500"/>
                                        <p:tgtEl>
                                          <p:spTgt spid="166918"/>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nodeType="clickEffect">
                                  <p:stCondLst>
                                    <p:cond delay="0"/>
                                  </p:stCondLst>
                                  <p:childTnLst>
                                    <p:set>
                                      <p:cBhvr>
                                        <p:cTn id="22" dur="1" fill="hold">
                                          <p:stCondLst>
                                            <p:cond delay="0"/>
                                          </p:stCondLst>
                                        </p:cTn>
                                        <p:tgtEl>
                                          <p:spTgt spid="166914"/>
                                        </p:tgtEl>
                                        <p:attrNameLst>
                                          <p:attrName>style.visibility</p:attrName>
                                        </p:attrNameLst>
                                      </p:cBhvr>
                                      <p:to>
                                        <p:strVal val="visible"/>
                                      </p:to>
                                    </p:set>
                                    <p:animEffect transition="in" filter="wipe(left)">
                                      <p:cBhvr>
                                        <p:cTn id="23" dur="500"/>
                                        <p:tgtEl>
                                          <p:spTgt spid="166914"/>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66917"/>
                                        </p:tgtEl>
                                        <p:attrNameLst>
                                          <p:attrName>style.visibility</p:attrName>
                                        </p:attrNameLst>
                                      </p:cBhvr>
                                      <p:to>
                                        <p:strVal val="visible"/>
                                      </p:to>
                                    </p:set>
                                    <p:animEffect transition="in" filter="wipe(left)">
                                      <p:cBhvr>
                                        <p:cTn id="28" dur="500"/>
                                        <p:tgtEl>
                                          <p:spTgt spid="166917"/>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166916">
                                            <p:txEl>
                                              <p:pRg st="0" end="0"/>
                                            </p:txEl>
                                          </p:spTgt>
                                        </p:tgtEl>
                                        <p:attrNameLst>
                                          <p:attrName>style.visibility</p:attrName>
                                        </p:attrNameLst>
                                      </p:cBhvr>
                                      <p:to>
                                        <p:strVal val="visible"/>
                                      </p:to>
                                    </p:set>
                                    <p:animEffect transition="in" filter="wipe(left)">
                                      <p:cBhvr>
                                        <p:cTn id="33" dur="500"/>
                                        <p:tgtEl>
                                          <p:spTgt spid="166916">
                                            <p:txEl>
                                              <p:pRg st="0" end="0"/>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25">
                                            <p:txEl>
                                              <p:pRg st="0" end="0"/>
                                            </p:txEl>
                                          </p:spTgt>
                                        </p:tgtEl>
                                        <p:attrNameLst>
                                          <p:attrName>style.visibility</p:attrName>
                                        </p:attrNameLst>
                                      </p:cBhvr>
                                      <p:to>
                                        <p:strVal val="visible"/>
                                      </p:to>
                                    </p:set>
                                    <p:animEffect transition="in" filter="wipe(left)">
                                      <p:cBhvr>
                                        <p:cTn id="38" dur="500"/>
                                        <p:tgtEl>
                                          <p:spTgt spid="25">
                                            <p:txEl>
                                              <p:pRg st="0" end="0"/>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26">
                                            <p:txEl>
                                              <p:pRg st="0" end="0"/>
                                            </p:txEl>
                                          </p:spTgt>
                                        </p:tgtEl>
                                        <p:attrNameLst>
                                          <p:attrName>style.visibility</p:attrName>
                                        </p:attrNameLst>
                                      </p:cBhvr>
                                      <p:to>
                                        <p:strVal val="visible"/>
                                      </p:to>
                                    </p:set>
                                    <p:animEffect transition="in" filter="wipe(left)">
                                      <p:cBhvr>
                                        <p:cTn id="43" dur="500"/>
                                        <p:tgtEl>
                                          <p:spTgt spid="26">
                                            <p:txEl>
                                              <p:pRg st="0" end="0"/>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27">
                                            <p:txEl>
                                              <p:pRg st="0" end="0"/>
                                            </p:txEl>
                                          </p:spTgt>
                                        </p:tgtEl>
                                        <p:attrNameLst>
                                          <p:attrName>style.visibility</p:attrName>
                                        </p:attrNameLst>
                                      </p:cBhvr>
                                      <p:to>
                                        <p:strVal val="visible"/>
                                      </p:to>
                                    </p:set>
                                    <p:animEffect transition="in" filter="wipe(left)">
                                      <p:cBhvr>
                                        <p:cTn id="48" dur="500"/>
                                        <p:tgtEl>
                                          <p:spTgt spid="2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6916" grpId="0" build="p" autoUpdateAnimBg="0"/>
      <p:bldP spid="166917" grpId="0" autoUpdateAnimBg="0"/>
      <p:bldP spid="166918" grpId="0" autoUpdateAnimBg="0"/>
      <p:bldP spid="25" grpId="0" build="p" autoUpdateAnimBg="0"/>
      <p:bldP spid="26" grpId="0" build="p" autoUpdateAnimBg="0"/>
      <p:bldP spid="27" grpId="0" build="p" autoUpdateAnimBg="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ext Box 2"/>
          <p:cNvSpPr txBox="1">
            <a:spLocks noChangeArrowheads="1"/>
          </p:cNvSpPr>
          <p:nvPr/>
        </p:nvSpPr>
        <p:spPr bwMode="auto">
          <a:xfrm>
            <a:off x="304800" y="266700"/>
            <a:ext cx="46482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spcBef>
                <a:spcPct val="50000"/>
              </a:spcBef>
            </a:pPr>
            <a:r>
              <a:rPr lang="zh-CN" altLang="en-US">
                <a:solidFill>
                  <a:srgbClr val="FF3300"/>
                </a:solidFill>
              </a:rPr>
              <a:t>例</a:t>
            </a:r>
            <a:r>
              <a:rPr lang="en-US" altLang="zh-CN">
                <a:solidFill>
                  <a:srgbClr val="FF3300"/>
                </a:solidFill>
              </a:rPr>
              <a:t>1 </a:t>
            </a:r>
            <a:r>
              <a:rPr lang="en-US" altLang="zh-CN"/>
              <a:t> </a:t>
            </a:r>
            <a:r>
              <a:rPr lang="zh-CN" altLang="en-US"/>
              <a:t>求图示二端口的</a:t>
            </a:r>
            <a:r>
              <a:rPr lang="en-US" altLang="zh-CN" i="1">
                <a:latin typeface="Times New Roman" panose="02020603050405020304" pitchFamily="18" charset="0"/>
              </a:rPr>
              <a:t>Y</a:t>
            </a:r>
            <a:r>
              <a:rPr lang="en-US" altLang="zh-CN">
                <a:latin typeface="Times New Roman" panose="02020603050405020304" pitchFamily="18" charset="0"/>
              </a:rPr>
              <a:t> </a:t>
            </a:r>
            <a:r>
              <a:rPr lang="zh-CN" altLang="en-US"/>
              <a:t>参数。</a:t>
            </a:r>
          </a:p>
        </p:txBody>
      </p:sp>
      <p:graphicFrame>
        <p:nvGraphicFramePr>
          <p:cNvPr id="24579" name="Object 3"/>
          <p:cNvGraphicFramePr>
            <a:graphicFrameLocks noChangeAspect="1"/>
          </p:cNvGraphicFramePr>
          <p:nvPr/>
        </p:nvGraphicFramePr>
        <p:xfrm>
          <a:off x="5307013" y="2466975"/>
          <a:ext cx="2860675" cy="912813"/>
        </p:xfrm>
        <a:graphic>
          <a:graphicData uri="http://schemas.openxmlformats.org/presentationml/2006/ole">
            <mc:AlternateContent xmlns:mc="http://schemas.openxmlformats.org/markup-compatibility/2006">
              <mc:Choice xmlns:v="urn:schemas-microsoft-com:vml" Requires="v">
                <p:oleObj spid="_x0000_s179438" name="公式" r:id="rId3" imgW="1434960" imgH="457200" progId="Equation.3">
                  <p:embed/>
                </p:oleObj>
              </mc:Choice>
              <mc:Fallback>
                <p:oleObj name="公式" r:id="rId3" imgW="1434960" imgH="45720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07013" y="2466975"/>
                        <a:ext cx="2860675" cy="912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4580" name="Object 4"/>
          <p:cNvGraphicFramePr>
            <a:graphicFrameLocks noChangeAspect="1"/>
          </p:cNvGraphicFramePr>
          <p:nvPr/>
        </p:nvGraphicFramePr>
        <p:xfrm>
          <a:off x="5373688" y="3313113"/>
          <a:ext cx="2252662" cy="914400"/>
        </p:xfrm>
        <a:graphic>
          <a:graphicData uri="http://schemas.openxmlformats.org/presentationml/2006/ole">
            <mc:AlternateContent xmlns:mc="http://schemas.openxmlformats.org/markup-compatibility/2006">
              <mc:Choice xmlns:v="urn:schemas-microsoft-com:vml" Requires="v">
                <p:oleObj spid="_x0000_s179439" name="公式" r:id="rId5" imgW="1244520" imgH="457200" progId="Equation.3">
                  <p:embed/>
                </p:oleObj>
              </mc:Choice>
              <mc:Fallback>
                <p:oleObj name="公式" r:id="rId5" imgW="1244520" imgH="457200" progId="Equation.3">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73688" y="3313113"/>
                        <a:ext cx="2252662"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4581" name="Text Box 5"/>
          <p:cNvSpPr txBox="1">
            <a:spLocks noChangeArrowheads="1"/>
          </p:cNvSpPr>
          <p:nvPr/>
        </p:nvSpPr>
        <p:spPr bwMode="auto">
          <a:xfrm>
            <a:off x="361950" y="857250"/>
            <a:ext cx="9525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spcBef>
                <a:spcPct val="50000"/>
              </a:spcBef>
            </a:pPr>
            <a:r>
              <a:rPr lang="zh-CN" altLang="en-US">
                <a:solidFill>
                  <a:srgbClr val="FF3300"/>
                </a:solidFill>
              </a:rPr>
              <a:t>解</a:t>
            </a:r>
            <a:endParaRPr lang="zh-CN" altLang="en-US"/>
          </a:p>
        </p:txBody>
      </p:sp>
      <p:grpSp>
        <p:nvGrpSpPr>
          <p:cNvPr id="24715" name="Group 139"/>
          <p:cNvGrpSpPr>
            <a:grpSpLocks/>
          </p:cNvGrpSpPr>
          <p:nvPr/>
        </p:nvGrpSpPr>
        <p:grpSpPr bwMode="auto">
          <a:xfrm>
            <a:off x="685800" y="4676775"/>
            <a:ext cx="781050" cy="1123950"/>
            <a:chOff x="437" y="2910"/>
            <a:chExt cx="492" cy="708"/>
          </a:xfrm>
        </p:grpSpPr>
        <p:graphicFrame>
          <p:nvGraphicFramePr>
            <p:cNvPr id="24583" name="Object 7"/>
            <p:cNvGraphicFramePr>
              <a:graphicFrameLocks noChangeAspect="1"/>
            </p:cNvGraphicFramePr>
            <p:nvPr/>
          </p:nvGraphicFramePr>
          <p:xfrm>
            <a:off x="437" y="3130"/>
            <a:ext cx="453" cy="231"/>
          </p:xfrm>
          <a:graphic>
            <a:graphicData uri="http://schemas.openxmlformats.org/presentationml/2006/ole">
              <mc:AlternateContent xmlns:mc="http://schemas.openxmlformats.org/markup-compatibility/2006">
                <mc:Choice xmlns:v="urn:schemas-microsoft-com:vml" Requires="v">
                  <p:oleObj spid="_x0000_s179440" name="Equation" r:id="rId7" imgW="444240" imgH="228600" progId="Equation.3">
                    <p:embed/>
                  </p:oleObj>
                </mc:Choice>
                <mc:Fallback>
                  <p:oleObj name="Equation" r:id="rId7" imgW="444240" imgH="228600" progId="Equation.3">
                    <p:embed/>
                    <p:pic>
                      <p:nvPicPr>
                        <p:cNvPr id="0"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37" y="3130"/>
                          <a:ext cx="453"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33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4584" name="Line 8"/>
            <p:cNvSpPr>
              <a:spLocks noChangeShapeType="1"/>
            </p:cNvSpPr>
            <p:nvPr/>
          </p:nvSpPr>
          <p:spPr bwMode="auto">
            <a:xfrm>
              <a:off x="929" y="2910"/>
              <a:ext cx="0" cy="708"/>
            </a:xfrm>
            <a:prstGeom prst="line">
              <a:avLst/>
            </a:prstGeom>
            <a:noFill/>
            <a:ln w="31750">
              <a:solidFill>
                <a:srgbClr val="FF33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aphicFrame>
        <p:nvGraphicFramePr>
          <p:cNvPr id="24585" name="Object 9"/>
          <p:cNvGraphicFramePr>
            <a:graphicFrameLocks noChangeAspect="1"/>
          </p:cNvGraphicFramePr>
          <p:nvPr/>
        </p:nvGraphicFramePr>
        <p:xfrm>
          <a:off x="5395913" y="4283075"/>
          <a:ext cx="2941637" cy="1876425"/>
        </p:xfrm>
        <a:graphic>
          <a:graphicData uri="http://schemas.openxmlformats.org/presentationml/2006/ole">
            <mc:AlternateContent xmlns:mc="http://schemas.openxmlformats.org/markup-compatibility/2006">
              <mc:Choice xmlns:v="urn:schemas-microsoft-com:vml" Requires="v">
                <p:oleObj spid="_x0000_s179441" name="公式" r:id="rId9" imgW="1434960" imgH="914400" progId="Equation.3">
                  <p:embed/>
                </p:oleObj>
              </mc:Choice>
              <mc:Fallback>
                <p:oleObj name="公式" r:id="rId9" imgW="1434960" imgH="914400" progId="Equation.3">
                  <p:embed/>
                  <p:pic>
                    <p:nvPicPr>
                      <p:cNvPr id="0" name="Object 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395913" y="4283075"/>
                        <a:ext cx="2941637" cy="1876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4713" name="Group 137"/>
          <p:cNvGrpSpPr>
            <a:grpSpLocks/>
          </p:cNvGrpSpPr>
          <p:nvPr/>
        </p:nvGrpSpPr>
        <p:grpSpPr bwMode="auto">
          <a:xfrm>
            <a:off x="4273550" y="2884488"/>
            <a:ext cx="803275" cy="1123950"/>
            <a:chOff x="2680" y="1829"/>
            <a:chExt cx="506" cy="708"/>
          </a:xfrm>
        </p:grpSpPr>
        <p:graphicFrame>
          <p:nvGraphicFramePr>
            <p:cNvPr id="24615" name="Object 39"/>
            <p:cNvGraphicFramePr>
              <a:graphicFrameLocks noChangeAspect="1"/>
            </p:cNvGraphicFramePr>
            <p:nvPr/>
          </p:nvGraphicFramePr>
          <p:xfrm>
            <a:off x="2734" y="2013"/>
            <a:ext cx="452" cy="231"/>
          </p:xfrm>
          <a:graphic>
            <a:graphicData uri="http://schemas.openxmlformats.org/presentationml/2006/ole">
              <mc:AlternateContent xmlns:mc="http://schemas.openxmlformats.org/markup-compatibility/2006">
                <mc:Choice xmlns:v="urn:schemas-microsoft-com:vml" Requires="v">
                  <p:oleObj spid="_x0000_s179442" name="Equation" r:id="rId11" imgW="444240" imgH="228600" progId="Equation.3">
                    <p:embed/>
                  </p:oleObj>
                </mc:Choice>
                <mc:Fallback>
                  <p:oleObj name="Equation" r:id="rId11" imgW="444240" imgH="228600" progId="Equation.3">
                    <p:embed/>
                    <p:pic>
                      <p:nvPicPr>
                        <p:cNvPr id="0" name="Object 3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734" y="2013"/>
                          <a:ext cx="452"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4616" name="Line 40"/>
            <p:cNvSpPr>
              <a:spLocks noChangeShapeType="1"/>
            </p:cNvSpPr>
            <p:nvPr/>
          </p:nvSpPr>
          <p:spPr bwMode="auto">
            <a:xfrm>
              <a:off x="2680" y="1829"/>
              <a:ext cx="0" cy="708"/>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24717" name="Group 141"/>
          <p:cNvGrpSpPr>
            <a:grpSpLocks/>
          </p:cNvGrpSpPr>
          <p:nvPr/>
        </p:nvGrpSpPr>
        <p:grpSpPr bwMode="auto">
          <a:xfrm>
            <a:off x="571500" y="2862263"/>
            <a:ext cx="406400" cy="1214437"/>
            <a:chOff x="420" y="1803"/>
            <a:chExt cx="256" cy="765"/>
          </a:xfrm>
        </p:grpSpPr>
        <p:sp>
          <p:nvSpPr>
            <p:cNvPr id="24623" name="Text Box 47"/>
            <p:cNvSpPr txBox="1">
              <a:spLocks noChangeArrowheads="1"/>
            </p:cNvSpPr>
            <p:nvPr/>
          </p:nvSpPr>
          <p:spPr bwMode="auto">
            <a:xfrm>
              <a:off x="430" y="1803"/>
              <a:ext cx="245" cy="288"/>
            </a:xfrm>
            <a:prstGeom prst="rect">
              <a:avLst/>
            </a:prstGeom>
            <a:noFill/>
            <a:ln>
              <a:noFill/>
            </a:ln>
            <a:extLst>
              <a:ext uri="{909E8E84-426E-40DD-AFC4-6F175D3DCCD1}">
                <a14:hiddenFill xmlns:a14="http://schemas.microsoft.com/office/drawing/2010/main">
                  <a:solidFill>
                    <a:srgbClr val="F9FFE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spcBef>
                  <a:spcPct val="50000"/>
                </a:spcBef>
              </a:pPr>
              <a:r>
                <a:rPr lang="en-US" altLang="zh-CN">
                  <a:latin typeface="Times New Roman" panose="02020603050405020304" pitchFamily="18" charset="0"/>
                </a:rPr>
                <a:t>+</a:t>
              </a:r>
            </a:p>
          </p:txBody>
        </p:sp>
        <p:sp>
          <p:nvSpPr>
            <p:cNvPr id="24624" name="Text Box 48"/>
            <p:cNvSpPr txBox="1">
              <a:spLocks noChangeArrowheads="1"/>
            </p:cNvSpPr>
            <p:nvPr/>
          </p:nvSpPr>
          <p:spPr bwMode="auto">
            <a:xfrm>
              <a:off x="431" y="2280"/>
              <a:ext cx="245" cy="288"/>
            </a:xfrm>
            <a:prstGeom prst="rect">
              <a:avLst/>
            </a:prstGeom>
            <a:noFill/>
            <a:ln>
              <a:noFill/>
            </a:ln>
            <a:extLst>
              <a:ext uri="{909E8E84-426E-40DD-AFC4-6F175D3DCCD1}">
                <a14:hiddenFill xmlns:a14="http://schemas.microsoft.com/office/drawing/2010/main">
                  <a:solidFill>
                    <a:srgbClr val="F9FFE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spcBef>
                  <a:spcPct val="50000"/>
                </a:spcBef>
              </a:pPr>
              <a:r>
                <a:rPr lang="en-US" altLang="zh-CN">
                  <a:latin typeface="黑体" panose="02010609060101010101" pitchFamily="49" charset="-122"/>
                  <a:ea typeface="黑体" panose="02010609060101010101" pitchFamily="49" charset="-122"/>
                </a:rPr>
                <a:t>-</a:t>
              </a:r>
            </a:p>
          </p:txBody>
        </p:sp>
        <p:graphicFrame>
          <p:nvGraphicFramePr>
            <p:cNvPr id="24625" name="Object 49"/>
            <p:cNvGraphicFramePr>
              <a:graphicFrameLocks noChangeAspect="1"/>
            </p:cNvGraphicFramePr>
            <p:nvPr/>
          </p:nvGraphicFramePr>
          <p:xfrm>
            <a:off x="420" y="2013"/>
            <a:ext cx="234" cy="266"/>
          </p:xfrm>
          <a:graphic>
            <a:graphicData uri="http://schemas.openxmlformats.org/presentationml/2006/ole">
              <mc:AlternateContent xmlns:mc="http://schemas.openxmlformats.org/markup-compatibility/2006">
                <mc:Choice xmlns:v="urn:schemas-microsoft-com:vml" Requires="v">
                  <p:oleObj spid="_x0000_s179443" name="Equation" r:id="rId13" imgW="203040" imgH="228600" progId="Equation.3">
                    <p:embed/>
                  </p:oleObj>
                </mc:Choice>
                <mc:Fallback>
                  <p:oleObj name="Equation" r:id="rId13" imgW="203040" imgH="228600" progId="Equation.3">
                    <p:embed/>
                    <p:pic>
                      <p:nvPicPr>
                        <p:cNvPr id="0" name="Object 49"/>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20" y="2013"/>
                          <a:ext cx="234" cy="266"/>
                        </a:xfrm>
                        <a:prstGeom prst="rect">
                          <a:avLst/>
                        </a:prstGeom>
                        <a:noFill/>
                        <a:ln>
                          <a:noFill/>
                        </a:ln>
                        <a:effectLst/>
                        <a:extLst>
                          <a:ext uri="{909E8E84-426E-40DD-AFC4-6F175D3DCCD1}">
                            <a14:hiddenFill xmlns:a14="http://schemas.microsoft.com/office/drawing/2010/main">
                              <a:solidFill>
                                <a:srgbClr val="F9FFE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24667" name="Object 91"/>
          <p:cNvGraphicFramePr>
            <a:graphicFrameLocks noChangeAspect="1"/>
          </p:cNvGraphicFramePr>
          <p:nvPr/>
        </p:nvGraphicFramePr>
        <p:xfrm>
          <a:off x="1552575" y="6037263"/>
          <a:ext cx="1892300" cy="454025"/>
        </p:xfrm>
        <a:graphic>
          <a:graphicData uri="http://schemas.openxmlformats.org/presentationml/2006/ole">
            <mc:AlternateContent xmlns:mc="http://schemas.openxmlformats.org/markup-compatibility/2006">
              <mc:Choice xmlns:v="urn:schemas-microsoft-com:vml" Requires="v">
                <p:oleObj spid="_x0000_s179444" name="公式" r:id="rId15" imgW="952200" imgH="228600" progId="Equation.3">
                  <p:embed/>
                </p:oleObj>
              </mc:Choice>
              <mc:Fallback>
                <p:oleObj name="公式" r:id="rId15" imgW="952200" imgH="228600" progId="Equation.3">
                  <p:embed/>
                  <p:pic>
                    <p:nvPicPr>
                      <p:cNvPr id="0" name="Object 91"/>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552575" y="6037263"/>
                        <a:ext cx="1892300" cy="454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4668" name="Text Box 92"/>
          <p:cNvSpPr txBox="1">
            <a:spLocks noChangeArrowheads="1"/>
          </p:cNvSpPr>
          <p:nvPr/>
        </p:nvSpPr>
        <p:spPr bwMode="auto">
          <a:xfrm>
            <a:off x="3930650" y="6021388"/>
            <a:ext cx="2744788"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spcBef>
                <a:spcPct val="50000"/>
              </a:spcBef>
            </a:pPr>
            <a:r>
              <a:rPr lang="zh-CN" altLang="en-US">
                <a:solidFill>
                  <a:srgbClr val="FF3300"/>
                </a:solidFill>
                <a:latin typeface="Times New Roman" panose="02020603050405020304" pitchFamily="18" charset="0"/>
              </a:rPr>
              <a:t>互易二端口                 </a:t>
            </a:r>
            <a:endParaRPr lang="zh-CN" altLang="en-US">
              <a:latin typeface="Times New Roman" panose="02020603050405020304" pitchFamily="18" charset="0"/>
            </a:endParaRPr>
          </a:p>
        </p:txBody>
      </p:sp>
      <p:graphicFrame>
        <p:nvGraphicFramePr>
          <p:cNvPr id="24671" name="Object 95"/>
          <p:cNvGraphicFramePr>
            <a:graphicFrameLocks noChangeAspect="1"/>
          </p:cNvGraphicFramePr>
          <p:nvPr/>
        </p:nvGraphicFramePr>
        <p:xfrm>
          <a:off x="911225" y="1384300"/>
          <a:ext cx="2638425" cy="933450"/>
        </p:xfrm>
        <a:graphic>
          <a:graphicData uri="http://schemas.openxmlformats.org/presentationml/2006/ole">
            <mc:AlternateContent xmlns:mc="http://schemas.openxmlformats.org/markup-compatibility/2006">
              <mc:Choice xmlns:v="urn:schemas-microsoft-com:vml" Requires="v">
                <p:oleObj spid="_x0000_s179445" name="公式" r:id="rId17" imgW="1257120" imgH="507960" progId="Equation.3">
                  <p:embed/>
                </p:oleObj>
              </mc:Choice>
              <mc:Fallback>
                <p:oleObj name="公式" r:id="rId17" imgW="1257120" imgH="507960" progId="Equation.3">
                  <p:embed/>
                  <p:pic>
                    <p:nvPicPr>
                      <p:cNvPr id="0" name="Object 95"/>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911225" y="1384300"/>
                        <a:ext cx="2638425" cy="933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4712" name="Group 136"/>
          <p:cNvGrpSpPr>
            <a:grpSpLocks/>
          </p:cNvGrpSpPr>
          <p:nvPr/>
        </p:nvGrpSpPr>
        <p:grpSpPr bwMode="auto">
          <a:xfrm>
            <a:off x="4962525" y="317500"/>
            <a:ext cx="4175125" cy="1885950"/>
            <a:chOff x="3126" y="200"/>
            <a:chExt cx="2630" cy="1188"/>
          </a:xfrm>
        </p:grpSpPr>
        <p:sp>
          <p:nvSpPr>
            <p:cNvPr id="24587" name="Rectangle 11"/>
            <p:cNvSpPr>
              <a:spLocks noChangeArrowheads="1"/>
            </p:cNvSpPr>
            <p:nvPr/>
          </p:nvSpPr>
          <p:spPr bwMode="auto">
            <a:xfrm>
              <a:off x="4237" y="506"/>
              <a:ext cx="322" cy="114"/>
            </a:xfrm>
            <a:prstGeom prst="rect">
              <a:avLst/>
            </a:prstGeom>
            <a:solidFill>
              <a:srgbClr val="F9FFE1"/>
            </a:solidFill>
            <a:ln w="31750">
              <a:solidFill>
                <a:srgbClr val="000000"/>
              </a:solidFill>
              <a:miter lim="800000"/>
              <a:headEnd/>
              <a:tailEnd/>
            </a:ln>
          </p:spPr>
          <p:txBody>
            <a:bodyPr/>
            <a:lstStyle/>
            <a:p>
              <a:endParaRPr lang="zh-CN" altLang="en-US"/>
            </a:p>
          </p:txBody>
        </p:sp>
        <p:sp>
          <p:nvSpPr>
            <p:cNvPr id="24588" name="Line 12"/>
            <p:cNvSpPr>
              <a:spLocks noChangeShapeType="1"/>
            </p:cNvSpPr>
            <p:nvPr/>
          </p:nvSpPr>
          <p:spPr bwMode="auto">
            <a:xfrm>
              <a:off x="4565" y="557"/>
              <a:ext cx="1006" cy="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589" name="Line 13"/>
            <p:cNvSpPr>
              <a:spLocks noChangeShapeType="1"/>
            </p:cNvSpPr>
            <p:nvPr/>
          </p:nvSpPr>
          <p:spPr bwMode="auto">
            <a:xfrm flipH="1">
              <a:off x="3281" y="557"/>
              <a:ext cx="955" cy="1"/>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590" name="Line 14"/>
            <p:cNvSpPr>
              <a:spLocks noChangeShapeType="1"/>
            </p:cNvSpPr>
            <p:nvPr/>
          </p:nvSpPr>
          <p:spPr bwMode="auto">
            <a:xfrm>
              <a:off x="3293" y="1358"/>
              <a:ext cx="2283" cy="1"/>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591" name="Rectangle 15"/>
            <p:cNvSpPr>
              <a:spLocks noChangeArrowheads="1"/>
            </p:cNvSpPr>
            <p:nvPr/>
          </p:nvSpPr>
          <p:spPr bwMode="auto">
            <a:xfrm>
              <a:off x="4223" y="224"/>
              <a:ext cx="294" cy="230"/>
            </a:xfrm>
            <a:prstGeom prst="rect">
              <a:avLst/>
            </a:prstGeom>
            <a:noFill/>
            <a:ln>
              <a:noFill/>
            </a:ln>
            <a:extLst>
              <a:ext uri="{909E8E84-426E-40DD-AFC4-6F175D3DCCD1}">
                <a14:hiddenFill xmlns:a14="http://schemas.microsoft.com/office/drawing/2010/main">
                  <a:solidFill>
                    <a:srgbClr val="F9FFE1"/>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eaLnBrk="1" hangingPunct="1"/>
              <a:r>
                <a:rPr lang="en-US" altLang="zh-CN">
                  <a:solidFill>
                    <a:srgbClr val="000000"/>
                  </a:solidFill>
                  <a:latin typeface="Times New Roman" panose="02020603050405020304" pitchFamily="18" charset="0"/>
                </a:rPr>
                <a:t> </a:t>
              </a:r>
              <a:r>
                <a:rPr lang="en-US" altLang="zh-CN" i="1">
                  <a:solidFill>
                    <a:srgbClr val="000000"/>
                  </a:solidFill>
                  <a:latin typeface="Times New Roman" panose="02020603050405020304" pitchFamily="18" charset="0"/>
                </a:rPr>
                <a:t>Y</a:t>
              </a:r>
              <a:r>
                <a:rPr lang="en-US" altLang="zh-CN" baseline="-25000">
                  <a:solidFill>
                    <a:srgbClr val="000000"/>
                  </a:solidFill>
                  <a:latin typeface="Times New Roman" panose="02020603050405020304" pitchFamily="18" charset="0"/>
                </a:rPr>
                <a:t>b</a:t>
              </a:r>
              <a:endParaRPr lang="en-US" altLang="zh-CN">
                <a:latin typeface="Times New Roman" panose="02020603050405020304" pitchFamily="18" charset="0"/>
              </a:endParaRPr>
            </a:p>
          </p:txBody>
        </p:sp>
        <p:sp>
          <p:nvSpPr>
            <p:cNvPr id="24592" name="Text Box 16"/>
            <p:cNvSpPr txBox="1">
              <a:spLocks noChangeArrowheads="1"/>
            </p:cNvSpPr>
            <p:nvPr/>
          </p:nvSpPr>
          <p:spPr bwMode="auto">
            <a:xfrm>
              <a:off x="3137" y="567"/>
              <a:ext cx="267" cy="288"/>
            </a:xfrm>
            <a:prstGeom prst="rect">
              <a:avLst/>
            </a:prstGeom>
            <a:noFill/>
            <a:ln>
              <a:noFill/>
            </a:ln>
            <a:extLst>
              <a:ext uri="{909E8E84-426E-40DD-AFC4-6F175D3DCCD1}">
                <a14:hiddenFill xmlns:a14="http://schemas.microsoft.com/office/drawing/2010/main">
                  <a:solidFill>
                    <a:srgbClr val="F9FFE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spcBef>
                  <a:spcPct val="50000"/>
                </a:spcBef>
              </a:pPr>
              <a:r>
                <a:rPr lang="en-US" altLang="zh-CN">
                  <a:latin typeface="Times New Roman" panose="02020603050405020304" pitchFamily="18" charset="0"/>
                </a:rPr>
                <a:t>+</a:t>
              </a:r>
            </a:p>
          </p:txBody>
        </p:sp>
        <p:sp>
          <p:nvSpPr>
            <p:cNvPr id="24594" name="Text Box 18"/>
            <p:cNvSpPr txBox="1">
              <a:spLocks noChangeArrowheads="1"/>
            </p:cNvSpPr>
            <p:nvPr/>
          </p:nvSpPr>
          <p:spPr bwMode="auto">
            <a:xfrm>
              <a:off x="5489" y="573"/>
              <a:ext cx="267" cy="288"/>
            </a:xfrm>
            <a:prstGeom prst="rect">
              <a:avLst/>
            </a:prstGeom>
            <a:noFill/>
            <a:ln>
              <a:noFill/>
            </a:ln>
            <a:extLst>
              <a:ext uri="{909E8E84-426E-40DD-AFC4-6F175D3DCCD1}">
                <a14:hiddenFill xmlns:a14="http://schemas.microsoft.com/office/drawing/2010/main">
                  <a:solidFill>
                    <a:srgbClr val="F9FFE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spcBef>
                  <a:spcPct val="50000"/>
                </a:spcBef>
              </a:pPr>
              <a:r>
                <a:rPr lang="en-US" altLang="zh-CN">
                  <a:latin typeface="Times New Roman" panose="02020603050405020304" pitchFamily="18" charset="0"/>
                </a:rPr>
                <a:t>+</a:t>
              </a:r>
            </a:p>
          </p:txBody>
        </p:sp>
        <p:graphicFrame>
          <p:nvGraphicFramePr>
            <p:cNvPr id="24596" name="Object 20"/>
            <p:cNvGraphicFramePr>
              <a:graphicFrameLocks noChangeAspect="1"/>
            </p:cNvGraphicFramePr>
            <p:nvPr/>
          </p:nvGraphicFramePr>
          <p:xfrm>
            <a:off x="3126" y="796"/>
            <a:ext cx="256" cy="290"/>
          </p:xfrm>
          <a:graphic>
            <a:graphicData uri="http://schemas.openxmlformats.org/presentationml/2006/ole">
              <mc:AlternateContent xmlns:mc="http://schemas.openxmlformats.org/markup-compatibility/2006">
                <mc:Choice xmlns:v="urn:schemas-microsoft-com:vml" Requires="v">
                  <p:oleObj spid="_x0000_s179446" name="Equation" r:id="rId19" imgW="203040" imgH="228600" progId="Equation.3">
                    <p:embed/>
                  </p:oleObj>
                </mc:Choice>
                <mc:Fallback>
                  <p:oleObj name="Equation" r:id="rId19" imgW="203040" imgH="228600" progId="Equation.3">
                    <p:embed/>
                    <p:pic>
                      <p:nvPicPr>
                        <p:cNvPr id="0" name="Object 20"/>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3126" y="796"/>
                          <a:ext cx="256" cy="290"/>
                        </a:xfrm>
                        <a:prstGeom prst="rect">
                          <a:avLst/>
                        </a:prstGeom>
                        <a:noFill/>
                        <a:ln>
                          <a:noFill/>
                        </a:ln>
                        <a:effectLst/>
                        <a:extLst>
                          <a:ext uri="{909E8E84-426E-40DD-AFC4-6F175D3DCCD1}">
                            <a14:hiddenFill xmlns:a14="http://schemas.microsoft.com/office/drawing/2010/main">
                              <a:solidFill>
                                <a:srgbClr val="F9FFE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4597" name="Object 21"/>
            <p:cNvGraphicFramePr>
              <a:graphicFrameLocks noChangeAspect="1"/>
            </p:cNvGraphicFramePr>
            <p:nvPr/>
          </p:nvGraphicFramePr>
          <p:xfrm>
            <a:off x="3398" y="206"/>
            <a:ext cx="208" cy="290"/>
          </p:xfrm>
          <a:graphic>
            <a:graphicData uri="http://schemas.openxmlformats.org/presentationml/2006/ole">
              <mc:AlternateContent xmlns:mc="http://schemas.openxmlformats.org/markup-compatibility/2006">
                <mc:Choice xmlns:v="urn:schemas-microsoft-com:vml" Requires="v">
                  <p:oleObj spid="_x0000_s179447" name="Equation" r:id="rId21" imgW="164880" imgH="228600" progId="Equation.3">
                    <p:embed/>
                  </p:oleObj>
                </mc:Choice>
                <mc:Fallback>
                  <p:oleObj name="Equation" r:id="rId21" imgW="164880" imgH="228600" progId="Equation.3">
                    <p:embed/>
                    <p:pic>
                      <p:nvPicPr>
                        <p:cNvPr id="0" name="Object 21"/>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3398" y="206"/>
                          <a:ext cx="208" cy="290"/>
                        </a:xfrm>
                        <a:prstGeom prst="rect">
                          <a:avLst/>
                        </a:prstGeom>
                        <a:noFill/>
                        <a:ln>
                          <a:noFill/>
                        </a:ln>
                        <a:effectLst/>
                        <a:extLst>
                          <a:ext uri="{909E8E84-426E-40DD-AFC4-6F175D3DCCD1}">
                            <a14:hiddenFill xmlns:a14="http://schemas.microsoft.com/office/drawing/2010/main">
                              <a:solidFill>
                                <a:srgbClr val="F9FFE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4598" name="Object 22"/>
            <p:cNvGraphicFramePr>
              <a:graphicFrameLocks noChangeAspect="1"/>
            </p:cNvGraphicFramePr>
            <p:nvPr/>
          </p:nvGraphicFramePr>
          <p:xfrm>
            <a:off x="5258" y="200"/>
            <a:ext cx="224" cy="290"/>
          </p:xfrm>
          <a:graphic>
            <a:graphicData uri="http://schemas.openxmlformats.org/presentationml/2006/ole">
              <mc:AlternateContent xmlns:mc="http://schemas.openxmlformats.org/markup-compatibility/2006">
                <mc:Choice xmlns:v="urn:schemas-microsoft-com:vml" Requires="v">
                  <p:oleObj spid="_x0000_s179448" name="Equation" r:id="rId23" imgW="177480" imgH="228600" progId="Equation.3">
                    <p:embed/>
                  </p:oleObj>
                </mc:Choice>
                <mc:Fallback>
                  <p:oleObj name="Equation" r:id="rId23" imgW="177480" imgH="228600" progId="Equation.3">
                    <p:embed/>
                    <p:pic>
                      <p:nvPicPr>
                        <p:cNvPr id="0" name="Object 22"/>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5258" y="200"/>
                          <a:ext cx="224" cy="290"/>
                        </a:xfrm>
                        <a:prstGeom prst="rect">
                          <a:avLst/>
                        </a:prstGeom>
                        <a:noFill/>
                        <a:ln>
                          <a:noFill/>
                        </a:ln>
                        <a:effectLst/>
                        <a:extLst>
                          <a:ext uri="{909E8E84-426E-40DD-AFC4-6F175D3DCCD1}">
                            <a14:hiddenFill xmlns:a14="http://schemas.microsoft.com/office/drawing/2010/main">
                              <a:solidFill>
                                <a:srgbClr val="F9FFE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4599" name="Object 23"/>
            <p:cNvGraphicFramePr>
              <a:graphicFrameLocks noChangeAspect="1"/>
            </p:cNvGraphicFramePr>
            <p:nvPr/>
          </p:nvGraphicFramePr>
          <p:xfrm>
            <a:off x="5496" y="782"/>
            <a:ext cx="256" cy="289"/>
          </p:xfrm>
          <a:graphic>
            <a:graphicData uri="http://schemas.openxmlformats.org/presentationml/2006/ole">
              <mc:AlternateContent xmlns:mc="http://schemas.openxmlformats.org/markup-compatibility/2006">
                <mc:Choice xmlns:v="urn:schemas-microsoft-com:vml" Requires="v">
                  <p:oleObj spid="_x0000_s179449" name="Equation" r:id="rId25" imgW="203040" imgH="228600" progId="Equation.3">
                    <p:embed/>
                  </p:oleObj>
                </mc:Choice>
                <mc:Fallback>
                  <p:oleObj name="Equation" r:id="rId25" imgW="203040" imgH="228600" progId="Equation.3">
                    <p:embed/>
                    <p:pic>
                      <p:nvPicPr>
                        <p:cNvPr id="0" name="Object 23"/>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5496" y="782"/>
                          <a:ext cx="256" cy="289"/>
                        </a:xfrm>
                        <a:prstGeom prst="rect">
                          <a:avLst/>
                        </a:prstGeom>
                        <a:noFill/>
                        <a:ln>
                          <a:noFill/>
                        </a:ln>
                        <a:effectLst/>
                        <a:extLst>
                          <a:ext uri="{909E8E84-426E-40DD-AFC4-6F175D3DCCD1}">
                            <a14:hiddenFill xmlns:a14="http://schemas.microsoft.com/office/drawing/2010/main">
                              <a:solidFill>
                                <a:srgbClr val="F9FFE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4600" name="Line 24"/>
            <p:cNvSpPr>
              <a:spLocks noChangeShapeType="1"/>
            </p:cNvSpPr>
            <p:nvPr/>
          </p:nvSpPr>
          <p:spPr bwMode="auto">
            <a:xfrm>
              <a:off x="4931" y="569"/>
              <a:ext cx="1" cy="30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601" name="Line 25"/>
            <p:cNvSpPr>
              <a:spLocks noChangeShapeType="1"/>
            </p:cNvSpPr>
            <p:nvPr/>
          </p:nvSpPr>
          <p:spPr bwMode="auto">
            <a:xfrm>
              <a:off x="4931" y="1047"/>
              <a:ext cx="1" cy="311"/>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602" name="Line 26"/>
            <p:cNvSpPr>
              <a:spLocks noChangeShapeType="1"/>
            </p:cNvSpPr>
            <p:nvPr/>
          </p:nvSpPr>
          <p:spPr bwMode="auto">
            <a:xfrm>
              <a:off x="3863" y="563"/>
              <a:ext cx="1" cy="30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603" name="Line 27"/>
            <p:cNvSpPr>
              <a:spLocks noChangeShapeType="1"/>
            </p:cNvSpPr>
            <p:nvPr/>
          </p:nvSpPr>
          <p:spPr bwMode="auto">
            <a:xfrm>
              <a:off x="3863" y="1057"/>
              <a:ext cx="1" cy="311"/>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604" name="Oval 28"/>
            <p:cNvSpPr>
              <a:spLocks noChangeArrowheads="1"/>
            </p:cNvSpPr>
            <p:nvPr/>
          </p:nvSpPr>
          <p:spPr bwMode="auto">
            <a:xfrm>
              <a:off x="3216" y="522"/>
              <a:ext cx="68" cy="68"/>
            </a:xfrm>
            <a:prstGeom prst="ellipse">
              <a:avLst/>
            </a:prstGeom>
            <a:solidFill>
              <a:srgbClr val="F9FFE1"/>
            </a:solidFill>
            <a:ln w="19050">
              <a:solidFill>
                <a:schemeClr val="tx1"/>
              </a:solidFill>
              <a:round/>
              <a:headEnd/>
              <a:tailEnd/>
            </a:ln>
          </p:spPr>
          <p:txBody>
            <a:bodyPr wrap="none" anchor="ctr"/>
            <a:lstStyle/>
            <a:p>
              <a:endParaRPr lang="zh-CN" altLang="en-US"/>
            </a:p>
          </p:txBody>
        </p:sp>
        <p:sp>
          <p:nvSpPr>
            <p:cNvPr id="24605" name="Oval 29"/>
            <p:cNvSpPr>
              <a:spLocks noChangeArrowheads="1"/>
            </p:cNvSpPr>
            <p:nvPr/>
          </p:nvSpPr>
          <p:spPr bwMode="auto">
            <a:xfrm>
              <a:off x="3234" y="1320"/>
              <a:ext cx="68" cy="68"/>
            </a:xfrm>
            <a:prstGeom prst="ellipse">
              <a:avLst/>
            </a:prstGeom>
            <a:solidFill>
              <a:srgbClr val="F9FFE1"/>
            </a:solidFill>
            <a:ln w="19050">
              <a:solidFill>
                <a:schemeClr val="tx1"/>
              </a:solidFill>
              <a:round/>
              <a:headEnd/>
              <a:tailEnd/>
            </a:ln>
          </p:spPr>
          <p:txBody>
            <a:bodyPr wrap="none" anchor="ctr"/>
            <a:lstStyle/>
            <a:p>
              <a:endParaRPr lang="zh-CN" altLang="en-US"/>
            </a:p>
          </p:txBody>
        </p:sp>
        <p:sp>
          <p:nvSpPr>
            <p:cNvPr id="24606" name="Oval 30"/>
            <p:cNvSpPr>
              <a:spLocks noChangeArrowheads="1"/>
            </p:cNvSpPr>
            <p:nvPr/>
          </p:nvSpPr>
          <p:spPr bwMode="auto">
            <a:xfrm>
              <a:off x="5562" y="528"/>
              <a:ext cx="68" cy="68"/>
            </a:xfrm>
            <a:prstGeom prst="ellipse">
              <a:avLst/>
            </a:prstGeom>
            <a:solidFill>
              <a:srgbClr val="F9FFE1"/>
            </a:solidFill>
            <a:ln w="19050">
              <a:solidFill>
                <a:schemeClr val="tx1"/>
              </a:solidFill>
              <a:round/>
              <a:headEnd/>
              <a:tailEnd/>
            </a:ln>
          </p:spPr>
          <p:txBody>
            <a:bodyPr wrap="none" anchor="ctr"/>
            <a:lstStyle/>
            <a:p>
              <a:endParaRPr lang="zh-CN" altLang="en-US"/>
            </a:p>
          </p:txBody>
        </p:sp>
        <p:sp>
          <p:nvSpPr>
            <p:cNvPr id="24607" name="Oval 31"/>
            <p:cNvSpPr>
              <a:spLocks noChangeArrowheads="1"/>
            </p:cNvSpPr>
            <p:nvPr/>
          </p:nvSpPr>
          <p:spPr bwMode="auto">
            <a:xfrm>
              <a:off x="5574" y="1320"/>
              <a:ext cx="68" cy="68"/>
            </a:xfrm>
            <a:prstGeom prst="ellipse">
              <a:avLst/>
            </a:prstGeom>
            <a:solidFill>
              <a:srgbClr val="F9FFE1"/>
            </a:solidFill>
            <a:ln w="19050">
              <a:solidFill>
                <a:schemeClr val="tx1"/>
              </a:solidFill>
              <a:round/>
              <a:headEnd/>
              <a:tailEnd/>
            </a:ln>
          </p:spPr>
          <p:txBody>
            <a:bodyPr wrap="none" anchor="ctr"/>
            <a:lstStyle/>
            <a:p>
              <a:endParaRPr lang="zh-CN" altLang="en-US"/>
            </a:p>
          </p:txBody>
        </p:sp>
        <p:sp>
          <p:nvSpPr>
            <p:cNvPr id="24608" name="Rectangle 32"/>
            <p:cNvSpPr>
              <a:spLocks noChangeArrowheads="1"/>
            </p:cNvSpPr>
            <p:nvPr/>
          </p:nvSpPr>
          <p:spPr bwMode="auto">
            <a:xfrm>
              <a:off x="3935" y="914"/>
              <a:ext cx="294" cy="230"/>
            </a:xfrm>
            <a:prstGeom prst="rect">
              <a:avLst/>
            </a:prstGeom>
            <a:noFill/>
            <a:ln>
              <a:noFill/>
            </a:ln>
            <a:extLst>
              <a:ext uri="{909E8E84-426E-40DD-AFC4-6F175D3DCCD1}">
                <a14:hiddenFill xmlns:a14="http://schemas.microsoft.com/office/drawing/2010/main">
                  <a:solidFill>
                    <a:srgbClr val="F9FFE1"/>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eaLnBrk="1" hangingPunct="1"/>
              <a:r>
                <a:rPr lang="en-US" altLang="zh-CN">
                  <a:solidFill>
                    <a:srgbClr val="000000"/>
                  </a:solidFill>
                  <a:latin typeface="Times New Roman" panose="02020603050405020304" pitchFamily="18" charset="0"/>
                </a:rPr>
                <a:t> </a:t>
              </a:r>
              <a:r>
                <a:rPr lang="en-US" altLang="zh-CN" i="1">
                  <a:solidFill>
                    <a:srgbClr val="000000"/>
                  </a:solidFill>
                  <a:latin typeface="Times New Roman" panose="02020603050405020304" pitchFamily="18" charset="0"/>
                </a:rPr>
                <a:t>Y</a:t>
              </a:r>
              <a:r>
                <a:rPr lang="en-US" altLang="zh-CN" baseline="-25000">
                  <a:solidFill>
                    <a:srgbClr val="000000"/>
                  </a:solidFill>
                  <a:latin typeface="Times New Roman" panose="02020603050405020304" pitchFamily="18" charset="0"/>
                </a:rPr>
                <a:t>a</a:t>
              </a:r>
              <a:endParaRPr lang="en-US" altLang="zh-CN">
                <a:latin typeface="Times New Roman" panose="02020603050405020304" pitchFamily="18" charset="0"/>
              </a:endParaRPr>
            </a:p>
          </p:txBody>
        </p:sp>
        <p:sp>
          <p:nvSpPr>
            <p:cNvPr id="24609" name="Rectangle 33"/>
            <p:cNvSpPr>
              <a:spLocks noChangeArrowheads="1"/>
            </p:cNvSpPr>
            <p:nvPr/>
          </p:nvSpPr>
          <p:spPr bwMode="auto">
            <a:xfrm>
              <a:off x="4553" y="914"/>
              <a:ext cx="294" cy="230"/>
            </a:xfrm>
            <a:prstGeom prst="rect">
              <a:avLst/>
            </a:prstGeom>
            <a:noFill/>
            <a:ln>
              <a:noFill/>
            </a:ln>
            <a:extLst>
              <a:ext uri="{909E8E84-426E-40DD-AFC4-6F175D3DCCD1}">
                <a14:hiddenFill xmlns:a14="http://schemas.microsoft.com/office/drawing/2010/main">
                  <a:solidFill>
                    <a:srgbClr val="F9FFE1"/>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eaLnBrk="1" hangingPunct="1"/>
              <a:r>
                <a:rPr lang="en-US" altLang="zh-CN">
                  <a:solidFill>
                    <a:srgbClr val="000000"/>
                  </a:solidFill>
                  <a:latin typeface="Times New Roman" panose="02020603050405020304" pitchFamily="18" charset="0"/>
                </a:rPr>
                <a:t> </a:t>
              </a:r>
              <a:r>
                <a:rPr lang="en-US" altLang="zh-CN" i="1">
                  <a:solidFill>
                    <a:srgbClr val="000000"/>
                  </a:solidFill>
                  <a:latin typeface="Times New Roman" panose="02020603050405020304" pitchFamily="18" charset="0"/>
                </a:rPr>
                <a:t>Y</a:t>
              </a:r>
              <a:r>
                <a:rPr lang="en-US" altLang="zh-CN" baseline="-25000">
                  <a:solidFill>
                    <a:srgbClr val="000000"/>
                  </a:solidFill>
                  <a:latin typeface="Times New Roman" panose="02020603050405020304" pitchFamily="18" charset="0"/>
                </a:rPr>
                <a:t>c</a:t>
              </a:r>
              <a:endParaRPr lang="en-US" altLang="zh-CN">
                <a:latin typeface="Times New Roman" panose="02020603050405020304" pitchFamily="18" charset="0"/>
              </a:endParaRPr>
            </a:p>
          </p:txBody>
        </p:sp>
        <p:sp>
          <p:nvSpPr>
            <p:cNvPr id="24610" name="Rectangle 34"/>
            <p:cNvSpPr>
              <a:spLocks noChangeArrowheads="1"/>
            </p:cNvSpPr>
            <p:nvPr/>
          </p:nvSpPr>
          <p:spPr bwMode="auto">
            <a:xfrm>
              <a:off x="3802" y="764"/>
              <a:ext cx="123" cy="313"/>
            </a:xfrm>
            <a:prstGeom prst="rect">
              <a:avLst/>
            </a:prstGeom>
            <a:solidFill>
              <a:srgbClr val="F9FFE1"/>
            </a:solidFill>
            <a:ln w="31750">
              <a:solidFill>
                <a:srgbClr val="000000"/>
              </a:solidFill>
              <a:miter lim="800000"/>
              <a:headEnd/>
              <a:tailEnd/>
            </a:ln>
          </p:spPr>
          <p:txBody>
            <a:bodyPr/>
            <a:lstStyle/>
            <a:p>
              <a:endParaRPr lang="zh-CN" altLang="en-US"/>
            </a:p>
          </p:txBody>
        </p:sp>
        <p:sp>
          <p:nvSpPr>
            <p:cNvPr id="24611" name="Rectangle 35"/>
            <p:cNvSpPr>
              <a:spLocks noChangeArrowheads="1"/>
            </p:cNvSpPr>
            <p:nvPr/>
          </p:nvSpPr>
          <p:spPr bwMode="auto">
            <a:xfrm>
              <a:off x="4877" y="764"/>
              <a:ext cx="123" cy="313"/>
            </a:xfrm>
            <a:prstGeom prst="rect">
              <a:avLst/>
            </a:prstGeom>
            <a:solidFill>
              <a:srgbClr val="F9FFE1"/>
            </a:solidFill>
            <a:ln w="31750">
              <a:solidFill>
                <a:srgbClr val="000000"/>
              </a:solidFill>
              <a:miter lim="800000"/>
              <a:headEnd/>
              <a:tailEnd/>
            </a:ln>
          </p:spPr>
          <p:txBody>
            <a:bodyPr/>
            <a:lstStyle/>
            <a:p>
              <a:endParaRPr lang="zh-CN" altLang="en-US"/>
            </a:p>
          </p:txBody>
        </p:sp>
        <p:sp>
          <p:nvSpPr>
            <p:cNvPr id="24684" name="Text Box 108"/>
            <p:cNvSpPr txBox="1">
              <a:spLocks noChangeArrowheads="1"/>
            </p:cNvSpPr>
            <p:nvPr/>
          </p:nvSpPr>
          <p:spPr bwMode="auto">
            <a:xfrm>
              <a:off x="3136" y="1079"/>
              <a:ext cx="21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r>
                <a:rPr lang="en-US" altLang="zh-CN">
                  <a:latin typeface="黑体" panose="02010609060101010101" pitchFamily="49" charset="-122"/>
                  <a:ea typeface="黑体" panose="02010609060101010101" pitchFamily="49" charset="-122"/>
                </a:rPr>
                <a:t>-</a:t>
              </a:r>
            </a:p>
          </p:txBody>
        </p:sp>
        <p:sp>
          <p:nvSpPr>
            <p:cNvPr id="24688" name="Text Box 112"/>
            <p:cNvSpPr txBox="1">
              <a:spLocks noChangeArrowheads="1"/>
            </p:cNvSpPr>
            <p:nvPr/>
          </p:nvSpPr>
          <p:spPr bwMode="auto">
            <a:xfrm>
              <a:off x="5483" y="1087"/>
              <a:ext cx="21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r>
                <a:rPr lang="en-US" altLang="zh-CN">
                  <a:latin typeface="黑体" panose="02010609060101010101" pitchFamily="49" charset="-122"/>
                  <a:ea typeface="黑体" panose="02010609060101010101" pitchFamily="49" charset="-122"/>
                </a:rPr>
                <a:t>-</a:t>
              </a:r>
            </a:p>
          </p:txBody>
        </p:sp>
        <p:sp>
          <p:nvSpPr>
            <p:cNvPr id="24704" name="Line 128"/>
            <p:cNvSpPr>
              <a:spLocks noChangeShapeType="1"/>
            </p:cNvSpPr>
            <p:nvPr/>
          </p:nvSpPr>
          <p:spPr bwMode="auto">
            <a:xfrm>
              <a:off x="3408" y="512"/>
              <a:ext cx="296"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705" name="Line 129"/>
            <p:cNvSpPr>
              <a:spLocks noChangeShapeType="1"/>
            </p:cNvSpPr>
            <p:nvPr/>
          </p:nvSpPr>
          <p:spPr bwMode="auto">
            <a:xfrm flipH="1">
              <a:off x="5128" y="504"/>
              <a:ext cx="312"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grpSp>
        <p:nvGrpSpPr>
          <p:cNvPr id="24718" name="Group 142"/>
          <p:cNvGrpSpPr>
            <a:grpSpLocks/>
          </p:cNvGrpSpPr>
          <p:nvPr/>
        </p:nvGrpSpPr>
        <p:grpSpPr bwMode="auto">
          <a:xfrm>
            <a:off x="798513" y="2336800"/>
            <a:ext cx="3524250" cy="1736725"/>
            <a:chOff x="503" y="1463"/>
            <a:chExt cx="2220" cy="1094"/>
          </a:xfrm>
        </p:grpSpPr>
        <p:sp>
          <p:nvSpPr>
            <p:cNvPr id="24618" name="Rectangle 42"/>
            <p:cNvSpPr>
              <a:spLocks noChangeArrowheads="1"/>
            </p:cNvSpPr>
            <p:nvPr/>
          </p:nvSpPr>
          <p:spPr bwMode="auto">
            <a:xfrm>
              <a:off x="1449" y="1747"/>
              <a:ext cx="295" cy="104"/>
            </a:xfrm>
            <a:prstGeom prst="rect">
              <a:avLst/>
            </a:prstGeom>
            <a:solidFill>
              <a:srgbClr val="F9FFE1"/>
            </a:solidFill>
            <a:ln w="31750">
              <a:solidFill>
                <a:srgbClr val="000000"/>
              </a:solidFill>
              <a:miter lim="800000"/>
              <a:headEnd/>
              <a:tailEnd/>
            </a:ln>
          </p:spPr>
          <p:txBody>
            <a:bodyPr/>
            <a:lstStyle/>
            <a:p>
              <a:endParaRPr lang="zh-CN" altLang="en-US"/>
            </a:p>
          </p:txBody>
        </p:sp>
        <p:sp>
          <p:nvSpPr>
            <p:cNvPr id="24619" name="Line 43"/>
            <p:cNvSpPr>
              <a:spLocks noChangeShapeType="1"/>
            </p:cNvSpPr>
            <p:nvPr/>
          </p:nvSpPr>
          <p:spPr bwMode="auto">
            <a:xfrm flipV="1">
              <a:off x="1737" y="1792"/>
              <a:ext cx="929" cy="1"/>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620" name="Line 44"/>
            <p:cNvSpPr>
              <a:spLocks noChangeShapeType="1"/>
            </p:cNvSpPr>
            <p:nvPr/>
          </p:nvSpPr>
          <p:spPr bwMode="auto">
            <a:xfrm flipH="1">
              <a:off x="562" y="1793"/>
              <a:ext cx="874" cy="1"/>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621" name="Line 45"/>
            <p:cNvSpPr>
              <a:spLocks noChangeShapeType="1"/>
            </p:cNvSpPr>
            <p:nvPr/>
          </p:nvSpPr>
          <p:spPr bwMode="auto">
            <a:xfrm>
              <a:off x="573" y="2529"/>
              <a:ext cx="2090" cy="1"/>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622" name="Rectangle 46"/>
            <p:cNvSpPr>
              <a:spLocks noChangeArrowheads="1"/>
            </p:cNvSpPr>
            <p:nvPr/>
          </p:nvSpPr>
          <p:spPr bwMode="auto">
            <a:xfrm>
              <a:off x="1424" y="1487"/>
              <a:ext cx="269" cy="230"/>
            </a:xfrm>
            <a:prstGeom prst="rect">
              <a:avLst/>
            </a:prstGeom>
            <a:noFill/>
            <a:ln>
              <a:noFill/>
            </a:ln>
            <a:extLst>
              <a:ext uri="{909E8E84-426E-40DD-AFC4-6F175D3DCCD1}">
                <a14:hiddenFill xmlns:a14="http://schemas.microsoft.com/office/drawing/2010/main">
                  <a:solidFill>
                    <a:srgbClr val="F9FFE1"/>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eaLnBrk="1" hangingPunct="1"/>
              <a:r>
                <a:rPr lang="en-US" altLang="zh-CN">
                  <a:solidFill>
                    <a:srgbClr val="000000"/>
                  </a:solidFill>
                  <a:latin typeface="Times New Roman" panose="02020603050405020304" pitchFamily="18" charset="0"/>
                </a:rPr>
                <a:t> </a:t>
              </a:r>
              <a:r>
                <a:rPr lang="en-US" altLang="zh-CN" i="1">
                  <a:solidFill>
                    <a:srgbClr val="000000"/>
                  </a:solidFill>
                  <a:latin typeface="Times New Roman" panose="02020603050405020304" pitchFamily="18" charset="0"/>
                </a:rPr>
                <a:t>Y</a:t>
              </a:r>
              <a:r>
                <a:rPr lang="en-US" altLang="zh-CN" baseline="-25000">
                  <a:solidFill>
                    <a:srgbClr val="000000"/>
                  </a:solidFill>
                  <a:latin typeface="Times New Roman" panose="02020603050405020304" pitchFamily="18" charset="0"/>
                </a:rPr>
                <a:t>b</a:t>
              </a:r>
              <a:endParaRPr lang="en-US" altLang="zh-CN">
                <a:latin typeface="Times New Roman" panose="02020603050405020304" pitchFamily="18" charset="0"/>
              </a:endParaRPr>
            </a:p>
          </p:txBody>
        </p:sp>
        <p:graphicFrame>
          <p:nvGraphicFramePr>
            <p:cNvPr id="24626" name="Object 50"/>
            <p:cNvGraphicFramePr>
              <a:graphicFrameLocks noChangeAspect="1"/>
            </p:cNvGraphicFramePr>
            <p:nvPr/>
          </p:nvGraphicFramePr>
          <p:xfrm>
            <a:off x="669" y="1463"/>
            <a:ext cx="190" cy="266"/>
          </p:xfrm>
          <a:graphic>
            <a:graphicData uri="http://schemas.openxmlformats.org/presentationml/2006/ole">
              <mc:AlternateContent xmlns:mc="http://schemas.openxmlformats.org/markup-compatibility/2006">
                <mc:Choice xmlns:v="urn:schemas-microsoft-com:vml" Requires="v">
                  <p:oleObj spid="_x0000_s179450" name="Equation" r:id="rId27" imgW="164880" imgH="228600" progId="Equation.3">
                    <p:embed/>
                  </p:oleObj>
                </mc:Choice>
                <mc:Fallback>
                  <p:oleObj name="Equation" r:id="rId27" imgW="164880" imgH="228600" progId="Equation.3">
                    <p:embed/>
                    <p:pic>
                      <p:nvPicPr>
                        <p:cNvPr id="0" name="Object 50"/>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669" y="1463"/>
                          <a:ext cx="190" cy="266"/>
                        </a:xfrm>
                        <a:prstGeom prst="rect">
                          <a:avLst/>
                        </a:prstGeom>
                        <a:noFill/>
                        <a:ln>
                          <a:noFill/>
                        </a:ln>
                        <a:effectLst/>
                        <a:extLst>
                          <a:ext uri="{909E8E84-426E-40DD-AFC4-6F175D3DCCD1}">
                            <a14:hiddenFill xmlns:a14="http://schemas.microsoft.com/office/drawing/2010/main">
                              <a:solidFill>
                                <a:srgbClr val="F9FFE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4627" name="Object 51"/>
            <p:cNvGraphicFramePr>
              <a:graphicFrameLocks noChangeAspect="1"/>
            </p:cNvGraphicFramePr>
            <p:nvPr/>
          </p:nvGraphicFramePr>
          <p:xfrm>
            <a:off x="2372" y="1465"/>
            <a:ext cx="205" cy="266"/>
          </p:xfrm>
          <a:graphic>
            <a:graphicData uri="http://schemas.openxmlformats.org/presentationml/2006/ole">
              <mc:AlternateContent xmlns:mc="http://schemas.openxmlformats.org/markup-compatibility/2006">
                <mc:Choice xmlns:v="urn:schemas-microsoft-com:vml" Requires="v">
                  <p:oleObj spid="_x0000_s179451" name="Equation" r:id="rId29" imgW="177480" imgH="228600" progId="Equation.3">
                    <p:embed/>
                  </p:oleObj>
                </mc:Choice>
                <mc:Fallback>
                  <p:oleObj name="Equation" r:id="rId29" imgW="177480" imgH="228600" progId="Equation.3">
                    <p:embed/>
                    <p:pic>
                      <p:nvPicPr>
                        <p:cNvPr id="0" name="Object 51"/>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2372" y="1465"/>
                          <a:ext cx="205" cy="266"/>
                        </a:xfrm>
                        <a:prstGeom prst="rect">
                          <a:avLst/>
                        </a:prstGeom>
                        <a:noFill/>
                        <a:ln>
                          <a:noFill/>
                        </a:ln>
                        <a:effectLst/>
                        <a:extLst>
                          <a:ext uri="{909E8E84-426E-40DD-AFC4-6F175D3DCCD1}">
                            <a14:hiddenFill xmlns:a14="http://schemas.microsoft.com/office/drawing/2010/main">
                              <a:solidFill>
                                <a:srgbClr val="F9FFE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4628" name="Line 52"/>
            <p:cNvSpPr>
              <a:spLocks noChangeShapeType="1"/>
            </p:cNvSpPr>
            <p:nvPr/>
          </p:nvSpPr>
          <p:spPr bwMode="auto">
            <a:xfrm>
              <a:off x="2072" y="1796"/>
              <a:ext cx="1" cy="281"/>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629" name="Line 53"/>
            <p:cNvSpPr>
              <a:spLocks noChangeShapeType="1"/>
            </p:cNvSpPr>
            <p:nvPr/>
          </p:nvSpPr>
          <p:spPr bwMode="auto">
            <a:xfrm>
              <a:off x="2072" y="2244"/>
              <a:ext cx="1" cy="28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630" name="Line 54"/>
            <p:cNvSpPr>
              <a:spLocks noChangeShapeType="1"/>
            </p:cNvSpPr>
            <p:nvPr/>
          </p:nvSpPr>
          <p:spPr bwMode="auto">
            <a:xfrm>
              <a:off x="1095" y="1799"/>
              <a:ext cx="1" cy="28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631" name="Line 55"/>
            <p:cNvSpPr>
              <a:spLocks noChangeShapeType="1"/>
            </p:cNvSpPr>
            <p:nvPr/>
          </p:nvSpPr>
          <p:spPr bwMode="auto">
            <a:xfrm>
              <a:off x="1095" y="2238"/>
              <a:ext cx="1" cy="286"/>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632" name="Oval 56"/>
            <p:cNvSpPr>
              <a:spLocks noChangeArrowheads="1"/>
            </p:cNvSpPr>
            <p:nvPr/>
          </p:nvSpPr>
          <p:spPr bwMode="auto">
            <a:xfrm>
              <a:off x="503" y="1761"/>
              <a:ext cx="62" cy="63"/>
            </a:xfrm>
            <a:prstGeom prst="ellipse">
              <a:avLst/>
            </a:prstGeom>
            <a:solidFill>
              <a:srgbClr val="F9FFE1"/>
            </a:solidFill>
            <a:ln w="19050">
              <a:solidFill>
                <a:schemeClr val="tx1"/>
              </a:solidFill>
              <a:round/>
              <a:headEnd/>
              <a:tailEnd/>
            </a:ln>
          </p:spPr>
          <p:txBody>
            <a:bodyPr wrap="none" anchor="ctr"/>
            <a:lstStyle/>
            <a:p>
              <a:endParaRPr lang="zh-CN" altLang="en-US"/>
            </a:p>
          </p:txBody>
        </p:sp>
        <p:sp>
          <p:nvSpPr>
            <p:cNvPr id="24633" name="Oval 57"/>
            <p:cNvSpPr>
              <a:spLocks noChangeArrowheads="1"/>
            </p:cNvSpPr>
            <p:nvPr/>
          </p:nvSpPr>
          <p:spPr bwMode="auto">
            <a:xfrm>
              <a:off x="519" y="2494"/>
              <a:ext cx="62" cy="63"/>
            </a:xfrm>
            <a:prstGeom prst="ellipse">
              <a:avLst/>
            </a:prstGeom>
            <a:solidFill>
              <a:srgbClr val="F9FFE1"/>
            </a:solidFill>
            <a:ln w="19050">
              <a:solidFill>
                <a:schemeClr val="tx1"/>
              </a:solidFill>
              <a:round/>
              <a:headEnd/>
              <a:tailEnd/>
            </a:ln>
          </p:spPr>
          <p:txBody>
            <a:bodyPr wrap="none" anchor="ctr"/>
            <a:lstStyle/>
            <a:p>
              <a:endParaRPr lang="zh-CN" altLang="en-US"/>
            </a:p>
          </p:txBody>
        </p:sp>
        <p:sp>
          <p:nvSpPr>
            <p:cNvPr id="24634" name="Oval 58"/>
            <p:cNvSpPr>
              <a:spLocks noChangeArrowheads="1"/>
            </p:cNvSpPr>
            <p:nvPr/>
          </p:nvSpPr>
          <p:spPr bwMode="auto">
            <a:xfrm>
              <a:off x="2650" y="1767"/>
              <a:ext cx="62" cy="62"/>
            </a:xfrm>
            <a:prstGeom prst="ellipse">
              <a:avLst/>
            </a:prstGeom>
            <a:solidFill>
              <a:srgbClr val="F9FFE1"/>
            </a:solidFill>
            <a:ln w="19050">
              <a:solidFill>
                <a:schemeClr val="tx1"/>
              </a:solidFill>
              <a:round/>
              <a:headEnd/>
              <a:tailEnd/>
            </a:ln>
          </p:spPr>
          <p:txBody>
            <a:bodyPr wrap="none" anchor="ctr"/>
            <a:lstStyle/>
            <a:p>
              <a:endParaRPr lang="zh-CN" altLang="en-US"/>
            </a:p>
          </p:txBody>
        </p:sp>
        <p:sp>
          <p:nvSpPr>
            <p:cNvPr id="24635" name="Oval 59"/>
            <p:cNvSpPr>
              <a:spLocks noChangeArrowheads="1"/>
            </p:cNvSpPr>
            <p:nvPr/>
          </p:nvSpPr>
          <p:spPr bwMode="auto">
            <a:xfrm>
              <a:off x="2661" y="2494"/>
              <a:ext cx="62" cy="63"/>
            </a:xfrm>
            <a:prstGeom prst="ellipse">
              <a:avLst/>
            </a:prstGeom>
            <a:solidFill>
              <a:srgbClr val="F9FFE1"/>
            </a:solidFill>
            <a:ln w="19050">
              <a:solidFill>
                <a:schemeClr val="tx1"/>
              </a:solidFill>
              <a:round/>
              <a:headEnd/>
              <a:tailEnd/>
            </a:ln>
          </p:spPr>
          <p:txBody>
            <a:bodyPr wrap="none" anchor="ctr"/>
            <a:lstStyle/>
            <a:p>
              <a:endParaRPr lang="zh-CN" altLang="en-US"/>
            </a:p>
          </p:txBody>
        </p:sp>
        <p:sp>
          <p:nvSpPr>
            <p:cNvPr id="24636" name="Rectangle 60"/>
            <p:cNvSpPr>
              <a:spLocks noChangeArrowheads="1"/>
            </p:cNvSpPr>
            <p:nvPr/>
          </p:nvSpPr>
          <p:spPr bwMode="auto">
            <a:xfrm>
              <a:off x="1161" y="2121"/>
              <a:ext cx="269" cy="230"/>
            </a:xfrm>
            <a:prstGeom prst="rect">
              <a:avLst/>
            </a:prstGeom>
            <a:noFill/>
            <a:ln>
              <a:noFill/>
            </a:ln>
            <a:extLst>
              <a:ext uri="{909E8E84-426E-40DD-AFC4-6F175D3DCCD1}">
                <a14:hiddenFill xmlns:a14="http://schemas.microsoft.com/office/drawing/2010/main">
                  <a:solidFill>
                    <a:srgbClr val="F9FFE1"/>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eaLnBrk="1" hangingPunct="1"/>
              <a:r>
                <a:rPr lang="en-US" altLang="zh-CN">
                  <a:solidFill>
                    <a:srgbClr val="000000"/>
                  </a:solidFill>
                  <a:latin typeface="Times New Roman" panose="02020603050405020304" pitchFamily="18" charset="0"/>
                </a:rPr>
                <a:t> </a:t>
              </a:r>
              <a:r>
                <a:rPr lang="en-US" altLang="zh-CN" i="1">
                  <a:solidFill>
                    <a:srgbClr val="000000"/>
                  </a:solidFill>
                  <a:latin typeface="Times New Roman" panose="02020603050405020304" pitchFamily="18" charset="0"/>
                </a:rPr>
                <a:t>Y</a:t>
              </a:r>
              <a:r>
                <a:rPr lang="en-US" altLang="zh-CN" baseline="-25000">
                  <a:solidFill>
                    <a:srgbClr val="000000"/>
                  </a:solidFill>
                  <a:latin typeface="Times New Roman" panose="02020603050405020304" pitchFamily="18" charset="0"/>
                </a:rPr>
                <a:t>a</a:t>
              </a:r>
              <a:endParaRPr lang="en-US" altLang="zh-CN">
                <a:latin typeface="Times New Roman" panose="02020603050405020304" pitchFamily="18" charset="0"/>
              </a:endParaRPr>
            </a:p>
          </p:txBody>
        </p:sp>
        <p:sp>
          <p:nvSpPr>
            <p:cNvPr id="24637" name="Rectangle 61"/>
            <p:cNvSpPr>
              <a:spLocks noChangeArrowheads="1"/>
            </p:cNvSpPr>
            <p:nvPr/>
          </p:nvSpPr>
          <p:spPr bwMode="auto">
            <a:xfrm>
              <a:off x="1726" y="2121"/>
              <a:ext cx="269" cy="230"/>
            </a:xfrm>
            <a:prstGeom prst="rect">
              <a:avLst/>
            </a:prstGeom>
            <a:noFill/>
            <a:ln>
              <a:noFill/>
            </a:ln>
            <a:extLst>
              <a:ext uri="{909E8E84-426E-40DD-AFC4-6F175D3DCCD1}">
                <a14:hiddenFill xmlns:a14="http://schemas.microsoft.com/office/drawing/2010/main">
                  <a:solidFill>
                    <a:srgbClr val="F9FFE1"/>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eaLnBrk="1" hangingPunct="1"/>
              <a:r>
                <a:rPr lang="en-US" altLang="zh-CN">
                  <a:solidFill>
                    <a:srgbClr val="000000"/>
                  </a:solidFill>
                  <a:latin typeface="Times New Roman" panose="02020603050405020304" pitchFamily="18" charset="0"/>
                </a:rPr>
                <a:t> </a:t>
              </a:r>
              <a:r>
                <a:rPr lang="en-US" altLang="zh-CN" i="1">
                  <a:solidFill>
                    <a:srgbClr val="000000"/>
                  </a:solidFill>
                  <a:latin typeface="Times New Roman" panose="02020603050405020304" pitchFamily="18" charset="0"/>
                </a:rPr>
                <a:t>Y</a:t>
              </a:r>
              <a:r>
                <a:rPr lang="en-US" altLang="zh-CN" baseline="-25000">
                  <a:solidFill>
                    <a:srgbClr val="000000"/>
                  </a:solidFill>
                  <a:latin typeface="Times New Roman" panose="02020603050405020304" pitchFamily="18" charset="0"/>
                </a:rPr>
                <a:t>c</a:t>
              </a:r>
              <a:endParaRPr lang="en-US" altLang="zh-CN">
                <a:latin typeface="Times New Roman" panose="02020603050405020304" pitchFamily="18" charset="0"/>
              </a:endParaRPr>
            </a:p>
          </p:txBody>
        </p:sp>
        <p:sp>
          <p:nvSpPr>
            <p:cNvPr id="24638" name="Rectangle 62"/>
            <p:cNvSpPr>
              <a:spLocks noChangeArrowheads="1"/>
            </p:cNvSpPr>
            <p:nvPr/>
          </p:nvSpPr>
          <p:spPr bwMode="auto">
            <a:xfrm>
              <a:off x="1051" y="1984"/>
              <a:ext cx="113" cy="287"/>
            </a:xfrm>
            <a:prstGeom prst="rect">
              <a:avLst/>
            </a:prstGeom>
            <a:solidFill>
              <a:srgbClr val="F9FFE1"/>
            </a:solidFill>
            <a:ln w="31750">
              <a:solidFill>
                <a:srgbClr val="000000"/>
              </a:solidFill>
              <a:miter lim="800000"/>
              <a:headEnd/>
              <a:tailEnd/>
            </a:ln>
          </p:spPr>
          <p:txBody>
            <a:bodyPr/>
            <a:lstStyle/>
            <a:p>
              <a:endParaRPr lang="zh-CN" altLang="en-US"/>
            </a:p>
          </p:txBody>
        </p:sp>
        <p:sp>
          <p:nvSpPr>
            <p:cNvPr id="24639" name="Rectangle 63"/>
            <p:cNvSpPr>
              <a:spLocks noChangeArrowheads="1"/>
            </p:cNvSpPr>
            <p:nvPr/>
          </p:nvSpPr>
          <p:spPr bwMode="auto">
            <a:xfrm>
              <a:off x="2023" y="1984"/>
              <a:ext cx="112" cy="287"/>
            </a:xfrm>
            <a:prstGeom prst="rect">
              <a:avLst/>
            </a:prstGeom>
            <a:solidFill>
              <a:srgbClr val="F9FFE1"/>
            </a:solidFill>
            <a:ln w="31750">
              <a:solidFill>
                <a:srgbClr val="000000"/>
              </a:solidFill>
              <a:miter lim="800000"/>
              <a:headEnd/>
              <a:tailEnd/>
            </a:ln>
          </p:spPr>
          <p:txBody>
            <a:bodyPr/>
            <a:lstStyle/>
            <a:p>
              <a:endParaRPr lang="zh-CN" altLang="en-US"/>
            </a:p>
          </p:txBody>
        </p:sp>
        <p:sp>
          <p:nvSpPr>
            <p:cNvPr id="24707" name="Line 131"/>
            <p:cNvSpPr>
              <a:spLocks noChangeShapeType="1"/>
            </p:cNvSpPr>
            <p:nvPr/>
          </p:nvSpPr>
          <p:spPr bwMode="auto">
            <a:xfrm flipH="1">
              <a:off x="2224" y="1752"/>
              <a:ext cx="312"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708" name="Line 132"/>
            <p:cNvSpPr>
              <a:spLocks noChangeShapeType="1"/>
            </p:cNvSpPr>
            <p:nvPr/>
          </p:nvSpPr>
          <p:spPr bwMode="auto">
            <a:xfrm>
              <a:off x="696" y="1744"/>
              <a:ext cx="288"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grpSp>
        <p:nvGrpSpPr>
          <p:cNvPr id="24722" name="Group 146"/>
          <p:cNvGrpSpPr>
            <a:grpSpLocks/>
          </p:cNvGrpSpPr>
          <p:nvPr/>
        </p:nvGrpSpPr>
        <p:grpSpPr bwMode="auto">
          <a:xfrm>
            <a:off x="4427538" y="4643438"/>
            <a:ext cx="354012" cy="1254125"/>
            <a:chOff x="2731" y="2925"/>
            <a:chExt cx="223" cy="790"/>
          </a:xfrm>
        </p:grpSpPr>
        <p:sp>
          <p:nvSpPr>
            <p:cNvPr id="24648" name="Text Box 72"/>
            <p:cNvSpPr txBox="1">
              <a:spLocks noChangeArrowheads="1"/>
            </p:cNvSpPr>
            <p:nvPr/>
          </p:nvSpPr>
          <p:spPr bwMode="auto">
            <a:xfrm>
              <a:off x="2737" y="2925"/>
              <a:ext cx="217" cy="288"/>
            </a:xfrm>
            <a:prstGeom prst="rect">
              <a:avLst/>
            </a:prstGeom>
            <a:noFill/>
            <a:ln>
              <a:noFill/>
            </a:ln>
            <a:extLst>
              <a:ext uri="{909E8E84-426E-40DD-AFC4-6F175D3DCCD1}">
                <a14:hiddenFill xmlns:a14="http://schemas.microsoft.com/office/drawing/2010/main">
                  <a:solidFill>
                    <a:srgbClr val="F9FFE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spcBef>
                  <a:spcPct val="50000"/>
                </a:spcBef>
              </a:pPr>
              <a:r>
                <a:rPr lang="en-US" altLang="zh-CN">
                  <a:latin typeface="Times New Roman" panose="02020603050405020304" pitchFamily="18" charset="0"/>
                </a:rPr>
                <a:t>+</a:t>
              </a:r>
            </a:p>
          </p:txBody>
        </p:sp>
        <p:sp>
          <p:nvSpPr>
            <p:cNvPr id="24649" name="Text Box 73"/>
            <p:cNvSpPr txBox="1">
              <a:spLocks noChangeArrowheads="1"/>
            </p:cNvSpPr>
            <p:nvPr/>
          </p:nvSpPr>
          <p:spPr bwMode="auto">
            <a:xfrm>
              <a:off x="2731" y="3427"/>
              <a:ext cx="217" cy="288"/>
            </a:xfrm>
            <a:prstGeom prst="rect">
              <a:avLst/>
            </a:prstGeom>
            <a:noFill/>
            <a:ln>
              <a:noFill/>
            </a:ln>
            <a:extLst>
              <a:ext uri="{909E8E84-426E-40DD-AFC4-6F175D3DCCD1}">
                <a14:hiddenFill xmlns:a14="http://schemas.microsoft.com/office/drawing/2010/main">
                  <a:solidFill>
                    <a:srgbClr val="F9FFE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spcBef>
                  <a:spcPct val="50000"/>
                </a:spcBef>
              </a:pPr>
              <a:r>
                <a:rPr lang="en-US" altLang="zh-CN">
                  <a:latin typeface="黑体" panose="02010609060101010101" pitchFamily="49" charset="-122"/>
                  <a:ea typeface="黑体" panose="02010609060101010101" pitchFamily="49" charset="-122"/>
                </a:rPr>
                <a:t>-</a:t>
              </a:r>
            </a:p>
          </p:txBody>
        </p:sp>
        <p:graphicFrame>
          <p:nvGraphicFramePr>
            <p:cNvPr id="24652" name="Object 76"/>
            <p:cNvGraphicFramePr>
              <a:graphicFrameLocks noChangeAspect="1"/>
            </p:cNvGraphicFramePr>
            <p:nvPr/>
          </p:nvGraphicFramePr>
          <p:xfrm>
            <a:off x="2742" y="3121"/>
            <a:ext cx="208" cy="272"/>
          </p:xfrm>
          <a:graphic>
            <a:graphicData uri="http://schemas.openxmlformats.org/presentationml/2006/ole">
              <mc:AlternateContent xmlns:mc="http://schemas.openxmlformats.org/markup-compatibility/2006">
                <mc:Choice xmlns:v="urn:schemas-microsoft-com:vml" Requires="v">
                  <p:oleObj spid="_x0000_s179452" name="Equation" r:id="rId31" imgW="203040" imgH="228600" progId="Equation.3">
                    <p:embed/>
                  </p:oleObj>
                </mc:Choice>
                <mc:Fallback>
                  <p:oleObj name="Equation" r:id="rId31" imgW="203040" imgH="228600" progId="Equation.3">
                    <p:embed/>
                    <p:pic>
                      <p:nvPicPr>
                        <p:cNvPr id="0" name="Object 76"/>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2742" y="3121"/>
                          <a:ext cx="208" cy="272"/>
                        </a:xfrm>
                        <a:prstGeom prst="rect">
                          <a:avLst/>
                        </a:prstGeom>
                        <a:noFill/>
                        <a:ln>
                          <a:noFill/>
                        </a:ln>
                        <a:effectLst/>
                        <a:extLst>
                          <a:ext uri="{909E8E84-426E-40DD-AFC4-6F175D3DCCD1}">
                            <a14:hiddenFill xmlns:a14="http://schemas.microsoft.com/office/drawing/2010/main">
                              <a:solidFill>
                                <a:srgbClr val="F9FFE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24723" name="Group 147"/>
          <p:cNvGrpSpPr>
            <a:grpSpLocks/>
          </p:cNvGrpSpPr>
          <p:nvPr/>
        </p:nvGrpSpPr>
        <p:grpSpPr bwMode="auto">
          <a:xfrm>
            <a:off x="1417638" y="4087813"/>
            <a:ext cx="3124200" cy="1768475"/>
            <a:chOff x="893" y="2575"/>
            <a:chExt cx="1968" cy="1114"/>
          </a:xfrm>
        </p:grpSpPr>
        <p:sp>
          <p:nvSpPr>
            <p:cNvPr id="24643" name="Rectangle 67"/>
            <p:cNvSpPr>
              <a:spLocks noChangeArrowheads="1"/>
            </p:cNvSpPr>
            <p:nvPr/>
          </p:nvSpPr>
          <p:spPr bwMode="auto">
            <a:xfrm>
              <a:off x="1721" y="2862"/>
              <a:ext cx="261" cy="107"/>
            </a:xfrm>
            <a:prstGeom prst="rect">
              <a:avLst/>
            </a:prstGeom>
            <a:solidFill>
              <a:srgbClr val="F9FFE1"/>
            </a:solidFill>
            <a:ln w="31750">
              <a:solidFill>
                <a:srgbClr val="000000"/>
              </a:solidFill>
              <a:miter lim="800000"/>
              <a:headEnd/>
              <a:tailEnd/>
            </a:ln>
          </p:spPr>
          <p:txBody>
            <a:bodyPr/>
            <a:lstStyle/>
            <a:p>
              <a:endParaRPr lang="zh-CN" altLang="en-US"/>
            </a:p>
          </p:txBody>
        </p:sp>
        <p:sp>
          <p:nvSpPr>
            <p:cNvPr id="24644" name="Line 68"/>
            <p:cNvSpPr>
              <a:spLocks noChangeShapeType="1"/>
            </p:cNvSpPr>
            <p:nvPr/>
          </p:nvSpPr>
          <p:spPr bwMode="auto">
            <a:xfrm>
              <a:off x="1987" y="2910"/>
              <a:ext cx="817" cy="6"/>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645" name="Line 69"/>
            <p:cNvSpPr>
              <a:spLocks noChangeShapeType="1"/>
            </p:cNvSpPr>
            <p:nvPr/>
          </p:nvSpPr>
          <p:spPr bwMode="auto">
            <a:xfrm flipH="1">
              <a:off x="945" y="2910"/>
              <a:ext cx="775" cy="1"/>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646" name="Line 70"/>
            <p:cNvSpPr>
              <a:spLocks noChangeShapeType="1"/>
            </p:cNvSpPr>
            <p:nvPr/>
          </p:nvSpPr>
          <p:spPr bwMode="auto">
            <a:xfrm>
              <a:off x="955" y="3661"/>
              <a:ext cx="1853" cy="1"/>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647" name="Rectangle 71"/>
            <p:cNvSpPr>
              <a:spLocks noChangeArrowheads="1"/>
            </p:cNvSpPr>
            <p:nvPr/>
          </p:nvSpPr>
          <p:spPr bwMode="auto">
            <a:xfrm>
              <a:off x="1710" y="2597"/>
              <a:ext cx="238" cy="230"/>
            </a:xfrm>
            <a:prstGeom prst="rect">
              <a:avLst/>
            </a:prstGeom>
            <a:noFill/>
            <a:ln>
              <a:noFill/>
            </a:ln>
            <a:extLst>
              <a:ext uri="{909E8E84-426E-40DD-AFC4-6F175D3DCCD1}">
                <a14:hiddenFill xmlns:a14="http://schemas.microsoft.com/office/drawing/2010/main">
                  <a:solidFill>
                    <a:srgbClr val="F9FFE1"/>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eaLnBrk="1" hangingPunct="1"/>
              <a:r>
                <a:rPr lang="en-US" altLang="zh-CN">
                  <a:solidFill>
                    <a:srgbClr val="000000"/>
                  </a:solidFill>
                  <a:latin typeface="Times New Roman" panose="02020603050405020304" pitchFamily="18" charset="0"/>
                </a:rPr>
                <a:t> </a:t>
              </a:r>
              <a:r>
                <a:rPr lang="en-US" altLang="zh-CN" i="1">
                  <a:solidFill>
                    <a:srgbClr val="000000"/>
                  </a:solidFill>
                  <a:latin typeface="Times New Roman" panose="02020603050405020304" pitchFamily="18" charset="0"/>
                </a:rPr>
                <a:t>Y</a:t>
              </a:r>
              <a:r>
                <a:rPr lang="en-US" altLang="zh-CN" baseline="-25000">
                  <a:solidFill>
                    <a:srgbClr val="000000"/>
                  </a:solidFill>
                  <a:latin typeface="Times New Roman" panose="02020603050405020304" pitchFamily="18" charset="0"/>
                </a:rPr>
                <a:t>b</a:t>
              </a:r>
              <a:endParaRPr lang="en-US" altLang="zh-CN">
                <a:latin typeface="Times New Roman" panose="02020603050405020304" pitchFamily="18" charset="0"/>
              </a:endParaRPr>
            </a:p>
          </p:txBody>
        </p:sp>
        <p:graphicFrame>
          <p:nvGraphicFramePr>
            <p:cNvPr id="24650" name="Object 74"/>
            <p:cNvGraphicFramePr>
              <a:graphicFrameLocks noChangeAspect="1"/>
            </p:cNvGraphicFramePr>
            <p:nvPr/>
          </p:nvGraphicFramePr>
          <p:xfrm>
            <a:off x="1040" y="2581"/>
            <a:ext cx="169" cy="272"/>
          </p:xfrm>
          <a:graphic>
            <a:graphicData uri="http://schemas.openxmlformats.org/presentationml/2006/ole">
              <mc:AlternateContent xmlns:mc="http://schemas.openxmlformats.org/markup-compatibility/2006">
                <mc:Choice xmlns:v="urn:schemas-microsoft-com:vml" Requires="v">
                  <p:oleObj spid="_x0000_s179453" name="Equation" r:id="rId33" imgW="164880" imgH="228600" progId="Equation.3">
                    <p:embed/>
                  </p:oleObj>
                </mc:Choice>
                <mc:Fallback>
                  <p:oleObj name="Equation" r:id="rId33" imgW="164880" imgH="228600" progId="Equation.3">
                    <p:embed/>
                    <p:pic>
                      <p:nvPicPr>
                        <p:cNvPr id="0" name="Object 74"/>
                        <p:cNvPicPr>
                          <a:picLocks noChangeAspect="1" noChangeArrowheads="1"/>
                        </p:cNvPicPr>
                        <p:nvPr/>
                      </p:nvPicPr>
                      <p:blipFill>
                        <a:blip r:embed="rId34">
                          <a:extLst>
                            <a:ext uri="{28A0092B-C50C-407E-A947-70E740481C1C}">
                              <a14:useLocalDpi xmlns:a14="http://schemas.microsoft.com/office/drawing/2010/main" val="0"/>
                            </a:ext>
                          </a:extLst>
                        </a:blip>
                        <a:srcRect/>
                        <a:stretch>
                          <a:fillRect/>
                        </a:stretch>
                      </p:blipFill>
                      <p:spPr bwMode="auto">
                        <a:xfrm>
                          <a:off x="1040" y="2581"/>
                          <a:ext cx="169" cy="272"/>
                        </a:xfrm>
                        <a:prstGeom prst="rect">
                          <a:avLst/>
                        </a:prstGeom>
                        <a:noFill/>
                        <a:ln>
                          <a:noFill/>
                        </a:ln>
                        <a:effectLst/>
                        <a:extLst>
                          <a:ext uri="{909E8E84-426E-40DD-AFC4-6F175D3DCCD1}">
                            <a14:hiddenFill xmlns:a14="http://schemas.microsoft.com/office/drawing/2010/main">
                              <a:solidFill>
                                <a:srgbClr val="F9FFE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4651" name="Object 75"/>
            <p:cNvGraphicFramePr>
              <a:graphicFrameLocks noChangeAspect="1"/>
            </p:cNvGraphicFramePr>
            <p:nvPr/>
          </p:nvGraphicFramePr>
          <p:xfrm>
            <a:off x="2550" y="2575"/>
            <a:ext cx="181" cy="272"/>
          </p:xfrm>
          <a:graphic>
            <a:graphicData uri="http://schemas.openxmlformats.org/presentationml/2006/ole">
              <mc:AlternateContent xmlns:mc="http://schemas.openxmlformats.org/markup-compatibility/2006">
                <mc:Choice xmlns:v="urn:schemas-microsoft-com:vml" Requires="v">
                  <p:oleObj spid="_x0000_s179454" name="Equation" r:id="rId35" imgW="177480" imgH="228600" progId="Equation.3">
                    <p:embed/>
                  </p:oleObj>
                </mc:Choice>
                <mc:Fallback>
                  <p:oleObj name="Equation" r:id="rId35" imgW="177480" imgH="228600" progId="Equation.3">
                    <p:embed/>
                    <p:pic>
                      <p:nvPicPr>
                        <p:cNvPr id="0" name="Object 75"/>
                        <p:cNvPicPr>
                          <a:picLocks noChangeAspect="1" noChangeArrowheads="1"/>
                        </p:cNvPicPr>
                        <p:nvPr/>
                      </p:nvPicPr>
                      <p:blipFill>
                        <a:blip r:embed="rId36">
                          <a:extLst>
                            <a:ext uri="{28A0092B-C50C-407E-A947-70E740481C1C}">
                              <a14:useLocalDpi xmlns:a14="http://schemas.microsoft.com/office/drawing/2010/main" val="0"/>
                            </a:ext>
                          </a:extLst>
                        </a:blip>
                        <a:srcRect/>
                        <a:stretch>
                          <a:fillRect/>
                        </a:stretch>
                      </p:blipFill>
                      <p:spPr bwMode="auto">
                        <a:xfrm>
                          <a:off x="2550" y="2575"/>
                          <a:ext cx="181" cy="272"/>
                        </a:xfrm>
                        <a:prstGeom prst="rect">
                          <a:avLst/>
                        </a:prstGeom>
                        <a:noFill/>
                        <a:ln>
                          <a:noFill/>
                        </a:ln>
                        <a:effectLst/>
                        <a:extLst>
                          <a:ext uri="{909E8E84-426E-40DD-AFC4-6F175D3DCCD1}">
                            <a14:hiddenFill xmlns:a14="http://schemas.microsoft.com/office/drawing/2010/main">
                              <a:solidFill>
                                <a:srgbClr val="F9FFE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4653" name="Line 77"/>
            <p:cNvSpPr>
              <a:spLocks noChangeShapeType="1"/>
            </p:cNvSpPr>
            <p:nvPr/>
          </p:nvSpPr>
          <p:spPr bwMode="auto">
            <a:xfrm>
              <a:off x="2284" y="2921"/>
              <a:ext cx="1" cy="286"/>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654" name="Line 78"/>
            <p:cNvSpPr>
              <a:spLocks noChangeShapeType="1"/>
            </p:cNvSpPr>
            <p:nvPr/>
          </p:nvSpPr>
          <p:spPr bwMode="auto">
            <a:xfrm>
              <a:off x="2284" y="3369"/>
              <a:ext cx="1" cy="292"/>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655" name="Line 79"/>
            <p:cNvSpPr>
              <a:spLocks noChangeShapeType="1"/>
            </p:cNvSpPr>
            <p:nvPr/>
          </p:nvSpPr>
          <p:spPr bwMode="auto">
            <a:xfrm>
              <a:off x="1418" y="2915"/>
              <a:ext cx="0" cy="286"/>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656" name="Line 80"/>
            <p:cNvSpPr>
              <a:spLocks noChangeShapeType="1"/>
            </p:cNvSpPr>
            <p:nvPr/>
          </p:nvSpPr>
          <p:spPr bwMode="auto">
            <a:xfrm>
              <a:off x="1418" y="3363"/>
              <a:ext cx="0" cy="292"/>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657" name="Oval 81"/>
            <p:cNvSpPr>
              <a:spLocks noChangeArrowheads="1"/>
            </p:cNvSpPr>
            <p:nvPr/>
          </p:nvSpPr>
          <p:spPr bwMode="auto">
            <a:xfrm>
              <a:off x="893" y="2877"/>
              <a:ext cx="55" cy="64"/>
            </a:xfrm>
            <a:prstGeom prst="ellipse">
              <a:avLst/>
            </a:prstGeom>
            <a:solidFill>
              <a:srgbClr val="F9FFE1"/>
            </a:solidFill>
            <a:ln w="19050">
              <a:solidFill>
                <a:schemeClr val="tx1"/>
              </a:solidFill>
              <a:round/>
              <a:headEnd/>
              <a:tailEnd/>
            </a:ln>
          </p:spPr>
          <p:txBody>
            <a:bodyPr wrap="none" anchor="ctr"/>
            <a:lstStyle/>
            <a:p>
              <a:endParaRPr lang="zh-CN" altLang="en-US"/>
            </a:p>
          </p:txBody>
        </p:sp>
        <p:sp>
          <p:nvSpPr>
            <p:cNvPr id="24658" name="Oval 82"/>
            <p:cNvSpPr>
              <a:spLocks noChangeArrowheads="1"/>
            </p:cNvSpPr>
            <p:nvPr/>
          </p:nvSpPr>
          <p:spPr bwMode="auto">
            <a:xfrm>
              <a:off x="907" y="3625"/>
              <a:ext cx="55" cy="64"/>
            </a:xfrm>
            <a:prstGeom prst="ellipse">
              <a:avLst/>
            </a:prstGeom>
            <a:solidFill>
              <a:srgbClr val="F9FFE1"/>
            </a:solidFill>
            <a:ln w="19050">
              <a:solidFill>
                <a:schemeClr val="tx1"/>
              </a:solidFill>
              <a:round/>
              <a:headEnd/>
              <a:tailEnd/>
            </a:ln>
          </p:spPr>
          <p:txBody>
            <a:bodyPr wrap="none" anchor="ctr"/>
            <a:lstStyle/>
            <a:p>
              <a:endParaRPr lang="zh-CN" altLang="en-US"/>
            </a:p>
          </p:txBody>
        </p:sp>
        <p:sp>
          <p:nvSpPr>
            <p:cNvPr id="24659" name="Oval 83"/>
            <p:cNvSpPr>
              <a:spLocks noChangeArrowheads="1"/>
            </p:cNvSpPr>
            <p:nvPr/>
          </p:nvSpPr>
          <p:spPr bwMode="auto">
            <a:xfrm>
              <a:off x="2796" y="2883"/>
              <a:ext cx="56" cy="63"/>
            </a:xfrm>
            <a:prstGeom prst="ellipse">
              <a:avLst/>
            </a:prstGeom>
            <a:solidFill>
              <a:srgbClr val="F9FFE1"/>
            </a:solidFill>
            <a:ln w="19050">
              <a:solidFill>
                <a:schemeClr val="tx1"/>
              </a:solidFill>
              <a:round/>
              <a:headEnd/>
              <a:tailEnd/>
            </a:ln>
          </p:spPr>
          <p:txBody>
            <a:bodyPr wrap="none" anchor="ctr"/>
            <a:lstStyle/>
            <a:p>
              <a:endParaRPr lang="zh-CN" altLang="en-US"/>
            </a:p>
          </p:txBody>
        </p:sp>
        <p:sp>
          <p:nvSpPr>
            <p:cNvPr id="24660" name="Oval 84"/>
            <p:cNvSpPr>
              <a:spLocks noChangeArrowheads="1"/>
            </p:cNvSpPr>
            <p:nvPr/>
          </p:nvSpPr>
          <p:spPr bwMode="auto">
            <a:xfrm>
              <a:off x="2806" y="3625"/>
              <a:ext cx="55" cy="64"/>
            </a:xfrm>
            <a:prstGeom prst="ellipse">
              <a:avLst/>
            </a:prstGeom>
            <a:solidFill>
              <a:srgbClr val="F9FFE1"/>
            </a:solidFill>
            <a:ln w="19050">
              <a:solidFill>
                <a:schemeClr val="tx1"/>
              </a:solidFill>
              <a:round/>
              <a:headEnd/>
              <a:tailEnd/>
            </a:ln>
          </p:spPr>
          <p:txBody>
            <a:bodyPr wrap="none" anchor="ctr"/>
            <a:lstStyle/>
            <a:p>
              <a:endParaRPr lang="zh-CN" altLang="en-US"/>
            </a:p>
          </p:txBody>
        </p:sp>
        <p:sp>
          <p:nvSpPr>
            <p:cNvPr id="24661" name="Rectangle 85"/>
            <p:cNvSpPr>
              <a:spLocks noChangeArrowheads="1"/>
            </p:cNvSpPr>
            <p:nvPr/>
          </p:nvSpPr>
          <p:spPr bwMode="auto">
            <a:xfrm>
              <a:off x="1476" y="3244"/>
              <a:ext cx="239" cy="230"/>
            </a:xfrm>
            <a:prstGeom prst="rect">
              <a:avLst/>
            </a:prstGeom>
            <a:noFill/>
            <a:ln>
              <a:noFill/>
            </a:ln>
            <a:extLst>
              <a:ext uri="{909E8E84-426E-40DD-AFC4-6F175D3DCCD1}">
                <a14:hiddenFill xmlns:a14="http://schemas.microsoft.com/office/drawing/2010/main">
                  <a:solidFill>
                    <a:srgbClr val="F9FFE1"/>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eaLnBrk="1" hangingPunct="1"/>
              <a:r>
                <a:rPr lang="en-US" altLang="zh-CN">
                  <a:solidFill>
                    <a:srgbClr val="000000"/>
                  </a:solidFill>
                  <a:latin typeface="Times New Roman" panose="02020603050405020304" pitchFamily="18" charset="0"/>
                </a:rPr>
                <a:t> </a:t>
              </a:r>
              <a:r>
                <a:rPr lang="en-US" altLang="zh-CN" i="1">
                  <a:solidFill>
                    <a:srgbClr val="000000"/>
                  </a:solidFill>
                  <a:latin typeface="Times New Roman" panose="02020603050405020304" pitchFamily="18" charset="0"/>
                </a:rPr>
                <a:t>Y</a:t>
              </a:r>
              <a:r>
                <a:rPr lang="en-US" altLang="zh-CN" baseline="-25000">
                  <a:solidFill>
                    <a:srgbClr val="000000"/>
                  </a:solidFill>
                  <a:latin typeface="Times New Roman" panose="02020603050405020304" pitchFamily="18" charset="0"/>
                </a:rPr>
                <a:t>a</a:t>
              </a:r>
              <a:endParaRPr lang="en-US" altLang="zh-CN">
                <a:latin typeface="Times New Roman" panose="02020603050405020304" pitchFamily="18" charset="0"/>
              </a:endParaRPr>
            </a:p>
          </p:txBody>
        </p:sp>
        <p:sp>
          <p:nvSpPr>
            <p:cNvPr id="24662" name="Rectangle 86"/>
            <p:cNvSpPr>
              <a:spLocks noChangeArrowheads="1"/>
            </p:cNvSpPr>
            <p:nvPr/>
          </p:nvSpPr>
          <p:spPr bwMode="auto">
            <a:xfrm>
              <a:off x="1978" y="3244"/>
              <a:ext cx="238" cy="230"/>
            </a:xfrm>
            <a:prstGeom prst="rect">
              <a:avLst/>
            </a:prstGeom>
            <a:noFill/>
            <a:ln>
              <a:noFill/>
            </a:ln>
            <a:extLst>
              <a:ext uri="{909E8E84-426E-40DD-AFC4-6F175D3DCCD1}">
                <a14:hiddenFill xmlns:a14="http://schemas.microsoft.com/office/drawing/2010/main">
                  <a:solidFill>
                    <a:srgbClr val="F9FFE1"/>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eaLnBrk="1" hangingPunct="1"/>
              <a:r>
                <a:rPr lang="en-US" altLang="zh-CN">
                  <a:solidFill>
                    <a:srgbClr val="000000"/>
                  </a:solidFill>
                  <a:latin typeface="Times New Roman" panose="02020603050405020304" pitchFamily="18" charset="0"/>
                </a:rPr>
                <a:t> </a:t>
              </a:r>
              <a:r>
                <a:rPr lang="en-US" altLang="zh-CN" i="1">
                  <a:solidFill>
                    <a:srgbClr val="000000"/>
                  </a:solidFill>
                  <a:latin typeface="Times New Roman" panose="02020603050405020304" pitchFamily="18" charset="0"/>
                </a:rPr>
                <a:t>Y</a:t>
              </a:r>
              <a:r>
                <a:rPr lang="en-US" altLang="zh-CN" baseline="-25000">
                  <a:solidFill>
                    <a:srgbClr val="000000"/>
                  </a:solidFill>
                  <a:latin typeface="Times New Roman" panose="02020603050405020304" pitchFamily="18" charset="0"/>
                </a:rPr>
                <a:t>c</a:t>
              </a:r>
              <a:endParaRPr lang="en-US" altLang="zh-CN">
                <a:latin typeface="Times New Roman" panose="02020603050405020304" pitchFamily="18" charset="0"/>
              </a:endParaRPr>
            </a:p>
          </p:txBody>
        </p:sp>
        <p:sp>
          <p:nvSpPr>
            <p:cNvPr id="24663" name="Rectangle 87"/>
            <p:cNvSpPr>
              <a:spLocks noChangeArrowheads="1"/>
            </p:cNvSpPr>
            <p:nvPr/>
          </p:nvSpPr>
          <p:spPr bwMode="auto">
            <a:xfrm>
              <a:off x="1368" y="3104"/>
              <a:ext cx="100" cy="293"/>
            </a:xfrm>
            <a:prstGeom prst="rect">
              <a:avLst/>
            </a:prstGeom>
            <a:solidFill>
              <a:srgbClr val="F9FFE1"/>
            </a:solidFill>
            <a:ln w="31750">
              <a:solidFill>
                <a:srgbClr val="000000"/>
              </a:solidFill>
              <a:miter lim="800000"/>
              <a:headEnd/>
              <a:tailEnd/>
            </a:ln>
          </p:spPr>
          <p:txBody>
            <a:bodyPr/>
            <a:lstStyle/>
            <a:p>
              <a:endParaRPr lang="zh-CN" altLang="en-US"/>
            </a:p>
          </p:txBody>
        </p:sp>
        <p:sp>
          <p:nvSpPr>
            <p:cNvPr id="24664" name="Rectangle 88"/>
            <p:cNvSpPr>
              <a:spLocks noChangeArrowheads="1"/>
            </p:cNvSpPr>
            <p:nvPr/>
          </p:nvSpPr>
          <p:spPr bwMode="auto">
            <a:xfrm>
              <a:off x="2240" y="3104"/>
              <a:ext cx="100" cy="293"/>
            </a:xfrm>
            <a:prstGeom prst="rect">
              <a:avLst/>
            </a:prstGeom>
            <a:solidFill>
              <a:srgbClr val="F9FFE1"/>
            </a:solidFill>
            <a:ln w="31750">
              <a:solidFill>
                <a:srgbClr val="000000"/>
              </a:solidFill>
              <a:miter lim="800000"/>
              <a:headEnd/>
              <a:tailEnd/>
            </a:ln>
          </p:spPr>
          <p:txBody>
            <a:bodyPr/>
            <a:lstStyle/>
            <a:p>
              <a:endParaRPr lang="zh-CN" altLang="en-US"/>
            </a:p>
          </p:txBody>
        </p:sp>
        <p:sp>
          <p:nvSpPr>
            <p:cNvPr id="24709" name="Line 133"/>
            <p:cNvSpPr>
              <a:spLocks noChangeShapeType="1"/>
            </p:cNvSpPr>
            <p:nvPr/>
          </p:nvSpPr>
          <p:spPr bwMode="auto">
            <a:xfrm>
              <a:off x="1120" y="2864"/>
              <a:ext cx="240"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710" name="Line 134"/>
            <p:cNvSpPr>
              <a:spLocks noChangeShapeType="1"/>
            </p:cNvSpPr>
            <p:nvPr/>
          </p:nvSpPr>
          <p:spPr bwMode="auto">
            <a:xfrm flipH="1">
              <a:off x="2392" y="2872"/>
              <a:ext cx="232"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
        <p:nvSpPr>
          <p:cNvPr id="24670" name="Rectangle 94"/>
          <p:cNvSpPr>
            <a:spLocks noChangeArrowheads="1"/>
          </p:cNvSpPr>
          <p:nvPr/>
        </p:nvSpPr>
        <p:spPr bwMode="auto">
          <a:xfrm>
            <a:off x="2000250" y="4857750"/>
            <a:ext cx="685800" cy="742950"/>
          </a:xfrm>
          <a:prstGeom prst="rect">
            <a:avLst/>
          </a:prstGeom>
          <a:solidFill>
            <a:srgbClr val="D5FFFF"/>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4669" name="Rectangle 93"/>
          <p:cNvSpPr>
            <a:spLocks noChangeArrowheads="1"/>
          </p:cNvSpPr>
          <p:nvPr/>
        </p:nvSpPr>
        <p:spPr bwMode="auto">
          <a:xfrm>
            <a:off x="2809875" y="3095625"/>
            <a:ext cx="685800" cy="742950"/>
          </a:xfrm>
          <a:prstGeom prst="rect">
            <a:avLst/>
          </a:prstGeom>
          <a:solidFill>
            <a:srgbClr val="D5FFFF"/>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nodeType="clickEffect">
                                  <p:stCondLst>
                                    <p:cond delay="0"/>
                                  </p:stCondLst>
                                  <p:childTnLst>
                                    <p:set>
                                      <p:cBhvr>
                                        <p:cTn id="6" dur="1" fill="hold">
                                          <p:stCondLst>
                                            <p:cond delay="0"/>
                                          </p:stCondLst>
                                        </p:cTn>
                                        <p:tgtEl>
                                          <p:spTgt spid="24712"/>
                                        </p:tgtEl>
                                        <p:attrNameLst>
                                          <p:attrName>style.visibility</p:attrName>
                                        </p:attrNameLst>
                                      </p:cBhvr>
                                      <p:to>
                                        <p:strVal val="visible"/>
                                      </p:to>
                                    </p:set>
                                    <p:anim calcmode="lin" valueType="num">
                                      <p:cBhvr additive="base">
                                        <p:cTn id="7" dur="500" fill="hold"/>
                                        <p:tgtEl>
                                          <p:spTgt spid="24712"/>
                                        </p:tgtEl>
                                        <p:attrNameLst>
                                          <p:attrName>ppt_x</p:attrName>
                                        </p:attrNameLst>
                                      </p:cBhvr>
                                      <p:tavLst>
                                        <p:tav tm="0">
                                          <p:val>
                                            <p:strVal val="1+#ppt_w/2"/>
                                          </p:val>
                                        </p:tav>
                                        <p:tav tm="100000">
                                          <p:val>
                                            <p:strVal val="#ppt_x"/>
                                          </p:val>
                                        </p:tav>
                                      </p:tavLst>
                                    </p:anim>
                                    <p:anim calcmode="lin" valueType="num">
                                      <p:cBhvr additive="base">
                                        <p:cTn id="8" dur="500" fill="hold"/>
                                        <p:tgtEl>
                                          <p:spTgt spid="24712"/>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24581">
                                            <p:txEl>
                                              <p:pRg st="0" end="0"/>
                                            </p:txEl>
                                          </p:spTgt>
                                        </p:tgtEl>
                                        <p:attrNameLst>
                                          <p:attrName>style.visibility</p:attrName>
                                        </p:attrNameLst>
                                      </p:cBhvr>
                                      <p:to>
                                        <p:strVal val="visible"/>
                                      </p:to>
                                    </p:set>
                                    <p:animEffect transition="in" filter="wipe(left)">
                                      <p:cBhvr>
                                        <p:cTn id="13" dur="500"/>
                                        <p:tgtEl>
                                          <p:spTgt spid="24581">
                                            <p:txEl>
                                              <p:pRg st="0" end="0"/>
                                            </p:txEl>
                                          </p:spTgt>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8" fill="hold" nodeType="clickEffect">
                                  <p:stCondLst>
                                    <p:cond delay="0"/>
                                  </p:stCondLst>
                                  <p:childTnLst>
                                    <p:set>
                                      <p:cBhvr>
                                        <p:cTn id="17" dur="1" fill="hold">
                                          <p:stCondLst>
                                            <p:cond delay="0"/>
                                          </p:stCondLst>
                                        </p:cTn>
                                        <p:tgtEl>
                                          <p:spTgt spid="24671"/>
                                        </p:tgtEl>
                                        <p:attrNameLst>
                                          <p:attrName>style.visibility</p:attrName>
                                        </p:attrNameLst>
                                      </p:cBhvr>
                                      <p:to>
                                        <p:strVal val="visible"/>
                                      </p:to>
                                    </p:set>
                                    <p:animEffect transition="in" filter="wipe(left)">
                                      <p:cBhvr>
                                        <p:cTn id="18" dur="500"/>
                                        <p:tgtEl>
                                          <p:spTgt spid="24671"/>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9" presetClass="entr" presetSubtype="0" fill="hold" nodeType="clickEffect">
                                  <p:stCondLst>
                                    <p:cond delay="0"/>
                                  </p:stCondLst>
                                  <p:childTnLst>
                                    <p:set>
                                      <p:cBhvr>
                                        <p:cTn id="22" dur="1" fill="hold">
                                          <p:stCondLst>
                                            <p:cond delay="0"/>
                                          </p:stCondLst>
                                        </p:cTn>
                                        <p:tgtEl>
                                          <p:spTgt spid="24718"/>
                                        </p:tgtEl>
                                        <p:attrNameLst>
                                          <p:attrName>style.visibility</p:attrName>
                                        </p:attrNameLst>
                                      </p:cBhvr>
                                      <p:to>
                                        <p:strVal val="visible"/>
                                      </p:to>
                                    </p:set>
                                    <p:animEffect transition="in" filter="dissolve">
                                      <p:cBhvr>
                                        <p:cTn id="23" dur="500"/>
                                        <p:tgtEl>
                                          <p:spTgt spid="24718"/>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3" presetClass="entr" presetSubtype="272" fill="hold" nodeType="clickEffect">
                                  <p:stCondLst>
                                    <p:cond delay="0"/>
                                  </p:stCondLst>
                                  <p:childTnLst>
                                    <p:set>
                                      <p:cBhvr>
                                        <p:cTn id="27" dur="1" fill="hold">
                                          <p:stCondLst>
                                            <p:cond delay="0"/>
                                          </p:stCondLst>
                                        </p:cTn>
                                        <p:tgtEl>
                                          <p:spTgt spid="24713"/>
                                        </p:tgtEl>
                                        <p:attrNameLst>
                                          <p:attrName>style.visibility</p:attrName>
                                        </p:attrNameLst>
                                      </p:cBhvr>
                                      <p:to>
                                        <p:strVal val="visible"/>
                                      </p:to>
                                    </p:set>
                                    <p:anim calcmode="lin" valueType="num">
                                      <p:cBhvr>
                                        <p:cTn id="28" dur="500" fill="hold"/>
                                        <p:tgtEl>
                                          <p:spTgt spid="24713"/>
                                        </p:tgtEl>
                                        <p:attrNameLst>
                                          <p:attrName>ppt_w</p:attrName>
                                        </p:attrNameLst>
                                      </p:cBhvr>
                                      <p:tavLst>
                                        <p:tav tm="0">
                                          <p:val>
                                            <p:strVal val="2/3*#ppt_w"/>
                                          </p:val>
                                        </p:tav>
                                        <p:tav tm="100000">
                                          <p:val>
                                            <p:strVal val="#ppt_w"/>
                                          </p:val>
                                        </p:tav>
                                      </p:tavLst>
                                    </p:anim>
                                    <p:anim calcmode="lin" valueType="num">
                                      <p:cBhvr>
                                        <p:cTn id="29" dur="500" fill="hold"/>
                                        <p:tgtEl>
                                          <p:spTgt spid="24713"/>
                                        </p:tgtEl>
                                        <p:attrNameLst>
                                          <p:attrName>ppt_h</p:attrName>
                                        </p:attrNameLst>
                                      </p:cBhvr>
                                      <p:tavLst>
                                        <p:tav tm="0">
                                          <p:val>
                                            <p:strVal val="2/3*#ppt_h"/>
                                          </p:val>
                                        </p:tav>
                                        <p:tav tm="100000">
                                          <p:val>
                                            <p:strVal val="#ppt_h"/>
                                          </p:val>
                                        </p:tav>
                                      </p:tavLst>
                                    </p:anim>
                                  </p:childTnLst>
                                </p:cTn>
                              </p:par>
                            </p:childTnLst>
                          </p:cTn>
                        </p:par>
                      </p:childTnLst>
                    </p:cTn>
                  </p:par>
                  <p:par>
                    <p:cTn id="30" fill="hold" nodeType="clickPar">
                      <p:stCondLst>
                        <p:cond delay="indefinite"/>
                      </p:stCondLst>
                      <p:childTnLst>
                        <p:par>
                          <p:cTn id="31" fill="hold" nodeType="withGroup">
                            <p:stCondLst>
                              <p:cond delay="0"/>
                            </p:stCondLst>
                            <p:childTnLst>
                              <p:par>
                                <p:cTn id="32" presetID="2" presetClass="entr" presetSubtype="8" fill="hold" nodeType="clickEffect">
                                  <p:stCondLst>
                                    <p:cond delay="0"/>
                                  </p:stCondLst>
                                  <p:childTnLst>
                                    <p:set>
                                      <p:cBhvr>
                                        <p:cTn id="33" dur="1" fill="hold">
                                          <p:stCondLst>
                                            <p:cond delay="0"/>
                                          </p:stCondLst>
                                        </p:cTn>
                                        <p:tgtEl>
                                          <p:spTgt spid="24717"/>
                                        </p:tgtEl>
                                        <p:attrNameLst>
                                          <p:attrName>style.visibility</p:attrName>
                                        </p:attrNameLst>
                                      </p:cBhvr>
                                      <p:to>
                                        <p:strVal val="visible"/>
                                      </p:to>
                                    </p:set>
                                    <p:anim calcmode="lin" valueType="num">
                                      <p:cBhvr additive="base">
                                        <p:cTn id="34" dur="500" fill="hold"/>
                                        <p:tgtEl>
                                          <p:spTgt spid="24717"/>
                                        </p:tgtEl>
                                        <p:attrNameLst>
                                          <p:attrName>ppt_x</p:attrName>
                                        </p:attrNameLst>
                                      </p:cBhvr>
                                      <p:tavLst>
                                        <p:tav tm="0">
                                          <p:val>
                                            <p:strVal val="0-#ppt_w/2"/>
                                          </p:val>
                                        </p:tav>
                                        <p:tav tm="100000">
                                          <p:val>
                                            <p:strVal val="#ppt_x"/>
                                          </p:val>
                                        </p:tav>
                                      </p:tavLst>
                                    </p:anim>
                                    <p:anim calcmode="lin" valueType="num">
                                      <p:cBhvr additive="base">
                                        <p:cTn id="35" dur="500" fill="hold"/>
                                        <p:tgtEl>
                                          <p:spTgt spid="24717"/>
                                        </p:tgtEl>
                                        <p:attrNameLst>
                                          <p:attrName>ppt_y</p:attrName>
                                        </p:attrNameLst>
                                      </p:cBhvr>
                                      <p:tavLst>
                                        <p:tav tm="0">
                                          <p:val>
                                            <p:strVal val="#ppt_y"/>
                                          </p:val>
                                        </p:tav>
                                        <p:tav tm="100000">
                                          <p:val>
                                            <p:strVal val="#ppt_y"/>
                                          </p:val>
                                        </p:tav>
                                      </p:tavLst>
                                    </p:anim>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8" fill="hold" nodeType="clickEffect">
                                  <p:stCondLst>
                                    <p:cond delay="0"/>
                                  </p:stCondLst>
                                  <p:childTnLst>
                                    <p:set>
                                      <p:cBhvr>
                                        <p:cTn id="39" dur="1" fill="hold">
                                          <p:stCondLst>
                                            <p:cond delay="0"/>
                                          </p:stCondLst>
                                        </p:cTn>
                                        <p:tgtEl>
                                          <p:spTgt spid="24669"/>
                                        </p:tgtEl>
                                        <p:attrNameLst>
                                          <p:attrName>style.visibility</p:attrName>
                                        </p:attrNameLst>
                                      </p:cBhvr>
                                      <p:to>
                                        <p:strVal val="visible"/>
                                      </p:to>
                                    </p:set>
                                    <p:animEffect transition="in" filter="wipe(left)">
                                      <p:cBhvr>
                                        <p:cTn id="40" dur="500"/>
                                        <p:tgtEl>
                                          <p:spTgt spid="24669"/>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8" fill="hold" nodeType="clickEffect">
                                  <p:stCondLst>
                                    <p:cond delay="0"/>
                                  </p:stCondLst>
                                  <p:childTnLst>
                                    <p:set>
                                      <p:cBhvr>
                                        <p:cTn id="44" dur="1" fill="hold">
                                          <p:stCondLst>
                                            <p:cond delay="0"/>
                                          </p:stCondLst>
                                        </p:cTn>
                                        <p:tgtEl>
                                          <p:spTgt spid="24579"/>
                                        </p:tgtEl>
                                        <p:attrNameLst>
                                          <p:attrName>style.visibility</p:attrName>
                                        </p:attrNameLst>
                                      </p:cBhvr>
                                      <p:to>
                                        <p:strVal val="visible"/>
                                      </p:to>
                                    </p:set>
                                    <p:animEffect transition="in" filter="wipe(left)">
                                      <p:cBhvr>
                                        <p:cTn id="45" dur="500"/>
                                        <p:tgtEl>
                                          <p:spTgt spid="24579"/>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22" presetClass="entr" presetSubtype="8" fill="hold" nodeType="clickEffect">
                                  <p:stCondLst>
                                    <p:cond delay="0"/>
                                  </p:stCondLst>
                                  <p:childTnLst>
                                    <p:set>
                                      <p:cBhvr>
                                        <p:cTn id="49" dur="1" fill="hold">
                                          <p:stCondLst>
                                            <p:cond delay="0"/>
                                          </p:stCondLst>
                                        </p:cTn>
                                        <p:tgtEl>
                                          <p:spTgt spid="24580"/>
                                        </p:tgtEl>
                                        <p:attrNameLst>
                                          <p:attrName>style.visibility</p:attrName>
                                        </p:attrNameLst>
                                      </p:cBhvr>
                                      <p:to>
                                        <p:strVal val="visible"/>
                                      </p:to>
                                    </p:set>
                                    <p:animEffect transition="in" filter="wipe(left)">
                                      <p:cBhvr>
                                        <p:cTn id="50" dur="500"/>
                                        <p:tgtEl>
                                          <p:spTgt spid="24580"/>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23" presetClass="entr" presetSubtype="272" fill="hold" nodeType="clickEffect">
                                  <p:stCondLst>
                                    <p:cond delay="0"/>
                                  </p:stCondLst>
                                  <p:childTnLst>
                                    <p:set>
                                      <p:cBhvr>
                                        <p:cTn id="54" dur="1" fill="hold">
                                          <p:stCondLst>
                                            <p:cond delay="0"/>
                                          </p:stCondLst>
                                        </p:cTn>
                                        <p:tgtEl>
                                          <p:spTgt spid="24723"/>
                                        </p:tgtEl>
                                        <p:attrNameLst>
                                          <p:attrName>style.visibility</p:attrName>
                                        </p:attrNameLst>
                                      </p:cBhvr>
                                      <p:to>
                                        <p:strVal val="visible"/>
                                      </p:to>
                                    </p:set>
                                    <p:anim calcmode="lin" valueType="num">
                                      <p:cBhvr>
                                        <p:cTn id="55" dur="500" fill="hold"/>
                                        <p:tgtEl>
                                          <p:spTgt spid="24723"/>
                                        </p:tgtEl>
                                        <p:attrNameLst>
                                          <p:attrName>ppt_w</p:attrName>
                                        </p:attrNameLst>
                                      </p:cBhvr>
                                      <p:tavLst>
                                        <p:tav tm="0">
                                          <p:val>
                                            <p:strVal val="2/3*#ppt_w"/>
                                          </p:val>
                                        </p:tav>
                                        <p:tav tm="100000">
                                          <p:val>
                                            <p:strVal val="#ppt_w"/>
                                          </p:val>
                                        </p:tav>
                                      </p:tavLst>
                                    </p:anim>
                                    <p:anim calcmode="lin" valueType="num">
                                      <p:cBhvr>
                                        <p:cTn id="56" dur="500" fill="hold"/>
                                        <p:tgtEl>
                                          <p:spTgt spid="24723"/>
                                        </p:tgtEl>
                                        <p:attrNameLst>
                                          <p:attrName>ppt_h</p:attrName>
                                        </p:attrNameLst>
                                      </p:cBhvr>
                                      <p:tavLst>
                                        <p:tav tm="0">
                                          <p:val>
                                            <p:strVal val="2/3*#ppt_h"/>
                                          </p:val>
                                        </p:tav>
                                        <p:tav tm="100000">
                                          <p:val>
                                            <p:strVal val="#ppt_h"/>
                                          </p:val>
                                        </p:tav>
                                      </p:tavLst>
                                    </p:anim>
                                  </p:childTnLst>
                                </p:cTn>
                              </p:par>
                            </p:childTnLst>
                          </p:cTn>
                        </p:par>
                      </p:childTnLst>
                    </p:cTn>
                  </p:par>
                  <p:par>
                    <p:cTn id="57" fill="hold" nodeType="clickPar">
                      <p:stCondLst>
                        <p:cond delay="indefinite"/>
                      </p:stCondLst>
                      <p:childTnLst>
                        <p:par>
                          <p:cTn id="58" fill="hold" nodeType="withGroup">
                            <p:stCondLst>
                              <p:cond delay="0"/>
                            </p:stCondLst>
                            <p:childTnLst>
                              <p:par>
                                <p:cTn id="59" presetID="2" presetClass="entr" presetSubtype="8" fill="hold" nodeType="clickEffect">
                                  <p:stCondLst>
                                    <p:cond delay="0"/>
                                  </p:stCondLst>
                                  <p:childTnLst>
                                    <p:set>
                                      <p:cBhvr>
                                        <p:cTn id="60" dur="1" fill="hold">
                                          <p:stCondLst>
                                            <p:cond delay="0"/>
                                          </p:stCondLst>
                                        </p:cTn>
                                        <p:tgtEl>
                                          <p:spTgt spid="24715"/>
                                        </p:tgtEl>
                                        <p:attrNameLst>
                                          <p:attrName>style.visibility</p:attrName>
                                        </p:attrNameLst>
                                      </p:cBhvr>
                                      <p:to>
                                        <p:strVal val="visible"/>
                                      </p:to>
                                    </p:set>
                                    <p:anim calcmode="lin" valueType="num">
                                      <p:cBhvr additive="base">
                                        <p:cTn id="61" dur="500" fill="hold"/>
                                        <p:tgtEl>
                                          <p:spTgt spid="24715"/>
                                        </p:tgtEl>
                                        <p:attrNameLst>
                                          <p:attrName>ppt_x</p:attrName>
                                        </p:attrNameLst>
                                      </p:cBhvr>
                                      <p:tavLst>
                                        <p:tav tm="0">
                                          <p:val>
                                            <p:strVal val="0-#ppt_w/2"/>
                                          </p:val>
                                        </p:tav>
                                        <p:tav tm="100000">
                                          <p:val>
                                            <p:strVal val="#ppt_x"/>
                                          </p:val>
                                        </p:tav>
                                      </p:tavLst>
                                    </p:anim>
                                    <p:anim calcmode="lin" valueType="num">
                                      <p:cBhvr additive="base">
                                        <p:cTn id="62" dur="500" fill="hold"/>
                                        <p:tgtEl>
                                          <p:spTgt spid="24715"/>
                                        </p:tgtEl>
                                        <p:attrNameLst>
                                          <p:attrName>ppt_y</p:attrName>
                                        </p:attrNameLst>
                                      </p:cBhvr>
                                      <p:tavLst>
                                        <p:tav tm="0">
                                          <p:val>
                                            <p:strVal val="#ppt_y"/>
                                          </p:val>
                                        </p:tav>
                                        <p:tav tm="100000">
                                          <p:val>
                                            <p:strVal val="#ppt_y"/>
                                          </p:val>
                                        </p:tav>
                                      </p:tavLst>
                                    </p:anim>
                                  </p:childTnLst>
                                </p:cTn>
                              </p:par>
                            </p:childTnLst>
                          </p:cTn>
                        </p:par>
                      </p:childTnLst>
                    </p:cTn>
                  </p:par>
                  <p:par>
                    <p:cTn id="63" fill="hold" nodeType="clickPar">
                      <p:stCondLst>
                        <p:cond delay="indefinite"/>
                      </p:stCondLst>
                      <p:childTnLst>
                        <p:par>
                          <p:cTn id="64" fill="hold" nodeType="withGroup">
                            <p:stCondLst>
                              <p:cond delay="0"/>
                            </p:stCondLst>
                            <p:childTnLst>
                              <p:par>
                                <p:cTn id="65" presetID="23" presetClass="entr" presetSubtype="272" fill="hold" nodeType="clickEffect">
                                  <p:stCondLst>
                                    <p:cond delay="0"/>
                                  </p:stCondLst>
                                  <p:childTnLst>
                                    <p:set>
                                      <p:cBhvr>
                                        <p:cTn id="66" dur="1" fill="hold">
                                          <p:stCondLst>
                                            <p:cond delay="0"/>
                                          </p:stCondLst>
                                        </p:cTn>
                                        <p:tgtEl>
                                          <p:spTgt spid="24722"/>
                                        </p:tgtEl>
                                        <p:attrNameLst>
                                          <p:attrName>style.visibility</p:attrName>
                                        </p:attrNameLst>
                                      </p:cBhvr>
                                      <p:to>
                                        <p:strVal val="visible"/>
                                      </p:to>
                                    </p:set>
                                    <p:anim calcmode="lin" valueType="num">
                                      <p:cBhvr>
                                        <p:cTn id="67" dur="500" fill="hold"/>
                                        <p:tgtEl>
                                          <p:spTgt spid="24722"/>
                                        </p:tgtEl>
                                        <p:attrNameLst>
                                          <p:attrName>ppt_w</p:attrName>
                                        </p:attrNameLst>
                                      </p:cBhvr>
                                      <p:tavLst>
                                        <p:tav tm="0">
                                          <p:val>
                                            <p:strVal val="2/3*#ppt_w"/>
                                          </p:val>
                                        </p:tav>
                                        <p:tav tm="100000">
                                          <p:val>
                                            <p:strVal val="#ppt_w"/>
                                          </p:val>
                                        </p:tav>
                                      </p:tavLst>
                                    </p:anim>
                                    <p:anim calcmode="lin" valueType="num">
                                      <p:cBhvr>
                                        <p:cTn id="68" dur="500" fill="hold"/>
                                        <p:tgtEl>
                                          <p:spTgt spid="24722"/>
                                        </p:tgtEl>
                                        <p:attrNameLst>
                                          <p:attrName>ppt_h</p:attrName>
                                        </p:attrNameLst>
                                      </p:cBhvr>
                                      <p:tavLst>
                                        <p:tav tm="0">
                                          <p:val>
                                            <p:strVal val="2/3*#ppt_h"/>
                                          </p:val>
                                        </p:tav>
                                        <p:tav tm="100000">
                                          <p:val>
                                            <p:strVal val="#ppt_h"/>
                                          </p:val>
                                        </p:tav>
                                      </p:tavLst>
                                    </p:anim>
                                  </p:childTnLst>
                                </p:cTn>
                              </p:par>
                            </p:childTnLst>
                          </p:cTn>
                        </p:par>
                      </p:childTnLst>
                    </p:cTn>
                  </p:par>
                  <p:par>
                    <p:cTn id="69" fill="hold" nodeType="clickPar">
                      <p:stCondLst>
                        <p:cond delay="indefinite"/>
                      </p:stCondLst>
                      <p:childTnLst>
                        <p:par>
                          <p:cTn id="70" fill="hold" nodeType="withGroup">
                            <p:stCondLst>
                              <p:cond delay="0"/>
                            </p:stCondLst>
                            <p:childTnLst>
                              <p:par>
                                <p:cTn id="71" presetID="22" presetClass="entr" presetSubtype="8" fill="hold" nodeType="clickEffect">
                                  <p:stCondLst>
                                    <p:cond delay="0"/>
                                  </p:stCondLst>
                                  <p:childTnLst>
                                    <p:set>
                                      <p:cBhvr>
                                        <p:cTn id="72" dur="1" fill="hold">
                                          <p:stCondLst>
                                            <p:cond delay="0"/>
                                          </p:stCondLst>
                                        </p:cTn>
                                        <p:tgtEl>
                                          <p:spTgt spid="24670"/>
                                        </p:tgtEl>
                                        <p:attrNameLst>
                                          <p:attrName>style.visibility</p:attrName>
                                        </p:attrNameLst>
                                      </p:cBhvr>
                                      <p:to>
                                        <p:strVal val="visible"/>
                                      </p:to>
                                    </p:set>
                                    <p:animEffect transition="in" filter="wipe(left)">
                                      <p:cBhvr>
                                        <p:cTn id="73" dur="500"/>
                                        <p:tgtEl>
                                          <p:spTgt spid="24670"/>
                                        </p:tgtEl>
                                      </p:cBhvr>
                                    </p:animEffect>
                                  </p:childTnLst>
                                </p:cTn>
                              </p:par>
                            </p:childTnLst>
                          </p:cTn>
                        </p:par>
                      </p:childTnLst>
                    </p:cTn>
                  </p:par>
                  <p:par>
                    <p:cTn id="74" fill="hold" nodeType="clickPar">
                      <p:stCondLst>
                        <p:cond delay="indefinite"/>
                      </p:stCondLst>
                      <p:childTnLst>
                        <p:par>
                          <p:cTn id="75" fill="hold" nodeType="withGroup">
                            <p:stCondLst>
                              <p:cond delay="0"/>
                            </p:stCondLst>
                            <p:childTnLst>
                              <p:par>
                                <p:cTn id="76" presetID="22" presetClass="entr" presetSubtype="8" fill="hold" nodeType="clickEffect">
                                  <p:stCondLst>
                                    <p:cond delay="0"/>
                                  </p:stCondLst>
                                  <p:childTnLst>
                                    <p:set>
                                      <p:cBhvr>
                                        <p:cTn id="77" dur="1" fill="hold">
                                          <p:stCondLst>
                                            <p:cond delay="0"/>
                                          </p:stCondLst>
                                        </p:cTn>
                                        <p:tgtEl>
                                          <p:spTgt spid="24585"/>
                                        </p:tgtEl>
                                        <p:attrNameLst>
                                          <p:attrName>style.visibility</p:attrName>
                                        </p:attrNameLst>
                                      </p:cBhvr>
                                      <p:to>
                                        <p:strVal val="visible"/>
                                      </p:to>
                                    </p:set>
                                    <p:animEffect transition="in" filter="wipe(left)">
                                      <p:cBhvr>
                                        <p:cTn id="78" dur="500"/>
                                        <p:tgtEl>
                                          <p:spTgt spid="24585"/>
                                        </p:tgtEl>
                                      </p:cBhvr>
                                    </p:animEffect>
                                  </p:childTnLst>
                                </p:cTn>
                              </p:par>
                            </p:childTnLst>
                          </p:cTn>
                        </p:par>
                      </p:childTnLst>
                    </p:cTn>
                  </p:par>
                  <p:par>
                    <p:cTn id="79" fill="hold" nodeType="clickPar">
                      <p:stCondLst>
                        <p:cond delay="indefinite"/>
                      </p:stCondLst>
                      <p:childTnLst>
                        <p:par>
                          <p:cTn id="80" fill="hold" nodeType="withGroup">
                            <p:stCondLst>
                              <p:cond delay="0"/>
                            </p:stCondLst>
                            <p:childTnLst>
                              <p:par>
                                <p:cTn id="81" presetID="22" presetClass="entr" presetSubtype="8" fill="hold" nodeType="clickEffect">
                                  <p:stCondLst>
                                    <p:cond delay="0"/>
                                  </p:stCondLst>
                                  <p:childTnLst>
                                    <p:set>
                                      <p:cBhvr>
                                        <p:cTn id="82" dur="1" fill="hold">
                                          <p:stCondLst>
                                            <p:cond delay="0"/>
                                          </p:stCondLst>
                                        </p:cTn>
                                        <p:tgtEl>
                                          <p:spTgt spid="24667"/>
                                        </p:tgtEl>
                                        <p:attrNameLst>
                                          <p:attrName>style.visibility</p:attrName>
                                        </p:attrNameLst>
                                      </p:cBhvr>
                                      <p:to>
                                        <p:strVal val="visible"/>
                                      </p:to>
                                    </p:set>
                                    <p:animEffect transition="in" filter="wipe(left)">
                                      <p:cBhvr>
                                        <p:cTn id="83" dur="500"/>
                                        <p:tgtEl>
                                          <p:spTgt spid="24667"/>
                                        </p:tgtEl>
                                      </p:cBhvr>
                                    </p:animEffect>
                                  </p:childTnLst>
                                </p:cTn>
                              </p:par>
                            </p:childTnLst>
                          </p:cTn>
                        </p:par>
                      </p:childTnLst>
                    </p:cTn>
                  </p:par>
                  <p:par>
                    <p:cTn id="84" fill="hold" nodeType="clickPar">
                      <p:stCondLst>
                        <p:cond delay="indefinite"/>
                      </p:stCondLst>
                      <p:childTnLst>
                        <p:par>
                          <p:cTn id="85" fill="hold" nodeType="withGroup">
                            <p:stCondLst>
                              <p:cond delay="0"/>
                            </p:stCondLst>
                            <p:childTnLst>
                              <p:par>
                                <p:cTn id="86" presetID="16" presetClass="entr" presetSubtype="37" fill="hold" grpId="0" nodeType="clickEffect">
                                  <p:stCondLst>
                                    <p:cond delay="0"/>
                                  </p:stCondLst>
                                  <p:childTnLst>
                                    <p:set>
                                      <p:cBhvr>
                                        <p:cTn id="87" dur="1" fill="hold">
                                          <p:stCondLst>
                                            <p:cond delay="0"/>
                                          </p:stCondLst>
                                        </p:cTn>
                                        <p:tgtEl>
                                          <p:spTgt spid="24668">
                                            <p:txEl>
                                              <p:pRg st="0" end="0"/>
                                            </p:txEl>
                                          </p:spTgt>
                                        </p:tgtEl>
                                        <p:attrNameLst>
                                          <p:attrName>style.visibility</p:attrName>
                                        </p:attrNameLst>
                                      </p:cBhvr>
                                      <p:to>
                                        <p:strVal val="visible"/>
                                      </p:to>
                                    </p:set>
                                    <p:animEffect transition="in" filter="barn(outVertical)">
                                      <p:cBhvr>
                                        <p:cTn id="88" dur="500"/>
                                        <p:tgtEl>
                                          <p:spTgt spid="2466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81" grpId="0" build="p" autoUpdateAnimBg="0"/>
      <p:bldP spid="24668" grpId="0" build="p" autoUpdateAnimBg="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Text Box 2"/>
          <p:cNvSpPr txBox="1">
            <a:spLocks noChangeArrowheads="1"/>
          </p:cNvSpPr>
          <p:nvPr/>
        </p:nvSpPr>
        <p:spPr bwMode="auto">
          <a:xfrm>
            <a:off x="493713" y="3490913"/>
            <a:ext cx="8115300" cy="22828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indent="571500" algn="l">
              <a:defRPr kumimoji="1" sz="2400">
                <a:solidFill>
                  <a:schemeClr val="tx1"/>
                </a:solidFill>
                <a:latin typeface="Times New Roman" panose="02020603050405020304" pitchFamily="18" charset="0"/>
                <a:ea typeface="宋体" panose="02010600030101010101" pitchFamily="2" charset="-122"/>
              </a:defRPr>
            </a:lvl1pPr>
            <a:lvl2pPr marL="1047750" algn="l">
              <a:defRPr kumimoji="1" sz="2400">
                <a:solidFill>
                  <a:schemeClr val="tx1"/>
                </a:solidFill>
                <a:latin typeface="Times New Roman" panose="02020603050405020304" pitchFamily="18" charset="0"/>
                <a:ea typeface="宋体" panose="02010600030101010101" pitchFamily="2" charset="-122"/>
              </a:defRPr>
            </a:lvl2pPr>
            <a:lvl3pPr marL="1238250" algn="l">
              <a:defRPr kumimoji="1" sz="2400">
                <a:solidFill>
                  <a:schemeClr val="tx1"/>
                </a:solidFill>
                <a:latin typeface="Times New Roman" panose="02020603050405020304" pitchFamily="18" charset="0"/>
                <a:ea typeface="宋体" panose="02010600030101010101" pitchFamily="2" charset="-122"/>
              </a:defRPr>
            </a:lvl3pPr>
            <a:lvl4pPr marL="1428750" algn="l">
              <a:defRPr kumimoji="1" sz="2400">
                <a:solidFill>
                  <a:schemeClr val="tx1"/>
                </a:solidFill>
                <a:latin typeface="Times New Roman" panose="02020603050405020304" pitchFamily="18" charset="0"/>
                <a:ea typeface="宋体" panose="02010600030101010101" pitchFamily="2" charset="-122"/>
              </a:defRPr>
            </a:lvl4pPr>
            <a:lvl5pPr algn="l">
              <a:defRPr kumimoji="1" sz="2400">
                <a:solidFill>
                  <a:schemeClr val="tx1"/>
                </a:solidFill>
                <a:latin typeface="Times New Roman" panose="02020603050405020304" pitchFamily="18" charset="0"/>
                <a:ea typeface="宋体" panose="02010600030101010101" pitchFamily="2" charset="-122"/>
              </a:defRPr>
            </a:lvl5pPr>
            <a:lvl6pP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50000"/>
              </a:spcBef>
            </a:pPr>
            <a:r>
              <a:rPr lang="en-US" altLang="zh-CN"/>
              <a:t> </a:t>
            </a:r>
            <a:r>
              <a:rPr lang="zh-CN" altLang="en-US"/>
              <a:t>对称二端口是指两个端口电气特性上对称。电路结构  左右对称的，端口电气特性对称；电路结构不对称的二端口，其电气特性也可能是对称的。这样的二端口也是对称二端口。</a:t>
            </a:r>
          </a:p>
        </p:txBody>
      </p:sp>
      <p:sp>
        <p:nvSpPr>
          <p:cNvPr id="148483" name="Text Box 3"/>
          <p:cNvSpPr txBox="1">
            <a:spLocks noChangeArrowheads="1"/>
          </p:cNvSpPr>
          <p:nvPr/>
        </p:nvSpPr>
        <p:spPr bwMode="auto">
          <a:xfrm>
            <a:off x="552450" y="1516063"/>
            <a:ext cx="3546475"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r>
              <a:rPr lang="zh-CN" altLang="en-US">
                <a:latin typeface="Times New Roman" panose="02020603050405020304" pitchFamily="18" charset="0"/>
              </a:rPr>
              <a:t>若  </a:t>
            </a:r>
            <a:r>
              <a:rPr lang="en-US" altLang="zh-CN" i="1">
                <a:solidFill>
                  <a:srgbClr val="FF3300"/>
                </a:solidFill>
                <a:latin typeface="Times New Roman" panose="02020603050405020304" pitchFamily="18" charset="0"/>
              </a:rPr>
              <a:t>Y</a:t>
            </a:r>
            <a:r>
              <a:rPr lang="en-US" altLang="zh-CN" baseline="-25000">
                <a:solidFill>
                  <a:srgbClr val="FF3300"/>
                </a:solidFill>
                <a:latin typeface="Times New Roman" panose="02020603050405020304" pitchFamily="18" charset="0"/>
              </a:rPr>
              <a:t>a</a:t>
            </a:r>
            <a:r>
              <a:rPr lang="en-US" altLang="zh-CN">
                <a:solidFill>
                  <a:srgbClr val="FF3300"/>
                </a:solidFill>
                <a:latin typeface="Times New Roman" panose="02020603050405020304" pitchFamily="18" charset="0"/>
              </a:rPr>
              <a:t>=</a:t>
            </a:r>
            <a:r>
              <a:rPr lang="en-US" altLang="zh-CN" i="1">
                <a:solidFill>
                  <a:srgbClr val="FF3300"/>
                </a:solidFill>
                <a:latin typeface="Times New Roman" panose="02020603050405020304" pitchFamily="18" charset="0"/>
              </a:rPr>
              <a:t>Y</a:t>
            </a:r>
            <a:r>
              <a:rPr lang="en-US" altLang="zh-CN" baseline="-25000">
                <a:solidFill>
                  <a:srgbClr val="FF3300"/>
                </a:solidFill>
                <a:latin typeface="Times New Roman" panose="02020603050405020304" pitchFamily="18" charset="0"/>
              </a:rPr>
              <a:t>c</a:t>
            </a:r>
            <a:r>
              <a:rPr lang="zh-CN" altLang="en-US">
                <a:solidFill>
                  <a:srgbClr val="FF3300"/>
                </a:solidFill>
                <a:latin typeface="Times New Roman" panose="02020603050405020304" pitchFamily="18" charset="0"/>
              </a:rPr>
              <a:t>，</a:t>
            </a:r>
            <a:r>
              <a:rPr lang="zh-CN" altLang="zh-CN">
                <a:latin typeface="Times New Roman" panose="02020603050405020304" pitchFamily="18" charset="0"/>
              </a:rPr>
              <a:t>则</a:t>
            </a:r>
            <a:r>
              <a:rPr lang="en-US" altLang="zh-CN" i="1">
                <a:solidFill>
                  <a:srgbClr val="FF0000"/>
                </a:solidFill>
                <a:latin typeface="Times New Roman" panose="02020603050405020304" pitchFamily="18" charset="0"/>
              </a:rPr>
              <a:t>Y</a:t>
            </a:r>
            <a:r>
              <a:rPr lang="en-US" altLang="zh-CN" baseline="-25000">
                <a:solidFill>
                  <a:srgbClr val="FF0000"/>
                </a:solidFill>
                <a:latin typeface="Times New Roman" panose="02020603050405020304" pitchFamily="18" charset="0"/>
              </a:rPr>
              <a:t>11</a:t>
            </a:r>
            <a:r>
              <a:rPr lang="en-US" altLang="zh-CN">
                <a:solidFill>
                  <a:srgbClr val="FF0000"/>
                </a:solidFill>
                <a:latin typeface="Times New Roman" panose="02020603050405020304" pitchFamily="18" charset="0"/>
              </a:rPr>
              <a:t>=</a:t>
            </a:r>
            <a:r>
              <a:rPr lang="en-US" altLang="zh-CN" i="1">
                <a:solidFill>
                  <a:srgbClr val="FF0000"/>
                </a:solidFill>
                <a:latin typeface="Times New Roman" panose="02020603050405020304" pitchFamily="18" charset="0"/>
              </a:rPr>
              <a:t>Y</a:t>
            </a:r>
            <a:r>
              <a:rPr lang="en-US" altLang="zh-CN" baseline="-25000">
                <a:solidFill>
                  <a:srgbClr val="FF0000"/>
                </a:solidFill>
                <a:latin typeface="Times New Roman" panose="02020603050405020304" pitchFamily="18" charset="0"/>
              </a:rPr>
              <a:t>22</a:t>
            </a:r>
            <a:r>
              <a:rPr lang="en-US" altLang="zh-CN" baseline="-25000">
                <a:latin typeface="Times New Roman" panose="02020603050405020304" pitchFamily="18" charset="0"/>
              </a:rPr>
              <a:t> </a:t>
            </a:r>
            <a:r>
              <a:rPr lang="zh-CN" altLang="en-US">
                <a:latin typeface="Times New Roman" panose="02020603050405020304" pitchFamily="18" charset="0"/>
              </a:rPr>
              <a:t>。</a:t>
            </a:r>
          </a:p>
        </p:txBody>
      </p:sp>
      <p:graphicFrame>
        <p:nvGraphicFramePr>
          <p:cNvPr id="148484" name="Object 4"/>
          <p:cNvGraphicFramePr>
            <a:graphicFrameLocks noChangeAspect="1"/>
          </p:cNvGraphicFramePr>
          <p:nvPr/>
        </p:nvGraphicFramePr>
        <p:xfrm>
          <a:off x="1116013" y="393700"/>
          <a:ext cx="3046412" cy="1004888"/>
        </p:xfrm>
        <a:graphic>
          <a:graphicData uri="http://schemas.openxmlformats.org/presentationml/2006/ole">
            <mc:AlternateContent xmlns:mc="http://schemas.openxmlformats.org/markup-compatibility/2006">
              <mc:Choice xmlns:v="urn:schemas-microsoft-com:vml" Requires="v">
                <p:oleObj spid="_x0000_s148594" name="Equation" r:id="rId3" imgW="1460160" imgH="482400" progId="Equation.3">
                  <p:embed/>
                </p:oleObj>
              </mc:Choice>
              <mc:Fallback>
                <p:oleObj name="Equation" r:id="rId3" imgW="1460160" imgH="4824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16013" y="393700"/>
                        <a:ext cx="3046412" cy="10048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8485" name="Text Box 5"/>
          <p:cNvSpPr txBox="1">
            <a:spLocks noChangeArrowheads="1"/>
          </p:cNvSpPr>
          <p:nvPr/>
        </p:nvSpPr>
        <p:spPr bwMode="auto">
          <a:xfrm>
            <a:off x="1093788" y="2195513"/>
            <a:ext cx="5919787"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r>
              <a:rPr lang="zh-CN" altLang="en-US">
                <a:latin typeface="Times New Roman" panose="02020603050405020304" pitchFamily="18" charset="0"/>
              </a:rPr>
              <a:t>有</a:t>
            </a:r>
            <a:r>
              <a:rPr lang="zh-CN" altLang="en-US" b="0">
                <a:latin typeface="Times New Roman" panose="02020603050405020304" pitchFamily="18" charset="0"/>
              </a:rPr>
              <a:t> </a:t>
            </a:r>
            <a:r>
              <a:rPr lang="en-US" altLang="zh-CN" i="1">
                <a:latin typeface="Times New Roman" panose="02020603050405020304" pitchFamily="18" charset="0"/>
              </a:rPr>
              <a:t>Y</a:t>
            </a:r>
            <a:r>
              <a:rPr lang="en-US" altLang="zh-CN" baseline="-25000">
                <a:latin typeface="Times New Roman" panose="02020603050405020304" pitchFamily="18" charset="0"/>
              </a:rPr>
              <a:t>12</a:t>
            </a:r>
            <a:r>
              <a:rPr lang="en-US" altLang="zh-CN">
                <a:latin typeface="Times New Roman" panose="02020603050405020304" pitchFamily="18" charset="0"/>
              </a:rPr>
              <a:t>=</a:t>
            </a:r>
            <a:r>
              <a:rPr lang="en-US" altLang="zh-CN" i="1">
                <a:latin typeface="Times New Roman" panose="02020603050405020304" pitchFamily="18" charset="0"/>
              </a:rPr>
              <a:t>Y</a:t>
            </a:r>
            <a:r>
              <a:rPr lang="en-US" altLang="zh-CN" baseline="-25000">
                <a:latin typeface="Times New Roman" panose="02020603050405020304" pitchFamily="18" charset="0"/>
              </a:rPr>
              <a:t>21</a:t>
            </a:r>
            <a:r>
              <a:rPr lang="en-US" altLang="zh-CN" b="0">
                <a:latin typeface="Times New Roman" panose="02020603050405020304" pitchFamily="18" charset="0"/>
              </a:rPr>
              <a:t> </a:t>
            </a:r>
            <a:r>
              <a:rPr lang="zh-CN" altLang="en-US">
                <a:latin typeface="Times New Roman" panose="02020603050405020304" pitchFamily="18" charset="0"/>
              </a:rPr>
              <a:t>且</a:t>
            </a:r>
            <a:r>
              <a:rPr lang="en-US" altLang="zh-CN" i="1">
                <a:latin typeface="Times New Roman" panose="02020603050405020304" pitchFamily="18" charset="0"/>
              </a:rPr>
              <a:t>Y</a:t>
            </a:r>
            <a:r>
              <a:rPr lang="en-US" altLang="zh-CN" baseline="-25000">
                <a:latin typeface="Times New Roman" panose="02020603050405020304" pitchFamily="18" charset="0"/>
              </a:rPr>
              <a:t>11</a:t>
            </a:r>
            <a:r>
              <a:rPr lang="en-US" altLang="zh-CN">
                <a:latin typeface="Times New Roman" panose="02020603050405020304" pitchFamily="18" charset="0"/>
              </a:rPr>
              <a:t>=</a:t>
            </a:r>
            <a:r>
              <a:rPr lang="en-US" altLang="zh-CN" i="1">
                <a:latin typeface="Times New Roman" panose="02020603050405020304" pitchFamily="18" charset="0"/>
              </a:rPr>
              <a:t>Y</a:t>
            </a:r>
            <a:r>
              <a:rPr lang="en-US" altLang="zh-CN" baseline="-25000">
                <a:latin typeface="Times New Roman" panose="02020603050405020304" pitchFamily="18" charset="0"/>
              </a:rPr>
              <a:t>22 </a:t>
            </a:r>
            <a:r>
              <a:rPr lang="zh-CN" altLang="en-US">
                <a:latin typeface="Times New Roman" panose="02020603050405020304" pitchFamily="18" charset="0"/>
              </a:rPr>
              <a:t>称为对称二端口。</a:t>
            </a:r>
          </a:p>
        </p:txBody>
      </p:sp>
      <p:sp>
        <p:nvSpPr>
          <p:cNvPr id="148486" name="Text Box 6"/>
          <p:cNvSpPr txBox="1">
            <a:spLocks noChangeArrowheads="1"/>
          </p:cNvSpPr>
          <p:nvPr/>
        </p:nvSpPr>
        <p:spPr bwMode="auto">
          <a:xfrm>
            <a:off x="1122363" y="2828925"/>
            <a:ext cx="5783262"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r>
              <a:rPr lang="zh-CN" altLang="en-US">
                <a:latin typeface="Times New Roman" panose="02020603050405020304" pitchFamily="18" charset="0"/>
              </a:rPr>
              <a:t>对称二端口只有</a:t>
            </a:r>
            <a:r>
              <a:rPr lang="zh-CN" altLang="en-US">
                <a:solidFill>
                  <a:srgbClr val="FF3300"/>
                </a:solidFill>
                <a:latin typeface="Times New Roman" panose="02020603050405020304" pitchFamily="18" charset="0"/>
              </a:rPr>
              <a:t>两个参数是独立</a:t>
            </a:r>
            <a:r>
              <a:rPr lang="zh-CN" altLang="en-US">
                <a:latin typeface="Times New Roman" panose="02020603050405020304" pitchFamily="18" charset="0"/>
              </a:rPr>
              <a:t>的。</a:t>
            </a:r>
          </a:p>
        </p:txBody>
      </p:sp>
      <p:grpSp>
        <p:nvGrpSpPr>
          <p:cNvPr id="148519" name="Group 39"/>
          <p:cNvGrpSpPr>
            <a:grpSpLocks/>
          </p:cNvGrpSpPr>
          <p:nvPr/>
        </p:nvGrpSpPr>
        <p:grpSpPr bwMode="auto">
          <a:xfrm>
            <a:off x="4394200" y="50800"/>
            <a:ext cx="4175125" cy="1900238"/>
            <a:chOff x="2768" y="32"/>
            <a:chExt cx="2630" cy="1197"/>
          </a:xfrm>
        </p:grpSpPr>
        <p:sp>
          <p:nvSpPr>
            <p:cNvPr id="148488" name="Rectangle 8"/>
            <p:cNvSpPr>
              <a:spLocks noChangeArrowheads="1"/>
            </p:cNvSpPr>
            <p:nvPr/>
          </p:nvSpPr>
          <p:spPr bwMode="auto">
            <a:xfrm>
              <a:off x="3879" y="338"/>
              <a:ext cx="322" cy="114"/>
            </a:xfrm>
            <a:prstGeom prst="rect">
              <a:avLst/>
            </a:prstGeom>
            <a:solidFill>
              <a:srgbClr val="F9FFE1"/>
            </a:solidFill>
            <a:ln w="31750">
              <a:solidFill>
                <a:srgbClr val="000000"/>
              </a:solidFill>
              <a:miter lim="800000"/>
              <a:headEnd/>
              <a:tailEnd/>
            </a:ln>
          </p:spPr>
          <p:txBody>
            <a:bodyPr/>
            <a:lstStyle/>
            <a:p>
              <a:endParaRPr lang="zh-CN" altLang="en-US"/>
            </a:p>
          </p:txBody>
        </p:sp>
        <p:sp>
          <p:nvSpPr>
            <p:cNvPr id="148489" name="Line 9"/>
            <p:cNvSpPr>
              <a:spLocks noChangeShapeType="1"/>
            </p:cNvSpPr>
            <p:nvPr/>
          </p:nvSpPr>
          <p:spPr bwMode="auto">
            <a:xfrm>
              <a:off x="4207" y="389"/>
              <a:ext cx="1006" cy="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8490" name="Line 10"/>
            <p:cNvSpPr>
              <a:spLocks noChangeShapeType="1"/>
            </p:cNvSpPr>
            <p:nvPr/>
          </p:nvSpPr>
          <p:spPr bwMode="auto">
            <a:xfrm flipH="1">
              <a:off x="2923" y="389"/>
              <a:ext cx="955" cy="1"/>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8491" name="Line 11"/>
            <p:cNvSpPr>
              <a:spLocks noChangeShapeType="1"/>
            </p:cNvSpPr>
            <p:nvPr/>
          </p:nvSpPr>
          <p:spPr bwMode="auto">
            <a:xfrm>
              <a:off x="2935" y="1190"/>
              <a:ext cx="2283" cy="1"/>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8492" name="Rectangle 12"/>
            <p:cNvSpPr>
              <a:spLocks noChangeArrowheads="1"/>
            </p:cNvSpPr>
            <p:nvPr/>
          </p:nvSpPr>
          <p:spPr bwMode="auto">
            <a:xfrm>
              <a:off x="3865" y="56"/>
              <a:ext cx="294" cy="230"/>
            </a:xfrm>
            <a:prstGeom prst="rect">
              <a:avLst/>
            </a:prstGeom>
            <a:noFill/>
            <a:ln>
              <a:noFill/>
            </a:ln>
            <a:extLst>
              <a:ext uri="{909E8E84-426E-40DD-AFC4-6F175D3DCCD1}">
                <a14:hiddenFill xmlns:a14="http://schemas.microsoft.com/office/drawing/2010/main">
                  <a:solidFill>
                    <a:srgbClr val="F9FFE1"/>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eaLnBrk="1" hangingPunct="1"/>
              <a:r>
                <a:rPr lang="en-US" altLang="zh-CN">
                  <a:solidFill>
                    <a:srgbClr val="000000"/>
                  </a:solidFill>
                  <a:latin typeface="Times New Roman" panose="02020603050405020304" pitchFamily="18" charset="0"/>
                </a:rPr>
                <a:t> </a:t>
              </a:r>
              <a:r>
                <a:rPr lang="en-US" altLang="zh-CN" i="1">
                  <a:solidFill>
                    <a:srgbClr val="000000"/>
                  </a:solidFill>
                  <a:latin typeface="Times New Roman" panose="02020603050405020304" pitchFamily="18" charset="0"/>
                </a:rPr>
                <a:t>Y</a:t>
              </a:r>
              <a:r>
                <a:rPr lang="en-US" altLang="zh-CN" baseline="-25000">
                  <a:solidFill>
                    <a:srgbClr val="000000"/>
                  </a:solidFill>
                  <a:latin typeface="Times New Roman" panose="02020603050405020304" pitchFamily="18" charset="0"/>
                </a:rPr>
                <a:t>b</a:t>
              </a:r>
              <a:endParaRPr lang="en-US" altLang="zh-CN">
                <a:latin typeface="Times New Roman" panose="02020603050405020304" pitchFamily="18" charset="0"/>
              </a:endParaRPr>
            </a:p>
          </p:txBody>
        </p:sp>
        <p:sp>
          <p:nvSpPr>
            <p:cNvPr id="148493" name="Text Box 13"/>
            <p:cNvSpPr txBox="1">
              <a:spLocks noChangeArrowheads="1"/>
            </p:cNvSpPr>
            <p:nvPr/>
          </p:nvSpPr>
          <p:spPr bwMode="auto">
            <a:xfrm>
              <a:off x="2779" y="399"/>
              <a:ext cx="267" cy="288"/>
            </a:xfrm>
            <a:prstGeom prst="rect">
              <a:avLst/>
            </a:prstGeom>
            <a:noFill/>
            <a:ln>
              <a:noFill/>
            </a:ln>
            <a:extLst>
              <a:ext uri="{909E8E84-426E-40DD-AFC4-6F175D3DCCD1}">
                <a14:hiddenFill xmlns:a14="http://schemas.microsoft.com/office/drawing/2010/main">
                  <a:solidFill>
                    <a:srgbClr val="F9FFE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spcBef>
                  <a:spcPct val="50000"/>
                </a:spcBef>
              </a:pPr>
              <a:r>
                <a:rPr lang="en-US" altLang="zh-CN">
                  <a:latin typeface="Times New Roman" panose="02020603050405020304" pitchFamily="18" charset="0"/>
                </a:rPr>
                <a:t>+</a:t>
              </a:r>
            </a:p>
          </p:txBody>
        </p:sp>
        <p:sp>
          <p:nvSpPr>
            <p:cNvPr id="148494" name="Text Box 14"/>
            <p:cNvSpPr txBox="1">
              <a:spLocks noChangeArrowheads="1"/>
            </p:cNvSpPr>
            <p:nvPr/>
          </p:nvSpPr>
          <p:spPr bwMode="auto">
            <a:xfrm>
              <a:off x="2780" y="919"/>
              <a:ext cx="267" cy="288"/>
            </a:xfrm>
            <a:prstGeom prst="rect">
              <a:avLst/>
            </a:prstGeom>
            <a:noFill/>
            <a:ln>
              <a:noFill/>
            </a:ln>
            <a:extLst>
              <a:ext uri="{909E8E84-426E-40DD-AFC4-6F175D3DCCD1}">
                <a14:hiddenFill xmlns:a14="http://schemas.microsoft.com/office/drawing/2010/main">
                  <a:solidFill>
                    <a:srgbClr val="F9FFE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spcBef>
                  <a:spcPct val="50000"/>
                </a:spcBef>
              </a:pPr>
              <a:r>
                <a:rPr lang="en-US" altLang="zh-CN" b="0">
                  <a:latin typeface="黑体" panose="02010609060101010101" pitchFamily="49" charset="-122"/>
                  <a:ea typeface="黑体" panose="02010609060101010101" pitchFamily="49" charset="-122"/>
                  <a:sym typeface="Symbol" panose="05050102010706020507" pitchFamily="18" charset="2"/>
                </a:rPr>
                <a:t>-</a:t>
              </a:r>
              <a:endParaRPr lang="en-US" altLang="zh-CN" b="0">
                <a:latin typeface="黑体" panose="02010609060101010101" pitchFamily="49" charset="-122"/>
                <a:ea typeface="黑体" panose="02010609060101010101" pitchFamily="49" charset="-122"/>
              </a:endParaRPr>
            </a:p>
          </p:txBody>
        </p:sp>
        <p:sp>
          <p:nvSpPr>
            <p:cNvPr id="148495" name="Text Box 15"/>
            <p:cNvSpPr txBox="1">
              <a:spLocks noChangeArrowheads="1"/>
            </p:cNvSpPr>
            <p:nvPr/>
          </p:nvSpPr>
          <p:spPr bwMode="auto">
            <a:xfrm>
              <a:off x="5131" y="405"/>
              <a:ext cx="267" cy="288"/>
            </a:xfrm>
            <a:prstGeom prst="rect">
              <a:avLst/>
            </a:prstGeom>
            <a:noFill/>
            <a:ln>
              <a:noFill/>
            </a:ln>
            <a:extLst>
              <a:ext uri="{909E8E84-426E-40DD-AFC4-6F175D3DCCD1}">
                <a14:hiddenFill xmlns:a14="http://schemas.microsoft.com/office/drawing/2010/main">
                  <a:solidFill>
                    <a:srgbClr val="F9FFE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spcBef>
                  <a:spcPct val="50000"/>
                </a:spcBef>
              </a:pPr>
              <a:r>
                <a:rPr lang="en-US" altLang="zh-CN">
                  <a:latin typeface="Times New Roman" panose="02020603050405020304" pitchFamily="18" charset="0"/>
                </a:rPr>
                <a:t>+</a:t>
              </a:r>
            </a:p>
          </p:txBody>
        </p:sp>
        <p:sp>
          <p:nvSpPr>
            <p:cNvPr id="148496" name="Text Box 16"/>
            <p:cNvSpPr txBox="1">
              <a:spLocks noChangeArrowheads="1"/>
            </p:cNvSpPr>
            <p:nvPr/>
          </p:nvSpPr>
          <p:spPr bwMode="auto">
            <a:xfrm>
              <a:off x="5124" y="941"/>
              <a:ext cx="267" cy="288"/>
            </a:xfrm>
            <a:prstGeom prst="rect">
              <a:avLst/>
            </a:prstGeom>
            <a:noFill/>
            <a:ln>
              <a:noFill/>
            </a:ln>
            <a:extLst>
              <a:ext uri="{909E8E84-426E-40DD-AFC4-6F175D3DCCD1}">
                <a14:hiddenFill xmlns:a14="http://schemas.microsoft.com/office/drawing/2010/main">
                  <a:solidFill>
                    <a:srgbClr val="F9FFE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spcBef>
                  <a:spcPct val="50000"/>
                </a:spcBef>
              </a:pPr>
              <a:r>
                <a:rPr lang="en-US" altLang="zh-CN" b="0">
                  <a:latin typeface="黑体" panose="02010609060101010101" pitchFamily="49" charset="-122"/>
                  <a:ea typeface="黑体" panose="02010609060101010101" pitchFamily="49" charset="-122"/>
                  <a:sym typeface="Symbol" panose="05050102010706020507" pitchFamily="18" charset="2"/>
                </a:rPr>
                <a:t>-</a:t>
              </a:r>
              <a:endParaRPr lang="en-US" altLang="zh-CN" b="0">
                <a:latin typeface="黑体" panose="02010609060101010101" pitchFamily="49" charset="-122"/>
                <a:ea typeface="黑体" panose="02010609060101010101" pitchFamily="49" charset="-122"/>
              </a:endParaRPr>
            </a:p>
          </p:txBody>
        </p:sp>
        <p:graphicFrame>
          <p:nvGraphicFramePr>
            <p:cNvPr id="148497" name="Object 17"/>
            <p:cNvGraphicFramePr>
              <a:graphicFrameLocks noChangeAspect="1"/>
            </p:cNvGraphicFramePr>
            <p:nvPr/>
          </p:nvGraphicFramePr>
          <p:xfrm>
            <a:off x="2768" y="628"/>
            <a:ext cx="256" cy="289"/>
          </p:xfrm>
          <a:graphic>
            <a:graphicData uri="http://schemas.openxmlformats.org/presentationml/2006/ole">
              <mc:AlternateContent xmlns:mc="http://schemas.openxmlformats.org/markup-compatibility/2006">
                <mc:Choice xmlns:v="urn:schemas-microsoft-com:vml" Requires="v">
                  <p:oleObj spid="_x0000_s148595" name="Equation" r:id="rId5" imgW="203040" imgH="228600" progId="Equation.3">
                    <p:embed/>
                  </p:oleObj>
                </mc:Choice>
                <mc:Fallback>
                  <p:oleObj name="Equation" r:id="rId5" imgW="203040" imgH="228600" progId="Equation.3">
                    <p:embed/>
                    <p:pic>
                      <p:nvPicPr>
                        <p:cNvPr id="0" name="Object 1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768" y="628"/>
                          <a:ext cx="256" cy="289"/>
                        </a:xfrm>
                        <a:prstGeom prst="rect">
                          <a:avLst/>
                        </a:prstGeom>
                        <a:noFill/>
                        <a:ln>
                          <a:noFill/>
                        </a:ln>
                        <a:effectLst/>
                        <a:extLst>
                          <a:ext uri="{909E8E84-426E-40DD-AFC4-6F175D3DCCD1}">
                            <a14:hiddenFill xmlns:a14="http://schemas.microsoft.com/office/drawing/2010/main">
                              <a:solidFill>
                                <a:srgbClr val="F9FFE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8498" name="Object 18"/>
            <p:cNvGraphicFramePr>
              <a:graphicFrameLocks noChangeAspect="1"/>
            </p:cNvGraphicFramePr>
            <p:nvPr/>
          </p:nvGraphicFramePr>
          <p:xfrm>
            <a:off x="3040" y="32"/>
            <a:ext cx="208" cy="290"/>
          </p:xfrm>
          <a:graphic>
            <a:graphicData uri="http://schemas.openxmlformats.org/presentationml/2006/ole">
              <mc:AlternateContent xmlns:mc="http://schemas.openxmlformats.org/markup-compatibility/2006">
                <mc:Choice xmlns:v="urn:schemas-microsoft-com:vml" Requires="v">
                  <p:oleObj spid="_x0000_s148596" name="Equation" r:id="rId7" imgW="164880" imgH="228600" progId="Equation.3">
                    <p:embed/>
                  </p:oleObj>
                </mc:Choice>
                <mc:Fallback>
                  <p:oleObj name="Equation" r:id="rId7" imgW="164880" imgH="228600" progId="Equation.3">
                    <p:embed/>
                    <p:pic>
                      <p:nvPicPr>
                        <p:cNvPr id="0" name="Object 1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040" y="32"/>
                          <a:ext cx="208" cy="290"/>
                        </a:xfrm>
                        <a:prstGeom prst="rect">
                          <a:avLst/>
                        </a:prstGeom>
                        <a:noFill/>
                        <a:ln>
                          <a:noFill/>
                        </a:ln>
                        <a:effectLst/>
                        <a:extLst>
                          <a:ext uri="{909E8E84-426E-40DD-AFC4-6F175D3DCCD1}">
                            <a14:hiddenFill xmlns:a14="http://schemas.microsoft.com/office/drawing/2010/main">
                              <a:solidFill>
                                <a:srgbClr val="F9FFE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8499" name="Object 19"/>
            <p:cNvGraphicFramePr>
              <a:graphicFrameLocks noChangeAspect="1"/>
            </p:cNvGraphicFramePr>
            <p:nvPr/>
          </p:nvGraphicFramePr>
          <p:xfrm>
            <a:off x="4900" y="32"/>
            <a:ext cx="224" cy="290"/>
          </p:xfrm>
          <a:graphic>
            <a:graphicData uri="http://schemas.openxmlformats.org/presentationml/2006/ole">
              <mc:AlternateContent xmlns:mc="http://schemas.openxmlformats.org/markup-compatibility/2006">
                <mc:Choice xmlns:v="urn:schemas-microsoft-com:vml" Requires="v">
                  <p:oleObj spid="_x0000_s148597" name="Equation" r:id="rId9" imgW="177480" imgH="228600" progId="Equation.3">
                    <p:embed/>
                  </p:oleObj>
                </mc:Choice>
                <mc:Fallback>
                  <p:oleObj name="Equation" r:id="rId9" imgW="177480" imgH="228600" progId="Equation.3">
                    <p:embed/>
                    <p:pic>
                      <p:nvPicPr>
                        <p:cNvPr id="0" name="Object 1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900" y="32"/>
                          <a:ext cx="224" cy="290"/>
                        </a:xfrm>
                        <a:prstGeom prst="rect">
                          <a:avLst/>
                        </a:prstGeom>
                        <a:noFill/>
                        <a:ln>
                          <a:noFill/>
                        </a:ln>
                        <a:effectLst/>
                        <a:extLst>
                          <a:ext uri="{909E8E84-426E-40DD-AFC4-6F175D3DCCD1}">
                            <a14:hiddenFill xmlns:a14="http://schemas.microsoft.com/office/drawing/2010/main">
                              <a:solidFill>
                                <a:srgbClr val="F9FFE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8500" name="Object 20"/>
            <p:cNvGraphicFramePr>
              <a:graphicFrameLocks noChangeAspect="1"/>
            </p:cNvGraphicFramePr>
            <p:nvPr/>
          </p:nvGraphicFramePr>
          <p:xfrm>
            <a:off x="5138" y="614"/>
            <a:ext cx="256" cy="290"/>
          </p:xfrm>
          <a:graphic>
            <a:graphicData uri="http://schemas.openxmlformats.org/presentationml/2006/ole">
              <mc:AlternateContent xmlns:mc="http://schemas.openxmlformats.org/markup-compatibility/2006">
                <mc:Choice xmlns:v="urn:schemas-microsoft-com:vml" Requires="v">
                  <p:oleObj spid="_x0000_s148598" name="Equation" r:id="rId11" imgW="203040" imgH="228600" progId="Equation.3">
                    <p:embed/>
                  </p:oleObj>
                </mc:Choice>
                <mc:Fallback>
                  <p:oleObj name="Equation" r:id="rId11" imgW="203040" imgH="228600" progId="Equation.3">
                    <p:embed/>
                    <p:pic>
                      <p:nvPicPr>
                        <p:cNvPr id="0" name="Object 20"/>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138" y="614"/>
                          <a:ext cx="256" cy="290"/>
                        </a:xfrm>
                        <a:prstGeom prst="rect">
                          <a:avLst/>
                        </a:prstGeom>
                        <a:noFill/>
                        <a:ln>
                          <a:noFill/>
                        </a:ln>
                        <a:effectLst/>
                        <a:extLst>
                          <a:ext uri="{909E8E84-426E-40DD-AFC4-6F175D3DCCD1}">
                            <a14:hiddenFill xmlns:a14="http://schemas.microsoft.com/office/drawing/2010/main">
                              <a:solidFill>
                                <a:srgbClr val="F9FFE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8501" name="Line 21"/>
            <p:cNvSpPr>
              <a:spLocks noChangeShapeType="1"/>
            </p:cNvSpPr>
            <p:nvPr/>
          </p:nvSpPr>
          <p:spPr bwMode="auto">
            <a:xfrm>
              <a:off x="4573" y="401"/>
              <a:ext cx="1" cy="30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8502" name="Line 22"/>
            <p:cNvSpPr>
              <a:spLocks noChangeShapeType="1"/>
            </p:cNvSpPr>
            <p:nvPr/>
          </p:nvSpPr>
          <p:spPr bwMode="auto">
            <a:xfrm>
              <a:off x="4573" y="879"/>
              <a:ext cx="1" cy="311"/>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8503" name="Line 23"/>
            <p:cNvSpPr>
              <a:spLocks noChangeShapeType="1"/>
            </p:cNvSpPr>
            <p:nvPr/>
          </p:nvSpPr>
          <p:spPr bwMode="auto">
            <a:xfrm>
              <a:off x="3505" y="395"/>
              <a:ext cx="1" cy="30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8504" name="Line 24"/>
            <p:cNvSpPr>
              <a:spLocks noChangeShapeType="1"/>
            </p:cNvSpPr>
            <p:nvPr/>
          </p:nvSpPr>
          <p:spPr bwMode="auto">
            <a:xfrm>
              <a:off x="3505" y="873"/>
              <a:ext cx="1" cy="311"/>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8505" name="Oval 25"/>
            <p:cNvSpPr>
              <a:spLocks noChangeArrowheads="1"/>
            </p:cNvSpPr>
            <p:nvPr/>
          </p:nvSpPr>
          <p:spPr bwMode="auto">
            <a:xfrm>
              <a:off x="2858" y="354"/>
              <a:ext cx="68" cy="68"/>
            </a:xfrm>
            <a:prstGeom prst="ellipse">
              <a:avLst/>
            </a:prstGeom>
            <a:solidFill>
              <a:srgbClr val="F9FFE1"/>
            </a:solidFill>
            <a:ln w="19050">
              <a:solidFill>
                <a:schemeClr val="tx1"/>
              </a:solidFill>
              <a:round/>
              <a:headEnd/>
              <a:tailEnd/>
            </a:ln>
          </p:spPr>
          <p:txBody>
            <a:bodyPr wrap="none" anchor="ctr"/>
            <a:lstStyle/>
            <a:p>
              <a:endParaRPr lang="zh-CN" altLang="en-US"/>
            </a:p>
          </p:txBody>
        </p:sp>
        <p:sp>
          <p:nvSpPr>
            <p:cNvPr id="148506" name="Oval 26"/>
            <p:cNvSpPr>
              <a:spLocks noChangeArrowheads="1"/>
            </p:cNvSpPr>
            <p:nvPr/>
          </p:nvSpPr>
          <p:spPr bwMode="auto">
            <a:xfrm>
              <a:off x="2876" y="1152"/>
              <a:ext cx="68" cy="68"/>
            </a:xfrm>
            <a:prstGeom prst="ellipse">
              <a:avLst/>
            </a:prstGeom>
            <a:solidFill>
              <a:srgbClr val="F9FFE1"/>
            </a:solidFill>
            <a:ln w="19050">
              <a:solidFill>
                <a:schemeClr val="tx1"/>
              </a:solidFill>
              <a:round/>
              <a:headEnd/>
              <a:tailEnd/>
            </a:ln>
          </p:spPr>
          <p:txBody>
            <a:bodyPr wrap="none" anchor="ctr"/>
            <a:lstStyle/>
            <a:p>
              <a:endParaRPr lang="zh-CN" altLang="en-US"/>
            </a:p>
          </p:txBody>
        </p:sp>
        <p:sp>
          <p:nvSpPr>
            <p:cNvPr id="148507" name="Oval 27"/>
            <p:cNvSpPr>
              <a:spLocks noChangeArrowheads="1"/>
            </p:cNvSpPr>
            <p:nvPr/>
          </p:nvSpPr>
          <p:spPr bwMode="auto">
            <a:xfrm>
              <a:off x="5204" y="360"/>
              <a:ext cx="68" cy="68"/>
            </a:xfrm>
            <a:prstGeom prst="ellipse">
              <a:avLst/>
            </a:prstGeom>
            <a:solidFill>
              <a:srgbClr val="F9FFE1"/>
            </a:solidFill>
            <a:ln w="19050">
              <a:solidFill>
                <a:schemeClr val="tx1"/>
              </a:solidFill>
              <a:round/>
              <a:headEnd/>
              <a:tailEnd/>
            </a:ln>
          </p:spPr>
          <p:txBody>
            <a:bodyPr wrap="none" anchor="ctr"/>
            <a:lstStyle/>
            <a:p>
              <a:endParaRPr lang="zh-CN" altLang="en-US"/>
            </a:p>
          </p:txBody>
        </p:sp>
        <p:sp>
          <p:nvSpPr>
            <p:cNvPr id="148508" name="Oval 28"/>
            <p:cNvSpPr>
              <a:spLocks noChangeArrowheads="1"/>
            </p:cNvSpPr>
            <p:nvPr/>
          </p:nvSpPr>
          <p:spPr bwMode="auto">
            <a:xfrm>
              <a:off x="5216" y="1152"/>
              <a:ext cx="68" cy="68"/>
            </a:xfrm>
            <a:prstGeom prst="ellipse">
              <a:avLst/>
            </a:prstGeom>
            <a:solidFill>
              <a:srgbClr val="F9FFE1"/>
            </a:solidFill>
            <a:ln w="19050">
              <a:solidFill>
                <a:schemeClr val="tx1"/>
              </a:solidFill>
              <a:round/>
              <a:headEnd/>
              <a:tailEnd/>
            </a:ln>
          </p:spPr>
          <p:txBody>
            <a:bodyPr wrap="none" anchor="ctr"/>
            <a:lstStyle/>
            <a:p>
              <a:endParaRPr lang="zh-CN" altLang="en-US"/>
            </a:p>
          </p:txBody>
        </p:sp>
        <p:sp>
          <p:nvSpPr>
            <p:cNvPr id="148509" name="Rectangle 29"/>
            <p:cNvSpPr>
              <a:spLocks noChangeArrowheads="1"/>
            </p:cNvSpPr>
            <p:nvPr/>
          </p:nvSpPr>
          <p:spPr bwMode="auto">
            <a:xfrm>
              <a:off x="3577" y="746"/>
              <a:ext cx="294" cy="230"/>
            </a:xfrm>
            <a:prstGeom prst="rect">
              <a:avLst/>
            </a:prstGeom>
            <a:noFill/>
            <a:ln>
              <a:noFill/>
            </a:ln>
            <a:extLst>
              <a:ext uri="{909E8E84-426E-40DD-AFC4-6F175D3DCCD1}">
                <a14:hiddenFill xmlns:a14="http://schemas.microsoft.com/office/drawing/2010/main">
                  <a:solidFill>
                    <a:srgbClr val="F9FFE1"/>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eaLnBrk="1" hangingPunct="1"/>
              <a:r>
                <a:rPr lang="en-US" altLang="zh-CN">
                  <a:solidFill>
                    <a:srgbClr val="000000"/>
                  </a:solidFill>
                  <a:latin typeface="Times New Roman" panose="02020603050405020304" pitchFamily="18" charset="0"/>
                </a:rPr>
                <a:t> </a:t>
              </a:r>
              <a:r>
                <a:rPr lang="en-US" altLang="zh-CN" i="1">
                  <a:solidFill>
                    <a:srgbClr val="000000"/>
                  </a:solidFill>
                  <a:latin typeface="Times New Roman" panose="02020603050405020304" pitchFamily="18" charset="0"/>
                </a:rPr>
                <a:t>Y</a:t>
              </a:r>
              <a:r>
                <a:rPr lang="en-US" altLang="zh-CN" baseline="-25000">
                  <a:solidFill>
                    <a:srgbClr val="000000"/>
                  </a:solidFill>
                  <a:latin typeface="Times New Roman" panose="02020603050405020304" pitchFamily="18" charset="0"/>
                </a:rPr>
                <a:t>a</a:t>
              </a:r>
              <a:endParaRPr lang="en-US" altLang="zh-CN">
                <a:latin typeface="Times New Roman" panose="02020603050405020304" pitchFamily="18" charset="0"/>
              </a:endParaRPr>
            </a:p>
          </p:txBody>
        </p:sp>
        <p:sp>
          <p:nvSpPr>
            <p:cNvPr id="148510" name="Rectangle 30"/>
            <p:cNvSpPr>
              <a:spLocks noChangeArrowheads="1"/>
            </p:cNvSpPr>
            <p:nvPr/>
          </p:nvSpPr>
          <p:spPr bwMode="auto">
            <a:xfrm>
              <a:off x="4195" y="746"/>
              <a:ext cx="294" cy="230"/>
            </a:xfrm>
            <a:prstGeom prst="rect">
              <a:avLst/>
            </a:prstGeom>
            <a:noFill/>
            <a:ln>
              <a:noFill/>
            </a:ln>
            <a:extLst>
              <a:ext uri="{909E8E84-426E-40DD-AFC4-6F175D3DCCD1}">
                <a14:hiddenFill xmlns:a14="http://schemas.microsoft.com/office/drawing/2010/main">
                  <a:solidFill>
                    <a:srgbClr val="F9FFE1"/>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eaLnBrk="1" hangingPunct="1"/>
              <a:r>
                <a:rPr lang="en-US" altLang="zh-CN">
                  <a:solidFill>
                    <a:srgbClr val="000000"/>
                  </a:solidFill>
                  <a:latin typeface="Times New Roman" panose="02020603050405020304" pitchFamily="18" charset="0"/>
                </a:rPr>
                <a:t> </a:t>
              </a:r>
              <a:r>
                <a:rPr lang="en-US" altLang="zh-CN" i="1">
                  <a:solidFill>
                    <a:srgbClr val="000000"/>
                  </a:solidFill>
                  <a:latin typeface="Times New Roman" panose="02020603050405020304" pitchFamily="18" charset="0"/>
                </a:rPr>
                <a:t>Y</a:t>
              </a:r>
              <a:r>
                <a:rPr lang="en-US" altLang="zh-CN" baseline="-25000">
                  <a:solidFill>
                    <a:srgbClr val="000000"/>
                  </a:solidFill>
                  <a:latin typeface="Times New Roman" panose="02020603050405020304" pitchFamily="18" charset="0"/>
                </a:rPr>
                <a:t>c</a:t>
              </a:r>
              <a:endParaRPr lang="en-US" altLang="zh-CN">
                <a:latin typeface="Times New Roman" panose="02020603050405020304" pitchFamily="18" charset="0"/>
              </a:endParaRPr>
            </a:p>
          </p:txBody>
        </p:sp>
        <p:sp>
          <p:nvSpPr>
            <p:cNvPr id="148511" name="Rectangle 31"/>
            <p:cNvSpPr>
              <a:spLocks noChangeArrowheads="1"/>
            </p:cNvSpPr>
            <p:nvPr/>
          </p:nvSpPr>
          <p:spPr bwMode="auto">
            <a:xfrm>
              <a:off x="3444" y="596"/>
              <a:ext cx="123" cy="313"/>
            </a:xfrm>
            <a:prstGeom prst="rect">
              <a:avLst/>
            </a:prstGeom>
            <a:solidFill>
              <a:srgbClr val="F9FFE1"/>
            </a:solidFill>
            <a:ln w="31750">
              <a:solidFill>
                <a:srgbClr val="000000"/>
              </a:solidFill>
              <a:miter lim="800000"/>
              <a:headEnd/>
              <a:tailEnd/>
            </a:ln>
          </p:spPr>
          <p:txBody>
            <a:bodyPr/>
            <a:lstStyle/>
            <a:p>
              <a:endParaRPr lang="zh-CN" altLang="en-US"/>
            </a:p>
          </p:txBody>
        </p:sp>
        <p:sp>
          <p:nvSpPr>
            <p:cNvPr id="148512" name="Rectangle 32"/>
            <p:cNvSpPr>
              <a:spLocks noChangeArrowheads="1"/>
            </p:cNvSpPr>
            <p:nvPr/>
          </p:nvSpPr>
          <p:spPr bwMode="auto">
            <a:xfrm>
              <a:off x="4519" y="596"/>
              <a:ext cx="123" cy="313"/>
            </a:xfrm>
            <a:prstGeom prst="rect">
              <a:avLst/>
            </a:prstGeom>
            <a:solidFill>
              <a:srgbClr val="F9FFE1"/>
            </a:solidFill>
            <a:ln w="31750">
              <a:solidFill>
                <a:srgbClr val="000000"/>
              </a:solidFill>
              <a:miter lim="800000"/>
              <a:headEnd/>
              <a:tailEnd/>
            </a:ln>
          </p:spPr>
          <p:txBody>
            <a:bodyPr/>
            <a:lstStyle/>
            <a:p>
              <a:endParaRPr lang="zh-CN" altLang="en-US"/>
            </a:p>
          </p:txBody>
        </p:sp>
        <p:sp>
          <p:nvSpPr>
            <p:cNvPr id="148517" name="Line 37"/>
            <p:cNvSpPr>
              <a:spLocks noChangeShapeType="1"/>
            </p:cNvSpPr>
            <p:nvPr/>
          </p:nvSpPr>
          <p:spPr bwMode="auto">
            <a:xfrm>
              <a:off x="3096" y="336"/>
              <a:ext cx="312"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p>
              <a:endParaRPr lang="zh-CN" altLang="en-US"/>
            </a:p>
          </p:txBody>
        </p:sp>
        <p:sp>
          <p:nvSpPr>
            <p:cNvPr id="148518" name="Line 38"/>
            <p:cNvSpPr>
              <a:spLocks noChangeShapeType="1"/>
            </p:cNvSpPr>
            <p:nvPr/>
          </p:nvSpPr>
          <p:spPr bwMode="auto">
            <a:xfrm flipH="1">
              <a:off x="4800" y="348"/>
              <a:ext cx="336"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8483">
                                            <p:txEl>
                                              <p:pRg st="0" end="0"/>
                                            </p:txEl>
                                          </p:spTgt>
                                        </p:tgtEl>
                                        <p:attrNameLst>
                                          <p:attrName>style.visibility</p:attrName>
                                        </p:attrNameLst>
                                      </p:cBhvr>
                                      <p:to>
                                        <p:strVal val="visible"/>
                                      </p:to>
                                    </p:set>
                                    <p:animEffect transition="in" filter="wipe(left)">
                                      <p:cBhvr>
                                        <p:cTn id="7" dur="500"/>
                                        <p:tgtEl>
                                          <p:spTgt spid="14848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48485">
                                            <p:txEl>
                                              <p:pRg st="0" end="0"/>
                                            </p:txEl>
                                          </p:spTgt>
                                        </p:tgtEl>
                                        <p:attrNameLst>
                                          <p:attrName>style.visibility</p:attrName>
                                        </p:attrNameLst>
                                      </p:cBhvr>
                                      <p:to>
                                        <p:strVal val="visible"/>
                                      </p:to>
                                    </p:set>
                                    <p:animEffect transition="in" filter="wipe(left)">
                                      <p:cBhvr>
                                        <p:cTn id="12" dur="500"/>
                                        <p:tgtEl>
                                          <p:spTgt spid="148485">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48486">
                                            <p:txEl>
                                              <p:pRg st="0" end="0"/>
                                            </p:txEl>
                                          </p:spTgt>
                                        </p:tgtEl>
                                        <p:attrNameLst>
                                          <p:attrName>style.visibility</p:attrName>
                                        </p:attrNameLst>
                                      </p:cBhvr>
                                      <p:to>
                                        <p:strVal val="visible"/>
                                      </p:to>
                                    </p:set>
                                    <p:animEffect transition="in" filter="wipe(left)">
                                      <p:cBhvr>
                                        <p:cTn id="17" dur="500"/>
                                        <p:tgtEl>
                                          <p:spTgt spid="148486">
                                            <p:txEl>
                                              <p:pRg st="0" end="0"/>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48482">
                                            <p:txEl>
                                              <p:pRg st="0" end="0"/>
                                            </p:txEl>
                                          </p:spTgt>
                                        </p:tgtEl>
                                        <p:attrNameLst>
                                          <p:attrName>style.visibility</p:attrName>
                                        </p:attrNameLst>
                                      </p:cBhvr>
                                      <p:to>
                                        <p:strVal val="visible"/>
                                      </p:to>
                                    </p:set>
                                    <p:animEffect transition="in" filter="wipe(left)">
                                      <p:cBhvr>
                                        <p:cTn id="22" dur="500"/>
                                        <p:tgtEl>
                                          <p:spTgt spid="14848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8482" grpId="0" build="p" autoUpdateAnimBg="0"/>
      <p:bldP spid="148483" grpId="0" build="p" autoUpdateAnimBg="0"/>
      <p:bldP spid="148485" grpId="0" build="p" autoUpdateAnimBg="0"/>
      <p:bldP spid="148486" grpId="0" build="p" autoUpdateAnimBg="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6626" name="Object 2"/>
          <p:cNvGraphicFramePr>
            <a:graphicFrameLocks noChangeAspect="1"/>
          </p:cNvGraphicFramePr>
          <p:nvPr/>
        </p:nvGraphicFramePr>
        <p:xfrm>
          <a:off x="5253038" y="1830388"/>
          <a:ext cx="3541712" cy="1676400"/>
        </p:xfrm>
        <a:graphic>
          <a:graphicData uri="http://schemas.openxmlformats.org/presentationml/2006/ole">
            <mc:AlternateContent xmlns:mc="http://schemas.openxmlformats.org/markup-compatibility/2006">
              <mc:Choice xmlns:v="urn:schemas-microsoft-com:vml" Requires="v">
                <p:oleObj spid="_x0000_s180364" name="Equation" r:id="rId3" imgW="1765080" imgH="838080" progId="Equation.3">
                  <p:embed/>
                </p:oleObj>
              </mc:Choice>
              <mc:Fallback>
                <p:oleObj name="Equation" r:id="rId3" imgW="1765080" imgH="83808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53038" y="1830388"/>
                        <a:ext cx="3541712" cy="1676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658" name="Object 34"/>
          <p:cNvGraphicFramePr>
            <a:graphicFrameLocks noChangeAspect="1"/>
          </p:cNvGraphicFramePr>
          <p:nvPr/>
        </p:nvGraphicFramePr>
        <p:xfrm>
          <a:off x="7648575" y="1125538"/>
          <a:ext cx="1095375" cy="430212"/>
        </p:xfrm>
        <a:graphic>
          <a:graphicData uri="http://schemas.openxmlformats.org/presentationml/2006/ole">
            <mc:AlternateContent xmlns:mc="http://schemas.openxmlformats.org/markup-compatibility/2006">
              <mc:Choice xmlns:v="urn:schemas-microsoft-com:vml" Requires="v">
                <p:oleObj spid="_x0000_s180365" name="Equation" r:id="rId5" imgW="545760" imgH="215640" progId="Equation.3">
                  <p:embed/>
                </p:oleObj>
              </mc:Choice>
              <mc:Fallback>
                <p:oleObj name="Equation" r:id="rId5" imgW="545760" imgH="215640" progId="Equation.3">
                  <p:embed/>
                  <p:pic>
                    <p:nvPicPr>
                      <p:cNvPr id="0" name="Object 3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648575" y="1125538"/>
                        <a:ext cx="1095375" cy="430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6659" name="Text Box 35"/>
          <p:cNvSpPr txBox="1">
            <a:spLocks noChangeArrowheads="1"/>
          </p:cNvSpPr>
          <p:nvPr/>
        </p:nvSpPr>
        <p:spPr bwMode="auto">
          <a:xfrm>
            <a:off x="5070475" y="1114425"/>
            <a:ext cx="2481263"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eaLnBrk="1" hangingPunct="1"/>
            <a:r>
              <a:rPr lang="zh-CN" altLang="en-US">
                <a:latin typeface="Times New Roman" panose="02020603050405020304" pitchFamily="18" charset="0"/>
              </a:rPr>
              <a:t>电阻网络，</a:t>
            </a:r>
            <a:r>
              <a:rPr lang="zh-CN" altLang="en-US">
                <a:solidFill>
                  <a:srgbClr val="FF3300"/>
                </a:solidFill>
                <a:latin typeface="Times New Roman" panose="02020603050405020304" pitchFamily="18" charset="0"/>
              </a:rPr>
              <a:t>互易  </a:t>
            </a:r>
            <a:endParaRPr lang="zh-CN" altLang="en-US" b="0">
              <a:latin typeface="Times New Roman" panose="02020603050405020304" pitchFamily="18" charset="0"/>
            </a:endParaRPr>
          </a:p>
        </p:txBody>
      </p:sp>
      <p:sp>
        <p:nvSpPr>
          <p:cNvPr id="26660" name="Rectangle 36"/>
          <p:cNvSpPr>
            <a:spLocks noChangeArrowheads="1"/>
          </p:cNvSpPr>
          <p:nvPr/>
        </p:nvSpPr>
        <p:spPr bwMode="auto">
          <a:xfrm>
            <a:off x="5276850" y="3957638"/>
            <a:ext cx="3706813"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eaLnBrk="1" hangingPunct="1"/>
            <a:r>
              <a:rPr lang="zh-CN" altLang="en-US">
                <a:solidFill>
                  <a:srgbClr val="FF3300"/>
                </a:solidFill>
                <a:latin typeface="Times New Roman" panose="02020603050405020304" pitchFamily="18" charset="0"/>
              </a:rPr>
              <a:t>对称二端口（电气对称）  </a:t>
            </a:r>
            <a:endParaRPr lang="zh-CN" altLang="en-US">
              <a:latin typeface="Times New Roman" panose="02020603050405020304" pitchFamily="18" charset="0"/>
            </a:endParaRPr>
          </a:p>
        </p:txBody>
      </p:sp>
      <p:grpSp>
        <p:nvGrpSpPr>
          <p:cNvPr id="26700" name="Group 76"/>
          <p:cNvGrpSpPr>
            <a:grpSpLocks/>
          </p:cNvGrpSpPr>
          <p:nvPr/>
        </p:nvGrpSpPr>
        <p:grpSpPr bwMode="auto">
          <a:xfrm>
            <a:off x="1758950" y="3028950"/>
            <a:ext cx="2655888" cy="876300"/>
            <a:chOff x="1096" y="1632"/>
            <a:chExt cx="1673" cy="552"/>
          </a:xfrm>
        </p:grpSpPr>
        <p:sp>
          <p:nvSpPr>
            <p:cNvPr id="26697" name="AutoShape 73"/>
            <p:cNvSpPr>
              <a:spLocks noChangeArrowheads="1"/>
            </p:cNvSpPr>
            <p:nvPr/>
          </p:nvSpPr>
          <p:spPr bwMode="auto">
            <a:xfrm>
              <a:off x="1212" y="1632"/>
              <a:ext cx="96" cy="552"/>
            </a:xfrm>
            <a:prstGeom prst="downArrow">
              <a:avLst>
                <a:gd name="adj1" fmla="val 50000"/>
                <a:gd name="adj2" fmla="val 14375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6698" name="Text Box 74"/>
            <p:cNvSpPr txBox="1">
              <a:spLocks noChangeArrowheads="1"/>
            </p:cNvSpPr>
            <p:nvPr/>
          </p:nvSpPr>
          <p:spPr bwMode="auto">
            <a:xfrm>
              <a:off x="1096" y="1762"/>
              <a:ext cx="167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r>
                <a:rPr lang="en-US" altLang="zh-CN">
                  <a:latin typeface="Times New Roman" panose="02020603050405020304" pitchFamily="18" charset="0"/>
                </a:rPr>
                <a:t>     Y</a:t>
              </a:r>
              <a:r>
                <a:rPr lang="en-US" altLang="zh-CN">
                  <a:latin typeface="Times New Roman" panose="02020603050405020304" pitchFamily="18" charset="0"/>
                  <a:cs typeface="Times New Roman" panose="02020603050405020304" pitchFamily="18" charset="0"/>
                </a:rPr>
                <a:t>–</a:t>
              </a:r>
              <a:r>
                <a:rPr lang="en-US" altLang="zh-CN">
                  <a:latin typeface="Times New Roman" panose="02020603050405020304" pitchFamily="18" charset="0"/>
                  <a:cs typeface="Times New Roman" panose="02020603050405020304" pitchFamily="18" charset="0"/>
                  <a:sym typeface="Symbol" panose="05050102010706020507" pitchFamily="18" charset="2"/>
                </a:rPr>
                <a:t> </a:t>
              </a:r>
              <a:r>
                <a:rPr lang="zh-CN" altLang="en-US">
                  <a:latin typeface="Times New Roman" panose="02020603050405020304" pitchFamily="18" charset="0"/>
                  <a:sym typeface="Symbol" panose="05050102010706020507" pitchFamily="18" charset="2"/>
                </a:rPr>
                <a:t>等效变换   </a:t>
              </a:r>
              <a:endParaRPr lang="zh-CN" altLang="en-US">
                <a:latin typeface="Times New Roman" panose="02020603050405020304" pitchFamily="18" charset="0"/>
              </a:endParaRPr>
            </a:p>
          </p:txBody>
        </p:sp>
      </p:grpSp>
      <p:sp>
        <p:nvSpPr>
          <p:cNvPr id="26705" name="AutoShape 81"/>
          <p:cNvSpPr>
            <a:spLocks noChangeArrowheads="1"/>
          </p:cNvSpPr>
          <p:nvPr/>
        </p:nvSpPr>
        <p:spPr bwMode="auto">
          <a:xfrm rot="20086747">
            <a:off x="4598988" y="5214938"/>
            <a:ext cx="2971800" cy="846137"/>
          </a:xfrm>
          <a:prstGeom prst="curvedUpArrow">
            <a:avLst>
              <a:gd name="adj1" fmla="val 24309"/>
              <a:gd name="adj2" fmla="val 94553"/>
              <a:gd name="adj3" fmla="val 33333"/>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6707" name="Text Box 83"/>
          <p:cNvSpPr txBox="1">
            <a:spLocks noChangeArrowheads="1"/>
          </p:cNvSpPr>
          <p:nvPr/>
        </p:nvSpPr>
        <p:spPr bwMode="auto">
          <a:xfrm>
            <a:off x="4792663" y="487363"/>
            <a:ext cx="17192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r>
              <a:rPr lang="zh-CN" altLang="en-US">
                <a:solidFill>
                  <a:srgbClr val="FF0000"/>
                </a:solidFill>
                <a:latin typeface="Times New Roman" panose="02020603050405020304" pitchFamily="18" charset="0"/>
              </a:rPr>
              <a:t>思路</a:t>
            </a:r>
            <a:r>
              <a:rPr lang="en-US" altLang="zh-CN">
                <a:solidFill>
                  <a:srgbClr val="FF0000"/>
                </a:solidFill>
                <a:latin typeface="Times New Roman" panose="02020603050405020304" pitchFamily="18" charset="0"/>
              </a:rPr>
              <a:t>1:  </a:t>
            </a:r>
          </a:p>
        </p:txBody>
      </p:sp>
      <p:sp>
        <p:nvSpPr>
          <p:cNvPr id="26708" name="Text Box 84"/>
          <p:cNvSpPr txBox="1">
            <a:spLocks noChangeArrowheads="1"/>
          </p:cNvSpPr>
          <p:nvPr/>
        </p:nvSpPr>
        <p:spPr bwMode="auto">
          <a:xfrm>
            <a:off x="0" y="2803525"/>
            <a:ext cx="17907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r>
              <a:rPr lang="zh-CN" altLang="en-US">
                <a:solidFill>
                  <a:srgbClr val="FF0000"/>
                </a:solidFill>
                <a:latin typeface="Times New Roman" panose="02020603050405020304" pitchFamily="18" charset="0"/>
              </a:rPr>
              <a:t>思路</a:t>
            </a:r>
            <a:r>
              <a:rPr lang="en-US" altLang="zh-CN">
                <a:solidFill>
                  <a:srgbClr val="FF0000"/>
                </a:solidFill>
                <a:latin typeface="Times New Roman" panose="02020603050405020304" pitchFamily="18" charset="0"/>
              </a:rPr>
              <a:t>2:  </a:t>
            </a:r>
          </a:p>
        </p:txBody>
      </p:sp>
      <p:sp>
        <p:nvSpPr>
          <p:cNvPr id="26710" name="Rectangle 86"/>
          <p:cNvSpPr>
            <a:spLocks noChangeArrowheads="1"/>
          </p:cNvSpPr>
          <p:nvPr/>
        </p:nvSpPr>
        <p:spPr bwMode="auto">
          <a:xfrm>
            <a:off x="1196975" y="5868988"/>
            <a:ext cx="29400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r>
              <a:rPr lang="zh-CN" altLang="en-US">
                <a:latin typeface="Times New Roman" panose="02020603050405020304" pitchFamily="18" charset="0"/>
              </a:rPr>
              <a:t>电路结构左右对称    </a:t>
            </a:r>
          </a:p>
        </p:txBody>
      </p:sp>
      <p:grpSp>
        <p:nvGrpSpPr>
          <p:cNvPr id="26752" name="Group 128"/>
          <p:cNvGrpSpPr>
            <a:grpSpLocks/>
          </p:cNvGrpSpPr>
          <p:nvPr/>
        </p:nvGrpSpPr>
        <p:grpSpPr bwMode="auto">
          <a:xfrm>
            <a:off x="441325" y="0"/>
            <a:ext cx="4300538" cy="2592388"/>
            <a:chOff x="86" y="0"/>
            <a:chExt cx="2709" cy="1633"/>
          </a:xfrm>
        </p:grpSpPr>
        <p:sp>
          <p:nvSpPr>
            <p:cNvPr id="26628" name="Rectangle 4"/>
            <p:cNvSpPr>
              <a:spLocks noChangeArrowheads="1"/>
            </p:cNvSpPr>
            <p:nvPr/>
          </p:nvSpPr>
          <p:spPr bwMode="auto">
            <a:xfrm>
              <a:off x="1617" y="0"/>
              <a:ext cx="360" cy="460"/>
            </a:xfrm>
            <a:prstGeom prst="rect">
              <a:avLst/>
            </a:prstGeom>
            <a:noFill/>
            <a:ln>
              <a:noFill/>
            </a:ln>
            <a:extLst>
              <a:ext uri="{909E8E84-426E-40DD-AFC4-6F175D3DCCD1}">
                <a14:hiddenFill xmlns:a14="http://schemas.microsoft.com/office/drawing/2010/main">
                  <a:solidFill>
                    <a:srgbClr val="F9FFE1"/>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eaLnBrk="1" hangingPunct="1"/>
              <a:r>
                <a:rPr lang="en-US" altLang="zh-CN">
                  <a:solidFill>
                    <a:srgbClr val="000000"/>
                  </a:solidFill>
                  <a:latin typeface="Times New Roman" panose="02020603050405020304" pitchFamily="18" charset="0"/>
                </a:rPr>
                <a:t> 10</a:t>
              </a:r>
              <a:r>
                <a:rPr lang="en-US" altLang="zh-CN">
                  <a:solidFill>
                    <a:srgbClr val="000000"/>
                  </a:solidFill>
                  <a:latin typeface="Times New Roman" panose="02020603050405020304" pitchFamily="18" charset="0"/>
                  <a:sym typeface="Symbol" panose="05050102010706020507" pitchFamily="18" charset="2"/>
                </a:rPr>
                <a:t></a:t>
              </a:r>
            </a:p>
          </p:txBody>
        </p:sp>
        <p:sp>
          <p:nvSpPr>
            <p:cNvPr id="26630" name="Rectangle 6"/>
            <p:cNvSpPr>
              <a:spLocks noChangeArrowheads="1"/>
            </p:cNvSpPr>
            <p:nvPr/>
          </p:nvSpPr>
          <p:spPr bwMode="auto">
            <a:xfrm>
              <a:off x="1652" y="458"/>
              <a:ext cx="242" cy="111"/>
            </a:xfrm>
            <a:prstGeom prst="rect">
              <a:avLst/>
            </a:prstGeom>
            <a:solidFill>
              <a:srgbClr val="F9FFE1"/>
            </a:solidFill>
            <a:ln w="31750">
              <a:solidFill>
                <a:srgbClr val="000000"/>
              </a:solidFill>
              <a:miter lim="800000"/>
              <a:headEnd/>
              <a:tailEnd/>
            </a:ln>
          </p:spPr>
          <p:txBody>
            <a:bodyPr/>
            <a:lstStyle/>
            <a:p>
              <a:endParaRPr lang="zh-CN" altLang="en-US"/>
            </a:p>
          </p:txBody>
        </p:sp>
        <p:sp>
          <p:nvSpPr>
            <p:cNvPr id="26631" name="Line 7"/>
            <p:cNvSpPr>
              <a:spLocks noChangeShapeType="1"/>
            </p:cNvSpPr>
            <p:nvPr/>
          </p:nvSpPr>
          <p:spPr bwMode="auto">
            <a:xfrm>
              <a:off x="1899" y="508"/>
              <a:ext cx="757" cy="6"/>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632" name="Line 8"/>
            <p:cNvSpPr>
              <a:spLocks noChangeShapeType="1"/>
            </p:cNvSpPr>
            <p:nvPr/>
          </p:nvSpPr>
          <p:spPr bwMode="auto">
            <a:xfrm flipH="1" flipV="1">
              <a:off x="656" y="504"/>
              <a:ext cx="995" cy="4"/>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633" name="Line 9"/>
            <p:cNvSpPr>
              <a:spLocks noChangeShapeType="1"/>
            </p:cNvSpPr>
            <p:nvPr/>
          </p:nvSpPr>
          <p:spPr bwMode="auto">
            <a:xfrm>
              <a:off x="669" y="1280"/>
              <a:ext cx="1991" cy="6"/>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634" name="Text Box 10"/>
            <p:cNvSpPr txBox="1">
              <a:spLocks noChangeArrowheads="1"/>
            </p:cNvSpPr>
            <p:nvPr/>
          </p:nvSpPr>
          <p:spPr bwMode="auto">
            <a:xfrm>
              <a:off x="545" y="504"/>
              <a:ext cx="201" cy="288"/>
            </a:xfrm>
            <a:prstGeom prst="rect">
              <a:avLst/>
            </a:prstGeom>
            <a:noFill/>
            <a:ln>
              <a:noFill/>
            </a:ln>
            <a:extLst>
              <a:ext uri="{909E8E84-426E-40DD-AFC4-6F175D3DCCD1}">
                <a14:hiddenFill xmlns:a14="http://schemas.microsoft.com/office/drawing/2010/main">
                  <a:solidFill>
                    <a:srgbClr val="F9FFE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spcBef>
                  <a:spcPct val="50000"/>
                </a:spcBef>
              </a:pPr>
              <a:r>
                <a:rPr lang="en-US" altLang="zh-CN">
                  <a:latin typeface="Times New Roman" panose="02020603050405020304" pitchFamily="18" charset="0"/>
                </a:rPr>
                <a:t>+</a:t>
              </a:r>
            </a:p>
          </p:txBody>
        </p:sp>
        <p:sp>
          <p:nvSpPr>
            <p:cNvPr id="26635" name="Text Box 11"/>
            <p:cNvSpPr txBox="1">
              <a:spLocks noChangeArrowheads="1"/>
            </p:cNvSpPr>
            <p:nvPr/>
          </p:nvSpPr>
          <p:spPr bwMode="auto">
            <a:xfrm>
              <a:off x="546" y="1008"/>
              <a:ext cx="201" cy="288"/>
            </a:xfrm>
            <a:prstGeom prst="rect">
              <a:avLst/>
            </a:prstGeom>
            <a:noFill/>
            <a:ln>
              <a:noFill/>
            </a:ln>
            <a:extLst>
              <a:ext uri="{909E8E84-426E-40DD-AFC4-6F175D3DCCD1}">
                <a14:hiddenFill xmlns:a14="http://schemas.microsoft.com/office/drawing/2010/main">
                  <a:solidFill>
                    <a:srgbClr val="F9FFE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spcBef>
                  <a:spcPct val="50000"/>
                </a:spcBef>
              </a:pPr>
              <a:r>
                <a:rPr lang="en-US" altLang="zh-CN">
                  <a:latin typeface="黑体" panose="02010609060101010101" pitchFamily="49" charset="-122"/>
                  <a:ea typeface="黑体" panose="02010609060101010101" pitchFamily="49" charset="-122"/>
                </a:rPr>
                <a:t>-</a:t>
              </a:r>
            </a:p>
          </p:txBody>
        </p:sp>
        <p:sp>
          <p:nvSpPr>
            <p:cNvPr id="26636" name="Text Box 12"/>
            <p:cNvSpPr txBox="1">
              <a:spLocks noChangeArrowheads="1"/>
            </p:cNvSpPr>
            <p:nvPr/>
          </p:nvSpPr>
          <p:spPr bwMode="auto">
            <a:xfrm>
              <a:off x="2594" y="523"/>
              <a:ext cx="201" cy="288"/>
            </a:xfrm>
            <a:prstGeom prst="rect">
              <a:avLst/>
            </a:prstGeom>
            <a:noFill/>
            <a:ln>
              <a:noFill/>
            </a:ln>
            <a:extLst>
              <a:ext uri="{909E8E84-426E-40DD-AFC4-6F175D3DCCD1}">
                <a14:hiddenFill xmlns:a14="http://schemas.microsoft.com/office/drawing/2010/main">
                  <a:solidFill>
                    <a:srgbClr val="F9FFE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spcBef>
                  <a:spcPct val="50000"/>
                </a:spcBef>
              </a:pPr>
              <a:r>
                <a:rPr lang="en-US" altLang="zh-CN">
                  <a:latin typeface="Times New Roman" panose="02020603050405020304" pitchFamily="18" charset="0"/>
                </a:rPr>
                <a:t>+</a:t>
              </a:r>
            </a:p>
          </p:txBody>
        </p:sp>
        <p:sp>
          <p:nvSpPr>
            <p:cNvPr id="26637" name="Text Box 13"/>
            <p:cNvSpPr txBox="1">
              <a:spLocks noChangeArrowheads="1"/>
            </p:cNvSpPr>
            <p:nvPr/>
          </p:nvSpPr>
          <p:spPr bwMode="auto">
            <a:xfrm>
              <a:off x="2589" y="1011"/>
              <a:ext cx="201" cy="288"/>
            </a:xfrm>
            <a:prstGeom prst="rect">
              <a:avLst/>
            </a:prstGeom>
            <a:noFill/>
            <a:ln>
              <a:noFill/>
            </a:ln>
            <a:extLst>
              <a:ext uri="{909E8E84-426E-40DD-AFC4-6F175D3DCCD1}">
                <a14:hiddenFill xmlns:a14="http://schemas.microsoft.com/office/drawing/2010/main">
                  <a:solidFill>
                    <a:srgbClr val="F9FFE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spcBef>
                  <a:spcPct val="50000"/>
                </a:spcBef>
              </a:pPr>
              <a:r>
                <a:rPr lang="en-US" altLang="zh-CN">
                  <a:latin typeface="黑体" panose="02010609060101010101" pitchFamily="49" charset="-122"/>
                  <a:ea typeface="黑体" panose="02010609060101010101" pitchFamily="49" charset="-122"/>
                </a:rPr>
                <a:t>-</a:t>
              </a:r>
            </a:p>
          </p:txBody>
        </p:sp>
        <p:graphicFrame>
          <p:nvGraphicFramePr>
            <p:cNvPr id="26638" name="Object 14"/>
            <p:cNvGraphicFramePr>
              <a:graphicFrameLocks noChangeAspect="1"/>
            </p:cNvGraphicFramePr>
            <p:nvPr/>
          </p:nvGraphicFramePr>
          <p:xfrm>
            <a:off x="537" y="726"/>
            <a:ext cx="193" cy="281"/>
          </p:xfrm>
          <a:graphic>
            <a:graphicData uri="http://schemas.openxmlformats.org/presentationml/2006/ole">
              <mc:AlternateContent xmlns:mc="http://schemas.openxmlformats.org/markup-compatibility/2006">
                <mc:Choice xmlns:v="urn:schemas-microsoft-com:vml" Requires="v">
                  <p:oleObj spid="_x0000_s180366" name="Equation" r:id="rId7" imgW="203040" imgH="228600" progId="Equation.3">
                    <p:embed/>
                  </p:oleObj>
                </mc:Choice>
                <mc:Fallback>
                  <p:oleObj name="Equation" r:id="rId7" imgW="203040" imgH="228600" progId="Equation.3">
                    <p:embed/>
                    <p:pic>
                      <p:nvPicPr>
                        <p:cNvPr id="0" name="Object 1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37" y="726"/>
                          <a:ext cx="193" cy="281"/>
                        </a:xfrm>
                        <a:prstGeom prst="rect">
                          <a:avLst/>
                        </a:prstGeom>
                        <a:noFill/>
                        <a:ln>
                          <a:noFill/>
                        </a:ln>
                        <a:effectLst/>
                        <a:extLst>
                          <a:ext uri="{909E8E84-426E-40DD-AFC4-6F175D3DCCD1}">
                            <a14:hiddenFill xmlns:a14="http://schemas.microsoft.com/office/drawing/2010/main">
                              <a:solidFill>
                                <a:srgbClr val="F9FFE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639" name="Object 15"/>
            <p:cNvGraphicFramePr>
              <a:graphicFrameLocks noChangeAspect="1"/>
            </p:cNvGraphicFramePr>
            <p:nvPr/>
          </p:nvGraphicFramePr>
          <p:xfrm>
            <a:off x="694" y="119"/>
            <a:ext cx="156" cy="281"/>
          </p:xfrm>
          <a:graphic>
            <a:graphicData uri="http://schemas.openxmlformats.org/presentationml/2006/ole">
              <mc:AlternateContent xmlns:mc="http://schemas.openxmlformats.org/markup-compatibility/2006">
                <mc:Choice xmlns:v="urn:schemas-microsoft-com:vml" Requires="v">
                  <p:oleObj spid="_x0000_s180367" name="Equation" r:id="rId9" imgW="164880" imgH="228600" progId="Equation.3">
                    <p:embed/>
                  </p:oleObj>
                </mc:Choice>
                <mc:Fallback>
                  <p:oleObj name="Equation" r:id="rId9" imgW="164880" imgH="228600" progId="Equation.3">
                    <p:embed/>
                    <p:pic>
                      <p:nvPicPr>
                        <p:cNvPr id="0" name="Object 1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94" y="119"/>
                          <a:ext cx="156" cy="281"/>
                        </a:xfrm>
                        <a:prstGeom prst="rect">
                          <a:avLst/>
                        </a:prstGeom>
                        <a:noFill/>
                        <a:ln>
                          <a:noFill/>
                        </a:ln>
                        <a:effectLst/>
                        <a:extLst>
                          <a:ext uri="{909E8E84-426E-40DD-AFC4-6F175D3DCCD1}">
                            <a14:hiddenFill xmlns:a14="http://schemas.microsoft.com/office/drawing/2010/main">
                              <a:solidFill>
                                <a:srgbClr val="F9FFE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640" name="Object 16"/>
            <p:cNvGraphicFramePr>
              <a:graphicFrameLocks noChangeAspect="1"/>
            </p:cNvGraphicFramePr>
            <p:nvPr/>
          </p:nvGraphicFramePr>
          <p:xfrm>
            <a:off x="2420" y="161"/>
            <a:ext cx="169" cy="282"/>
          </p:xfrm>
          <a:graphic>
            <a:graphicData uri="http://schemas.openxmlformats.org/presentationml/2006/ole">
              <mc:AlternateContent xmlns:mc="http://schemas.openxmlformats.org/markup-compatibility/2006">
                <mc:Choice xmlns:v="urn:schemas-microsoft-com:vml" Requires="v">
                  <p:oleObj spid="_x0000_s180368" name="Equation" r:id="rId11" imgW="177480" imgH="228600" progId="Equation.3">
                    <p:embed/>
                  </p:oleObj>
                </mc:Choice>
                <mc:Fallback>
                  <p:oleObj name="Equation" r:id="rId11" imgW="177480" imgH="228600" progId="Equation.3">
                    <p:embed/>
                    <p:pic>
                      <p:nvPicPr>
                        <p:cNvPr id="0" name="Object 1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420" y="161"/>
                          <a:ext cx="169" cy="282"/>
                        </a:xfrm>
                        <a:prstGeom prst="rect">
                          <a:avLst/>
                        </a:prstGeom>
                        <a:noFill/>
                        <a:ln>
                          <a:noFill/>
                        </a:ln>
                        <a:effectLst/>
                        <a:extLst>
                          <a:ext uri="{909E8E84-426E-40DD-AFC4-6F175D3DCCD1}">
                            <a14:hiddenFill xmlns:a14="http://schemas.microsoft.com/office/drawing/2010/main">
                              <a:solidFill>
                                <a:srgbClr val="F9FFE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641" name="Object 17"/>
            <p:cNvGraphicFramePr>
              <a:graphicFrameLocks noChangeAspect="1"/>
            </p:cNvGraphicFramePr>
            <p:nvPr/>
          </p:nvGraphicFramePr>
          <p:xfrm>
            <a:off x="2599" y="726"/>
            <a:ext cx="193" cy="281"/>
          </p:xfrm>
          <a:graphic>
            <a:graphicData uri="http://schemas.openxmlformats.org/presentationml/2006/ole">
              <mc:AlternateContent xmlns:mc="http://schemas.openxmlformats.org/markup-compatibility/2006">
                <mc:Choice xmlns:v="urn:schemas-microsoft-com:vml" Requires="v">
                  <p:oleObj spid="_x0000_s180369" name="Equation" r:id="rId13" imgW="203040" imgH="228600" progId="Equation.3">
                    <p:embed/>
                  </p:oleObj>
                </mc:Choice>
                <mc:Fallback>
                  <p:oleObj name="Equation" r:id="rId13" imgW="203040" imgH="228600" progId="Equation.3">
                    <p:embed/>
                    <p:pic>
                      <p:nvPicPr>
                        <p:cNvPr id="0" name="Object 1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599" y="726"/>
                          <a:ext cx="193" cy="281"/>
                        </a:xfrm>
                        <a:prstGeom prst="rect">
                          <a:avLst/>
                        </a:prstGeom>
                        <a:noFill/>
                        <a:ln>
                          <a:noFill/>
                        </a:ln>
                        <a:effectLst/>
                        <a:extLst>
                          <a:ext uri="{909E8E84-426E-40DD-AFC4-6F175D3DCCD1}">
                            <a14:hiddenFill xmlns:a14="http://schemas.microsoft.com/office/drawing/2010/main">
                              <a:solidFill>
                                <a:srgbClr val="F9FFE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6642" name="Line 18"/>
            <p:cNvSpPr>
              <a:spLocks noChangeShapeType="1"/>
            </p:cNvSpPr>
            <p:nvPr/>
          </p:nvSpPr>
          <p:spPr bwMode="auto">
            <a:xfrm>
              <a:off x="2174" y="519"/>
              <a:ext cx="1" cy="296"/>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643" name="Line 19"/>
            <p:cNvSpPr>
              <a:spLocks noChangeShapeType="1"/>
            </p:cNvSpPr>
            <p:nvPr/>
          </p:nvSpPr>
          <p:spPr bwMode="auto">
            <a:xfrm>
              <a:off x="2174" y="983"/>
              <a:ext cx="1" cy="302"/>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644" name="Line 20"/>
            <p:cNvSpPr>
              <a:spLocks noChangeShapeType="1"/>
            </p:cNvSpPr>
            <p:nvPr/>
          </p:nvSpPr>
          <p:spPr bwMode="auto">
            <a:xfrm>
              <a:off x="1370" y="513"/>
              <a:ext cx="1" cy="29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645" name="Line 21"/>
            <p:cNvSpPr>
              <a:spLocks noChangeShapeType="1"/>
            </p:cNvSpPr>
            <p:nvPr/>
          </p:nvSpPr>
          <p:spPr bwMode="auto">
            <a:xfrm>
              <a:off x="1370" y="978"/>
              <a:ext cx="1" cy="302"/>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646" name="Oval 22"/>
            <p:cNvSpPr>
              <a:spLocks noChangeArrowheads="1"/>
            </p:cNvSpPr>
            <p:nvPr/>
          </p:nvSpPr>
          <p:spPr bwMode="auto">
            <a:xfrm>
              <a:off x="605" y="460"/>
              <a:ext cx="51" cy="66"/>
            </a:xfrm>
            <a:prstGeom prst="ellipse">
              <a:avLst/>
            </a:prstGeom>
            <a:solidFill>
              <a:srgbClr val="F9FFE1"/>
            </a:solidFill>
            <a:ln w="19050">
              <a:solidFill>
                <a:schemeClr val="tx1"/>
              </a:solidFill>
              <a:round/>
              <a:headEnd/>
              <a:tailEnd/>
            </a:ln>
          </p:spPr>
          <p:txBody>
            <a:bodyPr wrap="none" anchor="ctr"/>
            <a:lstStyle/>
            <a:p>
              <a:endParaRPr lang="zh-CN" altLang="en-US"/>
            </a:p>
          </p:txBody>
        </p:sp>
        <p:sp>
          <p:nvSpPr>
            <p:cNvPr id="26647" name="Oval 23"/>
            <p:cNvSpPr>
              <a:spLocks noChangeArrowheads="1"/>
            </p:cNvSpPr>
            <p:nvPr/>
          </p:nvSpPr>
          <p:spPr bwMode="auto">
            <a:xfrm>
              <a:off x="618" y="1235"/>
              <a:ext cx="51" cy="66"/>
            </a:xfrm>
            <a:prstGeom prst="ellipse">
              <a:avLst/>
            </a:prstGeom>
            <a:solidFill>
              <a:srgbClr val="F9FFE1"/>
            </a:solidFill>
            <a:ln w="19050">
              <a:solidFill>
                <a:schemeClr val="tx1"/>
              </a:solidFill>
              <a:round/>
              <a:headEnd/>
              <a:tailEnd/>
            </a:ln>
          </p:spPr>
          <p:txBody>
            <a:bodyPr wrap="none" anchor="ctr"/>
            <a:lstStyle/>
            <a:p>
              <a:endParaRPr lang="zh-CN" altLang="en-US"/>
            </a:p>
          </p:txBody>
        </p:sp>
        <p:sp>
          <p:nvSpPr>
            <p:cNvPr id="26648" name="Oval 24"/>
            <p:cNvSpPr>
              <a:spLocks noChangeArrowheads="1"/>
            </p:cNvSpPr>
            <p:nvPr/>
          </p:nvSpPr>
          <p:spPr bwMode="auto">
            <a:xfrm>
              <a:off x="2649" y="479"/>
              <a:ext cx="51" cy="66"/>
            </a:xfrm>
            <a:prstGeom prst="ellipse">
              <a:avLst/>
            </a:prstGeom>
            <a:solidFill>
              <a:srgbClr val="F9FFE1"/>
            </a:solidFill>
            <a:ln w="19050">
              <a:solidFill>
                <a:schemeClr val="tx1"/>
              </a:solidFill>
              <a:round/>
              <a:headEnd/>
              <a:tailEnd/>
            </a:ln>
          </p:spPr>
          <p:txBody>
            <a:bodyPr wrap="none" anchor="ctr"/>
            <a:lstStyle/>
            <a:p>
              <a:endParaRPr lang="zh-CN" altLang="en-US"/>
            </a:p>
          </p:txBody>
        </p:sp>
        <p:sp>
          <p:nvSpPr>
            <p:cNvPr id="26649" name="Oval 25"/>
            <p:cNvSpPr>
              <a:spLocks noChangeArrowheads="1"/>
            </p:cNvSpPr>
            <p:nvPr/>
          </p:nvSpPr>
          <p:spPr bwMode="auto">
            <a:xfrm>
              <a:off x="2658" y="1249"/>
              <a:ext cx="51" cy="66"/>
            </a:xfrm>
            <a:prstGeom prst="ellipse">
              <a:avLst/>
            </a:prstGeom>
            <a:solidFill>
              <a:srgbClr val="F9FFE1"/>
            </a:solidFill>
            <a:ln w="19050">
              <a:solidFill>
                <a:schemeClr val="tx1"/>
              </a:solidFill>
              <a:round/>
              <a:headEnd/>
              <a:tailEnd/>
            </a:ln>
          </p:spPr>
          <p:txBody>
            <a:bodyPr wrap="none" anchor="ctr"/>
            <a:lstStyle/>
            <a:p>
              <a:endParaRPr lang="zh-CN" altLang="en-US"/>
            </a:p>
          </p:txBody>
        </p:sp>
        <p:sp>
          <p:nvSpPr>
            <p:cNvPr id="26650" name="Rectangle 26"/>
            <p:cNvSpPr>
              <a:spLocks noChangeArrowheads="1"/>
            </p:cNvSpPr>
            <p:nvPr/>
          </p:nvSpPr>
          <p:spPr bwMode="auto">
            <a:xfrm>
              <a:off x="976" y="745"/>
              <a:ext cx="394" cy="230"/>
            </a:xfrm>
            <a:prstGeom prst="rect">
              <a:avLst/>
            </a:prstGeom>
            <a:noFill/>
            <a:ln>
              <a:noFill/>
            </a:ln>
            <a:extLst>
              <a:ext uri="{909E8E84-426E-40DD-AFC4-6F175D3DCCD1}">
                <a14:hiddenFill xmlns:a14="http://schemas.microsoft.com/office/drawing/2010/main">
                  <a:solidFill>
                    <a:srgbClr val="F9FFE1"/>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eaLnBrk="1" hangingPunct="1"/>
              <a:r>
                <a:rPr lang="en-US" altLang="zh-CN">
                  <a:solidFill>
                    <a:srgbClr val="000000"/>
                  </a:solidFill>
                  <a:latin typeface="Times New Roman" panose="02020603050405020304" pitchFamily="18" charset="0"/>
                </a:rPr>
                <a:t> 5</a:t>
              </a:r>
              <a:r>
                <a:rPr lang="en-US" altLang="zh-CN">
                  <a:solidFill>
                    <a:srgbClr val="000000"/>
                  </a:solidFill>
                  <a:latin typeface="Times New Roman" panose="02020603050405020304" pitchFamily="18" charset="0"/>
                  <a:sym typeface="Symbol" panose="05050102010706020507" pitchFamily="18" charset="2"/>
                </a:rPr>
                <a:t></a:t>
              </a:r>
            </a:p>
          </p:txBody>
        </p:sp>
        <p:sp>
          <p:nvSpPr>
            <p:cNvPr id="26651" name="Rectangle 27"/>
            <p:cNvSpPr>
              <a:spLocks noChangeArrowheads="1"/>
            </p:cNvSpPr>
            <p:nvPr/>
          </p:nvSpPr>
          <p:spPr bwMode="auto">
            <a:xfrm>
              <a:off x="1771" y="503"/>
              <a:ext cx="340" cy="460"/>
            </a:xfrm>
            <a:prstGeom prst="rect">
              <a:avLst/>
            </a:prstGeom>
            <a:noFill/>
            <a:ln>
              <a:noFill/>
            </a:ln>
            <a:extLst>
              <a:ext uri="{909E8E84-426E-40DD-AFC4-6F175D3DCCD1}">
                <a14:hiddenFill xmlns:a14="http://schemas.microsoft.com/office/drawing/2010/main">
                  <a:solidFill>
                    <a:srgbClr val="F9FFE1"/>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eaLnBrk="1" hangingPunct="1"/>
              <a:r>
                <a:rPr lang="en-US" altLang="zh-CN">
                  <a:solidFill>
                    <a:srgbClr val="000000"/>
                  </a:solidFill>
                  <a:latin typeface="Times New Roman" panose="02020603050405020304" pitchFamily="18" charset="0"/>
                </a:rPr>
                <a:t> </a:t>
              </a:r>
              <a:r>
                <a:rPr lang="en-US" altLang="zh-CN">
                  <a:solidFill>
                    <a:srgbClr val="000000"/>
                  </a:solidFill>
                  <a:latin typeface="Times New Roman" panose="02020603050405020304" pitchFamily="18" charset="0"/>
                  <a:sym typeface="Symbol" panose="05050102010706020507" pitchFamily="18" charset="2"/>
                </a:rPr>
                <a:t>10</a:t>
              </a:r>
            </a:p>
          </p:txBody>
        </p:sp>
        <p:sp>
          <p:nvSpPr>
            <p:cNvPr id="26652" name="Rectangle 28"/>
            <p:cNvSpPr>
              <a:spLocks noChangeArrowheads="1"/>
            </p:cNvSpPr>
            <p:nvPr/>
          </p:nvSpPr>
          <p:spPr bwMode="auto">
            <a:xfrm>
              <a:off x="1324" y="709"/>
              <a:ext cx="93" cy="304"/>
            </a:xfrm>
            <a:prstGeom prst="rect">
              <a:avLst/>
            </a:prstGeom>
            <a:solidFill>
              <a:srgbClr val="F9FFE1"/>
            </a:solidFill>
            <a:ln w="31750">
              <a:solidFill>
                <a:srgbClr val="000000"/>
              </a:solidFill>
              <a:miter lim="800000"/>
              <a:headEnd/>
              <a:tailEnd/>
            </a:ln>
          </p:spPr>
          <p:txBody>
            <a:bodyPr/>
            <a:lstStyle/>
            <a:p>
              <a:endParaRPr lang="zh-CN" altLang="en-US"/>
            </a:p>
          </p:txBody>
        </p:sp>
        <p:sp>
          <p:nvSpPr>
            <p:cNvPr id="26653" name="Rectangle 29"/>
            <p:cNvSpPr>
              <a:spLocks noChangeArrowheads="1"/>
            </p:cNvSpPr>
            <p:nvPr/>
          </p:nvSpPr>
          <p:spPr bwMode="auto">
            <a:xfrm>
              <a:off x="2133" y="709"/>
              <a:ext cx="93" cy="304"/>
            </a:xfrm>
            <a:prstGeom prst="rect">
              <a:avLst/>
            </a:prstGeom>
            <a:solidFill>
              <a:srgbClr val="F9FFE1"/>
            </a:solidFill>
            <a:ln w="31750">
              <a:solidFill>
                <a:srgbClr val="000000"/>
              </a:solidFill>
              <a:miter lim="800000"/>
              <a:headEnd/>
              <a:tailEnd/>
            </a:ln>
          </p:spPr>
          <p:txBody>
            <a:bodyPr/>
            <a:lstStyle/>
            <a:p>
              <a:endParaRPr lang="zh-CN" altLang="en-US"/>
            </a:p>
          </p:txBody>
        </p:sp>
        <p:sp>
          <p:nvSpPr>
            <p:cNvPr id="26656" name="Rectangle 32"/>
            <p:cNvSpPr>
              <a:spLocks noChangeArrowheads="1"/>
            </p:cNvSpPr>
            <p:nvPr/>
          </p:nvSpPr>
          <p:spPr bwMode="auto">
            <a:xfrm>
              <a:off x="904" y="458"/>
              <a:ext cx="243" cy="111"/>
            </a:xfrm>
            <a:prstGeom prst="rect">
              <a:avLst/>
            </a:prstGeom>
            <a:solidFill>
              <a:srgbClr val="F9FFE1"/>
            </a:solidFill>
            <a:ln w="31750">
              <a:solidFill>
                <a:srgbClr val="000000"/>
              </a:solidFill>
              <a:miter lim="800000"/>
              <a:headEnd/>
              <a:tailEnd/>
            </a:ln>
          </p:spPr>
          <p:txBody>
            <a:bodyPr/>
            <a:lstStyle/>
            <a:p>
              <a:endParaRPr lang="zh-CN" altLang="en-US"/>
            </a:p>
          </p:txBody>
        </p:sp>
        <p:sp>
          <p:nvSpPr>
            <p:cNvPr id="26657" name="Text Box 33"/>
            <p:cNvSpPr txBox="1">
              <a:spLocks noChangeArrowheads="1"/>
            </p:cNvSpPr>
            <p:nvPr/>
          </p:nvSpPr>
          <p:spPr bwMode="auto">
            <a:xfrm>
              <a:off x="892" y="196"/>
              <a:ext cx="360"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eaLnBrk="1" hangingPunct="1"/>
              <a:r>
                <a:rPr lang="en-US" altLang="zh-CN">
                  <a:solidFill>
                    <a:srgbClr val="000000"/>
                  </a:solidFill>
                  <a:latin typeface="Times New Roman" panose="02020603050405020304" pitchFamily="18" charset="0"/>
                </a:rPr>
                <a:t>2</a:t>
              </a:r>
              <a:r>
                <a:rPr lang="en-US" altLang="zh-CN">
                  <a:solidFill>
                    <a:srgbClr val="000000"/>
                  </a:solidFill>
                  <a:latin typeface="Times New Roman" panose="02020603050405020304" pitchFamily="18" charset="0"/>
                  <a:sym typeface="Symbol" panose="05050102010706020507" pitchFamily="18" charset="2"/>
                </a:rPr>
                <a:t></a:t>
              </a:r>
            </a:p>
          </p:txBody>
        </p:sp>
        <p:sp>
          <p:nvSpPr>
            <p:cNvPr id="26694" name="Text Box 70"/>
            <p:cNvSpPr txBox="1">
              <a:spLocks noChangeArrowheads="1"/>
            </p:cNvSpPr>
            <p:nvPr/>
          </p:nvSpPr>
          <p:spPr bwMode="auto">
            <a:xfrm>
              <a:off x="86" y="122"/>
              <a:ext cx="40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r>
                <a:rPr lang="zh-CN" altLang="en-US">
                  <a:solidFill>
                    <a:srgbClr val="FF0000"/>
                  </a:solidFill>
                  <a:latin typeface="Times New Roman" panose="02020603050405020304" pitchFamily="18" charset="0"/>
                </a:rPr>
                <a:t>例  </a:t>
              </a:r>
            </a:p>
          </p:txBody>
        </p:sp>
        <p:sp>
          <p:nvSpPr>
            <p:cNvPr id="26696" name="Rectangle 72"/>
            <p:cNvSpPr>
              <a:spLocks noChangeArrowheads="1"/>
            </p:cNvSpPr>
            <p:nvPr/>
          </p:nvSpPr>
          <p:spPr bwMode="auto">
            <a:xfrm>
              <a:off x="610" y="1345"/>
              <a:ext cx="209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r>
                <a:rPr lang="en-US" altLang="zh-CN">
                  <a:latin typeface="Times New Roman" panose="02020603050405020304" pitchFamily="18" charset="0"/>
                </a:rPr>
                <a:t>  </a:t>
              </a:r>
              <a:r>
                <a:rPr lang="zh-CN" altLang="en-US">
                  <a:latin typeface="Times New Roman" panose="02020603050405020304" pitchFamily="18" charset="0"/>
                </a:rPr>
                <a:t>电路结构左右不对称   </a:t>
              </a:r>
            </a:p>
          </p:txBody>
        </p:sp>
        <p:sp>
          <p:nvSpPr>
            <p:cNvPr id="26745" name="Line 121"/>
            <p:cNvSpPr>
              <a:spLocks noChangeShapeType="1"/>
            </p:cNvSpPr>
            <p:nvPr/>
          </p:nvSpPr>
          <p:spPr bwMode="auto">
            <a:xfrm>
              <a:off x="656" y="440"/>
              <a:ext cx="208"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6746" name="Line 122"/>
            <p:cNvSpPr>
              <a:spLocks noChangeShapeType="1"/>
            </p:cNvSpPr>
            <p:nvPr/>
          </p:nvSpPr>
          <p:spPr bwMode="auto">
            <a:xfrm flipH="1">
              <a:off x="2328" y="472"/>
              <a:ext cx="272"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grpSp>
        <p:nvGrpSpPr>
          <p:cNvPr id="26755" name="Group 131"/>
          <p:cNvGrpSpPr>
            <a:grpSpLocks/>
          </p:cNvGrpSpPr>
          <p:nvPr/>
        </p:nvGrpSpPr>
        <p:grpSpPr bwMode="auto">
          <a:xfrm>
            <a:off x="969963" y="3808413"/>
            <a:ext cx="3584575" cy="1870075"/>
            <a:chOff x="391" y="2417"/>
            <a:chExt cx="2258" cy="1178"/>
          </a:xfrm>
        </p:grpSpPr>
        <p:grpSp>
          <p:nvGrpSpPr>
            <p:cNvPr id="26754" name="Group 130"/>
            <p:cNvGrpSpPr>
              <a:grpSpLocks/>
            </p:cNvGrpSpPr>
            <p:nvPr/>
          </p:nvGrpSpPr>
          <p:grpSpPr bwMode="auto">
            <a:xfrm>
              <a:off x="391" y="2417"/>
              <a:ext cx="2258" cy="1178"/>
              <a:chOff x="391" y="2417"/>
              <a:chExt cx="2258" cy="1178"/>
            </a:xfrm>
          </p:grpSpPr>
          <p:sp>
            <p:nvSpPr>
              <p:cNvPr id="26666" name="Line 42"/>
              <p:cNvSpPr>
                <a:spLocks noChangeShapeType="1"/>
              </p:cNvSpPr>
              <p:nvPr/>
            </p:nvSpPr>
            <p:spPr bwMode="auto">
              <a:xfrm>
                <a:off x="2078" y="2773"/>
                <a:ext cx="476" cy="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667" name="Line 43"/>
              <p:cNvSpPr>
                <a:spLocks noChangeShapeType="1"/>
              </p:cNvSpPr>
              <p:nvPr/>
            </p:nvSpPr>
            <p:spPr bwMode="auto">
              <a:xfrm flipH="1" flipV="1">
                <a:off x="510" y="2768"/>
                <a:ext cx="804" cy="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668" name="Line 44"/>
              <p:cNvSpPr>
                <a:spLocks noChangeShapeType="1"/>
              </p:cNvSpPr>
              <p:nvPr/>
            </p:nvSpPr>
            <p:spPr bwMode="auto">
              <a:xfrm>
                <a:off x="523" y="3544"/>
                <a:ext cx="1991" cy="6"/>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669" name="Text Box 45"/>
              <p:cNvSpPr txBox="1">
                <a:spLocks noChangeArrowheads="1"/>
              </p:cNvSpPr>
              <p:nvPr/>
            </p:nvSpPr>
            <p:spPr bwMode="auto">
              <a:xfrm>
                <a:off x="399" y="2768"/>
                <a:ext cx="201" cy="288"/>
              </a:xfrm>
              <a:prstGeom prst="rect">
                <a:avLst/>
              </a:prstGeom>
              <a:noFill/>
              <a:ln>
                <a:noFill/>
              </a:ln>
              <a:extLst>
                <a:ext uri="{909E8E84-426E-40DD-AFC4-6F175D3DCCD1}">
                  <a14:hiddenFill xmlns:a14="http://schemas.microsoft.com/office/drawing/2010/main">
                    <a:solidFill>
                      <a:srgbClr val="F9FFE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spcBef>
                    <a:spcPct val="50000"/>
                  </a:spcBef>
                </a:pPr>
                <a:r>
                  <a:rPr lang="en-US" altLang="zh-CN">
                    <a:latin typeface="Times New Roman" panose="02020603050405020304" pitchFamily="18" charset="0"/>
                  </a:rPr>
                  <a:t>+</a:t>
                </a:r>
              </a:p>
            </p:txBody>
          </p:sp>
          <p:sp>
            <p:nvSpPr>
              <p:cNvPr id="26670" name="Text Box 46"/>
              <p:cNvSpPr txBox="1">
                <a:spLocks noChangeArrowheads="1"/>
              </p:cNvSpPr>
              <p:nvPr/>
            </p:nvSpPr>
            <p:spPr bwMode="auto">
              <a:xfrm>
                <a:off x="400" y="3272"/>
                <a:ext cx="201" cy="288"/>
              </a:xfrm>
              <a:prstGeom prst="rect">
                <a:avLst/>
              </a:prstGeom>
              <a:noFill/>
              <a:ln>
                <a:noFill/>
              </a:ln>
              <a:extLst>
                <a:ext uri="{909E8E84-426E-40DD-AFC4-6F175D3DCCD1}">
                  <a14:hiddenFill xmlns:a14="http://schemas.microsoft.com/office/drawing/2010/main">
                    <a:solidFill>
                      <a:srgbClr val="F9FFE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spcBef>
                    <a:spcPct val="50000"/>
                  </a:spcBef>
                </a:pPr>
                <a:r>
                  <a:rPr lang="en-US" altLang="zh-CN">
                    <a:latin typeface="黑体" panose="02010609060101010101" pitchFamily="49" charset="-122"/>
                    <a:ea typeface="黑体" panose="02010609060101010101" pitchFamily="49" charset="-122"/>
                  </a:rPr>
                  <a:t>-</a:t>
                </a:r>
              </a:p>
            </p:txBody>
          </p:sp>
          <p:sp>
            <p:nvSpPr>
              <p:cNvPr id="26671" name="Text Box 47"/>
              <p:cNvSpPr txBox="1">
                <a:spLocks noChangeArrowheads="1"/>
              </p:cNvSpPr>
              <p:nvPr/>
            </p:nvSpPr>
            <p:spPr bwMode="auto">
              <a:xfrm>
                <a:off x="2448" y="2787"/>
                <a:ext cx="201" cy="288"/>
              </a:xfrm>
              <a:prstGeom prst="rect">
                <a:avLst/>
              </a:prstGeom>
              <a:noFill/>
              <a:ln>
                <a:noFill/>
              </a:ln>
              <a:extLst>
                <a:ext uri="{909E8E84-426E-40DD-AFC4-6F175D3DCCD1}">
                  <a14:hiddenFill xmlns:a14="http://schemas.microsoft.com/office/drawing/2010/main">
                    <a:solidFill>
                      <a:srgbClr val="F9FFE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spcBef>
                    <a:spcPct val="50000"/>
                  </a:spcBef>
                </a:pPr>
                <a:r>
                  <a:rPr lang="en-US" altLang="zh-CN">
                    <a:latin typeface="Times New Roman" panose="02020603050405020304" pitchFamily="18" charset="0"/>
                  </a:rPr>
                  <a:t>+</a:t>
                </a:r>
              </a:p>
            </p:txBody>
          </p:sp>
          <p:sp>
            <p:nvSpPr>
              <p:cNvPr id="26672" name="Text Box 48"/>
              <p:cNvSpPr txBox="1">
                <a:spLocks noChangeArrowheads="1"/>
              </p:cNvSpPr>
              <p:nvPr/>
            </p:nvSpPr>
            <p:spPr bwMode="auto">
              <a:xfrm>
                <a:off x="2443" y="3307"/>
                <a:ext cx="201" cy="288"/>
              </a:xfrm>
              <a:prstGeom prst="rect">
                <a:avLst/>
              </a:prstGeom>
              <a:noFill/>
              <a:ln>
                <a:noFill/>
              </a:ln>
              <a:extLst>
                <a:ext uri="{909E8E84-426E-40DD-AFC4-6F175D3DCCD1}">
                  <a14:hiddenFill xmlns:a14="http://schemas.microsoft.com/office/drawing/2010/main">
                    <a:solidFill>
                      <a:srgbClr val="F9FFE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spcBef>
                    <a:spcPct val="50000"/>
                  </a:spcBef>
                </a:pPr>
                <a:r>
                  <a:rPr lang="en-US" altLang="zh-CN">
                    <a:latin typeface="黑体" panose="02010609060101010101" pitchFamily="49" charset="-122"/>
                    <a:ea typeface="黑体" panose="02010609060101010101" pitchFamily="49" charset="-122"/>
                  </a:rPr>
                  <a:t>-</a:t>
                </a:r>
              </a:p>
            </p:txBody>
          </p:sp>
          <p:graphicFrame>
            <p:nvGraphicFramePr>
              <p:cNvPr id="26673" name="Object 49"/>
              <p:cNvGraphicFramePr>
                <a:graphicFrameLocks noChangeAspect="1"/>
              </p:cNvGraphicFramePr>
              <p:nvPr/>
            </p:nvGraphicFramePr>
            <p:xfrm>
              <a:off x="391" y="2990"/>
              <a:ext cx="193" cy="281"/>
            </p:xfrm>
            <a:graphic>
              <a:graphicData uri="http://schemas.openxmlformats.org/presentationml/2006/ole">
                <mc:AlternateContent xmlns:mc="http://schemas.openxmlformats.org/markup-compatibility/2006">
                  <mc:Choice xmlns:v="urn:schemas-microsoft-com:vml" Requires="v">
                    <p:oleObj spid="_x0000_s180370" name="Equation" r:id="rId15" imgW="203040" imgH="228600" progId="Equation.3">
                      <p:embed/>
                    </p:oleObj>
                  </mc:Choice>
                  <mc:Fallback>
                    <p:oleObj name="Equation" r:id="rId15" imgW="203040" imgH="228600" progId="Equation.3">
                      <p:embed/>
                      <p:pic>
                        <p:nvPicPr>
                          <p:cNvPr id="0" name="Object 49"/>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91" y="2990"/>
                            <a:ext cx="193" cy="281"/>
                          </a:xfrm>
                          <a:prstGeom prst="rect">
                            <a:avLst/>
                          </a:prstGeom>
                          <a:noFill/>
                          <a:ln>
                            <a:noFill/>
                          </a:ln>
                          <a:effectLst/>
                          <a:extLst>
                            <a:ext uri="{909E8E84-426E-40DD-AFC4-6F175D3DCCD1}">
                              <a14:hiddenFill xmlns:a14="http://schemas.microsoft.com/office/drawing/2010/main">
                                <a:solidFill>
                                  <a:srgbClr val="F9FFE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674" name="Object 50"/>
              <p:cNvGraphicFramePr>
                <a:graphicFrameLocks noChangeAspect="1"/>
              </p:cNvGraphicFramePr>
              <p:nvPr/>
            </p:nvGraphicFramePr>
            <p:xfrm>
              <a:off x="548" y="2417"/>
              <a:ext cx="156" cy="282"/>
            </p:xfrm>
            <a:graphic>
              <a:graphicData uri="http://schemas.openxmlformats.org/presentationml/2006/ole">
                <mc:AlternateContent xmlns:mc="http://schemas.openxmlformats.org/markup-compatibility/2006">
                  <mc:Choice xmlns:v="urn:schemas-microsoft-com:vml" Requires="v">
                    <p:oleObj spid="_x0000_s180371" name="Equation" r:id="rId17" imgW="164880" imgH="228600" progId="Equation.3">
                      <p:embed/>
                    </p:oleObj>
                  </mc:Choice>
                  <mc:Fallback>
                    <p:oleObj name="Equation" r:id="rId17" imgW="164880" imgH="228600" progId="Equation.3">
                      <p:embed/>
                      <p:pic>
                        <p:nvPicPr>
                          <p:cNvPr id="0" name="Object 50"/>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548" y="2417"/>
                            <a:ext cx="156" cy="282"/>
                          </a:xfrm>
                          <a:prstGeom prst="rect">
                            <a:avLst/>
                          </a:prstGeom>
                          <a:noFill/>
                          <a:ln>
                            <a:noFill/>
                          </a:ln>
                          <a:effectLst/>
                          <a:extLst>
                            <a:ext uri="{909E8E84-426E-40DD-AFC4-6F175D3DCCD1}">
                              <a14:hiddenFill xmlns:a14="http://schemas.microsoft.com/office/drawing/2010/main">
                                <a:solidFill>
                                  <a:srgbClr val="F9FFE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675" name="Object 51"/>
              <p:cNvGraphicFramePr>
                <a:graphicFrameLocks noChangeAspect="1"/>
              </p:cNvGraphicFramePr>
              <p:nvPr/>
            </p:nvGraphicFramePr>
            <p:xfrm>
              <a:off x="2274" y="2425"/>
              <a:ext cx="169" cy="281"/>
            </p:xfrm>
            <a:graphic>
              <a:graphicData uri="http://schemas.openxmlformats.org/presentationml/2006/ole">
                <mc:AlternateContent xmlns:mc="http://schemas.openxmlformats.org/markup-compatibility/2006">
                  <mc:Choice xmlns:v="urn:schemas-microsoft-com:vml" Requires="v">
                    <p:oleObj spid="_x0000_s180372" name="Equation" r:id="rId19" imgW="177480" imgH="228600" progId="Equation.3">
                      <p:embed/>
                    </p:oleObj>
                  </mc:Choice>
                  <mc:Fallback>
                    <p:oleObj name="Equation" r:id="rId19" imgW="177480" imgH="228600" progId="Equation.3">
                      <p:embed/>
                      <p:pic>
                        <p:nvPicPr>
                          <p:cNvPr id="0" name="Object 51"/>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2274" y="2425"/>
                            <a:ext cx="169" cy="281"/>
                          </a:xfrm>
                          <a:prstGeom prst="rect">
                            <a:avLst/>
                          </a:prstGeom>
                          <a:noFill/>
                          <a:ln>
                            <a:noFill/>
                          </a:ln>
                          <a:effectLst/>
                          <a:extLst>
                            <a:ext uri="{909E8E84-426E-40DD-AFC4-6F175D3DCCD1}">
                              <a14:hiddenFill xmlns:a14="http://schemas.microsoft.com/office/drawing/2010/main">
                                <a:solidFill>
                                  <a:srgbClr val="F9FFE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676" name="Object 52"/>
              <p:cNvGraphicFramePr>
                <a:graphicFrameLocks noChangeAspect="1"/>
              </p:cNvGraphicFramePr>
              <p:nvPr/>
            </p:nvGraphicFramePr>
            <p:xfrm>
              <a:off x="2453" y="2990"/>
              <a:ext cx="193" cy="281"/>
            </p:xfrm>
            <a:graphic>
              <a:graphicData uri="http://schemas.openxmlformats.org/presentationml/2006/ole">
                <mc:AlternateContent xmlns:mc="http://schemas.openxmlformats.org/markup-compatibility/2006">
                  <mc:Choice xmlns:v="urn:schemas-microsoft-com:vml" Requires="v">
                    <p:oleObj spid="_x0000_s180373" name="Equation" r:id="rId21" imgW="203040" imgH="228600" progId="Equation.3">
                      <p:embed/>
                    </p:oleObj>
                  </mc:Choice>
                  <mc:Fallback>
                    <p:oleObj name="Equation" r:id="rId21" imgW="203040" imgH="228600" progId="Equation.3">
                      <p:embed/>
                      <p:pic>
                        <p:nvPicPr>
                          <p:cNvPr id="0" name="Object 52"/>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2453" y="2990"/>
                            <a:ext cx="193" cy="281"/>
                          </a:xfrm>
                          <a:prstGeom prst="rect">
                            <a:avLst/>
                          </a:prstGeom>
                          <a:noFill/>
                          <a:ln>
                            <a:noFill/>
                          </a:ln>
                          <a:effectLst/>
                          <a:extLst>
                            <a:ext uri="{909E8E84-426E-40DD-AFC4-6F175D3DCCD1}">
                              <a14:hiddenFill xmlns:a14="http://schemas.microsoft.com/office/drawing/2010/main">
                                <a:solidFill>
                                  <a:srgbClr val="F9FFE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6677" name="Line 53"/>
              <p:cNvSpPr>
                <a:spLocks noChangeShapeType="1"/>
              </p:cNvSpPr>
              <p:nvPr/>
            </p:nvSpPr>
            <p:spPr bwMode="auto">
              <a:xfrm>
                <a:off x="1703" y="3087"/>
                <a:ext cx="0" cy="463"/>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678" name="Oval 54"/>
              <p:cNvSpPr>
                <a:spLocks noChangeArrowheads="1"/>
              </p:cNvSpPr>
              <p:nvPr/>
            </p:nvSpPr>
            <p:spPr bwMode="auto">
              <a:xfrm>
                <a:off x="459" y="2724"/>
                <a:ext cx="51" cy="66"/>
              </a:xfrm>
              <a:prstGeom prst="ellipse">
                <a:avLst/>
              </a:prstGeom>
              <a:solidFill>
                <a:srgbClr val="F9FFE1"/>
              </a:solidFill>
              <a:ln w="19050">
                <a:solidFill>
                  <a:schemeClr val="tx1"/>
                </a:solidFill>
                <a:round/>
                <a:headEnd/>
                <a:tailEnd/>
              </a:ln>
            </p:spPr>
            <p:txBody>
              <a:bodyPr wrap="none" anchor="ctr"/>
              <a:lstStyle/>
              <a:p>
                <a:endParaRPr lang="zh-CN" altLang="en-US"/>
              </a:p>
            </p:txBody>
          </p:sp>
          <p:sp>
            <p:nvSpPr>
              <p:cNvPr id="26679" name="Oval 55"/>
              <p:cNvSpPr>
                <a:spLocks noChangeArrowheads="1"/>
              </p:cNvSpPr>
              <p:nvPr/>
            </p:nvSpPr>
            <p:spPr bwMode="auto">
              <a:xfrm>
                <a:off x="472" y="3499"/>
                <a:ext cx="51" cy="66"/>
              </a:xfrm>
              <a:prstGeom prst="ellipse">
                <a:avLst/>
              </a:prstGeom>
              <a:solidFill>
                <a:srgbClr val="F9FFE1"/>
              </a:solidFill>
              <a:ln w="19050">
                <a:solidFill>
                  <a:schemeClr val="tx1"/>
                </a:solidFill>
                <a:round/>
                <a:headEnd/>
                <a:tailEnd/>
              </a:ln>
            </p:spPr>
            <p:txBody>
              <a:bodyPr wrap="none" anchor="ctr"/>
              <a:lstStyle/>
              <a:p>
                <a:endParaRPr lang="zh-CN" altLang="en-US"/>
              </a:p>
            </p:txBody>
          </p:sp>
          <p:sp>
            <p:nvSpPr>
              <p:cNvPr id="26680" name="Oval 56"/>
              <p:cNvSpPr>
                <a:spLocks noChangeArrowheads="1"/>
              </p:cNvSpPr>
              <p:nvPr/>
            </p:nvSpPr>
            <p:spPr bwMode="auto">
              <a:xfrm>
                <a:off x="2503" y="2743"/>
                <a:ext cx="51" cy="66"/>
              </a:xfrm>
              <a:prstGeom prst="ellipse">
                <a:avLst/>
              </a:prstGeom>
              <a:solidFill>
                <a:srgbClr val="F9FFE1"/>
              </a:solidFill>
              <a:ln w="19050">
                <a:solidFill>
                  <a:schemeClr val="tx1"/>
                </a:solidFill>
                <a:round/>
                <a:headEnd/>
                <a:tailEnd/>
              </a:ln>
            </p:spPr>
            <p:txBody>
              <a:bodyPr wrap="none" anchor="ctr"/>
              <a:lstStyle/>
              <a:p>
                <a:endParaRPr lang="zh-CN" altLang="en-US"/>
              </a:p>
            </p:txBody>
          </p:sp>
          <p:sp>
            <p:nvSpPr>
              <p:cNvPr id="26681" name="Oval 57"/>
              <p:cNvSpPr>
                <a:spLocks noChangeArrowheads="1"/>
              </p:cNvSpPr>
              <p:nvPr/>
            </p:nvSpPr>
            <p:spPr bwMode="auto">
              <a:xfrm>
                <a:off x="2512" y="3513"/>
                <a:ext cx="51" cy="66"/>
              </a:xfrm>
              <a:prstGeom prst="ellipse">
                <a:avLst/>
              </a:prstGeom>
              <a:solidFill>
                <a:srgbClr val="F9FFE1"/>
              </a:solidFill>
              <a:ln w="19050">
                <a:solidFill>
                  <a:schemeClr val="tx1"/>
                </a:solidFill>
                <a:round/>
                <a:headEnd/>
                <a:tailEnd/>
              </a:ln>
            </p:spPr>
            <p:txBody>
              <a:bodyPr wrap="none" anchor="ctr"/>
              <a:lstStyle/>
              <a:p>
                <a:endParaRPr lang="zh-CN" altLang="en-US"/>
              </a:p>
            </p:txBody>
          </p:sp>
          <p:sp>
            <p:nvSpPr>
              <p:cNvPr id="26682" name="Rectangle 58"/>
              <p:cNvSpPr>
                <a:spLocks noChangeArrowheads="1"/>
              </p:cNvSpPr>
              <p:nvPr/>
            </p:nvSpPr>
            <p:spPr bwMode="auto">
              <a:xfrm>
                <a:off x="1106" y="2945"/>
                <a:ext cx="394" cy="230"/>
              </a:xfrm>
              <a:prstGeom prst="rect">
                <a:avLst/>
              </a:prstGeom>
              <a:noFill/>
              <a:ln>
                <a:noFill/>
              </a:ln>
              <a:extLst>
                <a:ext uri="{909E8E84-426E-40DD-AFC4-6F175D3DCCD1}">
                  <a14:hiddenFill xmlns:a14="http://schemas.microsoft.com/office/drawing/2010/main">
                    <a:solidFill>
                      <a:srgbClr val="F9FFE1"/>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eaLnBrk="1" hangingPunct="1"/>
                <a:r>
                  <a:rPr lang="en-US" altLang="zh-CN">
                    <a:solidFill>
                      <a:srgbClr val="000000"/>
                    </a:solidFill>
                    <a:latin typeface="Times New Roman" panose="02020603050405020304" pitchFamily="18" charset="0"/>
                  </a:rPr>
                  <a:t> 2</a:t>
                </a:r>
                <a:r>
                  <a:rPr lang="en-US" altLang="zh-CN">
                    <a:solidFill>
                      <a:srgbClr val="000000"/>
                    </a:solidFill>
                    <a:latin typeface="Times New Roman" panose="02020603050405020304" pitchFamily="18" charset="0"/>
                    <a:sym typeface="Symbol" panose="05050102010706020507" pitchFamily="18" charset="2"/>
                  </a:rPr>
                  <a:t></a:t>
                </a:r>
              </a:p>
            </p:txBody>
          </p:sp>
          <p:sp>
            <p:nvSpPr>
              <p:cNvPr id="26685" name="Rectangle 61"/>
              <p:cNvSpPr>
                <a:spLocks noChangeArrowheads="1"/>
              </p:cNvSpPr>
              <p:nvPr/>
            </p:nvSpPr>
            <p:spPr bwMode="auto">
              <a:xfrm>
                <a:off x="758" y="2722"/>
                <a:ext cx="243" cy="111"/>
              </a:xfrm>
              <a:prstGeom prst="rect">
                <a:avLst/>
              </a:prstGeom>
              <a:solidFill>
                <a:srgbClr val="F9FFE1"/>
              </a:solidFill>
              <a:ln w="31750">
                <a:solidFill>
                  <a:srgbClr val="000000"/>
                </a:solidFill>
                <a:miter lim="800000"/>
                <a:headEnd/>
                <a:tailEnd/>
              </a:ln>
            </p:spPr>
            <p:txBody>
              <a:bodyPr/>
              <a:lstStyle/>
              <a:p>
                <a:endParaRPr lang="zh-CN" altLang="en-US"/>
              </a:p>
            </p:txBody>
          </p:sp>
          <p:sp>
            <p:nvSpPr>
              <p:cNvPr id="26686" name="Text Box 62"/>
              <p:cNvSpPr txBox="1">
                <a:spLocks noChangeArrowheads="1"/>
              </p:cNvSpPr>
              <p:nvPr/>
            </p:nvSpPr>
            <p:spPr bwMode="auto">
              <a:xfrm>
                <a:off x="746" y="2460"/>
                <a:ext cx="360"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eaLnBrk="1" hangingPunct="1"/>
                <a:r>
                  <a:rPr lang="en-US" altLang="zh-CN">
                    <a:solidFill>
                      <a:srgbClr val="000000"/>
                    </a:solidFill>
                    <a:latin typeface="Times New Roman" panose="02020603050405020304" pitchFamily="18" charset="0"/>
                  </a:rPr>
                  <a:t>2</a:t>
                </a:r>
                <a:r>
                  <a:rPr lang="en-US" altLang="zh-CN">
                    <a:solidFill>
                      <a:srgbClr val="000000"/>
                    </a:solidFill>
                    <a:latin typeface="Times New Roman" panose="02020603050405020304" pitchFamily="18" charset="0"/>
                    <a:sym typeface="Symbol" panose="05050102010706020507" pitchFamily="18" charset="2"/>
                  </a:rPr>
                  <a:t></a:t>
                </a:r>
              </a:p>
            </p:txBody>
          </p:sp>
          <p:sp>
            <p:nvSpPr>
              <p:cNvPr id="26687" name="Line 63"/>
              <p:cNvSpPr>
                <a:spLocks noChangeShapeType="1"/>
              </p:cNvSpPr>
              <p:nvPr/>
            </p:nvSpPr>
            <p:spPr bwMode="auto">
              <a:xfrm rot="1538675" flipH="1">
                <a:off x="1792" y="2711"/>
                <a:ext cx="220" cy="44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688" name="Rectangle 64"/>
              <p:cNvSpPr>
                <a:spLocks noChangeArrowheads="1"/>
              </p:cNvSpPr>
              <p:nvPr/>
            </p:nvSpPr>
            <p:spPr bwMode="auto">
              <a:xfrm rot="3141139" flipH="1">
                <a:off x="1862" y="2796"/>
                <a:ext cx="110" cy="246"/>
              </a:xfrm>
              <a:prstGeom prst="rect">
                <a:avLst/>
              </a:prstGeom>
              <a:solidFill>
                <a:srgbClr val="F9FFE1"/>
              </a:solidFill>
              <a:ln w="31750">
                <a:solidFill>
                  <a:srgbClr val="000000"/>
                </a:solidFill>
                <a:miter lim="800000"/>
                <a:headEnd/>
                <a:tailEnd/>
              </a:ln>
            </p:spPr>
            <p:txBody>
              <a:bodyPr/>
              <a:lstStyle/>
              <a:p>
                <a:endParaRPr lang="zh-CN" altLang="en-US"/>
              </a:p>
            </p:txBody>
          </p:sp>
          <p:sp>
            <p:nvSpPr>
              <p:cNvPr id="26689" name="Line 65"/>
              <p:cNvSpPr>
                <a:spLocks noChangeShapeType="1"/>
              </p:cNvSpPr>
              <p:nvPr/>
            </p:nvSpPr>
            <p:spPr bwMode="auto">
              <a:xfrm rot="-1538675">
                <a:off x="1400" y="2701"/>
                <a:ext cx="209" cy="4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690" name="Rectangle 66"/>
              <p:cNvSpPr>
                <a:spLocks noChangeArrowheads="1"/>
              </p:cNvSpPr>
              <p:nvPr/>
            </p:nvSpPr>
            <p:spPr bwMode="auto">
              <a:xfrm rot="-3141139">
                <a:off x="1427" y="2795"/>
                <a:ext cx="108" cy="246"/>
              </a:xfrm>
              <a:prstGeom prst="rect">
                <a:avLst/>
              </a:prstGeom>
              <a:solidFill>
                <a:srgbClr val="F9FFE1"/>
              </a:solidFill>
              <a:ln w="31750">
                <a:solidFill>
                  <a:srgbClr val="000000"/>
                </a:solidFill>
                <a:miter lim="800000"/>
                <a:headEnd/>
                <a:tailEnd/>
              </a:ln>
            </p:spPr>
            <p:txBody>
              <a:bodyPr/>
              <a:lstStyle/>
              <a:p>
                <a:endParaRPr lang="zh-CN" altLang="en-US"/>
              </a:p>
            </p:txBody>
          </p:sp>
          <p:sp>
            <p:nvSpPr>
              <p:cNvPr id="26691" name="Rectangle 67"/>
              <p:cNvSpPr>
                <a:spLocks noChangeArrowheads="1"/>
              </p:cNvSpPr>
              <p:nvPr/>
            </p:nvSpPr>
            <p:spPr bwMode="auto">
              <a:xfrm rot="5400000">
                <a:off x="1586" y="3278"/>
                <a:ext cx="242" cy="111"/>
              </a:xfrm>
              <a:prstGeom prst="rect">
                <a:avLst/>
              </a:prstGeom>
              <a:solidFill>
                <a:srgbClr val="F9FFE1"/>
              </a:solidFill>
              <a:ln w="31750">
                <a:solidFill>
                  <a:srgbClr val="000000"/>
                </a:solidFill>
                <a:miter lim="800000"/>
                <a:headEnd/>
                <a:tailEnd/>
              </a:ln>
            </p:spPr>
            <p:txBody>
              <a:bodyPr/>
              <a:lstStyle/>
              <a:p>
                <a:endParaRPr lang="zh-CN" altLang="en-US"/>
              </a:p>
            </p:txBody>
          </p:sp>
          <p:sp>
            <p:nvSpPr>
              <p:cNvPr id="26692" name="Rectangle 68"/>
              <p:cNvSpPr>
                <a:spLocks noChangeArrowheads="1"/>
              </p:cNvSpPr>
              <p:nvPr/>
            </p:nvSpPr>
            <p:spPr bwMode="auto">
              <a:xfrm>
                <a:off x="1750" y="3213"/>
                <a:ext cx="394" cy="230"/>
              </a:xfrm>
              <a:prstGeom prst="rect">
                <a:avLst/>
              </a:prstGeom>
              <a:noFill/>
              <a:ln>
                <a:noFill/>
              </a:ln>
              <a:extLst>
                <a:ext uri="{909E8E84-426E-40DD-AFC4-6F175D3DCCD1}">
                  <a14:hiddenFill xmlns:a14="http://schemas.microsoft.com/office/drawing/2010/main">
                    <a:solidFill>
                      <a:srgbClr val="F9FFE1"/>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eaLnBrk="1" hangingPunct="1"/>
                <a:r>
                  <a:rPr lang="en-US" altLang="zh-CN">
                    <a:solidFill>
                      <a:srgbClr val="000000"/>
                    </a:solidFill>
                    <a:latin typeface="Times New Roman" panose="02020603050405020304" pitchFamily="18" charset="0"/>
                  </a:rPr>
                  <a:t>2</a:t>
                </a:r>
                <a:r>
                  <a:rPr lang="en-US" altLang="zh-CN">
                    <a:solidFill>
                      <a:srgbClr val="000000"/>
                    </a:solidFill>
                    <a:latin typeface="Times New Roman" panose="02020603050405020304" pitchFamily="18" charset="0"/>
                    <a:sym typeface="Symbol" panose="05050102010706020507" pitchFamily="18" charset="2"/>
                  </a:rPr>
                  <a:t></a:t>
                </a:r>
              </a:p>
            </p:txBody>
          </p:sp>
          <p:sp>
            <p:nvSpPr>
              <p:cNvPr id="26693" name="Rectangle 69"/>
              <p:cNvSpPr>
                <a:spLocks noChangeArrowheads="1"/>
              </p:cNvSpPr>
              <p:nvPr/>
            </p:nvSpPr>
            <p:spPr bwMode="auto">
              <a:xfrm>
                <a:off x="1856" y="2945"/>
                <a:ext cx="394" cy="230"/>
              </a:xfrm>
              <a:prstGeom prst="rect">
                <a:avLst/>
              </a:prstGeom>
              <a:noFill/>
              <a:ln>
                <a:noFill/>
              </a:ln>
              <a:extLst>
                <a:ext uri="{909E8E84-426E-40DD-AFC4-6F175D3DCCD1}">
                  <a14:hiddenFill xmlns:a14="http://schemas.microsoft.com/office/drawing/2010/main">
                    <a:solidFill>
                      <a:srgbClr val="F9FFE1"/>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eaLnBrk="1" hangingPunct="1"/>
                <a:r>
                  <a:rPr lang="en-US" altLang="zh-CN">
                    <a:solidFill>
                      <a:srgbClr val="000000"/>
                    </a:solidFill>
                    <a:latin typeface="Times New Roman" panose="02020603050405020304" pitchFamily="18" charset="0"/>
                  </a:rPr>
                  <a:t> 4</a:t>
                </a:r>
                <a:r>
                  <a:rPr lang="en-US" altLang="zh-CN">
                    <a:solidFill>
                      <a:srgbClr val="000000"/>
                    </a:solidFill>
                    <a:latin typeface="Times New Roman" panose="02020603050405020304" pitchFamily="18" charset="0"/>
                    <a:sym typeface="Symbol" panose="05050102010706020507" pitchFamily="18" charset="2"/>
                  </a:rPr>
                  <a:t></a:t>
                </a:r>
              </a:p>
            </p:txBody>
          </p:sp>
        </p:grpSp>
        <p:sp>
          <p:nvSpPr>
            <p:cNvPr id="26748" name="Line 124"/>
            <p:cNvSpPr>
              <a:spLocks noChangeShapeType="1"/>
            </p:cNvSpPr>
            <p:nvPr/>
          </p:nvSpPr>
          <p:spPr bwMode="auto">
            <a:xfrm>
              <a:off x="552" y="2720"/>
              <a:ext cx="160"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6749" name="Line 125"/>
            <p:cNvSpPr>
              <a:spLocks noChangeShapeType="1"/>
            </p:cNvSpPr>
            <p:nvPr/>
          </p:nvSpPr>
          <p:spPr bwMode="auto">
            <a:xfrm flipH="1">
              <a:off x="2168" y="2728"/>
              <a:ext cx="248"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1" fill="hold" grpId="0" nodeType="clickEffect">
                                  <p:stCondLst>
                                    <p:cond delay="0"/>
                                  </p:stCondLst>
                                  <p:childTnLst>
                                    <p:set>
                                      <p:cBhvr>
                                        <p:cTn id="6" dur="1" fill="hold">
                                          <p:stCondLst>
                                            <p:cond delay="0"/>
                                          </p:stCondLst>
                                        </p:cTn>
                                        <p:tgtEl>
                                          <p:spTgt spid="26707"/>
                                        </p:tgtEl>
                                        <p:attrNameLst>
                                          <p:attrName>style.visibility</p:attrName>
                                        </p:attrNameLst>
                                      </p:cBhvr>
                                      <p:to>
                                        <p:strVal val="visible"/>
                                      </p:to>
                                    </p:set>
                                    <p:anim calcmode="lin" valueType="num">
                                      <p:cBhvr additive="base">
                                        <p:cTn id="7" dur="500" fill="hold"/>
                                        <p:tgtEl>
                                          <p:spTgt spid="26707"/>
                                        </p:tgtEl>
                                        <p:attrNameLst>
                                          <p:attrName>ppt_x</p:attrName>
                                        </p:attrNameLst>
                                      </p:cBhvr>
                                      <p:tavLst>
                                        <p:tav tm="0">
                                          <p:val>
                                            <p:strVal val="#ppt_x"/>
                                          </p:val>
                                        </p:tav>
                                        <p:tav tm="100000">
                                          <p:val>
                                            <p:strVal val="#ppt_x"/>
                                          </p:val>
                                        </p:tav>
                                      </p:tavLst>
                                    </p:anim>
                                    <p:anim calcmode="lin" valueType="num">
                                      <p:cBhvr additive="base">
                                        <p:cTn id="8" dur="500" fill="hold"/>
                                        <p:tgtEl>
                                          <p:spTgt spid="26707"/>
                                        </p:tgtEl>
                                        <p:attrNameLst>
                                          <p:attrName>ppt_y</p:attrName>
                                        </p:attrNameLst>
                                      </p:cBhvr>
                                      <p:tavLst>
                                        <p:tav tm="0">
                                          <p:val>
                                            <p:strVal val="0-#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26659"/>
                                        </p:tgtEl>
                                        <p:attrNameLst>
                                          <p:attrName>style.visibility</p:attrName>
                                        </p:attrNameLst>
                                      </p:cBhvr>
                                      <p:to>
                                        <p:strVal val="visible"/>
                                      </p:to>
                                    </p:set>
                                    <p:animEffect transition="in" filter="wipe(left)">
                                      <p:cBhvr>
                                        <p:cTn id="13" dur="500"/>
                                        <p:tgtEl>
                                          <p:spTgt spid="26659"/>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8" fill="hold" nodeType="clickEffect">
                                  <p:stCondLst>
                                    <p:cond delay="0"/>
                                  </p:stCondLst>
                                  <p:childTnLst>
                                    <p:set>
                                      <p:cBhvr>
                                        <p:cTn id="17" dur="1" fill="hold">
                                          <p:stCondLst>
                                            <p:cond delay="0"/>
                                          </p:stCondLst>
                                        </p:cTn>
                                        <p:tgtEl>
                                          <p:spTgt spid="26658"/>
                                        </p:tgtEl>
                                        <p:attrNameLst>
                                          <p:attrName>style.visibility</p:attrName>
                                        </p:attrNameLst>
                                      </p:cBhvr>
                                      <p:to>
                                        <p:strVal val="visible"/>
                                      </p:to>
                                    </p:set>
                                    <p:animEffect transition="in" filter="wipe(left)">
                                      <p:cBhvr>
                                        <p:cTn id="18" dur="500"/>
                                        <p:tgtEl>
                                          <p:spTgt spid="26658"/>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nodeType="clickEffect">
                                  <p:stCondLst>
                                    <p:cond delay="0"/>
                                  </p:stCondLst>
                                  <p:childTnLst>
                                    <p:set>
                                      <p:cBhvr>
                                        <p:cTn id="22" dur="1" fill="hold">
                                          <p:stCondLst>
                                            <p:cond delay="0"/>
                                          </p:stCondLst>
                                        </p:cTn>
                                        <p:tgtEl>
                                          <p:spTgt spid="26626"/>
                                        </p:tgtEl>
                                        <p:attrNameLst>
                                          <p:attrName>style.visibility</p:attrName>
                                        </p:attrNameLst>
                                      </p:cBhvr>
                                      <p:to>
                                        <p:strVal val="visible"/>
                                      </p:to>
                                    </p:set>
                                    <p:animEffect transition="in" filter="wipe(left)">
                                      <p:cBhvr>
                                        <p:cTn id="23" dur="500"/>
                                        <p:tgtEl>
                                          <p:spTgt spid="26626"/>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26660">
                                            <p:txEl>
                                              <p:pRg st="0" end="0"/>
                                            </p:txEl>
                                          </p:spTgt>
                                        </p:tgtEl>
                                        <p:attrNameLst>
                                          <p:attrName>style.visibility</p:attrName>
                                        </p:attrNameLst>
                                      </p:cBhvr>
                                      <p:to>
                                        <p:strVal val="visible"/>
                                      </p:to>
                                    </p:set>
                                    <p:animEffect transition="in" filter="wipe(left)">
                                      <p:cBhvr>
                                        <p:cTn id="28" dur="500"/>
                                        <p:tgtEl>
                                          <p:spTgt spid="26660">
                                            <p:txEl>
                                              <p:pRg st="0" end="0"/>
                                            </p:txEl>
                                          </p:spTgt>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 presetClass="entr" presetSubtype="8" fill="hold" grpId="0" nodeType="clickEffect">
                                  <p:stCondLst>
                                    <p:cond delay="0"/>
                                  </p:stCondLst>
                                  <p:childTnLst>
                                    <p:set>
                                      <p:cBhvr>
                                        <p:cTn id="32" dur="1" fill="hold">
                                          <p:stCondLst>
                                            <p:cond delay="0"/>
                                          </p:stCondLst>
                                        </p:cTn>
                                        <p:tgtEl>
                                          <p:spTgt spid="26708">
                                            <p:txEl>
                                              <p:pRg st="0" end="0"/>
                                            </p:txEl>
                                          </p:spTgt>
                                        </p:tgtEl>
                                        <p:attrNameLst>
                                          <p:attrName>style.visibility</p:attrName>
                                        </p:attrNameLst>
                                      </p:cBhvr>
                                      <p:to>
                                        <p:strVal val="visible"/>
                                      </p:to>
                                    </p:set>
                                    <p:anim calcmode="lin" valueType="num">
                                      <p:cBhvr additive="base">
                                        <p:cTn id="33" dur="500" fill="hold"/>
                                        <p:tgtEl>
                                          <p:spTgt spid="26708">
                                            <p:txEl>
                                              <p:pRg st="0" end="0"/>
                                            </p:txEl>
                                          </p:spTgt>
                                        </p:tgtEl>
                                        <p:attrNameLst>
                                          <p:attrName>ppt_x</p:attrName>
                                        </p:attrNameLst>
                                      </p:cBhvr>
                                      <p:tavLst>
                                        <p:tav tm="0">
                                          <p:val>
                                            <p:strVal val="0-#ppt_w/2"/>
                                          </p:val>
                                        </p:tav>
                                        <p:tav tm="100000">
                                          <p:val>
                                            <p:strVal val="#ppt_x"/>
                                          </p:val>
                                        </p:tav>
                                      </p:tavLst>
                                    </p:anim>
                                    <p:anim calcmode="lin" valueType="num">
                                      <p:cBhvr additive="base">
                                        <p:cTn id="34" dur="500" fill="hold"/>
                                        <p:tgtEl>
                                          <p:spTgt spid="26708">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35" fill="hold" nodeType="clickPar">
                      <p:stCondLst>
                        <p:cond delay="indefinite"/>
                      </p:stCondLst>
                      <p:childTnLst>
                        <p:par>
                          <p:cTn id="36" fill="hold" nodeType="withGroup">
                            <p:stCondLst>
                              <p:cond delay="0"/>
                            </p:stCondLst>
                            <p:childTnLst>
                              <p:par>
                                <p:cTn id="37" presetID="22" presetClass="entr" presetSubtype="1" fill="hold" nodeType="clickEffect">
                                  <p:stCondLst>
                                    <p:cond delay="0"/>
                                  </p:stCondLst>
                                  <p:childTnLst>
                                    <p:set>
                                      <p:cBhvr>
                                        <p:cTn id="38" dur="1" fill="hold">
                                          <p:stCondLst>
                                            <p:cond delay="0"/>
                                          </p:stCondLst>
                                        </p:cTn>
                                        <p:tgtEl>
                                          <p:spTgt spid="26700"/>
                                        </p:tgtEl>
                                        <p:attrNameLst>
                                          <p:attrName>style.visibility</p:attrName>
                                        </p:attrNameLst>
                                      </p:cBhvr>
                                      <p:to>
                                        <p:strVal val="visible"/>
                                      </p:to>
                                    </p:set>
                                    <p:animEffect transition="in" filter="wipe(up)">
                                      <p:cBhvr>
                                        <p:cTn id="39" dur="500"/>
                                        <p:tgtEl>
                                          <p:spTgt spid="26700"/>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2" presetClass="entr" presetSubtype="8" fill="hold" nodeType="clickEffect">
                                  <p:stCondLst>
                                    <p:cond delay="0"/>
                                  </p:stCondLst>
                                  <p:childTnLst>
                                    <p:set>
                                      <p:cBhvr>
                                        <p:cTn id="43" dur="1" fill="hold">
                                          <p:stCondLst>
                                            <p:cond delay="0"/>
                                          </p:stCondLst>
                                        </p:cTn>
                                        <p:tgtEl>
                                          <p:spTgt spid="26755"/>
                                        </p:tgtEl>
                                        <p:attrNameLst>
                                          <p:attrName>style.visibility</p:attrName>
                                        </p:attrNameLst>
                                      </p:cBhvr>
                                      <p:to>
                                        <p:strVal val="visible"/>
                                      </p:to>
                                    </p:set>
                                    <p:anim calcmode="lin" valueType="num">
                                      <p:cBhvr additive="base">
                                        <p:cTn id="44" dur="500" fill="hold"/>
                                        <p:tgtEl>
                                          <p:spTgt spid="26755"/>
                                        </p:tgtEl>
                                        <p:attrNameLst>
                                          <p:attrName>ppt_x</p:attrName>
                                        </p:attrNameLst>
                                      </p:cBhvr>
                                      <p:tavLst>
                                        <p:tav tm="0">
                                          <p:val>
                                            <p:strVal val="0-#ppt_w/2"/>
                                          </p:val>
                                        </p:tav>
                                        <p:tav tm="100000">
                                          <p:val>
                                            <p:strVal val="#ppt_x"/>
                                          </p:val>
                                        </p:tav>
                                      </p:tavLst>
                                    </p:anim>
                                    <p:anim calcmode="lin" valueType="num">
                                      <p:cBhvr additive="base">
                                        <p:cTn id="45" dur="500" fill="hold"/>
                                        <p:tgtEl>
                                          <p:spTgt spid="26755"/>
                                        </p:tgtEl>
                                        <p:attrNameLst>
                                          <p:attrName>ppt_y</p:attrName>
                                        </p:attrNameLst>
                                      </p:cBhvr>
                                      <p:tavLst>
                                        <p:tav tm="0">
                                          <p:val>
                                            <p:strVal val="#ppt_y"/>
                                          </p:val>
                                        </p:tav>
                                        <p:tav tm="100000">
                                          <p:val>
                                            <p:strVal val="#ppt_y"/>
                                          </p:val>
                                        </p:tav>
                                      </p:tavLst>
                                    </p:anim>
                                  </p:childTnLst>
                                </p:cTn>
                              </p:par>
                            </p:childTnLst>
                          </p:cTn>
                        </p:par>
                      </p:childTnLst>
                    </p:cTn>
                  </p:par>
                  <p:par>
                    <p:cTn id="46" fill="hold" nodeType="clickPar">
                      <p:stCondLst>
                        <p:cond delay="indefinite"/>
                      </p:stCondLst>
                      <p:childTnLst>
                        <p:par>
                          <p:cTn id="47" fill="hold" nodeType="withGroup">
                            <p:stCondLst>
                              <p:cond delay="0"/>
                            </p:stCondLst>
                            <p:childTnLst>
                              <p:par>
                                <p:cTn id="48" presetID="2" presetClass="entr" presetSubtype="4" fill="hold" grpId="0" nodeType="clickEffect">
                                  <p:stCondLst>
                                    <p:cond delay="0"/>
                                  </p:stCondLst>
                                  <p:childTnLst>
                                    <p:set>
                                      <p:cBhvr>
                                        <p:cTn id="49" dur="1" fill="hold">
                                          <p:stCondLst>
                                            <p:cond delay="0"/>
                                          </p:stCondLst>
                                        </p:cTn>
                                        <p:tgtEl>
                                          <p:spTgt spid="26710"/>
                                        </p:tgtEl>
                                        <p:attrNameLst>
                                          <p:attrName>style.visibility</p:attrName>
                                        </p:attrNameLst>
                                      </p:cBhvr>
                                      <p:to>
                                        <p:strVal val="visible"/>
                                      </p:to>
                                    </p:set>
                                    <p:anim calcmode="lin" valueType="num">
                                      <p:cBhvr additive="base">
                                        <p:cTn id="50" dur="500" fill="hold"/>
                                        <p:tgtEl>
                                          <p:spTgt spid="26710"/>
                                        </p:tgtEl>
                                        <p:attrNameLst>
                                          <p:attrName>ppt_x</p:attrName>
                                        </p:attrNameLst>
                                      </p:cBhvr>
                                      <p:tavLst>
                                        <p:tav tm="0">
                                          <p:val>
                                            <p:strVal val="#ppt_x"/>
                                          </p:val>
                                        </p:tav>
                                        <p:tav tm="100000">
                                          <p:val>
                                            <p:strVal val="#ppt_x"/>
                                          </p:val>
                                        </p:tav>
                                      </p:tavLst>
                                    </p:anim>
                                    <p:anim calcmode="lin" valueType="num">
                                      <p:cBhvr additive="base">
                                        <p:cTn id="51" dur="500" fill="hold"/>
                                        <p:tgtEl>
                                          <p:spTgt spid="26710"/>
                                        </p:tgtEl>
                                        <p:attrNameLst>
                                          <p:attrName>ppt_y</p:attrName>
                                        </p:attrNameLst>
                                      </p:cBhvr>
                                      <p:tavLst>
                                        <p:tav tm="0">
                                          <p:val>
                                            <p:strVal val="1+#ppt_h/2"/>
                                          </p:val>
                                        </p:tav>
                                        <p:tav tm="100000">
                                          <p:val>
                                            <p:strVal val="#ppt_y"/>
                                          </p:val>
                                        </p:tav>
                                      </p:tavLst>
                                    </p:anim>
                                  </p:childTnLst>
                                </p:cTn>
                              </p:par>
                            </p:childTnLst>
                          </p:cTn>
                        </p:par>
                      </p:childTnLst>
                    </p:cTn>
                  </p:par>
                  <p:par>
                    <p:cTn id="52" fill="hold" nodeType="clickPar">
                      <p:stCondLst>
                        <p:cond delay="indefinite"/>
                      </p:stCondLst>
                      <p:childTnLst>
                        <p:par>
                          <p:cTn id="53" fill="hold" nodeType="withGroup">
                            <p:stCondLst>
                              <p:cond delay="0"/>
                            </p:stCondLst>
                            <p:childTnLst>
                              <p:par>
                                <p:cTn id="54" presetID="2" presetClass="entr" presetSubtype="4" fill="hold" nodeType="clickEffect">
                                  <p:stCondLst>
                                    <p:cond delay="0"/>
                                  </p:stCondLst>
                                  <p:childTnLst>
                                    <p:set>
                                      <p:cBhvr>
                                        <p:cTn id="55" dur="1" fill="hold">
                                          <p:stCondLst>
                                            <p:cond delay="0"/>
                                          </p:stCondLst>
                                        </p:cTn>
                                        <p:tgtEl>
                                          <p:spTgt spid="26705"/>
                                        </p:tgtEl>
                                        <p:attrNameLst>
                                          <p:attrName>style.visibility</p:attrName>
                                        </p:attrNameLst>
                                      </p:cBhvr>
                                      <p:to>
                                        <p:strVal val="visible"/>
                                      </p:to>
                                    </p:set>
                                    <p:anim calcmode="lin" valueType="num">
                                      <p:cBhvr additive="base">
                                        <p:cTn id="56" dur="500" fill="hold"/>
                                        <p:tgtEl>
                                          <p:spTgt spid="26705"/>
                                        </p:tgtEl>
                                        <p:attrNameLst>
                                          <p:attrName>ppt_x</p:attrName>
                                        </p:attrNameLst>
                                      </p:cBhvr>
                                      <p:tavLst>
                                        <p:tav tm="0">
                                          <p:val>
                                            <p:strVal val="#ppt_x"/>
                                          </p:val>
                                        </p:tav>
                                        <p:tav tm="100000">
                                          <p:val>
                                            <p:strVal val="#ppt_x"/>
                                          </p:val>
                                        </p:tav>
                                      </p:tavLst>
                                    </p:anim>
                                    <p:anim calcmode="lin" valueType="num">
                                      <p:cBhvr additive="base">
                                        <p:cTn id="57" dur="500" fill="hold"/>
                                        <p:tgtEl>
                                          <p:spTgt spid="2670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59" grpId="0" autoUpdateAnimBg="0"/>
      <p:bldP spid="26660" grpId="0" build="p" autoUpdateAnimBg="0"/>
      <p:bldP spid="26707" grpId="0" autoUpdateAnimBg="0"/>
      <p:bldP spid="26708" grpId="0" build="p" autoUpdateAnimBg="0"/>
      <p:bldP spid="26710" grpId="0" autoUpdateAnimBg="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ext Box 2"/>
          <p:cNvSpPr txBox="1">
            <a:spLocks noChangeArrowheads="1"/>
          </p:cNvSpPr>
          <p:nvPr/>
        </p:nvSpPr>
        <p:spPr bwMode="auto">
          <a:xfrm>
            <a:off x="765175" y="227013"/>
            <a:ext cx="42672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spcBef>
                <a:spcPct val="50000"/>
              </a:spcBef>
            </a:pPr>
            <a:r>
              <a:rPr lang="zh-CN" altLang="en-US">
                <a:solidFill>
                  <a:srgbClr val="FF3300"/>
                </a:solidFill>
                <a:latin typeface="Times New Roman" panose="02020603050405020304" pitchFamily="18" charset="0"/>
              </a:rPr>
              <a:t>例</a:t>
            </a:r>
            <a:r>
              <a:rPr lang="en-US" altLang="zh-CN">
                <a:solidFill>
                  <a:srgbClr val="FF3300"/>
                </a:solidFill>
                <a:latin typeface="Times New Roman" panose="02020603050405020304" pitchFamily="18" charset="0"/>
              </a:rPr>
              <a:t>2     </a:t>
            </a:r>
            <a:r>
              <a:rPr lang="zh-CN" altLang="en-US">
                <a:solidFill>
                  <a:schemeClr val="tx2"/>
                </a:solidFill>
                <a:latin typeface="Times New Roman" panose="02020603050405020304" pitchFamily="18" charset="0"/>
              </a:rPr>
              <a:t>求所示电路的</a:t>
            </a:r>
            <a:r>
              <a:rPr lang="en-US" altLang="zh-CN">
                <a:solidFill>
                  <a:schemeClr val="tx2"/>
                </a:solidFill>
                <a:latin typeface="Times New Roman" panose="02020603050405020304" pitchFamily="18" charset="0"/>
              </a:rPr>
              <a:t>Y</a:t>
            </a:r>
            <a:r>
              <a:rPr lang="zh-CN" altLang="en-US">
                <a:solidFill>
                  <a:schemeClr val="tx2"/>
                </a:solidFill>
                <a:latin typeface="Times New Roman" panose="02020603050405020304" pitchFamily="18" charset="0"/>
              </a:rPr>
              <a:t>参数。</a:t>
            </a:r>
            <a:r>
              <a:rPr lang="zh-CN" altLang="en-US">
                <a:solidFill>
                  <a:srgbClr val="FF3300"/>
                </a:solidFill>
                <a:latin typeface="Times New Roman" panose="02020603050405020304" pitchFamily="18" charset="0"/>
              </a:rPr>
              <a:t>       </a:t>
            </a:r>
            <a:endParaRPr lang="zh-CN" altLang="en-US">
              <a:solidFill>
                <a:schemeClr val="accent2"/>
              </a:solidFill>
              <a:latin typeface="Times New Roman" panose="02020603050405020304" pitchFamily="18" charset="0"/>
            </a:endParaRPr>
          </a:p>
        </p:txBody>
      </p:sp>
      <p:graphicFrame>
        <p:nvGraphicFramePr>
          <p:cNvPr id="27651" name="Object 3"/>
          <p:cNvGraphicFramePr>
            <a:graphicFrameLocks noChangeAspect="1"/>
          </p:cNvGraphicFramePr>
          <p:nvPr/>
        </p:nvGraphicFramePr>
        <p:xfrm>
          <a:off x="5946775" y="2408238"/>
          <a:ext cx="2857500" cy="912812"/>
        </p:xfrm>
        <a:graphic>
          <a:graphicData uri="http://schemas.openxmlformats.org/presentationml/2006/ole">
            <mc:AlternateContent xmlns:mc="http://schemas.openxmlformats.org/markup-compatibility/2006">
              <mc:Choice xmlns:v="urn:schemas-microsoft-com:vml" Requires="v">
                <p:oleObj spid="_x0000_s181528" name="公式" r:id="rId3" imgW="1434960" imgH="457200" progId="Equation.3">
                  <p:embed/>
                </p:oleObj>
              </mc:Choice>
              <mc:Fallback>
                <p:oleObj name="公式" r:id="rId3" imgW="1434960" imgH="45720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46775" y="2408238"/>
                        <a:ext cx="2857500" cy="912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7652" name="Object 4"/>
          <p:cNvGraphicFramePr>
            <a:graphicFrameLocks noChangeAspect="1"/>
          </p:cNvGraphicFramePr>
          <p:nvPr/>
        </p:nvGraphicFramePr>
        <p:xfrm>
          <a:off x="5946775" y="3236913"/>
          <a:ext cx="2965450" cy="914400"/>
        </p:xfrm>
        <a:graphic>
          <a:graphicData uri="http://schemas.openxmlformats.org/presentationml/2006/ole">
            <mc:AlternateContent xmlns:mc="http://schemas.openxmlformats.org/markup-compatibility/2006">
              <mc:Choice xmlns:v="urn:schemas-microsoft-com:vml" Requires="v">
                <p:oleObj spid="_x0000_s181529" name="公式" r:id="rId5" imgW="1485720" imgH="457200" progId="Equation.3">
                  <p:embed/>
                </p:oleObj>
              </mc:Choice>
              <mc:Fallback>
                <p:oleObj name="公式" r:id="rId5" imgW="1485720" imgH="457200" progId="Equation.3">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946775" y="3236913"/>
                        <a:ext cx="2965450"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7784" name="Group 136"/>
          <p:cNvGrpSpPr>
            <a:grpSpLocks/>
          </p:cNvGrpSpPr>
          <p:nvPr/>
        </p:nvGrpSpPr>
        <p:grpSpPr bwMode="auto">
          <a:xfrm>
            <a:off x="4794250" y="3054350"/>
            <a:ext cx="990600" cy="1200150"/>
            <a:chOff x="2894" y="1924"/>
            <a:chExt cx="624" cy="756"/>
          </a:xfrm>
        </p:grpSpPr>
        <p:graphicFrame>
          <p:nvGraphicFramePr>
            <p:cNvPr id="27654" name="Object 6"/>
            <p:cNvGraphicFramePr>
              <a:graphicFrameLocks noChangeAspect="1"/>
            </p:cNvGraphicFramePr>
            <p:nvPr/>
          </p:nvGraphicFramePr>
          <p:xfrm>
            <a:off x="2956" y="2085"/>
            <a:ext cx="562" cy="288"/>
          </p:xfrm>
          <a:graphic>
            <a:graphicData uri="http://schemas.openxmlformats.org/presentationml/2006/ole">
              <mc:AlternateContent xmlns:mc="http://schemas.openxmlformats.org/markup-compatibility/2006">
                <mc:Choice xmlns:v="urn:schemas-microsoft-com:vml" Requires="v">
                  <p:oleObj spid="_x0000_s181530" name="Equation" r:id="rId7" imgW="444240" imgH="228600" progId="Equation.3">
                    <p:embed/>
                  </p:oleObj>
                </mc:Choice>
                <mc:Fallback>
                  <p:oleObj name="Equation" r:id="rId7" imgW="444240" imgH="228600" progId="Equation.3">
                    <p:embed/>
                    <p:pic>
                      <p:nvPicPr>
                        <p:cNvPr id="0"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56" y="2085"/>
                          <a:ext cx="562"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7655" name="Line 7"/>
            <p:cNvSpPr>
              <a:spLocks noChangeShapeType="1"/>
            </p:cNvSpPr>
            <p:nvPr/>
          </p:nvSpPr>
          <p:spPr bwMode="auto">
            <a:xfrm>
              <a:off x="2894" y="1924"/>
              <a:ext cx="0" cy="756"/>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27787" name="Group 139"/>
          <p:cNvGrpSpPr>
            <a:grpSpLocks/>
          </p:cNvGrpSpPr>
          <p:nvPr/>
        </p:nvGrpSpPr>
        <p:grpSpPr bwMode="auto">
          <a:xfrm>
            <a:off x="555625" y="4843463"/>
            <a:ext cx="977900" cy="1273175"/>
            <a:chOff x="224" y="3051"/>
            <a:chExt cx="616" cy="802"/>
          </a:xfrm>
        </p:grpSpPr>
        <p:graphicFrame>
          <p:nvGraphicFramePr>
            <p:cNvPr id="27657" name="Object 9"/>
            <p:cNvGraphicFramePr>
              <a:graphicFrameLocks noChangeAspect="1"/>
            </p:cNvGraphicFramePr>
            <p:nvPr/>
          </p:nvGraphicFramePr>
          <p:xfrm>
            <a:off x="224" y="3221"/>
            <a:ext cx="562" cy="288"/>
          </p:xfrm>
          <a:graphic>
            <a:graphicData uri="http://schemas.openxmlformats.org/presentationml/2006/ole">
              <mc:AlternateContent xmlns:mc="http://schemas.openxmlformats.org/markup-compatibility/2006">
                <mc:Choice xmlns:v="urn:schemas-microsoft-com:vml" Requires="v">
                  <p:oleObj spid="_x0000_s181531" name="Equation" r:id="rId9" imgW="444240" imgH="228600" progId="Equation.3">
                    <p:embed/>
                  </p:oleObj>
                </mc:Choice>
                <mc:Fallback>
                  <p:oleObj name="Equation" r:id="rId9" imgW="444240" imgH="228600" progId="Equation.3">
                    <p:embed/>
                    <p:pic>
                      <p:nvPicPr>
                        <p:cNvPr id="0" name="Object 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24" y="3221"/>
                          <a:ext cx="562"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7658" name="Line 10"/>
            <p:cNvSpPr>
              <a:spLocks noChangeShapeType="1"/>
            </p:cNvSpPr>
            <p:nvPr/>
          </p:nvSpPr>
          <p:spPr bwMode="auto">
            <a:xfrm>
              <a:off x="840" y="3051"/>
              <a:ext cx="0" cy="802"/>
            </a:xfrm>
            <a:prstGeom prst="line">
              <a:avLst/>
            </a:prstGeom>
            <a:noFill/>
            <a:ln w="31750">
              <a:solidFill>
                <a:srgbClr val="FF33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aphicFrame>
        <p:nvGraphicFramePr>
          <p:cNvPr id="27659" name="Object 11"/>
          <p:cNvGraphicFramePr>
            <a:graphicFrameLocks noChangeAspect="1"/>
          </p:cNvGraphicFramePr>
          <p:nvPr/>
        </p:nvGraphicFramePr>
        <p:xfrm>
          <a:off x="5886450" y="4321175"/>
          <a:ext cx="2493963" cy="917575"/>
        </p:xfrm>
        <a:graphic>
          <a:graphicData uri="http://schemas.openxmlformats.org/presentationml/2006/ole">
            <mc:AlternateContent xmlns:mc="http://schemas.openxmlformats.org/markup-compatibility/2006">
              <mc:Choice xmlns:v="urn:schemas-microsoft-com:vml" Requires="v">
                <p:oleObj spid="_x0000_s181532" name="公式" r:id="rId11" imgW="1244520" imgH="457200" progId="Equation.3">
                  <p:embed/>
                </p:oleObj>
              </mc:Choice>
              <mc:Fallback>
                <p:oleObj name="公式" r:id="rId11" imgW="1244520" imgH="457200" progId="Equation.3">
                  <p:embed/>
                  <p:pic>
                    <p:nvPicPr>
                      <p:cNvPr id="0" name="Object 1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886450" y="4321175"/>
                        <a:ext cx="2493963" cy="917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7660" name="Object 12"/>
          <p:cNvGraphicFramePr>
            <a:graphicFrameLocks noChangeAspect="1"/>
          </p:cNvGraphicFramePr>
          <p:nvPr/>
        </p:nvGraphicFramePr>
        <p:xfrm>
          <a:off x="5899150" y="5454650"/>
          <a:ext cx="2311400" cy="912813"/>
        </p:xfrm>
        <a:graphic>
          <a:graphicData uri="http://schemas.openxmlformats.org/presentationml/2006/ole">
            <mc:AlternateContent xmlns:mc="http://schemas.openxmlformats.org/markup-compatibility/2006">
              <mc:Choice xmlns:v="urn:schemas-microsoft-com:vml" Requires="v">
                <p:oleObj spid="_x0000_s181533" name="公式" r:id="rId13" imgW="1155600" imgH="457200" progId="Equation.3">
                  <p:embed/>
                </p:oleObj>
              </mc:Choice>
              <mc:Fallback>
                <p:oleObj name="公式" r:id="rId13" imgW="1155600" imgH="457200" progId="Equation.3">
                  <p:embed/>
                  <p:pic>
                    <p:nvPicPr>
                      <p:cNvPr id="0" name="Object 12"/>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899150" y="5454650"/>
                        <a:ext cx="2311400" cy="912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7661" name="Text Box 13"/>
          <p:cNvSpPr txBox="1">
            <a:spLocks noChangeArrowheads="1"/>
          </p:cNvSpPr>
          <p:nvPr/>
        </p:nvSpPr>
        <p:spPr bwMode="auto">
          <a:xfrm>
            <a:off x="198438" y="1949450"/>
            <a:ext cx="1470025"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spcBef>
                <a:spcPct val="50000"/>
              </a:spcBef>
            </a:pPr>
            <a:r>
              <a:rPr lang="zh-CN" altLang="en-US">
                <a:solidFill>
                  <a:srgbClr val="FF3300"/>
                </a:solidFill>
              </a:rPr>
              <a:t>解法一</a:t>
            </a:r>
            <a:endParaRPr lang="zh-CN" altLang="en-US"/>
          </a:p>
        </p:txBody>
      </p:sp>
      <p:graphicFrame>
        <p:nvGraphicFramePr>
          <p:cNvPr id="27747" name="Object 99"/>
          <p:cNvGraphicFramePr>
            <a:graphicFrameLocks noChangeAspect="1"/>
          </p:cNvGraphicFramePr>
          <p:nvPr/>
        </p:nvGraphicFramePr>
        <p:xfrm>
          <a:off x="1214438" y="750888"/>
          <a:ext cx="3286125" cy="1162050"/>
        </p:xfrm>
        <a:graphic>
          <a:graphicData uri="http://schemas.openxmlformats.org/presentationml/2006/ole">
            <mc:AlternateContent xmlns:mc="http://schemas.openxmlformats.org/markup-compatibility/2006">
              <mc:Choice xmlns:v="urn:schemas-microsoft-com:vml" Requires="v">
                <p:oleObj spid="_x0000_s181534" name="公式" r:id="rId15" imgW="1257120" imgH="507960" progId="Equation.3">
                  <p:embed/>
                </p:oleObj>
              </mc:Choice>
              <mc:Fallback>
                <p:oleObj name="公式" r:id="rId15" imgW="1257120" imgH="507960" progId="Equation.3">
                  <p:embed/>
                  <p:pic>
                    <p:nvPicPr>
                      <p:cNvPr id="0" name="Object 99"/>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214438" y="750888"/>
                        <a:ext cx="3286125" cy="1162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7749" name="Text Box 101"/>
          <p:cNvSpPr txBox="1">
            <a:spLocks noChangeArrowheads="1"/>
          </p:cNvSpPr>
          <p:nvPr/>
        </p:nvSpPr>
        <p:spPr bwMode="auto">
          <a:xfrm>
            <a:off x="1695450" y="1982788"/>
            <a:ext cx="33464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l"/>
            <a:r>
              <a:rPr lang="zh-CN" altLang="en-US">
                <a:latin typeface="Times New Roman" panose="02020603050405020304" pitchFamily="18" charset="0"/>
              </a:rPr>
              <a:t>由实验测定得参数</a:t>
            </a:r>
          </a:p>
        </p:txBody>
      </p:sp>
      <p:grpSp>
        <p:nvGrpSpPr>
          <p:cNvPr id="27798" name="Group 150"/>
          <p:cNvGrpSpPr>
            <a:grpSpLocks/>
          </p:cNvGrpSpPr>
          <p:nvPr/>
        </p:nvGrpSpPr>
        <p:grpSpPr bwMode="auto">
          <a:xfrm>
            <a:off x="619125" y="2973388"/>
            <a:ext cx="442913" cy="1282700"/>
            <a:chOff x="407" y="1909"/>
            <a:chExt cx="279" cy="808"/>
          </a:xfrm>
        </p:grpSpPr>
        <p:sp>
          <p:nvSpPr>
            <p:cNvPr id="27669" name="Text Box 21"/>
            <p:cNvSpPr txBox="1">
              <a:spLocks noChangeArrowheads="1"/>
            </p:cNvSpPr>
            <p:nvPr/>
          </p:nvSpPr>
          <p:spPr bwMode="auto">
            <a:xfrm>
              <a:off x="418" y="1909"/>
              <a:ext cx="267" cy="288"/>
            </a:xfrm>
            <a:prstGeom prst="rect">
              <a:avLst/>
            </a:prstGeom>
            <a:noFill/>
            <a:ln>
              <a:noFill/>
            </a:ln>
            <a:extLst>
              <a:ext uri="{909E8E84-426E-40DD-AFC4-6F175D3DCCD1}">
                <a14:hiddenFill xmlns:a14="http://schemas.microsoft.com/office/drawing/2010/main">
                  <a:solidFill>
                    <a:srgbClr val="F9FFE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spcBef>
                  <a:spcPct val="50000"/>
                </a:spcBef>
              </a:pPr>
              <a:r>
                <a:rPr lang="en-US" altLang="zh-CN">
                  <a:latin typeface="Times New Roman" panose="02020603050405020304" pitchFamily="18" charset="0"/>
                </a:rPr>
                <a:t>+</a:t>
              </a:r>
            </a:p>
          </p:txBody>
        </p:sp>
        <p:sp>
          <p:nvSpPr>
            <p:cNvPr id="27670" name="Text Box 22"/>
            <p:cNvSpPr txBox="1">
              <a:spLocks noChangeArrowheads="1"/>
            </p:cNvSpPr>
            <p:nvPr/>
          </p:nvSpPr>
          <p:spPr bwMode="auto">
            <a:xfrm>
              <a:off x="419" y="2429"/>
              <a:ext cx="267" cy="288"/>
            </a:xfrm>
            <a:prstGeom prst="rect">
              <a:avLst/>
            </a:prstGeom>
            <a:noFill/>
            <a:ln>
              <a:noFill/>
            </a:ln>
            <a:extLst>
              <a:ext uri="{909E8E84-426E-40DD-AFC4-6F175D3DCCD1}">
                <a14:hiddenFill xmlns:a14="http://schemas.microsoft.com/office/drawing/2010/main">
                  <a:solidFill>
                    <a:srgbClr val="F9FFE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spcBef>
                  <a:spcPct val="50000"/>
                </a:spcBef>
              </a:pPr>
              <a:r>
                <a:rPr lang="en-US" altLang="zh-CN">
                  <a:latin typeface="黑体" panose="02010609060101010101" pitchFamily="49" charset="-122"/>
                  <a:ea typeface="黑体" panose="02010609060101010101" pitchFamily="49" charset="-122"/>
                </a:rPr>
                <a:t>-</a:t>
              </a:r>
            </a:p>
          </p:txBody>
        </p:sp>
        <p:graphicFrame>
          <p:nvGraphicFramePr>
            <p:cNvPr id="27671" name="Object 23"/>
            <p:cNvGraphicFramePr>
              <a:graphicFrameLocks noChangeAspect="1"/>
            </p:cNvGraphicFramePr>
            <p:nvPr/>
          </p:nvGraphicFramePr>
          <p:xfrm>
            <a:off x="407" y="2138"/>
            <a:ext cx="256" cy="290"/>
          </p:xfrm>
          <a:graphic>
            <a:graphicData uri="http://schemas.openxmlformats.org/presentationml/2006/ole">
              <mc:AlternateContent xmlns:mc="http://schemas.openxmlformats.org/markup-compatibility/2006">
                <mc:Choice xmlns:v="urn:schemas-microsoft-com:vml" Requires="v">
                  <p:oleObj spid="_x0000_s181535" name="Equation" r:id="rId17" imgW="203040" imgH="228600" progId="Equation.3">
                    <p:embed/>
                  </p:oleObj>
                </mc:Choice>
                <mc:Fallback>
                  <p:oleObj name="Equation" r:id="rId17" imgW="203040" imgH="228600" progId="Equation.3">
                    <p:embed/>
                    <p:pic>
                      <p:nvPicPr>
                        <p:cNvPr id="0" name="Object 23"/>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07" y="2138"/>
                          <a:ext cx="256" cy="290"/>
                        </a:xfrm>
                        <a:prstGeom prst="rect">
                          <a:avLst/>
                        </a:prstGeom>
                        <a:noFill/>
                        <a:ln>
                          <a:noFill/>
                        </a:ln>
                        <a:effectLst/>
                        <a:extLst>
                          <a:ext uri="{909E8E84-426E-40DD-AFC4-6F175D3DCCD1}">
                            <a14:hiddenFill xmlns:a14="http://schemas.microsoft.com/office/drawing/2010/main">
                              <a:solidFill>
                                <a:srgbClr val="F9FFE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27803" name="Group 155"/>
          <p:cNvGrpSpPr>
            <a:grpSpLocks/>
          </p:cNvGrpSpPr>
          <p:nvPr/>
        </p:nvGrpSpPr>
        <p:grpSpPr bwMode="auto">
          <a:xfrm>
            <a:off x="989013" y="2447925"/>
            <a:ext cx="3851275" cy="1885950"/>
            <a:chOff x="497" y="1542"/>
            <a:chExt cx="2426" cy="1188"/>
          </a:xfrm>
        </p:grpSpPr>
        <p:sp>
          <p:nvSpPr>
            <p:cNvPr id="27667" name="Line 19"/>
            <p:cNvSpPr>
              <a:spLocks noChangeShapeType="1"/>
            </p:cNvSpPr>
            <p:nvPr/>
          </p:nvSpPr>
          <p:spPr bwMode="auto">
            <a:xfrm>
              <a:off x="574" y="2700"/>
              <a:ext cx="2283" cy="1"/>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27800" name="Group 152"/>
            <p:cNvGrpSpPr>
              <a:grpSpLocks/>
            </p:cNvGrpSpPr>
            <p:nvPr/>
          </p:nvGrpSpPr>
          <p:grpSpPr bwMode="auto">
            <a:xfrm>
              <a:off x="497" y="1542"/>
              <a:ext cx="2426" cy="1188"/>
              <a:chOff x="497" y="1542"/>
              <a:chExt cx="2426" cy="1188"/>
            </a:xfrm>
          </p:grpSpPr>
          <p:sp>
            <p:nvSpPr>
              <p:cNvPr id="27665" name="Line 17"/>
              <p:cNvSpPr>
                <a:spLocks noChangeShapeType="1"/>
              </p:cNvSpPr>
              <p:nvPr/>
            </p:nvSpPr>
            <p:spPr bwMode="auto">
              <a:xfrm>
                <a:off x="1846" y="1899"/>
                <a:ext cx="1006" cy="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27799" name="Group 151"/>
              <p:cNvGrpSpPr>
                <a:grpSpLocks/>
              </p:cNvGrpSpPr>
              <p:nvPr/>
            </p:nvGrpSpPr>
            <p:grpSpPr bwMode="auto">
              <a:xfrm>
                <a:off x="497" y="1542"/>
                <a:ext cx="2426" cy="1188"/>
                <a:chOff x="497" y="1542"/>
                <a:chExt cx="2426" cy="1188"/>
              </a:xfrm>
            </p:grpSpPr>
            <p:graphicFrame>
              <p:nvGraphicFramePr>
                <p:cNvPr id="27663" name="Object 15"/>
                <p:cNvGraphicFramePr>
                  <a:graphicFrameLocks noChangeAspect="1"/>
                </p:cNvGraphicFramePr>
                <p:nvPr/>
              </p:nvGraphicFramePr>
              <p:xfrm>
                <a:off x="1748" y="2047"/>
                <a:ext cx="369" cy="288"/>
              </p:xfrm>
              <a:graphic>
                <a:graphicData uri="http://schemas.openxmlformats.org/presentationml/2006/ole">
                  <mc:AlternateContent xmlns:mc="http://schemas.openxmlformats.org/markup-compatibility/2006">
                    <mc:Choice xmlns:v="urn:schemas-microsoft-com:vml" Requires="v">
                      <p:oleObj spid="_x0000_s181536" name="Equation" r:id="rId19" imgW="291960" imgH="228600" progId="Equation.3">
                        <p:embed/>
                      </p:oleObj>
                    </mc:Choice>
                    <mc:Fallback>
                      <p:oleObj name="Equation" r:id="rId19" imgW="291960" imgH="228600" progId="Equation.3">
                        <p:embed/>
                        <p:pic>
                          <p:nvPicPr>
                            <p:cNvPr id="0" name="Object 15"/>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748" y="2047"/>
                              <a:ext cx="369"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7664" name="Rectangle 16"/>
                <p:cNvSpPr>
                  <a:spLocks noChangeArrowheads="1"/>
                </p:cNvSpPr>
                <p:nvPr/>
              </p:nvSpPr>
              <p:spPr bwMode="auto">
                <a:xfrm>
                  <a:off x="1518" y="1848"/>
                  <a:ext cx="322" cy="114"/>
                </a:xfrm>
                <a:prstGeom prst="rect">
                  <a:avLst/>
                </a:prstGeom>
                <a:solidFill>
                  <a:srgbClr val="FFFF99"/>
                </a:solidFill>
                <a:ln w="31750">
                  <a:solidFill>
                    <a:srgbClr val="000000"/>
                  </a:solidFill>
                  <a:miter lim="800000"/>
                  <a:headEnd/>
                  <a:tailEnd/>
                </a:ln>
              </p:spPr>
              <p:txBody>
                <a:bodyPr/>
                <a:lstStyle/>
                <a:p>
                  <a:endParaRPr lang="zh-CN" altLang="en-US"/>
                </a:p>
              </p:txBody>
            </p:sp>
            <p:sp>
              <p:nvSpPr>
                <p:cNvPr id="27666" name="Line 18"/>
                <p:cNvSpPr>
                  <a:spLocks noChangeShapeType="1"/>
                </p:cNvSpPr>
                <p:nvPr/>
              </p:nvSpPr>
              <p:spPr bwMode="auto">
                <a:xfrm flipH="1">
                  <a:off x="562" y="1899"/>
                  <a:ext cx="955" cy="1"/>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668" name="Rectangle 20"/>
                <p:cNvSpPr>
                  <a:spLocks noChangeArrowheads="1"/>
                </p:cNvSpPr>
                <p:nvPr/>
              </p:nvSpPr>
              <p:spPr bwMode="auto">
                <a:xfrm>
                  <a:off x="1504" y="1566"/>
                  <a:ext cx="294" cy="230"/>
                </a:xfrm>
                <a:prstGeom prst="rect">
                  <a:avLst/>
                </a:prstGeom>
                <a:noFill/>
                <a:ln>
                  <a:noFill/>
                </a:ln>
                <a:extLst>
                  <a:ext uri="{909E8E84-426E-40DD-AFC4-6F175D3DCCD1}">
                    <a14:hiddenFill xmlns:a14="http://schemas.microsoft.com/office/drawing/2010/main">
                      <a:solidFill>
                        <a:srgbClr val="F9FFE1"/>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eaLnBrk="1" hangingPunct="1"/>
                  <a:r>
                    <a:rPr lang="en-US" altLang="zh-CN">
                      <a:solidFill>
                        <a:srgbClr val="000000"/>
                      </a:solidFill>
                      <a:latin typeface="Times New Roman" panose="02020603050405020304" pitchFamily="18" charset="0"/>
                    </a:rPr>
                    <a:t> </a:t>
                  </a:r>
                  <a:r>
                    <a:rPr lang="en-US" altLang="zh-CN" i="1">
                      <a:solidFill>
                        <a:srgbClr val="000000"/>
                      </a:solidFill>
                      <a:latin typeface="Times New Roman" panose="02020603050405020304" pitchFamily="18" charset="0"/>
                    </a:rPr>
                    <a:t>Y</a:t>
                  </a:r>
                  <a:r>
                    <a:rPr lang="en-US" altLang="zh-CN" baseline="-25000">
                      <a:solidFill>
                        <a:srgbClr val="000000"/>
                      </a:solidFill>
                      <a:latin typeface="Times New Roman" panose="02020603050405020304" pitchFamily="18" charset="0"/>
                    </a:rPr>
                    <a:t>b</a:t>
                  </a:r>
                  <a:endParaRPr lang="en-US" altLang="zh-CN">
                    <a:latin typeface="Times New Roman" panose="02020603050405020304" pitchFamily="18" charset="0"/>
                  </a:endParaRPr>
                </a:p>
              </p:txBody>
            </p:sp>
            <p:graphicFrame>
              <p:nvGraphicFramePr>
                <p:cNvPr id="27672" name="Object 24"/>
                <p:cNvGraphicFramePr>
                  <a:graphicFrameLocks noChangeAspect="1"/>
                </p:cNvGraphicFramePr>
                <p:nvPr/>
              </p:nvGraphicFramePr>
              <p:xfrm>
                <a:off x="679" y="1548"/>
                <a:ext cx="208" cy="290"/>
              </p:xfrm>
              <a:graphic>
                <a:graphicData uri="http://schemas.openxmlformats.org/presentationml/2006/ole">
                  <mc:AlternateContent xmlns:mc="http://schemas.openxmlformats.org/markup-compatibility/2006">
                    <mc:Choice xmlns:v="urn:schemas-microsoft-com:vml" Requires="v">
                      <p:oleObj spid="_x0000_s181537" name="Equation" r:id="rId21" imgW="164880" imgH="228600" progId="Equation.3">
                        <p:embed/>
                      </p:oleObj>
                    </mc:Choice>
                    <mc:Fallback>
                      <p:oleObj name="Equation" r:id="rId21" imgW="164880" imgH="228600" progId="Equation.3">
                        <p:embed/>
                        <p:pic>
                          <p:nvPicPr>
                            <p:cNvPr id="0" name="Object 24"/>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679" y="1548"/>
                              <a:ext cx="208" cy="290"/>
                            </a:xfrm>
                            <a:prstGeom prst="rect">
                              <a:avLst/>
                            </a:prstGeom>
                            <a:noFill/>
                            <a:ln>
                              <a:noFill/>
                            </a:ln>
                            <a:effectLst/>
                            <a:extLst>
                              <a:ext uri="{909E8E84-426E-40DD-AFC4-6F175D3DCCD1}">
                                <a14:hiddenFill xmlns:a14="http://schemas.microsoft.com/office/drawing/2010/main">
                                  <a:solidFill>
                                    <a:srgbClr val="F9FFE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7673" name="Object 25"/>
                <p:cNvGraphicFramePr>
                  <a:graphicFrameLocks noChangeAspect="1"/>
                </p:cNvGraphicFramePr>
                <p:nvPr/>
              </p:nvGraphicFramePr>
              <p:xfrm>
                <a:off x="2539" y="1542"/>
                <a:ext cx="224" cy="290"/>
              </p:xfrm>
              <a:graphic>
                <a:graphicData uri="http://schemas.openxmlformats.org/presentationml/2006/ole">
                  <mc:AlternateContent xmlns:mc="http://schemas.openxmlformats.org/markup-compatibility/2006">
                    <mc:Choice xmlns:v="urn:schemas-microsoft-com:vml" Requires="v">
                      <p:oleObj spid="_x0000_s181538" name="Equation" r:id="rId23" imgW="177480" imgH="228600" progId="Equation.3">
                        <p:embed/>
                      </p:oleObj>
                    </mc:Choice>
                    <mc:Fallback>
                      <p:oleObj name="Equation" r:id="rId23" imgW="177480" imgH="228600" progId="Equation.3">
                        <p:embed/>
                        <p:pic>
                          <p:nvPicPr>
                            <p:cNvPr id="0" name="Object 25"/>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2539" y="1542"/>
                              <a:ext cx="224" cy="290"/>
                            </a:xfrm>
                            <a:prstGeom prst="rect">
                              <a:avLst/>
                            </a:prstGeom>
                            <a:noFill/>
                            <a:ln>
                              <a:noFill/>
                            </a:ln>
                            <a:effectLst/>
                            <a:extLst>
                              <a:ext uri="{909E8E84-426E-40DD-AFC4-6F175D3DCCD1}">
                                <a14:hiddenFill xmlns:a14="http://schemas.microsoft.com/office/drawing/2010/main">
                                  <a:solidFill>
                                    <a:srgbClr val="F9FFE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7674" name="Line 26"/>
                <p:cNvSpPr>
                  <a:spLocks noChangeShapeType="1"/>
                </p:cNvSpPr>
                <p:nvPr/>
              </p:nvSpPr>
              <p:spPr bwMode="auto">
                <a:xfrm>
                  <a:off x="2212" y="1911"/>
                  <a:ext cx="1" cy="30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675" name="Line 27"/>
                <p:cNvSpPr>
                  <a:spLocks noChangeShapeType="1"/>
                </p:cNvSpPr>
                <p:nvPr/>
              </p:nvSpPr>
              <p:spPr bwMode="auto">
                <a:xfrm>
                  <a:off x="2212" y="2389"/>
                  <a:ext cx="1" cy="311"/>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676" name="Line 28"/>
                <p:cNvSpPr>
                  <a:spLocks noChangeShapeType="1"/>
                </p:cNvSpPr>
                <p:nvPr/>
              </p:nvSpPr>
              <p:spPr bwMode="auto">
                <a:xfrm>
                  <a:off x="1144" y="1905"/>
                  <a:ext cx="1" cy="30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677" name="Line 29"/>
                <p:cNvSpPr>
                  <a:spLocks noChangeShapeType="1"/>
                </p:cNvSpPr>
                <p:nvPr/>
              </p:nvSpPr>
              <p:spPr bwMode="auto">
                <a:xfrm>
                  <a:off x="1144" y="2383"/>
                  <a:ext cx="1" cy="311"/>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678" name="Oval 30"/>
                <p:cNvSpPr>
                  <a:spLocks noChangeArrowheads="1"/>
                </p:cNvSpPr>
                <p:nvPr/>
              </p:nvSpPr>
              <p:spPr bwMode="auto">
                <a:xfrm>
                  <a:off x="497" y="1864"/>
                  <a:ext cx="68" cy="68"/>
                </a:xfrm>
                <a:prstGeom prst="ellipse">
                  <a:avLst/>
                </a:prstGeom>
                <a:solidFill>
                  <a:srgbClr val="F9FFE1"/>
                </a:solidFill>
                <a:ln w="19050">
                  <a:solidFill>
                    <a:schemeClr val="tx1"/>
                  </a:solidFill>
                  <a:round/>
                  <a:headEnd/>
                  <a:tailEnd/>
                </a:ln>
              </p:spPr>
              <p:txBody>
                <a:bodyPr wrap="none" anchor="ctr"/>
                <a:lstStyle/>
                <a:p>
                  <a:endParaRPr lang="zh-CN" altLang="en-US"/>
                </a:p>
              </p:txBody>
            </p:sp>
            <p:sp>
              <p:nvSpPr>
                <p:cNvPr id="27679" name="Oval 31"/>
                <p:cNvSpPr>
                  <a:spLocks noChangeArrowheads="1"/>
                </p:cNvSpPr>
                <p:nvPr/>
              </p:nvSpPr>
              <p:spPr bwMode="auto">
                <a:xfrm>
                  <a:off x="515" y="2662"/>
                  <a:ext cx="68" cy="68"/>
                </a:xfrm>
                <a:prstGeom prst="ellipse">
                  <a:avLst/>
                </a:prstGeom>
                <a:solidFill>
                  <a:srgbClr val="F9FFE1"/>
                </a:solidFill>
                <a:ln w="19050">
                  <a:solidFill>
                    <a:schemeClr val="tx1"/>
                  </a:solidFill>
                  <a:round/>
                  <a:headEnd/>
                  <a:tailEnd/>
                </a:ln>
              </p:spPr>
              <p:txBody>
                <a:bodyPr wrap="none" anchor="ctr"/>
                <a:lstStyle/>
                <a:p>
                  <a:endParaRPr lang="zh-CN" altLang="en-US"/>
                </a:p>
              </p:txBody>
            </p:sp>
            <p:sp>
              <p:nvSpPr>
                <p:cNvPr id="27680" name="Oval 32"/>
                <p:cNvSpPr>
                  <a:spLocks noChangeArrowheads="1"/>
                </p:cNvSpPr>
                <p:nvPr/>
              </p:nvSpPr>
              <p:spPr bwMode="auto">
                <a:xfrm>
                  <a:off x="2843" y="1870"/>
                  <a:ext cx="68" cy="68"/>
                </a:xfrm>
                <a:prstGeom prst="ellipse">
                  <a:avLst/>
                </a:prstGeom>
                <a:solidFill>
                  <a:srgbClr val="F9FFE1"/>
                </a:solidFill>
                <a:ln w="19050">
                  <a:solidFill>
                    <a:schemeClr val="tx1"/>
                  </a:solidFill>
                  <a:round/>
                  <a:headEnd/>
                  <a:tailEnd/>
                </a:ln>
              </p:spPr>
              <p:txBody>
                <a:bodyPr wrap="none" anchor="ctr"/>
                <a:lstStyle/>
                <a:p>
                  <a:endParaRPr lang="zh-CN" altLang="en-US"/>
                </a:p>
              </p:txBody>
            </p:sp>
            <p:sp>
              <p:nvSpPr>
                <p:cNvPr id="27681" name="Oval 33"/>
                <p:cNvSpPr>
                  <a:spLocks noChangeArrowheads="1"/>
                </p:cNvSpPr>
                <p:nvPr/>
              </p:nvSpPr>
              <p:spPr bwMode="auto">
                <a:xfrm>
                  <a:off x="2855" y="2662"/>
                  <a:ext cx="68" cy="68"/>
                </a:xfrm>
                <a:prstGeom prst="ellipse">
                  <a:avLst/>
                </a:prstGeom>
                <a:solidFill>
                  <a:srgbClr val="F9FFE1"/>
                </a:solidFill>
                <a:ln w="19050">
                  <a:solidFill>
                    <a:schemeClr val="tx1"/>
                  </a:solidFill>
                  <a:round/>
                  <a:headEnd/>
                  <a:tailEnd/>
                </a:ln>
              </p:spPr>
              <p:txBody>
                <a:bodyPr wrap="none" anchor="ctr"/>
                <a:lstStyle/>
                <a:p>
                  <a:endParaRPr lang="zh-CN" altLang="en-US"/>
                </a:p>
              </p:txBody>
            </p:sp>
            <p:sp>
              <p:nvSpPr>
                <p:cNvPr id="27682" name="Rectangle 34"/>
                <p:cNvSpPr>
                  <a:spLocks noChangeArrowheads="1"/>
                </p:cNvSpPr>
                <p:nvPr/>
              </p:nvSpPr>
              <p:spPr bwMode="auto">
                <a:xfrm>
                  <a:off x="1216" y="2256"/>
                  <a:ext cx="294" cy="230"/>
                </a:xfrm>
                <a:prstGeom prst="rect">
                  <a:avLst/>
                </a:prstGeom>
                <a:noFill/>
                <a:ln>
                  <a:noFill/>
                </a:ln>
                <a:extLst>
                  <a:ext uri="{909E8E84-426E-40DD-AFC4-6F175D3DCCD1}">
                    <a14:hiddenFill xmlns:a14="http://schemas.microsoft.com/office/drawing/2010/main">
                      <a:solidFill>
                        <a:srgbClr val="F9FFE1"/>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eaLnBrk="1" hangingPunct="1"/>
                  <a:r>
                    <a:rPr lang="en-US" altLang="zh-CN">
                      <a:solidFill>
                        <a:srgbClr val="000000"/>
                      </a:solidFill>
                      <a:latin typeface="Times New Roman" panose="02020603050405020304" pitchFamily="18" charset="0"/>
                    </a:rPr>
                    <a:t> </a:t>
                  </a:r>
                  <a:r>
                    <a:rPr lang="en-US" altLang="zh-CN" i="1">
                      <a:solidFill>
                        <a:srgbClr val="000000"/>
                      </a:solidFill>
                      <a:latin typeface="Times New Roman" panose="02020603050405020304" pitchFamily="18" charset="0"/>
                    </a:rPr>
                    <a:t>Y</a:t>
                  </a:r>
                  <a:r>
                    <a:rPr lang="en-US" altLang="zh-CN" baseline="-25000">
                      <a:solidFill>
                        <a:srgbClr val="000000"/>
                      </a:solidFill>
                      <a:latin typeface="Times New Roman" panose="02020603050405020304" pitchFamily="18" charset="0"/>
                    </a:rPr>
                    <a:t>a</a:t>
                  </a:r>
                  <a:endParaRPr lang="en-US" altLang="zh-CN">
                    <a:latin typeface="Times New Roman" panose="02020603050405020304" pitchFamily="18" charset="0"/>
                  </a:endParaRPr>
                </a:p>
              </p:txBody>
            </p:sp>
            <p:sp>
              <p:nvSpPr>
                <p:cNvPr id="27683" name="Rectangle 35"/>
                <p:cNvSpPr>
                  <a:spLocks noChangeArrowheads="1"/>
                </p:cNvSpPr>
                <p:nvPr/>
              </p:nvSpPr>
              <p:spPr bwMode="auto">
                <a:xfrm>
                  <a:off x="1083" y="2106"/>
                  <a:ext cx="123" cy="313"/>
                </a:xfrm>
                <a:prstGeom prst="rect">
                  <a:avLst/>
                </a:prstGeom>
                <a:solidFill>
                  <a:srgbClr val="FFFF99"/>
                </a:solidFill>
                <a:ln w="31750">
                  <a:solidFill>
                    <a:srgbClr val="000000"/>
                  </a:solidFill>
                  <a:miter lim="800000"/>
                  <a:headEnd/>
                  <a:tailEnd/>
                </a:ln>
              </p:spPr>
              <p:txBody>
                <a:bodyPr/>
                <a:lstStyle/>
                <a:p>
                  <a:endParaRPr lang="zh-CN" altLang="en-US"/>
                </a:p>
              </p:txBody>
            </p:sp>
            <p:sp>
              <p:nvSpPr>
                <p:cNvPr id="27686" name="AutoShape 38"/>
                <p:cNvSpPr>
                  <a:spLocks noChangeArrowheads="1"/>
                </p:cNvSpPr>
                <p:nvPr/>
              </p:nvSpPr>
              <p:spPr bwMode="auto">
                <a:xfrm>
                  <a:off x="2106" y="2203"/>
                  <a:ext cx="216" cy="384"/>
                </a:xfrm>
                <a:prstGeom prst="diamond">
                  <a:avLst/>
                </a:prstGeom>
                <a:solidFill>
                  <a:srgbClr val="FFFF99"/>
                </a:solidFill>
                <a:ln w="31750">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27687" name="Line 39"/>
                <p:cNvSpPr>
                  <a:spLocks noChangeShapeType="1"/>
                </p:cNvSpPr>
                <p:nvPr/>
              </p:nvSpPr>
              <p:spPr bwMode="auto">
                <a:xfrm>
                  <a:off x="2106" y="2383"/>
                  <a:ext cx="210"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sp>
              <p:nvSpPr>
                <p:cNvPr id="27767" name="Line 119"/>
                <p:cNvSpPr>
                  <a:spLocks noChangeShapeType="1"/>
                </p:cNvSpPr>
                <p:nvPr/>
              </p:nvSpPr>
              <p:spPr bwMode="auto">
                <a:xfrm>
                  <a:off x="696" y="1852"/>
                  <a:ext cx="270"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7772" name="Line 124"/>
                <p:cNvSpPr>
                  <a:spLocks noChangeShapeType="1"/>
                </p:cNvSpPr>
                <p:nvPr/>
              </p:nvSpPr>
              <p:spPr bwMode="auto">
                <a:xfrm rot="-5400000">
                  <a:off x="2024" y="2068"/>
                  <a:ext cx="270"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7773" name="Line 125"/>
                <p:cNvSpPr>
                  <a:spLocks noChangeShapeType="1"/>
                </p:cNvSpPr>
                <p:nvPr/>
              </p:nvSpPr>
              <p:spPr bwMode="auto">
                <a:xfrm flipH="1">
                  <a:off x="2520" y="1852"/>
                  <a:ext cx="270"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grpSp>
      </p:grpSp>
      <p:grpSp>
        <p:nvGrpSpPr>
          <p:cNvPr id="27801" name="Group 153"/>
          <p:cNvGrpSpPr>
            <a:grpSpLocks/>
          </p:cNvGrpSpPr>
          <p:nvPr/>
        </p:nvGrpSpPr>
        <p:grpSpPr bwMode="auto">
          <a:xfrm>
            <a:off x="5210175" y="4835525"/>
            <a:ext cx="430213" cy="1328738"/>
            <a:chOff x="3060" y="3034"/>
            <a:chExt cx="271" cy="837"/>
          </a:xfrm>
        </p:grpSpPr>
        <p:sp>
          <p:nvSpPr>
            <p:cNvPr id="27696" name="Text Box 48"/>
            <p:cNvSpPr txBox="1">
              <a:spLocks noChangeArrowheads="1"/>
            </p:cNvSpPr>
            <p:nvPr/>
          </p:nvSpPr>
          <p:spPr bwMode="auto">
            <a:xfrm>
              <a:off x="3060" y="3034"/>
              <a:ext cx="268" cy="288"/>
            </a:xfrm>
            <a:prstGeom prst="rect">
              <a:avLst/>
            </a:prstGeom>
            <a:noFill/>
            <a:ln>
              <a:noFill/>
            </a:ln>
            <a:extLst>
              <a:ext uri="{909E8E84-426E-40DD-AFC4-6F175D3DCCD1}">
                <a14:hiddenFill xmlns:a14="http://schemas.microsoft.com/office/drawing/2010/main">
                  <a:solidFill>
                    <a:srgbClr val="F9FFE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spcBef>
                  <a:spcPct val="50000"/>
                </a:spcBef>
              </a:pPr>
              <a:r>
                <a:rPr lang="en-US" altLang="zh-CN">
                  <a:latin typeface="Times New Roman" panose="02020603050405020304" pitchFamily="18" charset="0"/>
                </a:rPr>
                <a:t>+</a:t>
              </a:r>
            </a:p>
          </p:txBody>
        </p:sp>
        <p:sp>
          <p:nvSpPr>
            <p:cNvPr id="27697" name="Text Box 49"/>
            <p:cNvSpPr txBox="1">
              <a:spLocks noChangeArrowheads="1"/>
            </p:cNvSpPr>
            <p:nvPr/>
          </p:nvSpPr>
          <p:spPr bwMode="auto">
            <a:xfrm>
              <a:off x="3064" y="3583"/>
              <a:ext cx="267" cy="288"/>
            </a:xfrm>
            <a:prstGeom prst="rect">
              <a:avLst/>
            </a:prstGeom>
            <a:noFill/>
            <a:ln>
              <a:noFill/>
            </a:ln>
            <a:extLst>
              <a:ext uri="{909E8E84-426E-40DD-AFC4-6F175D3DCCD1}">
                <a14:hiddenFill xmlns:a14="http://schemas.microsoft.com/office/drawing/2010/main">
                  <a:solidFill>
                    <a:srgbClr val="F9FFE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spcBef>
                  <a:spcPct val="50000"/>
                </a:spcBef>
              </a:pPr>
              <a:r>
                <a:rPr lang="en-US" altLang="zh-CN">
                  <a:latin typeface="黑体" panose="02010609060101010101" pitchFamily="49" charset="-122"/>
                  <a:ea typeface="黑体" panose="02010609060101010101" pitchFamily="49" charset="-122"/>
                </a:rPr>
                <a:t>-</a:t>
              </a:r>
            </a:p>
          </p:txBody>
        </p:sp>
        <p:graphicFrame>
          <p:nvGraphicFramePr>
            <p:cNvPr id="27698" name="Object 50"/>
            <p:cNvGraphicFramePr>
              <a:graphicFrameLocks noChangeAspect="1"/>
            </p:cNvGraphicFramePr>
            <p:nvPr/>
          </p:nvGraphicFramePr>
          <p:xfrm>
            <a:off x="3068" y="3244"/>
            <a:ext cx="256" cy="290"/>
          </p:xfrm>
          <a:graphic>
            <a:graphicData uri="http://schemas.openxmlformats.org/presentationml/2006/ole">
              <mc:AlternateContent xmlns:mc="http://schemas.openxmlformats.org/markup-compatibility/2006">
                <mc:Choice xmlns:v="urn:schemas-microsoft-com:vml" Requires="v">
                  <p:oleObj spid="_x0000_s181539" name="Equation" r:id="rId25" imgW="203040" imgH="228600" progId="Equation.3">
                    <p:embed/>
                  </p:oleObj>
                </mc:Choice>
                <mc:Fallback>
                  <p:oleObj name="Equation" r:id="rId25" imgW="203040" imgH="228600" progId="Equation.3">
                    <p:embed/>
                    <p:pic>
                      <p:nvPicPr>
                        <p:cNvPr id="0" name="Object 50"/>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3068" y="3244"/>
                          <a:ext cx="256" cy="290"/>
                        </a:xfrm>
                        <a:prstGeom prst="rect">
                          <a:avLst/>
                        </a:prstGeom>
                        <a:noFill/>
                        <a:ln>
                          <a:noFill/>
                        </a:ln>
                        <a:effectLst/>
                        <a:extLst>
                          <a:ext uri="{909E8E84-426E-40DD-AFC4-6F175D3DCCD1}">
                            <a14:hiddenFill xmlns:a14="http://schemas.microsoft.com/office/drawing/2010/main">
                              <a:solidFill>
                                <a:srgbClr val="F9FFE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27804" name="Group 156"/>
          <p:cNvGrpSpPr>
            <a:grpSpLocks/>
          </p:cNvGrpSpPr>
          <p:nvPr/>
        </p:nvGrpSpPr>
        <p:grpSpPr bwMode="auto">
          <a:xfrm>
            <a:off x="1460500" y="4276725"/>
            <a:ext cx="3851275" cy="1885950"/>
            <a:chOff x="794" y="2694"/>
            <a:chExt cx="2426" cy="1188"/>
          </a:xfrm>
        </p:grpSpPr>
        <p:graphicFrame>
          <p:nvGraphicFramePr>
            <p:cNvPr id="27699" name="Object 51"/>
            <p:cNvGraphicFramePr>
              <a:graphicFrameLocks noChangeAspect="1"/>
            </p:cNvGraphicFramePr>
            <p:nvPr/>
          </p:nvGraphicFramePr>
          <p:xfrm>
            <a:off x="976" y="2700"/>
            <a:ext cx="208" cy="290"/>
          </p:xfrm>
          <a:graphic>
            <a:graphicData uri="http://schemas.openxmlformats.org/presentationml/2006/ole">
              <mc:AlternateContent xmlns:mc="http://schemas.openxmlformats.org/markup-compatibility/2006">
                <mc:Choice xmlns:v="urn:schemas-microsoft-com:vml" Requires="v">
                  <p:oleObj spid="_x0000_s181540" name="Equation" r:id="rId27" imgW="164880" imgH="228600" progId="Equation.3">
                    <p:embed/>
                  </p:oleObj>
                </mc:Choice>
                <mc:Fallback>
                  <p:oleObj name="Equation" r:id="rId27" imgW="164880" imgH="228600" progId="Equation.3">
                    <p:embed/>
                    <p:pic>
                      <p:nvPicPr>
                        <p:cNvPr id="0" name="Object 51"/>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976" y="2700"/>
                          <a:ext cx="208" cy="290"/>
                        </a:xfrm>
                        <a:prstGeom prst="rect">
                          <a:avLst/>
                        </a:prstGeom>
                        <a:noFill/>
                        <a:ln>
                          <a:noFill/>
                        </a:ln>
                        <a:effectLst/>
                        <a:extLst>
                          <a:ext uri="{909E8E84-426E-40DD-AFC4-6F175D3DCCD1}">
                            <a14:hiddenFill xmlns:a14="http://schemas.microsoft.com/office/drawing/2010/main">
                              <a:solidFill>
                                <a:srgbClr val="F9FFE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7700" name="Object 52"/>
            <p:cNvGraphicFramePr>
              <a:graphicFrameLocks noChangeAspect="1"/>
            </p:cNvGraphicFramePr>
            <p:nvPr/>
          </p:nvGraphicFramePr>
          <p:xfrm>
            <a:off x="2836" y="2694"/>
            <a:ext cx="224" cy="290"/>
          </p:xfrm>
          <a:graphic>
            <a:graphicData uri="http://schemas.openxmlformats.org/presentationml/2006/ole">
              <mc:AlternateContent xmlns:mc="http://schemas.openxmlformats.org/markup-compatibility/2006">
                <mc:Choice xmlns:v="urn:schemas-microsoft-com:vml" Requires="v">
                  <p:oleObj spid="_x0000_s181541" name="Equation" r:id="rId29" imgW="177480" imgH="228600" progId="Equation.3">
                    <p:embed/>
                  </p:oleObj>
                </mc:Choice>
                <mc:Fallback>
                  <p:oleObj name="Equation" r:id="rId29" imgW="177480" imgH="228600" progId="Equation.3">
                    <p:embed/>
                    <p:pic>
                      <p:nvPicPr>
                        <p:cNvPr id="0" name="Object 52"/>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2836" y="2694"/>
                          <a:ext cx="224" cy="290"/>
                        </a:xfrm>
                        <a:prstGeom prst="rect">
                          <a:avLst/>
                        </a:prstGeom>
                        <a:noFill/>
                        <a:ln>
                          <a:noFill/>
                        </a:ln>
                        <a:effectLst/>
                        <a:extLst>
                          <a:ext uri="{909E8E84-426E-40DD-AFC4-6F175D3DCCD1}">
                            <a14:hiddenFill xmlns:a14="http://schemas.microsoft.com/office/drawing/2010/main">
                              <a:solidFill>
                                <a:srgbClr val="F9FFE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7802" name="Group 154"/>
            <p:cNvGrpSpPr>
              <a:grpSpLocks/>
            </p:cNvGrpSpPr>
            <p:nvPr/>
          </p:nvGrpSpPr>
          <p:grpSpPr bwMode="auto">
            <a:xfrm>
              <a:off x="794" y="2718"/>
              <a:ext cx="2426" cy="1164"/>
              <a:chOff x="794" y="2718"/>
              <a:chExt cx="2426" cy="1164"/>
            </a:xfrm>
          </p:grpSpPr>
          <p:graphicFrame>
            <p:nvGraphicFramePr>
              <p:cNvPr id="27690" name="Object 42"/>
              <p:cNvGraphicFramePr>
                <a:graphicFrameLocks noChangeAspect="1"/>
              </p:cNvGraphicFramePr>
              <p:nvPr/>
            </p:nvGraphicFramePr>
            <p:xfrm>
              <a:off x="2045" y="3199"/>
              <a:ext cx="369" cy="288"/>
            </p:xfrm>
            <a:graphic>
              <a:graphicData uri="http://schemas.openxmlformats.org/presentationml/2006/ole">
                <mc:AlternateContent xmlns:mc="http://schemas.openxmlformats.org/markup-compatibility/2006">
                  <mc:Choice xmlns:v="urn:schemas-microsoft-com:vml" Requires="v">
                    <p:oleObj spid="_x0000_s181542" name="Equation" r:id="rId31" imgW="291960" imgH="228600" progId="Equation.3">
                      <p:embed/>
                    </p:oleObj>
                  </mc:Choice>
                  <mc:Fallback>
                    <p:oleObj name="Equation" r:id="rId31" imgW="291960" imgH="228600" progId="Equation.3">
                      <p:embed/>
                      <p:pic>
                        <p:nvPicPr>
                          <p:cNvPr id="0" name="Object 42"/>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2045" y="3199"/>
                            <a:ext cx="369"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7691" name="Rectangle 43"/>
              <p:cNvSpPr>
                <a:spLocks noChangeArrowheads="1"/>
              </p:cNvSpPr>
              <p:nvPr/>
            </p:nvSpPr>
            <p:spPr bwMode="auto">
              <a:xfrm>
                <a:off x="1815" y="3000"/>
                <a:ext cx="322" cy="114"/>
              </a:xfrm>
              <a:prstGeom prst="rect">
                <a:avLst/>
              </a:prstGeom>
              <a:solidFill>
                <a:srgbClr val="FFFF99"/>
              </a:solidFill>
              <a:ln w="31750">
                <a:solidFill>
                  <a:srgbClr val="000000"/>
                </a:solidFill>
                <a:miter lim="800000"/>
                <a:headEnd/>
                <a:tailEnd/>
              </a:ln>
            </p:spPr>
            <p:txBody>
              <a:bodyPr/>
              <a:lstStyle/>
              <a:p>
                <a:endParaRPr lang="zh-CN" altLang="en-US"/>
              </a:p>
            </p:txBody>
          </p:sp>
          <p:sp>
            <p:nvSpPr>
              <p:cNvPr id="27692" name="Line 44"/>
              <p:cNvSpPr>
                <a:spLocks noChangeShapeType="1"/>
              </p:cNvSpPr>
              <p:nvPr/>
            </p:nvSpPr>
            <p:spPr bwMode="auto">
              <a:xfrm>
                <a:off x="2143" y="3051"/>
                <a:ext cx="1006" cy="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693" name="Line 45"/>
              <p:cNvSpPr>
                <a:spLocks noChangeShapeType="1"/>
              </p:cNvSpPr>
              <p:nvPr/>
            </p:nvSpPr>
            <p:spPr bwMode="auto">
              <a:xfrm flipH="1">
                <a:off x="859" y="3051"/>
                <a:ext cx="955" cy="1"/>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694" name="Line 46"/>
              <p:cNvSpPr>
                <a:spLocks noChangeShapeType="1"/>
              </p:cNvSpPr>
              <p:nvPr/>
            </p:nvSpPr>
            <p:spPr bwMode="auto">
              <a:xfrm>
                <a:off x="871" y="3852"/>
                <a:ext cx="2283" cy="1"/>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695" name="Rectangle 47"/>
              <p:cNvSpPr>
                <a:spLocks noChangeArrowheads="1"/>
              </p:cNvSpPr>
              <p:nvPr/>
            </p:nvSpPr>
            <p:spPr bwMode="auto">
              <a:xfrm>
                <a:off x="1801" y="2718"/>
                <a:ext cx="294" cy="230"/>
              </a:xfrm>
              <a:prstGeom prst="rect">
                <a:avLst/>
              </a:prstGeom>
              <a:noFill/>
              <a:ln>
                <a:noFill/>
              </a:ln>
              <a:extLst>
                <a:ext uri="{909E8E84-426E-40DD-AFC4-6F175D3DCCD1}">
                  <a14:hiddenFill xmlns:a14="http://schemas.microsoft.com/office/drawing/2010/main">
                    <a:solidFill>
                      <a:srgbClr val="F9FFE1"/>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eaLnBrk="1" hangingPunct="1"/>
                <a:r>
                  <a:rPr lang="en-US" altLang="zh-CN">
                    <a:solidFill>
                      <a:srgbClr val="000000"/>
                    </a:solidFill>
                    <a:latin typeface="Times New Roman" panose="02020603050405020304" pitchFamily="18" charset="0"/>
                  </a:rPr>
                  <a:t> </a:t>
                </a:r>
                <a:r>
                  <a:rPr lang="en-US" altLang="zh-CN" i="1">
                    <a:solidFill>
                      <a:srgbClr val="000000"/>
                    </a:solidFill>
                    <a:latin typeface="Times New Roman" panose="02020603050405020304" pitchFamily="18" charset="0"/>
                  </a:rPr>
                  <a:t>Y</a:t>
                </a:r>
                <a:r>
                  <a:rPr lang="en-US" altLang="zh-CN" baseline="-25000">
                    <a:solidFill>
                      <a:srgbClr val="000000"/>
                    </a:solidFill>
                    <a:latin typeface="Times New Roman" panose="02020603050405020304" pitchFamily="18" charset="0"/>
                  </a:rPr>
                  <a:t>b</a:t>
                </a:r>
                <a:endParaRPr lang="en-US" altLang="zh-CN">
                  <a:latin typeface="Times New Roman" panose="02020603050405020304" pitchFamily="18" charset="0"/>
                </a:endParaRPr>
              </a:p>
            </p:txBody>
          </p:sp>
          <p:sp>
            <p:nvSpPr>
              <p:cNvPr id="27701" name="Line 53"/>
              <p:cNvSpPr>
                <a:spLocks noChangeShapeType="1"/>
              </p:cNvSpPr>
              <p:nvPr/>
            </p:nvSpPr>
            <p:spPr bwMode="auto">
              <a:xfrm>
                <a:off x="2509" y="3063"/>
                <a:ext cx="1" cy="30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702" name="Line 54"/>
              <p:cNvSpPr>
                <a:spLocks noChangeShapeType="1"/>
              </p:cNvSpPr>
              <p:nvPr/>
            </p:nvSpPr>
            <p:spPr bwMode="auto">
              <a:xfrm>
                <a:off x="2509" y="3541"/>
                <a:ext cx="1" cy="311"/>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703" name="Line 55"/>
              <p:cNvSpPr>
                <a:spLocks noChangeShapeType="1"/>
              </p:cNvSpPr>
              <p:nvPr/>
            </p:nvSpPr>
            <p:spPr bwMode="auto">
              <a:xfrm>
                <a:off x="1441" y="3057"/>
                <a:ext cx="1" cy="30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704" name="Line 56"/>
              <p:cNvSpPr>
                <a:spLocks noChangeShapeType="1"/>
              </p:cNvSpPr>
              <p:nvPr/>
            </p:nvSpPr>
            <p:spPr bwMode="auto">
              <a:xfrm>
                <a:off x="1441" y="3535"/>
                <a:ext cx="1" cy="311"/>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705" name="Oval 57"/>
              <p:cNvSpPr>
                <a:spLocks noChangeArrowheads="1"/>
              </p:cNvSpPr>
              <p:nvPr/>
            </p:nvSpPr>
            <p:spPr bwMode="auto">
              <a:xfrm>
                <a:off x="794" y="3016"/>
                <a:ext cx="68" cy="68"/>
              </a:xfrm>
              <a:prstGeom prst="ellipse">
                <a:avLst/>
              </a:prstGeom>
              <a:solidFill>
                <a:srgbClr val="F9FFE1"/>
              </a:solidFill>
              <a:ln w="19050">
                <a:solidFill>
                  <a:schemeClr val="tx1"/>
                </a:solidFill>
                <a:round/>
                <a:headEnd/>
                <a:tailEnd/>
              </a:ln>
            </p:spPr>
            <p:txBody>
              <a:bodyPr wrap="none" anchor="ctr"/>
              <a:lstStyle/>
              <a:p>
                <a:endParaRPr lang="zh-CN" altLang="en-US"/>
              </a:p>
            </p:txBody>
          </p:sp>
          <p:sp>
            <p:nvSpPr>
              <p:cNvPr id="27706" name="Oval 58"/>
              <p:cNvSpPr>
                <a:spLocks noChangeArrowheads="1"/>
              </p:cNvSpPr>
              <p:nvPr/>
            </p:nvSpPr>
            <p:spPr bwMode="auto">
              <a:xfrm>
                <a:off x="812" y="3814"/>
                <a:ext cx="68" cy="68"/>
              </a:xfrm>
              <a:prstGeom prst="ellipse">
                <a:avLst/>
              </a:prstGeom>
              <a:solidFill>
                <a:srgbClr val="F9FFE1"/>
              </a:solidFill>
              <a:ln w="19050">
                <a:solidFill>
                  <a:schemeClr val="tx1"/>
                </a:solidFill>
                <a:round/>
                <a:headEnd/>
                <a:tailEnd/>
              </a:ln>
            </p:spPr>
            <p:txBody>
              <a:bodyPr wrap="none" anchor="ctr"/>
              <a:lstStyle/>
              <a:p>
                <a:endParaRPr lang="zh-CN" altLang="en-US"/>
              </a:p>
            </p:txBody>
          </p:sp>
          <p:sp>
            <p:nvSpPr>
              <p:cNvPr id="27707" name="Oval 59"/>
              <p:cNvSpPr>
                <a:spLocks noChangeArrowheads="1"/>
              </p:cNvSpPr>
              <p:nvPr/>
            </p:nvSpPr>
            <p:spPr bwMode="auto">
              <a:xfrm>
                <a:off x="3140" y="3022"/>
                <a:ext cx="68" cy="68"/>
              </a:xfrm>
              <a:prstGeom prst="ellipse">
                <a:avLst/>
              </a:prstGeom>
              <a:solidFill>
                <a:srgbClr val="F9FFE1"/>
              </a:solidFill>
              <a:ln w="19050">
                <a:solidFill>
                  <a:schemeClr val="tx1"/>
                </a:solidFill>
                <a:round/>
                <a:headEnd/>
                <a:tailEnd/>
              </a:ln>
            </p:spPr>
            <p:txBody>
              <a:bodyPr wrap="none" anchor="ctr"/>
              <a:lstStyle/>
              <a:p>
                <a:endParaRPr lang="zh-CN" altLang="en-US"/>
              </a:p>
            </p:txBody>
          </p:sp>
          <p:sp>
            <p:nvSpPr>
              <p:cNvPr id="27708" name="Oval 60"/>
              <p:cNvSpPr>
                <a:spLocks noChangeArrowheads="1"/>
              </p:cNvSpPr>
              <p:nvPr/>
            </p:nvSpPr>
            <p:spPr bwMode="auto">
              <a:xfrm>
                <a:off x="3152" y="3814"/>
                <a:ext cx="68" cy="68"/>
              </a:xfrm>
              <a:prstGeom prst="ellipse">
                <a:avLst/>
              </a:prstGeom>
              <a:solidFill>
                <a:srgbClr val="F9FFE1"/>
              </a:solidFill>
              <a:ln w="19050">
                <a:solidFill>
                  <a:schemeClr val="tx1"/>
                </a:solidFill>
                <a:round/>
                <a:headEnd/>
                <a:tailEnd/>
              </a:ln>
            </p:spPr>
            <p:txBody>
              <a:bodyPr wrap="none" anchor="ctr"/>
              <a:lstStyle/>
              <a:p>
                <a:endParaRPr lang="zh-CN" altLang="en-US"/>
              </a:p>
            </p:txBody>
          </p:sp>
          <p:sp>
            <p:nvSpPr>
              <p:cNvPr id="27709" name="Rectangle 61"/>
              <p:cNvSpPr>
                <a:spLocks noChangeArrowheads="1"/>
              </p:cNvSpPr>
              <p:nvPr/>
            </p:nvSpPr>
            <p:spPr bwMode="auto">
              <a:xfrm>
                <a:off x="1513" y="3408"/>
                <a:ext cx="294" cy="230"/>
              </a:xfrm>
              <a:prstGeom prst="rect">
                <a:avLst/>
              </a:prstGeom>
              <a:noFill/>
              <a:ln>
                <a:noFill/>
              </a:ln>
              <a:extLst>
                <a:ext uri="{909E8E84-426E-40DD-AFC4-6F175D3DCCD1}">
                  <a14:hiddenFill xmlns:a14="http://schemas.microsoft.com/office/drawing/2010/main">
                    <a:solidFill>
                      <a:srgbClr val="F9FFE1"/>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eaLnBrk="1" hangingPunct="1"/>
                <a:r>
                  <a:rPr lang="en-US" altLang="zh-CN">
                    <a:solidFill>
                      <a:srgbClr val="000000"/>
                    </a:solidFill>
                    <a:latin typeface="Times New Roman" panose="02020603050405020304" pitchFamily="18" charset="0"/>
                  </a:rPr>
                  <a:t> </a:t>
                </a:r>
                <a:r>
                  <a:rPr lang="en-US" altLang="zh-CN" i="1">
                    <a:solidFill>
                      <a:srgbClr val="000000"/>
                    </a:solidFill>
                    <a:latin typeface="Times New Roman" panose="02020603050405020304" pitchFamily="18" charset="0"/>
                  </a:rPr>
                  <a:t>Y</a:t>
                </a:r>
                <a:r>
                  <a:rPr lang="en-US" altLang="zh-CN" baseline="-25000">
                    <a:solidFill>
                      <a:srgbClr val="000000"/>
                    </a:solidFill>
                    <a:latin typeface="Times New Roman" panose="02020603050405020304" pitchFamily="18" charset="0"/>
                  </a:rPr>
                  <a:t>a</a:t>
                </a:r>
                <a:endParaRPr lang="en-US" altLang="zh-CN">
                  <a:latin typeface="Times New Roman" panose="02020603050405020304" pitchFamily="18" charset="0"/>
                </a:endParaRPr>
              </a:p>
            </p:txBody>
          </p:sp>
          <p:sp>
            <p:nvSpPr>
              <p:cNvPr id="27710" name="Rectangle 62"/>
              <p:cNvSpPr>
                <a:spLocks noChangeArrowheads="1"/>
              </p:cNvSpPr>
              <p:nvPr/>
            </p:nvSpPr>
            <p:spPr bwMode="auto">
              <a:xfrm>
                <a:off x="1380" y="3258"/>
                <a:ext cx="123" cy="313"/>
              </a:xfrm>
              <a:prstGeom prst="rect">
                <a:avLst/>
              </a:prstGeom>
              <a:solidFill>
                <a:srgbClr val="FFFF99"/>
              </a:solidFill>
              <a:ln w="31750">
                <a:solidFill>
                  <a:srgbClr val="000000"/>
                </a:solidFill>
                <a:miter lim="800000"/>
                <a:headEnd/>
                <a:tailEnd/>
              </a:ln>
            </p:spPr>
            <p:txBody>
              <a:bodyPr/>
              <a:lstStyle/>
              <a:p>
                <a:endParaRPr lang="zh-CN" altLang="en-US"/>
              </a:p>
            </p:txBody>
          </p:sp>
          <p:sp>
            <p:nvSpPr>
              <p:cNvPr id="27713" name="AutoShape 65"/>
              <p:cNvSpPr>
                <a:spLocks noChangeArrowheads="1"/>
              </p:cNvSpPr>
              <p:nvPr/>
            </p:nvSpPr>
            <p:spPr bwMode="auto">
              <a:xfrm>
                <a:off x="2403" y="3355"/>
                <a:ext cx="216" cy="384"/>
              </a:xfrm>
              <a:prstGeom prst="diamond">
                <a:avLst/>
              </a:prstGeom>
              <a:solidFill>
                <a:srgbClr val="FFFF99"/>
              </a:solidFill>
              <a:ln w="31750">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27714" name="Line 66"/>
              <p:cNvSpPr>
                <a:spLocks noChangeShapeType="1"/>
              </p:cNvSpPr>
              <p:nvPr/>
            </p:nvSpPr>
            <p:spPr bwMode="auto">
              <a:xfrm>
                <a:off x="2403" y="3547"/>
                <a:ext cx="210"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sp>
            <p:nvSpPr>
              <p:cNvPr id="27715" name="Line 67"/>
              <p:cNvSpPr>
                <a:spLocks noChangeShapeType="1"/>
              </p:cNvSpPr>
              <p:nvPr/>
            </p:nvSpPr>
            <p:spPr bwMode="auto">
              <a:xfrm flipV="1">
                <a:off x="2506" y="3196"/>
                <a:ext cx="0" cy="3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771" name="Line 123"/>
              <p:cNvSpPr>
                <a:spLocks noChangeShapeType="1"/>
              </p:cNvSpPr>
              <p:nvPr/>
            </p:nvSpPr>
            <p:spPr bwMode="auto">
              <a:xfrm>
                <a:off x="944" y="3004"/>
                <a:ext cx="270"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7774" name="Line 126"/>
              <p:cNvSpPr>
                <a:spLocks noChangeShapeType="1"/>
              </p:cNvSpPr>
              <p:nvPr/>
            </p:nvSpPr>
            <p:spPr bwMode="auto">
              <a:xfrm flipH="1">
                <a:off x="2728" y="3004"/>
                <a:ext cx="270"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grpSp>
      <p:grpSp>
        <p:nvGrpSpPr>
          <p:cNvPr id="27793" name="Group 145"/>
          <p:cNvGrpSpPr>
            <a:grpSpLocks/>
          </p:cNvGrpSpPr>
          <p:nvPr/>
        </p:nvGrpSpPr>
        <p:grpSpPr bwMode="auto">
          <a:xfrm>
            <a:off x="4681538" y="0"/>
            <a:ext cx="4175125" cy="1900238"/>
            <a:chOff x="2647" y="32"/>
            <a:chExt cx="2630" cy="1197"/>
          </a:xfrm>
        </p:grpSpPr>
        <p:graphicFrame>
          <p:nvGraphicFramePr>
            <p:cNvPr id="27717" name="Object 69"/>
            <p:cNvGraphicFramePr>
              <a:graphicFrameLocks noChangeAspect="1"/>
            </p:cNvGraphicFramePr>
            <p:nvPr/>
          </p:nvGraphicFramePr>
          <p:xfrm>
            <a:off x="3988" y="537"/>
            <a:ext cx="369" cy="288"/>
          </p:xfrm>
          <a:graphic>
            <a:graphicData uri="http://schemas.openxmlformats.org/presentationml/2006/ole">
              <mc:AlternateContent xmlns:mc="http://schemas.openxmlformats.org/markup-compatibility/2006">
                <mc:Choice xmlns:v="urn:schemas-microsoft-com:vml" Requires="v">
                  <p:oleObj spid="_x0000_s181543" name="Equation" r:id="rId33" imgW="291960" imgH="228600" progId="Equation.3">
                    <p:embed/>
                  </p:oleObj>
                </mc:Choice>
                <mc:Fallback>
                  <p:oleObj name="Equation" r:id="rId33" imgW="291960" imgH="228600" progId="Equation.3">
                    <p:embed/>
                    <p:pic>
                      <p:nvPicPr>
                        <p:cNvPr id="0" name="Object 69"/>
                        <p:cNvPicPr>
                          <a:picLocks noChangeAspect="1" noChangeArrowheads="1"/>
                        </p:cNvPicPr>
                        <p:nvPr/>
                      </p:nvPicPr>
                      <p:blipFill>
                        <a:blip r:embed="rId34">
                          <a:extLst>
                            <a:ext uri="{28A0092B-C50C-407E-A947-70E740481C1C}">
                              <a14:useLocalDpi xmlns:a14="http://schemas.microsoft.com/office/drawing/2010/main" val="0"/>
                            </a:ext>
                          </a:extLst>
                        </a:blip>
                        <a:srcRect/>
                        <a:stretch>
                          <a:fillRect/>
                        </a:stretch>
                      </p:blipFill>
                      <p:spPr bwMode="auto">
                        <a:xfrm>
                          <a:off x="3988" y="537"/>
                          <a:ext cx="369"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7718" name="Rectangle 70"/>
            <p:cNvSpPr>
              <a:spLocks noChangeArrowheads="1"/>
            </p:cNvSpPr>
            <p:nvPr/>
          </p:nvSpPr>
          <p:spPr bwMode="auto">
            <a:xfrm>
              <a:off x="3758" y="338"/>
              <a:ext cx="322" cy="114"/>
            </a:xfrm>
            <a:prstGeom prst="rect">
              <a:avLst/>
            </a:prstGeom>
            <a:solidFill>
              <a:srgbClr val="FFFF99"/>
            </a:solidFill>
            <a:ln w="31750">
              <a:solidFill>
                <a:srgbClr val="000000"/>
              </a:solidFill>
              <a:miter lim="800000"/>
              <a:headEnd/>
              <a:tailEnd/>
            </a:ln>
          </p:spPr>
          <p:txBody>
            <a:bodyPr/>
            <a:lstStyle/>
            <a:p>
              <a:endParaRPr lang="zh-CN" altLang="en-US"/>
            </a:p>
          </p:txBody>
        </p:sp>
        <p:sp>
          <p:nvSpPr>
            <p:cNvPr id="27719" name="Line 71"/>
            <p:cNvSpPr>
              <a:spLocks noChangeShapeType="1"/>
            </p:cNvSpPr>
            <p:nvPr/>
          </p:nvSpPr>
          <p:spPr bwMode="auto">
            <a:xfrm>
              <a:off x="4086" y="389"/>
              <a:ext cx="1006" cy="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720" name="Line 72"/>
            <p:cNvSpPr>
              <a:spLocks noChangeShapeType="1"/>
            </p:cNvSpPr>
            <p:nvPr/>
          </p:nvSpPr>
          <p:spPr bwMode="auto">
            <a:xfrm flipH="1">
              <a:off x="2802" y="389"/>
              <a:ext cx="955" cy="1"/>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721" name="Line 73"/>
            <p:cNvSpPr>
              <a:spLocks noChangeShapeType="1"/>
            </p:cNvSpPr>
            <p:nvPr/>
          </p:nvSpPr>
          <p:spPr bwMode="auto">
            <a:xfrm>
              <a:off x="2814" y="1190"/>
              <a:ext cx="2283" cy="1"/>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722" name="Rectangle 74"/>
            <p:cNvSpPr>
              <a:spLocks noChangeArrowheads="1"/>
            </p:cNvSpPr>
            <p:nvPr/>
          </p:nvSpPr>
          <p:spPr bwMode="auto">
            <a:xfrm>
              <a:off x="3744" y="56"/>
              <a:ext cx="294" cy="230"/>
            </a:xfrm>
            <a:prstGeom prst="rect">
              <a:avLst/>
            </a:prstGeom>
            <a:noFill/>
            <a:ln>
              <a:noFill/>
            </a:ln>
            <a:extLst>
              <a:ext uri="{909E8E84-426E-40DD-AFC4-6F175D3DCCD1}">
                <a14:hiddenFill xmlns:a14="http://schemas.microsoft.com/office/drawing/2010/main">
                  <a:solidFill>
                    <a:srgbClr val="F9FFE1"/>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eaLnBrk="1" hangingPunct="1"/>
              <a:r>
                <a:rPr lang="en-US" altLang="zh-CN">
                  <a:solidFill>
                    <a:srgbClr val="000000"/>
                  </a:solidFill>
                  <a:latin typeface="Times New Roman" panose="02020603050405020304" pitchFamily="18" charset="0"/>
                </a:rPr>
                <a:t> </a:t>
              </a:r>
              <a:r>
                <a:rPr lang="en-US" altLang="zh-CN" i="1">
                  <a:solidFill>
                    <a:srgbClr val="000000"/>
                  </a:solidFill>
                  <a:latin typeface="Times New Roman" panose="02020603050405020304" pitchFamily="18" charset="0"/>
                </a:rPr>
                <a:t>Y</a:t>
              </a:r>
              <a:r>
                <a:rPr lang="en-US" altLang="zh-CN" baseline="-25000">
                  <a:solidFill>
                    <a:srgbClr val="000000"/>
                  </a:solidFill>
                  <a:latin typeface="Times New Roman" panose="02020603050405020304" pitchFamily="18" charset="0"/>
                </a:rPr>
                <a:t>b</a:t>
              </a:r>
              <a:endParaRPr lang="en-US" altLang="zh-CN">
                <a:latin typeface="Times New Roman" panose="02020603050405020304" pitchFamily="18" charset="0"/>
              </a:endParaRPr>
            </a:p>
          </p:txBody>
        </p:sp>
        <p:sp>
          <p:nvSpPr>
            <p:cNvPr id="27723" name="Text Box 75"/>
            <p:cNvSpPr txBox="1">
              <a:spLocks noChangeArrowheads="1"/>
            </p:cNvSpPr>
            <p:nvPr/>
          </p:nvSpPr>
          <p:spPr bwMode="auto">
            <a:xfrm>
              <a:off x="2658" y="399"/>
              <a:ext cx="267" cy="288"/>
            </a:xfrm>
            <a:prstGeom prst="rect">
              <a:avLst/>
            </a:prstGeom>
            <a:noFill/>
            <a:ln>
              <a:noFill/>
            </a:ln>
            <a:extLst>
              <a:ext uri="{909E8E84-426E-40DD-AFC4-6F175D3DCCD1}">
                <a14:hiddenFill xmlns:a14="http://schemas.microsoft.com/office/drawing/2010/main">
                  <a:solidFill>
                    <a:srgbClr val="F9FFE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spcBef>
                  <a:spcPct val="50000"/>
                </a:spcBef>
              </a:pPr>
              <a:r>
                <a:rPr lang="en-US" altLang="zh-CN">
                  <a:latin typeface="Times New Roman" panose="02020603050405020304" pitchFamily="18" charset="0"/>
                </a:rPr>
                <a:t>+</a:t>
              </a:r>
            </a:p>
          </p:txBody>
        </p:sp>
        <p:sp>
          <p:nvSpPr>
            <p:cNvPr id="27724" name="Text Box 76"/>
            <p:cNvSpPr txBox="1">
              <a:spLocks noChangeArrowheads="1"/>
            </p:cNvSpPr>
            <p:nvPr/>
          </p:nvSpPr>
          <p:spPr bwMode="auto">
            <a:xfrm>
              <a:off x="2659" y="919"/>
              <a:ext cx="267" cy="288"/>
            </a:xfrm>
            <a:prstGeom prst="rect">
              <a:avLst/>
            </a:prstGeom>
            <a:noFill/>
            <a:ln>
              <a:noFill/>
            </a:ln>
            <a:extLst>
              <a:ext uri="{909E8E84-426E-40DD-AFC4-6F175D3DCCD1}">
                <a14:hiddenFill xmlns:a14="http://schemas.microsoft.com/office/drawing/2010/main">
                  <a:solidFill>
                    <a:srgbClr val="F9FFE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spcBef>
                  <a:spcPct val="50000"/>
                </a:spcBef>
              </a:pPr>
              <a:r>
                <a:rPr lang="en-US" altLang="zh-CN">
                  <a:latin typeface="黑体" panose="02010609060101010101" pitchFamily="49" charset="-122"/>
                  <a:ea typeface="黑体" panose="02010609060101010101" pitchFamily="49" charset="-122"/>
                </a:rPr>
                <a:t>-</a:t>
              </a:r>
            </a:p>
          </p:txBody>
        </p:sp>
        <p:sp>
          <p:nvSpPr>
            <p:cNvPr id="27725" name="Text Box 77"/>
            <p:cNvSpPr txBox="1">
              <a:spLocks noChangeArrowheads="1"/>
            </p:cNvSpPr>
            <p:nvPr/>
          </p:nvSpPr>
          <p:spPr bwMode="auto">
            <a:xfrm>
              <a:off x="5010" y="405"/>
              <a:ext cx="267" cy="288"/>
            </a:xfrm>
            <a:prstGeom prst="rect">
              <a:avLst/>
            </a:prstGeom>
            <a:noFill/>
            <a:ln>
              <a:noFill/>
            </a:ln>
            <a:extLst>
              <a:ext uri="{909E8E84-426E-40DD-AFC4-6F175D3DCCD1}">
                <a14:hiddenFill xmlns:a14="http://schemas.microsoft.com/office/drawing/2010/main">
                  <a:solidFill>
                    <a:srgbClr val="F9FFE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spcBef>
                  <a:spcPct val="50000"/>
                </a:spcBef>
              </a:pPr>
              <a:r>
                <a:rPr lang="en-US" altLang="zh-CN">
                  <a:latin typeface="Times New Roman" panose="02020603050405020304" pitchFamily="18" charset="0"/>
                </a:rPr>
                <a:t>+</a:t>
              </a:r>
            </a:p>
          </p:txBody>
        </p:sp>
        <p:sp>
          <p:nvSpPr>
            <p:cNvPr id="27726" name="Text Box 78"/>
            <p:cNvSpPr txBox="1">
              <a:spLocks noChangeArrowheads="1"/>
            </p:cNvSpPr>
            <p:nvPr/>
          </p:nvSpPr>
          <p:spPr bwMode="auto">
            <a:xfrm>
              <a:off x="5003" y="941"/>
              <a:ext cx="267" cy="288"/>
            </a:xfrm>
            <a:prstGeom prst="rect">
              <a:avLst/>
            </a:prstGeom>
            <a:noFill/>
            <a:ln>
              <a:noFill/>
            </a:ln>
            <a:extLst>
              <a:ext uri="{909E8E84-426E-40DD-AFC4-6F175D3DCCD1}">
                <a14:hiddenFill xmlns:a14="http://schemas.microsoft.com/office/drawing/2010/main">
                  <a:solidFill>
                    <a:srgbClr val="F9FFE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spcBef>
                  <a:spcPct val="50000"/>
                </a:spcBef>
              </a:pPr>
              <a:r>
                <a:rPr lang="en-US" altLang="zh-CN">
                  <a:latin typeface="黑体" panose="02010609060101010101" pitchFamily="49" charset="-122"/>
                  <a:ea typeface="黑体" panose="02010609060101010101" pitchFamily="49" charset="-122"/>
                </a:rPr>
                <a:t>-</a:t>
              </a:r>
            </a:p>
          </p:txBody>
        </p:sp>
        <p:graphicFrame>
          <p:nvGraphicFramePr>
            <p:cNvPr id="27727" name="Object 79"/>
            <p:cNvGraphicFramePr>
              <a:graphicFrameLocks noChangeAspect="1"/>
            </p:cNvGraphicFramePr>
            <p:nvPr/>
          </p:nvGraphicFramePr>
          <p:xfrm>
            <a:off x="2647" y="628"/>
            <a:ext cx="256" cy="289"/>
          </p:xfrm>
          <a:graphic>
            <a:graphicData uri="http://schemas.openxmlformats.org/presentationml/2006/ole">
              <mc:AlternateContent xmlns:mc="http://schemas.openxmlformats.org/markup-compatibility/2006">
                <mc:Choice xmlns:v="urn:schemas-microsoft-com:vml" Requires="v">
                  <p:oleObj spid="_x0000_s181544" name="Equation" r:id="rId35" imgW="203040" imgH="228600" progId="Equation.3">
                    <p:embed/>
                  </p:oleObj>
                </mc:Choice>
                <mc:Fallback>
                  <p:oleObj name="Equation" r:id="rId35" imgW="203040" imgH="228600" progId="Equation.3">
                    <p:embed/>
                    <p:pic>
                      <p:nvPicPr>
                        <p:cNvPr id="0" name="Object 79"/>
                        <p:cNvPicPr>
                          <a:picLocks noChangeAspect="1" noChangeArrowheads="1"/>
                        </p:cNvPicPr>
                        <p:nvPr/>
                      </p:nvPicPr>
                      <p:blipFill>
                        <a:blip r:embed="rId36">
                          <a:extLst>
                            <a:ext uri="{28A0092B-C50C-407E-A947-70E740481C1C}">
                              <a14:useLocalDpi xmlns:a14="http://schemas.microsoft.com/office/drawing/2010/main" val="0"/>
                            </a:ext>
                          </a:extLst>
                        </a:blip>
                        <a:srcRect/>
                        <a:stretch>
                          <a:fillRect/>
                        </a:stretch>
                      </p:blipFill>
                      <p:spPr bwMode="auto">
                        <a:xfrm>
                          <a:off x="2647" y="628"/>
                          <a:ext cx="256" cy="289"/>
                        </a:xfrm>
                        <a:prstGeom prst="rect">
                          <a:avLst/>
                        </a:prstGeom>
                        <a:noFill/>
                        <a:ln>
                          <a:noFill/>
                        </a:ln>
                        <a:effectLst/>
                        <a:extLst>
                          <a:ext uri="{909E8E84-426E-40DD-AFC4-6F175D3DCCD1}">
                            <a14:hiddenFill xmlns:a14="http://schemas.microsoft.com/office/drawing/2010/main">
                              <a:solidFill>
                                <a:srgbClr val="F9FFE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7728" name="Object 80"/>
            <p:cNvGraphicFramePr>
              <a:graphicFrameLocks noChangeAspect="1"/>
            </p:cNvGraphicFramePr>
            <p:nvPr/>
          </p:nvGraphicFramePr>
          <p:xfrm>
            <a:off x="2919" y="38"/>
            <a:ext cx="208" cy="290"/>
          </p:xfrm>
          <a:graphic>
            <a:graphicData uri="http://schemas.openxmlformats.org/presentationml/2006/ole">
              <mc:AlternateContent xmlns:mc="http://schemas.openxmlformats.org/markup-compatibility/2006">
                <mc:Choice xmlns:v="urn:schemas-microsoft-com:vml" Requires="v">
                  <p:oleObj spid="_x0000_s181545" name="Equation" r:id="rId37" imgW="164880" imgH="228600" progId="Equation.3">
                    <p:embed/>
                  </p:oleObj>
                </mc:Choice>
                <mc:Fallback>
                  <p:oleObj name="Equation" r:id="rId37" imgW="164880" imgH="228600" progId="Equation.3">
                    <p:embed/>
                    <p:pic>
                      <p:nvPicPr>
                        <p:cNvPr id="0" name="Object 80"/>
                        <p:cNvPicPr>
                          <a:picLocks noChangeAspect="1" noChangeArrowheads="1"/>
                        </p:cNvPicPr>
                        <p:nvPr/>
                      </p:nvPicPr>
                      <p:blipFill>
                        <a:blip r:embed="rId38">
                          <a:extLst>
                            <a:ext uri="{28A0092B-C50C-407E-A947-70E740481C1C}">
                              <a14:useLocalDpi xmlns:a14="http://schemas.microsoft.com/office/drawing/2010/main" val="0"/>
                            </a:ext>
                          </a:extLst>
                        </a:blip>
                        <a:srcRect/>
                        <a:stretch>
                          <a:fillRect/>
                        </a:stretch>
                      </p:blipFill>
                      <p:spPr bwMode="auto">
                        <a:xfrm>
                          <a:off x="2919" y="38"/>
                          <a:ext cx="208" cy="290"/>
                        </a:xfrm>
                        <a:prstGeom prst="rect">
                          <a:avLst/>
                        </a:prstGeom>
                        <a:noFill/>
                        <a:ln>
                          <a:noFill/>
                        </a:ln>
                        <a:effectLst/>
                        <a:extLst>
                          <a:ext uri="{909E8E84-426E-40DD-AFC4-6F175D3DCCD1}">
                            <a14:hiddenFill xmlns:a14="http://schemas.microsoft.com/office/drawing/2010/main">
                              <a:solidFill>
                                <a:srgbClr val="F9FFE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7729" name="Object 81"/>
            <p:cNvGraphicFramePr>
              <a:graphicFrameLocks noChangeAspect="1"/>
            </p:cNvGraphicFramePr>
            <p:nvPr/>
          </p:nvGraphicFramePr>
          <p:xfrm>
            <a:off x="4779" y="32"/>
            <a:ext cx="224" cy="290"/>
          </p:xfrm>
          <a:graphic>
            <a:graphicData uri="http://schemas.openxmlformats.org/presentationml/2006/ole">
              <mc:AlternateContent xmlns:mc="http://schemas.openxmlformats.org/markup-compatibility/2006">
                <mc:Choice xmlns:v="urn:schemas-microsoft-com:vml" Requires="v">
                  <p:oleObj spid="_x0000_s181546" name="Equation" r:id="rId39" imgW="177480" imgH="228600" progId="Equation.3">
                    <p:embed/>
                  </p:oleObj>
                </mc:Choice>
                <mc:Fallback>
                  <p:oleObj name="Equation" r:id="rId39" imgW="177480" imgH="228600" progId="Equation.3">
                    <p:embed/>
                    <p:pic>
                      <p:nvPicPr>
                        <p:cNvPr id="0" name="Object 81"/>
                        <p:cNvPicPr>
                          <a:picLocks noChangeAspect="1" noChangeArrowheads="1"/>
                        </p:cNvPicPr>
                        <p:nvPr/>
                      </p:nvPicPr>
                      <p:blipFill>
                        <a:blip r:embed="rId40">
                          <a:extLst>
                            <a:ext uri="{28A0092B-C50C-407E-A947-70E740481C1C}">
                              <a14:useLocalDpi xmlns:a14="http://schemas.microsoft.com/office/drawing/2010/main" val="0"/>
                            </a:ext>
                          </a:extLst>
                        </a:blip>
                        <a:srcRect/>
                        <a:stretch>
                          <a:fillRect/>
                        </a:stretch>
                      </p:blipFill>
                      <p:spPr bwMode="auto">
                        <a:xfrm>
                          <a:off x="4779" y="32"/>
                          <a:ext cx="224" cy="290"/>
                        </a:xfrm>
                        <a:prstGeom prst="rect">
                          <a:avLst/>
                        </a:prstGeom>
                        <a:noFill/>
                        <a:ln>
                          <a:noFill/>
                        </a:ln>
                        <a:effectLst/>
                        <a:extLst>
                          <a:ext uri="{909E8E84-426E-40DD-AFC4-6F175D3DCCD1}">
                            <a14:hiddenFill xmlns:a14="http://schemas.microsoft.com/office/drawing/2010/main">
                              <a:solidFill>
                                <a:srgbClr val="F9FFE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7730" name="Object 82"/>
            <p:cNvGraphicFramePr>
              <a:graphicFrameLocks noChangeAspect="1"/>
            </p:cNvGraphicFramePr>
            <p:nvPr/>
          </p:nvGraphicFramePr>
          <p:xfrm>
            <a:off x="5017" y="614"/>
            <a:ext cx="256" cy="290"/>
          </p:xfrm>
          <a:graphic>
            <a:graphicData uri="http://schemas.openxmlformats.org/presentationml/2006/ole">
              <mc:AlternateContent xmlns:mc="http://schemas.openxmlformats.org/markup-compatibility/2006">
                <mc:Choice xmlns:v="urn:schemas-microsoft-com:vml" Requires="v">
                  <p:oleObj spid="_x0000_s181547" name="Equation" r:id="rId41" imgW="203040" imgH="228600" progId="Equation.3">
                    <p:embed/>
                  </p:oleObj>
                </mc:Choice>
                <mc:Fallback>
                  <p:oleObj name="Equation" r:id="rId41" imgW="203040" imgH="228600" progId="Equation.3">
                    <p:embed/>
                    <p:pic>
                      <p:nvPicPr>
                        <p:cNvPr id="0" name="Object 82"/>
                        <p:cNvPicPr>
                          <a:picLocks noChangeAspect="1" noChangeArrowheads="1"/>
                        </p:cNvPicPr>
                        <p:nvPr/>
                      </p:nvPicPr>
                      <p:blipFill>
                        <a:blip r:embed="rId42">
                          <a:extLst>
                            <a:ext uri="{28A0092B-C50C-407E-A947-70E740481C1C}">
                              <a14:useLocalDpi xmlns:a14="http://schemas.microsoft.com/office/drawing/2010/main" val="0"/>
                            </a:ext>
                          </a:extLst>
                        </a:blip>
                        <a:srcRect/>
                        <a:stretch>
                          <a:fillRect/>
                        </a:stretch>
                      </p:blipFill>
                      <p:spPr bwMode="auto">
                        <a:xfrm>
                          <a:off x="5017" y="614"/>
                          <a:ext cx="256" cy="290"/>
                        </a:xfrm>
                        <a:prstGeom prst="rect">
                          <a:avLst/>
                        </a:prstGeom>
                        <a:noFill/>
                        <a:ln>
                          <a:noFill/>
                        </a:ln>
                        <a:effectLst/>
                        <a:extLst>
                          <a:ext uri="{909E8E84-426E-40DD-AFC4-6F175D3DCCD1}">
                            <a14:hiddenFill xmlns:a14="http://schemas.microsoft.com/office/drawing/2010/main">
                              <a:solidFill>
                                <a:srgbClr val="F9FFE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7731" name="Line 83"/>
            <p:cNvSpPr>
              <a:spLocks noChangeShapeType="1"/>
            </p:cNvSpPr>
            <p:nvPr/>
          </p:nvSpPr>
          <p:spPr bwMode="auto">
            <a:xfrm>
              <a:off x="4452" y="401"/>
              <a:ext cx="1" cy="30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732" name="Line 84"/>
            <p:cNvSpPr>
              <a:spLocks noChangeShapeType="1"/>
            </p:cNvSpPr>
            <p:nvPr/>
          </p:nvSpPr>
          <p:spPr bwMode="auto">
            <a:xfrm>
              <a:off x="4452" y="879"/>
              <a:ext cx="1" cy="311"/>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733" name="Line 85"/>
            <p:cNvSpPr>
              <a:spLocks noChangeShapeType="1"/>
            </p:cNvSpPr>
            <p:nvPr/>
          </p:nvSpPr>
          <p:spPr bwMode="auto">
            <a:xfrm>
              <a:off x="3384" y="395"/>
              <a:ext cx="1" cy="30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734" name="Line 86"/>
            <p:cNvSpPr>
              <a:spLocks noChangeShapeType="1"/>
            </p:cNvSpPr>
            <p:nvPr/>
          </p:nvSpPr>
          <p:spPr bwMode="auto">
            <a:xfrm>
              <a:off x="3384" y="873"/>
              <a:ext cx="1" cy="311"/>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735" name="Oval 87"/>
            <p:cNvSpPr>
              <a:spLocks noChangeArrowheads="1"/>
            </p:cNvSpPr>
            <p:nvPr/>
          </p:nvSpPr>
          <p:spPr bwMode="auto">
            <a:xfrm>
              <a:off x="2737" y="354"/>
              <a:ext cx="68" cy="68"/>
            </a:xfrm>
            <a:prstGeom prst="ellipse">
              <a:avLst/>
            </a:prstGeom>
            <a:solidFill>
              <a:srgbClr val="F9FFE1"/>
            </a:solidFill>
            <a:ln w="19050">
              <a:solidFill>
                <a:schemeClr val="tx1"/>
              </a:solidFill>
              <a:round/>
              <a:headEnd/>
              <a:tailEnd/>
            </a:ln>
          </p:spPr>
          <p:txBody>
            <a:bodyPr wrap="none" anchor="ctr"/>
            <a:lstStyle/>
            <a:p>
              <a:endParaRPr lang="zh-CN" altLang="en-US"/>
            </a:p>
          </p:txBody>
        </p:sp>
        <p:sp>
          <p:nvSpPr>
            <p:cNvPr id="27736" name="Oval 88"/>
            <p:cNvSpPr>
              <a:spLocks noChangeArrowheads="1"/>
            </p:cNvSpPr>
            <p:nvPr/>
          </p:nvSpPr>
          <p:spPr bwMode="auto">
            <a:xfrm>
              <a:off x="2755" y="1152"/>
              <a:ext cx="68" cy="68"/>
            </a:xfrm>
            <a:prstGeom prst="ellipse">
              <a:avLst/>
            </a:prstGeom>
            <a:solidFill>
              <a:srgbClr val="F9FFE1"/>
            </a:solidFill>
            <a:ln w="19050">
              <a:solidFill>
                <a:schemeClr val="tx1"/>
              </a:solidFill>
              <a:round/>
              <a:headEnd/>
              <a:tailEnd/>
            </a:ln>
          </p:spPr>
          <p:txBody>
            <a:bodyPr wrap="none" anchor="ctr"/>
            <a:lstStyle/>
            <a:p>
              <a:endParaRPr lang="zh-CN" altLang="en-US"/>
            </a:p>
          </p:txBody>
        </p:sp>
        <p:sp>
          <p:nvSpPr>
            <p:cNvPr id="27737" name="Oval 89"/>
            <p:cNvSpPr>
              <a:spLocks noChangeArrowheads="1"/>
            </p:cNvSpPr>
            <p:nvPr/>
          </p:nvSpPr>
          <p:spPr bwMode="auto">
            <a:xfrm>
              <a:off x="5083" y="360"/>
              <a:ext cx="68" cy="68"/>
            </a:xfrm>
            <a:prstGeom prst="ellipse">
              <a:avLst/>
            </a:prstGeom>
            <a:solidFill>
              <a:srgbClr val="F9FFE1"/>
            </a:solidFill>
            <a:ln w="19050">
              <a:solidFill>
                <a:schemeClr val="tx1"/>
              </a:solidFill>
              <a:round/>
              <a:headEnd/>
              <a:tailEnd/>
            </a:ln>
          </p:spPr>
          <p:txBody>
            <a:bodyPr wrap="none" anchor="ctr"/>
            <a:lstStyle/>
            <a:p>
              <a:endParaRPr lang="zh-CN" altLang="en-US"/>
            </a:p>
          </p:txBody>
        </p:sp>
        <p:sp>
          <p:nvSpPr>
            <p:cNvPr id="27738" name="Oval 90"/>
            <p:cNvSpPr>
              <a:spLocks noChangeArrowheads="1"/>
            </p:cNvSpPr>
            <p:nvPr/>
          </p:nvSpPr>
          <p:spPr bwMode="auto">
            <a:xfrm>
              <a:off x="5095" y="1152"/>
              <a:ext cx="68" cy="68"/>
            </a:xfrm>
            <a:prstGeom prst="ellipse">
              <a:avLst/>
            </a:prstGeom>
            <a:solidFill>
              <a:srgbClr val="F9FFE1"/>
            </a:solidFill>
            <a:ln w="19050">
              <a:solidFill>
                <a:schemeClr val="tx1"/>
              </a:solidFill>
              <a:round/>
              <a:headEnd/>
              <a:tailEnd/>
            </a:ln>
          </p:spPr>
          <p:txBody>
            <a:bodyPr wrap="none" anchor="ctr"/>
            <a:lstStyle/>
            <a:p>
              <a:endParaRPr lang="zh-CN" altLang="en-US"/>
            </a:p>
          </p:txBody>
        </p:sp>
        <p:sp>
          <p:nvSpPr>
            <p:cNvPr id="27739" name="Rectangle 91"/>
            <p:cNvSpPr>
              <a:spLocks noChangeArrowheads="1"/>
            </p:cNvSpPr>
            <p:nvPr/>
          </p:nvSpPr>
          <p:spPr bwMode="auto">
            <a:xfrm>
              <a:off x="3456" y="746"/>
              <a:ext cx="294" cy="230"/>
            </a:xfrm>
            <a:prstGeom prst="rect">
              <a:avLst/>
            </a:prstGeom>
            <a:noFill/>
            <a:ln>
              <a:noFill/>
            </a:ln>
            <a:extLst>
              <a:ext uri="{909E8E84-426E-40DD-AFC4-6F175D3DCCD1}">
                <a14:hiddenFill xmlns:a14="http://schemas.microsoft.com/office/drawing/2010/main">
                  <a:solidFill>
                    <a:srgbClr val="F9FFE1"/>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eaLnBrk="1" hangingPunct="1"/>
              <a:r>
                <a:rPr lang="en-US" altLang="zh-CN">
                  <a:solidFill>
                    <a:srgbClr val="000000"/>
                  </a:solidFill>
                  <a:latin typeface="Times New Roman" panose="02020603050405020304" pitchFamily="18" charset="0"/>
                </a:rPr>
                <a:t> </a:t>
              </a:r>
              <a:r>
                <a:rPr lang="en-US" altLang="zh-CN" i="1">
                  <a:solidFill>
                    <a:srgbClr val="000000"/>
                  </a:solidFill>
                  <a:latin typeface="Times New Roman" panose="02020603050405020304" pitchFamily="18" charset="0"/>
                </a:rPr>
                <a:t>Y</a:t>
              </a:r>
              <a:r>
                <a:rPr lang="en-US" altLang="zh-CN" baseline="-25000">
                  <a:solidFill>
                    <a:srgbClr val="000000"/>
                  </a:solidFill>
                  <a:latin typeface="Times New Roman" panose="02020603050405020304" pitchFamily="18" charset="0"/>
                </a:rPr>
                <a:t>a</a:t>
              </a:r>
              <a:endParaRPr lang="en-US" altLang="zh-CN">
                <a:latin typeface="Times New Roman" panose="02020603050405020304" pitchFamily="18" charset="0"/>
              </a:endParaRPr>
            </a:p>
          </p:txBody>
        </p:sp>
        <p:sp>
          <p:nvSpPr>
            <p:cNvPr id="27740" name="Rectangle 92"/>
            <p:cNvSpPr>
              <a:spLocks noChangeArrowheads="1"/>
            </p:cNvSpPr>
            <p:nvPr/>
          </p:nvSpPr>
          <p:spPr bwMode="auto">
            <a:xfrm>
              <a:off x="3323" y="596"/>
              <a:ext cx="123" cy="313"/>
            </a:xfrm>
            <a:prstGeom prst="rect">
              <a:avLst/>
            </a:prstGeom>
            <a:solidFill>
              <a:srgbClr val="FFFF99"/>
            </a:solidFill>
            <a:ln w="31750">
              <a:solidFill>
                <a:srgbClr val="000000"/>
              </a:solidFill>
              <a:miter lim="800000"/>
              <a:headEnd/>
              <a:tailEnd/>
            </a:ln>
          </p:spPr>
          <p:txBody>
            <a:bodyPr/>
            <a:lstStyle/>
            <a:p>
              <a:endParaRPr lang="zh-CN" altLang="en-US"/>
            </a:p>
          </p:txBody>
        </p:sp>
        <p:sp>
          <p:nvSpPr>
            <p:cNvPr id="27742" name="AutoShape 94"/>
            <p:cNvSpPr>
              <a:spLocks noChangeArrowheads="1"/>
            </p:cNvSpPr>
            <p:nvPr/>
          </p:nvSpPr>
          <p:spPr bwMode="auto">
            <a:xfrm>
              <a:off x="4346" y="693"/>
              <a:ext cx="216" cy="384"/>
            </a:xfrm>
            <a:prstGeom prst="diamond">
              <a:avLst/>
            </a:prstGeom>
            <a:solidFill>
              <a:srgbClr val="FFFF99"/>
            </a:solidFill>
            <a:ln w="31750">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27743" name="Line 95"/>
            <p:cNvSpPr>
              <a:spLocks noChangeShapeType="1"/>
            </p:cNvSpPr>
            <p:nvPr/>
          </p:nvSpPr>
          <p:spPr bwMode="auto">
            <a:xfrm>
              <a:off x="4346" y="885"/>
              <a:ext cx="210"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sp>
          <p:nvSpPr>
            <p:cNvPr id="27779" name="Line 131"/>
            <p:cNvSpPr>
              <a:spLocks noChangeShapeType="1"/>
            </p:cNvSpPr>
            <p:nvPr/>
          </p:nvSpPr>
          <p:spPr bwMode="auto">
            <a:xfrm>
              <a:off x="2960" y="352"/>
              <a:ext cx="296"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7780" name="Line 132"/>
            <p:cNvSpPr>
              <a:spLocks noChangeShapeType="1"/>
            </p:cNvSpPr>
            <p:nvPr/>
          </p:nvSpPr>
          <p:spPr bwMode="auto">
            <a:xfrm flipV="1">
              <a:off x="4376" y="480"/>
              <a:ext cx="0" cy="208"/>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7781" name="Line 133"/>
            <p:cNvSpPr>
              <a:spLocks noChangeShapeType="1"/>
            </p:cNvSpPr>
            <p:nvPr/>
          </p:nvSpPr>
          <p:spPr bwMode="auto">
            <a:xfrm flipH="1">
              <a:off x="4728" y="344"/>
              <a:ext cx="248"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
        <p:nvSpPr>
          <p:cNvPr id="27748" name="Rectangle 100"/>
          <p:cNvSpPr>
            <a:spLocks noChangeArrowheads="1"/>
          </p:cNvSpPr>
          <p:nvPr/>
        </p:nvSpPr>
        <p:spPr bwMode="auto">
          <a:xfrm>
            <a:off x="2228850" y="5029200"/>
            <a:ext cx="838200" cy="819150"/>
          </a:xfrm>
          <a:prstGeom prst="rect">
            <a:avLst/>
          </a:prstGeom>
          <a:solidFill>
            <a:srgbClr val="D5FFFF"/>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7746" name="Rectangle 98"/>
          <p:cNvSpPr>
            <a:spLocks noChangeArrowheads="1"/>
          </p:cNvSpPr>
          <p:nvPr/>
        </p:nvSpPr>
        <p:spPr bwMode="auto">
          <a:xfrm>
            <a:off x="3467100" y="5114925"/>
            <a:ext cx="1085850" cy="819150"/>
          </a:xfrm>
          <a:prstGeom prst="rect">
            <a:avLst/>
          </a:prstGeom>
          <a:solidFill>
            <a:srgbClr val="D5FFFF"/>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nodeType="clickEffect">
                                  <p:stCondLst>
                                    <p:cond delay="0"/>
                                  </p:stCondLst>
                                  <p:childTnLst>
                                    <p:set>
                                      <p:cBhvr>
                                        <p:cTn id="6" dur="1" fill="hold">
                                          <p:stCondLst>
                                            <p:cond delay="0"/>
                                          </p:stCondLst>
                                        </p:cTn>
                                        <p:tgtEl>
                                          <p:spTgt spid="27793"/>
                                        </p:tgtEl>
                                        <p:attrNameLst>
                                          <p:attrName>style.visibility</p:attrName>
                                        </p:attrNameLst>
                                      </p:cBhvr>
                                      <p:to>
                                        <p:strVal val="visible"/>
                                      </p:to>
                                    </p:set>
                                    <p:anim calcmode="lin" valueType="num">
                                      <p:cBhvr additive="base">
                                        <p:cTn id="7" dur="500" fill="hold"/>
                                        <p:tgtEl>
                                          <p:spTgt spid="27793"/>
                                        </p:tgtEl>
                                        <p:attrNameLst>
                                          <p:attrName>ppt_x</p:attrName>
                                        </p:attrNameLst>
                                      </p:cBhvr>
                                      <p:tavLst>
                                        <p:tav tm="0">
                                          <p:val>
                                            <p:strVal val="1+#ppt_w/2"/>
                                          </p:val>
                                        </p:tav>
                                        <p:tav tm="100000">
                                          <p:val>
                                            <p:strVal val="#ppt_x"/>
                                          </p:val>
                                        </p:tav>
                                      </p:tavLst>
                                    </p:anim>
                                    <p:anim calcmode="lin" valueType="num">
                                      <p:cBhvr additive="base">
                                        <p:cTn id="8" dur="500" fill="hold"/>
                                        <p:tgtEl>
                                          <p:spTgt spid="27793"/>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8" fill="hold" nodeType="clickEffect">
                                  <p:stCondLst>
                                    <p:cond delay="0"/>
                                  </p:stCondLst>
                                  <p:childTnLst>
                                    <p:set>
                                      <p:cBhvr>
                                        <p:cTn id="12" dur="1" fill="hold">
                                          <p:stCondLst>
                                            <p:cond delay="0"/>
                                          </p:stCondLst>
                                        </p:cTn>
                                        <p:tgtEl>
                                          <p:spTgt spid="27747"/>
                                        </p:tgtEl>
                                        <p:attrNameLst>
                                          <p:attrName>style.visibility</p:attrName>
                                        </p:attrNameLst>
                                      </p:cBhvr>
                                      <p:to>
                                        <p:strVal val="visible"/>
                                      </p:to>
                                    </p:set>
                                    <p:animEffect transition="in" filter="wipe(left)">
                                      <p:cBhvr>
                                        <p:cTn id="13" dur="500"/>
                                        <p:tgtEl>
                                          <p:spTgt spid="27747"/>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27661">
                                            <p:txEl>
                                              <p:pRg st="0" end="0"/>
                                            </p:txEl>
                                          </p:spTgt>
                                        </p:tgtEl>
                                        <p:attrNameLst>
                                          <p:attrName>style.visibility</p:attrName>
                                        </p:attrNameLst>
                                      </p:cBhvr>
                                      <p:to>
                                        <p:strVal val="visible"/>
                                      </p:to>
                                    </p:set>
                                    <p:animEffect transition="in" filter="wipe(left)">
                                      <p:cBhvr>
                                        <p:cTn id="18" dur="500"/>
                                        <p:tgtEl>
                                          <p:spTgt spid="27661">
                                            <p:txEl>
                                              <p:pRg st="0" end="0"/>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9" presetClass="entr" presetSubtype="0" fill="hold" grpId="0" nodeType="clickEffect">
                                  <p:stCondLst>
                                    <p:cond delay="0"/>
                                  </p:stCondLst>
                                  <p:childTnLst>
                                    <p:set>
                                      <p:cBhvr>
                                        <p:cTn id="22" dur="1" fill="hold">
                                          <p:stCondLst>
                                            <p:cond delay="0"/>
                                          </p:stCondLst>
                                        </p:cTn>
                                        <p:tgtEl>
                                          <p:spTgt spid="27749">
                                            <p:txEl>
                                              <p:pRg st="0" end="0"/>
                                            </p:txEl>
                                          </p:spTgt>
                                        </p:tgtEl>
                                        <p:attrNameLst>
                                          <p:attrName>style.visibility</p:attrName>
                                        </p:attrNameLst>
                                      </p:cBhvr>
                                      <p:to>
                                        <p:strVal val="visible"/>
                                      </p:to>
                                    </p:set>
                                    <p:animEffect transition="in" filter="dissolve">
                                      <p:cBhvr>
                                        <p:cTn id="23" dur="500"/>
                                        <p:tgtEl>
                                          <p:spTgt spid="27749">
                                            <p:txEl>
                                              <p:pRg st="0" end="0"/>
                                            </p:txEl>
                                          </p:spTgt>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 presetClass="entr" presetSubtype="8" fill="hold" nodeType="clickEffect">
                                  <p:stCondLst>
                                    <p:cond delay="0"/>
                                  </p:stCondLst>
                                  <p:childTnLst>
                                    <p:set>
                                      <p:cBhvr>
                                        <p:cTn id="27" dur="1" fill="hold">
                                          <p:stCondLst>
                                            <p:cond delay="0"/>
                                          </p:stCondLst>
                                        </p:cTn>
                                        <p:tgtEl>
                                          <p:spTgt spid="27803"/>
                                        </p:tgtEl>
                                        <p:attrNameLst>
                                          <p:attrName>style.visibility</p:attrName>
                                        </p:attrNameLst>
                                      </p:cBhvr>
                                      <p:to>
                                        <p:strVal val="visible"/>
                                      </p:to>
                                    </p:set>
                                    <p:anim calcmode="lin" valueType="num">
                                      <p:cBhvr additive="base">
                                        <p:cTn id="28" dur="500" fill="hold"/>
                                        <p:tgtEl>
                                          <p:spTgt spid="27803"/>
                                        </p:tgtEl>
                                        <p:attrNameLst>
                                          <p:attrName>ppt_x</p:attrName>
                                        </p:attrNameLst>
                                      </p:cBhvr>
                                      <p:tavLst>
                                        <p:tav tm="0">
                                          <p:val>
                                            <p:strVal val="0-#ppt_w/2"/>
                                          </p:val>
                                        </p:tav>
                                        <p:tav tm="100000">
                                          <p:val>
                                            <p:strVal val="#ppt_x"/>
                                          </p:val>
                                        </p:tav>
                                      </p:tavLst>
                                    </p:anim>
                                    <p:anim calcmode="lin" valueType="num">
                                      <p:cBhvr additive="base">
                                        <p:cTn id="29" dur="500" fill="hold"/>
                                        <p:tgtEl>
                                          <p:spTgt spid="27803"/>
                                        </p:tgtEl>
                                        <p:attrNameLst>
                                          <p:attrName>ppt_y</p:attrName>
                                        </p:attrNameLst>
                                      </p:cBhvr>
                                      <p:tavLst>
                                        <p:tav tm="0">
                                          <p:val>
                                            <p:strVal val="#ppt_y"/>
                                          </p:val>
                                        </p:tav>
                                        <p:tav tm="100000">
                                          <p:val>
                                            <p:strVal val="#ppt_y"/>
                                          </p:val>
                                        </p:tav>
                                      </p:tavLst>
                                    </p:anim>
                                  </p:childTnLst>
                                </p:cTn>
                              </p:par>
                            </p:childTnLst>
                          </p:cTn>
                        </p:par>
                      </p:childTnLst>
                    </p:cTn>
                  </p:par>
                  <p:par>
                    <p:cTn id="30" fill="hold" nodeType="clickPar">
                      <p:stCondLst>
                        <p:cond delay="indefinite"/>
                      </p:stCondLst>
                      <p:childTnLst>
                        <p:par>
                          <p:cTn id="31" fill="hold" nodeType="withGroup">
                            <p:stCondLst>
                              <p:cond delay="0"/>
                            </p:stCondLst>
                            <p:childTnLst>
                              <p:par>
                                <p:cTn id="32" presetID="23" presetClass="entr" presetSubtype="272" fill="hold" nodeType="clickEffect">
                                  <p:stCondLst>
                                    <p:cond delay="0"/>
                                  </p:stCondLst>
                                  <p:childTnLst>
                                    <p:set>
                                      <p:cBhvr>
                                        <p:cTn id="33" dur="1" fill="hold">
                                          <p:stCondLst>
                                            <p:cond delay="0"/>
                                          </p:stCondLst>
                                        </p:cTn>
                                        <p:tgtEl>
                                          <p:spTgt spid="27784"/>
                                        </p:tgtEl>
                                        <p:attrNameLst>
                                          <p:attrName>style.visibility</p:attrName>
                                        </p:attrNameLst>
                                      </p:cBhvr>
                                      <p:to>
                                        <p:strVal val="visible"/>
                                      </p:to>
                                    </p:set>
                                    <p:anim calcmode="lin" valueType="num">
                                      <p:cBhvr>
                                        <p:cTn id="34" dur="500" fill="hold"/>
                                        <p:tgtEl>
                                          <p:spTgt spid="27784"/>
                                        </p:tgtEl>
                                        <p:attrNameLst>
                                          <p:attrName>ppt_w</p:attrName>
                                        </p:attrNameLst>
                                      </p:cBhvr>
                                      <p:tavLst>
                                        <p:tav tm="0">
                                          <p:val>
                                            <p:strVal val="2/3*#ppt_w"/>
                                          </p:val>
                                        </p:tav>
                                        <p:tav tm="100000">
                                          <p:val>
                                            <p:strVal val="#ppt_w"/>
                                          </p:val>
                                        </p:tav>
                                      </p:tavLst>
                                    </p:anim>
                                    <p:anim calcmode="lin" valueType="num">
                                      <p:cBhvr>
                                        <p:cTn id="35" dur="500" fill="hold"/>
                                        <p:tgtEl>
                                          <p:spTgt spid="27784"/>
                                        </p:tgtEl>
                                        <p:attrNameLst>
                                          <p:attrName>ppt_h</p:attrName>
                                        </p:attrNameLst>
                                      </p:cBhvr>
                                      <p:tavLst>
                                        <p:tav tm="0">
                                          <p:val>
                                            <p:strVal val="2/3*#ppt_h"/>
                                          </p:val>
                                        </p:tav>
                                        <p:tav tm="100000">
                                          <p:val>
                                            <p:strVal val="#ppt_h"/>
                                          </p:val>
                                        </p:tav>
                                      </p:tavLst>
                                    </p:anim>
                                  </p:childTnLst>
                                </p:cTn>
                              </p:par>
                            </p:childTnLst>
                          </p:cTn>
                        </p:par>
                      </p:childTnLst>
                    </p:cTn>
                  </p:par>
                  <p:par>
                    <p:cTn id="36" fill="hold" nodeType="clickPar">
                      <p:stCondLst>
                        <p:cond delay="indefinite"/>
                      </p:stCondLst>
                      <p:childTnLst>
                        <p:par>
                          <p:cTn id="37" fill="hold" nodeType="withGroup">
                            <p:stCondLst>
                              <p:cond delay="0"/>
                            </p:stCondLst>
                            <p:childTnLst>
                              <p:par>
                                <p:cTn id="38" presetID="2" presetClass="entr" presetSubtype="8" fill="hold" nodeType="clickEffect">
                                  <p:stCondLst>
                                    <p:cond delay="0"/>
                                  </p:stCondLst>
                                  <p:childTnLst>
                                    <p:set>
                                      <p:cBhvr>
                                        <p:cTn id="39" dur="1" fill="hold">
                                          <p:stCondLst>
                                            <p:cond delay="0"/>
                                          </p:stCondLst>
                                        </p:cTn>
                                        <p:tgtEl>
                                          <p:spTgt spid="27798"/>
                                        </p:tgtEl>
                                        <p:attrNameLst>
                                          <p:attrName>style.visibility</p:attrName>
                                        </p:attrNameLst>
                                      </p:cBhvr>
                                      <p:to>
                                        <p:strVal val="visible"/>
                                      </p:to>
                                    </p:set>
                                    <p:anim calcmode="lin" valueType="num">
                                      <p:cBhvr additive="base">
                                        <p:cTn id="40" dur="500" fill="hold"/>
                                        <p:tgtEl>
                                          <p:spTgt spid="27798"/>
                                        </p:tgtEl>
                                        <p:attrNameLst>
                                          <p:attrName>ppt_x</p:attrName>
                                        </p:attrNameLst>
                                      </p:cBhvr>
                                      <p:tavLst>
                                        <p:tav tm="0">
                                          <p:val>
                                            <p:strVal val="0-#ppt_w/2"/>
                                          </p:val>
                                        </p:tav>
                                        <p:tav tm="100000">
                                          <p:val>
                                            <p:strVal val="#ppt_x"/>
                                          </p:val>
                                        </p:tav>
                                      </p:tavLst>
                                    </p:anim>
                                    <p:anim calcmode="lin" valueType="num">
                                      <p:cBhvr additive="base">
                                        <p:cTn id="41" dur="500" fill="hold"/>
                                        <p:tgtEl>
                                          <p:spTgt spid="27798"/>
                                        </p:tgtEl>
                                        <p:attrNameLst>
                                          <p:attrName>ppt_y</p:attrName>
                                        </p:attrNameLst>
                                      </p:cBhvr>
                                      <p:tavLst>
                                        <p:tav tm="0">
                                          <p:val>
                                            <p:strVal val="#ppt_y"/>
                                          </p:val>
                                        </p:tav>
                                        <p:tav tm="100000">
                                          <p:val>
                                            <p:strVal val="#ppt_y"/>
                                          </p:val>
                                        </p:tav>
                                      </p:tavLst>
                                    </p:anim>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8" fill="hold" nodeType="clickEffect">
                                  <p:stCondLst>
                                    <p:cond delay="0"/>
                                  </p:stCondLst>
                                  <p:childTnLst>
                                    <p:set>
                                      <p:cBhvr>
                                        <p:cTn id="45" dur="1" fill="hold">
                                          <p:stCondLst>
                                            <p:cond delay="0"/>
                                          </p:stCondLst>
                                        </p:cTn>
                                        <p:tgtEl>
                                          <p:spTgt spid="27651"/>
                                        </p:tgtEl>
                                        <p:attrNameLst>
                                          <p:attrName>style.visibility</p:attrName>
                                        </p:attrNameLst>
                                      </p:cBhvr>
                                      <p:to>
                                        <p:strVal val="visible"/>
                                      </p:to>
                                    </p:set>
                                    <p:animEffect transition="in" filter="wipe(left)">
                                      <p:cBhvr>
                                        <p:cTn id="46" dur="500"/>
                                        <p:tgtEl>
                                          <p:spTgt spid="27651"/>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8" fill="hold" nodeType="clickEffect">
                                  <p:stCondLst>
                                    <p:cond delay="0"/>
                                  </p:stCondLst>
                                  <p:childTnLst>
                                    <p:set>
                                      <p:cBhvr>
                                        <p:cTn id="50" dur="1" fill="hold">
                                          <p:stCondLst>
                                            <p:cond delay="0"/>
                                          </p:stCondLst>
                                        </p:cTn>
                                        <p:tgtEl>
                                          <p:spTgt spid="27652"/>
                                        </p:tgtEl>
                                        <p:attrNameLst>
                                          <p:attrName>style.visibility</p:attrName>
                                        </p:attrNameLst>
                                      </p:cBhvr>
                                      <p:to>
                                        <p:strVal val="visible"/>
                                      </p:to>
                                    </p:set>
                                    <p:animEffect transition="in" filter="wipe(left)">
                                      <p:cBhvr>
                                        <p:cTn id="51" dur="500"/>
                                        <p:tgtEl>
                                          <p:spTgt spid="27652"/>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2" presetClass="entr" presetSubtype="8" fill="hold" nodeType="clickEffect">
                                  <p:stCondLst>
                                    <p:cond delay="0"/>
                                  </p:stCondLst>
                                  <p:childTnLst>
                                    <p:set>
                                      <p:cBhvr>
                                        <p:cTn id="55" dur="1" fill="hold">
                                          <p:stCondLst>
                                            <p:cond delay="0"/>
                                          </p:stCondLst>
                                        </p:cTn>
                                        <p:tgtEl>
                                          <p:spTgt spid="27804"/>
                                        </p:tgtEl>
                                        <p:attrNameLst>
                                          <p:attrName>style.visibility</p:attrName>
                                        </p:attrNameLst>
                                      </p:cBhvr>
                                      <p:to>
                                        <p:strVal val="visible"/>
                                      </p:to>
                                    </p:set>
                                    <p:anim calcmode="lin" valueType="num">
                                      <p:cBhvr additive="base">
                                        <p:cTn id="56" dur="500" fill="hold"/>
                                        <p:tgtEl>
                                          <p:spTgt spid="27804"/>
                                        </p:tgtEl>
                                        <p:attrNameLst>
                                          <p:attrName>ppt_x</p:attrName>
                                        </p:attrNameLst>
                                      </p:cBhvr>
                                      <p:tavLst>
                                        <p:tav tm="0">
                                          <p:val>
                                            <p:strVal val="0-#ppt_w/2"/>
                                          </p:val>
                                        </p:tav>
                                        <p:tav tm="100000">
                                          <p:val>
                                            <p:strVal val="#ppt_x"/>
                                          </p:val>
                                        </p:tav>
                                      </p:tavLst>
                                    </p:anim>
                                    <p:anim calcmode="lin" valueType="num">
                                      <p:cBhvr additive="base">
                                        <p:cTn id="57" dur="500" fill="hold"/>
                                        <p:tgtEl>
                                          <p:spTgt spid="27804"/>
                                        </p:tgtEl>
                                        <p:attrNameLst>
                                          <p:attrName>ppt_y</p:attrName>
                                        </p:attrNameLst>
                                      </p:cBhvr>
                                      <p:tavLst>
                                        <p:tav tm="0">
                                          <p:val>
                                            <p:strVal val="#ppt_y"/>
                                          </p:val>
                                        </p:tav>
                                        <p:tav tm="100000">
                                          <p:val>
                                            <p:strVal val="#ppt_y"/>
                                          </p:val>
                                        </p:tav>
                                      </p:tavLst>
                                    </p:anim>
                                  </p:childTnLst>
                                </p:cTn>
                              </p:par>
                            </p:childTnLst>
                          </p:cTn>
                        </p:par>
                      </p:childTnLst>
                    </p:cTn>
                  </p:par>
                  <p:par>
                    <p:cTn id="58" fill="hold" nodeType="clickPar">
                      <p:stCondLst>
                        <p:cond delay="indefinite"/>
                      </p:stCondLst>
                      <p:childTnLst>
                        <p:par>
                          <p:cTn id="59" fill="hold" nodeType="withGroup">
                            <p:stCondLst>
                              <p:cond delay="0"/>
                            </p:stCondLst>
                            <p:childTnLst>
                              <p:par>
                                <p:cTn id="60" presetID="23" presetClass="entr" presetSubtype="272" fill="hold" nodeType="clickEffect">
                                  <p:stCondLst>
                                    <p:cond delay="0"/>
                                  </p:stCondLst>
                                  <p:childTnLst>
                                    <p:set>
                                      <p:cBhvr>
                                        <p:cTn id="61" dur="1" fill="hold">
                                          <p:stCondLst>
                                            <p:cond delay="0"/>
                                          </p:stCondLst>
                                        </p:cTn>
                                        <p:tgtEl>
                                          <p:spTgt spid="27787"/>
                                        </p:tgtEl>
                                        <p:attrNameLst>
                                          <p:attrName>style.visibility</p:attrName>
                                        </p:attrNameLst>
                                      </p:cBhvr>
                                      <p:to>
                                        <p:strVal val="visible"/>
                                      </p:to>
                                    </p:set>
                                    <p:anim calcmode="lin" valueType="num">
                                      <p:cBhvr>
                                        <p:cTn id="62" dur="500" fill="hold"/>
                                        <p:tgtEl>
                                          <p:spTgt spid="27787"/>
                                        </p:tgtEl>
                                        <p:attrNameLst>
                                          <p:attrName>ppt_w</p:attrName>
                                        </p:attrNameLst>
                                      </p:cBhvr>
                                      <p:tavLst>
                                        <p:tav tm="0">
                                          <p:val>
                                            <p:strVal val="2/3*#ppt_w"/>
                                          </p:val>
                                        </p:tav>
                                        <p:tav tm="100000">
                                          <p:val>
                                            <p:strVal val="#ppt_w"/>
                                          </p:val>
                                        </p:tav>
                                      </p:tavLst>
                                    </p:anim>
                                    <p:anim calcmode="lin" valueType="num">
                                      <p:cBhvr>
                                        <p:cTn id="63" dur="500" fill="hold"/>
                                        <p:tgtEl>
                                          <p:spTgt spid="27787"/>
                                        </p:tgtEl>
                                        <p:attrNameLst>
                                          <p:attrName>ppt_h</p:attrName>
                                        </p:attrNameLst>
                                      </p:cBhvr>
                                      <p:tavLst>
                                        <p:tav tm="0">
                                          <p:val>
                                            <p:strVal val="2/3*#ppt_h"/>
                                          </p:val>
                                        </p:tav>
                                        <p:tav tm="100000">
                                          <p:val>
                                            <p:strVal val="#ppt_h"/>
                                          </p:val>
                                        </p:tav>
                                      </p:tavLst>
                                    </p:anim>
                                  </p:childTnLst>
                                </p:cTn>
                              </p:par>
                            </p:childTnLst>
                          </p:cTn>
                        </p:par>
                      </p:childTnLst>
                    </p:cTn>
                  </p:par>
                  <p:par>
                    <p:cTn id="64" fill="hold" nodeType="clickPar">
                      <p:stCondLst>
                        <p:cond delay="indefinite"/>
                      </p:stCondLst>
                      <p:childTnLst>
                        <p:par>
                          <p:cTn id="65" fill="hold" nodeType="withGroup">
                            <p:stCondLst>
                              <p:cond delay="0"/>
                            </p:stCondLst>
                            <p:childTnLst>
                              <p:par>
                                <p:cTn id="66" presetID="23" presetClass="entr" presetSubtype="272" fill="hold" nodeType="clickEffect">
                                  <p:stCondLst>
                                    <p:cond delay="0"/>
                                  </p:stCondLst>
                                  <p:childTnLst>
                                    <p:set>
                                      <p:cBhvr>
                                        <p:cTn id="67" dur="1" fill="hold">
                                          <p:stCondLst>
                                            <p:cond delay="0"/>
                                          </p:stCondLst>
                                        </p:cTn>
                                        <p:tgtEl>
                                          <p:spTgt spid="27801"/>
                                        </p:tgtEl>
                                        <p:attrNameLst>
                                          <p:attrName>style.visibility</p:attrName>
                                        </p:attrNameLst>
                                      </p:cBhvr>
                                      <p:to>
                                        <p:strVal val="visible"/>
                                      </p:to>
                                    </p:set>
                                    <p:anim calcmode="lin" valueType="num">
                                      <p:cBhvr>
                                        <p:cTn id="68" dur="500" fill="hold"/>
                                        <p:tgtEl>
                                          <p:spTgt spid="27801"/>
                                        </p:tgtEl>
                                        <p:attrNameLst>
                                          <p:attrName>ppt_w</p:attrName>
                                        </p:attrNameLst>
                                      </p:cBhvr>
                                      <p:tavLst>
                                        <p:tav tm="0">
                                          <p:val>
                                            <p:strVal val="2/3*#ppt_w"/>
                                          </p:val>
                                        </p:tav>
                                        <p:tav tm="100000">
                                          <p:val>
                                            <p:strVal val="#ppt_w"/>
                                          </p:val>
                                        </p:tav>
                                      </p:tavLst>
                                    </p:anim>
                                    <p:anim calcmode="lin" valueType="num">
                                      <p:cBhvr>
                                        <p:cTn id="69" dur="500" fill="hold"/>
                                        <p:tgtEl>
                                          <p:spTgt spid="27801"/>
                                        </p:tgtEl>
                                        <p:attrNameLst>
                                          <p:attrName>ppt_h</p:attrName>
                                        </p:attrNameLst>
                                      </p:cBhvr>
                                      <p:tavLst>
                                        <p:tav tm="0">
                                          <p:val>
                                            <p:strVal val="2/3*#ppt_h"/>
                                          </p:val>
                                        </p:tav>
                                        <p:tav tm="100000">
                                          <p:val>
                                            <p:strVal val="#ppt_h"/>
                                          </p:val>
                                        </p:tav>
                                      </p:tavLst>
                                    </p:anim>
                                  </p:childTnLst>
                                </p:cTn>
                              </p:par>
                            </p:childTnLst>
                          </p:cTn>
                        </p:par>
                      </p:childTnLst>
                    </p:cTn>
                  </p:par>
                  <p:par>
                    <p:cTn id="70" fill="hold" nodeType="clickPar">
                      <p:stCondLst>
                        <p:cond delay="indefinite"/>
                      </p:stCondLst>
                      <p:childTnLst>
                        <p:par>
                          <p:cTn id="71" fill="hold" nodeType="withGroup">
                            <p:stCondLst>
                              <p:cond delay="0"/>
                            </p:stCondLst>
                            <p:childTnLst>
                              <p:par>
                                <p:cTn id="72" presetID="22" presetClass="entr" presetSubtype="8" fill="hold" nodeType="clickEffect">
                                  <p:stCondLst>
                                    <p:cond delay="0"/>
                                  </p:stCondLst>
                                  <p:childTnLst>
                                    <p:set>
                                      <p:cBhvr>
                                        <p:cTn id="73" dur="1" fill="hold">
                                          <p:stCondLst>
                                            <p:cond delay="0"/>
                                          </p:stCondLst>
                                        </p:cTn>
                                        <p:tgtEl>
                                          <p:spTgt spid="27748"/>
                                        </p:tgtEl>
                                        <p:attrNameLst>
                                          <p:attrName>style.visibility</p:attrName>
                                        </p:attrNameLst>
                                      </p:cBhvr>
                                      <p:to>
                                        <p:strVal val="visible"/>
                                      </p:to>
                                    </p:set>
                                    <p:animEffect transition="in" filter="wipe(left)">
                                      <p:cBhvr>
                                        <p:cTn id="74" dur="500"/>
                                        <p:tgtEl>
                                          <p:spTgt spid="27748"/>
                                        </p:tgtEl>
                                      </p:cBhvr>
                                    </p:animEffect>
                                  </p:childTnLst>
                                </p:cTn>
                              </p:par>
                            </p:childTnLst>
                          </p:cTn>
                        </p:par>
                      </p:childTnLst>
                    </p:cTn>
                  </p:par>
                  <p:par>
                    <p:cTn id="75" fill="hold" nodeType="clickPar">
                      <p:stCondLst>
                        <p:cond delay="indefinite"/>
                      </p:stCondLst>
                      <p:childTnLst>
                        <p:par>
                          <p:cTn id="76" fill="hold" nodeType="withGroup">
                            <p:stCondLst>
                              <p:cond delay="0"/>
                            </p:stCondLst>
                            <p:childTnLst>
                              <p:par>
                                <p:cTn id="77" presetID="22" presetClass="entr" presetSubtype="8" fill="hold" nodeType="clickEffect">
                                  <p:stCondLst>
                                    <p:cond delay="0"/>
                                  </p:stCondLst>
                                  <p:childTnLst>
                                    <p:set>
                                      <p:cBhvr>
                                        <p:cTn id="78" dur="1" fill="hold">
                                          <p:stCondLst>
                                            <p:cond delay="0"/>
                                          </p:stCondLst>
                                        </p:cTn>
                                        <p:tgtEl>
                                          <p:spTgt spid="27746"/>
                                        </p:tgtEl>
                                        <p:attrNameLst>
                                          <p:attrName>style.visibility</p:attrName>
                                        </p:attrNameLst>
                                      </p:cBhvr>
                                      <p:to>
                                        <p:strVal val="visible"/>
                                      </p:to>
                                    </p:set>
                                    <p:animEffect transition="in" filter="wipe(left)">
                                      <p:cBhvr>
                                        <p:cTn id="79" dur="500"/>
                                        <p:tgtEl>
                                          <p:spTgt spid="27746"/>
                                        </p:tgtEl>
                                      </p:cBhvr>
                                    </p:animEffect>
                                  </p:childTnLst>
                                </p:cTn>
                              </p:par>
                            </p:childTnLst>
                          </p:cTn>
                        </p:par>
                      </p:childTnLst>
                    </p:cTn>
                  </p:par>
                  <p:par>
                    <p:cTn id="80" fill="hold" nodeType="clickPar">
                      <p:stCondLst>
                        <p:cond delay="indefinite"/>
                      </p:stCondLst>
                      <p:childTnLst>
                        <p:par>
                          <p:cTn id="81" fill="hold" nodeType="withGroup">
                            <p:stCondLst>
                              <p:cond delay="0"/>
                            </p:stCondLst>
                            <p:childTnLst>
                              <p:par>
                                <p:cTn id="82" presetID="22" presetClass="entr" presetSubtype="8" fill="hold" nodeType="clickEffect">
                                  <p:stCondLst>
                                    <p:cond delay="0"/>
                                  </p:stCondLst>
                                  <p:childTnLst>
                                    <p:set>
                                      <p:cBhvr>
                                        <p:cTn id="83" dur="1" fill="hold">
                                          <p:stCondLst>
                                            <p:cond delay="0"/>
                                          </p:stCondLst>
                                        </p:cTn>
                                        <p:tgtEl>
                                          <p:spTgt spid="27659"/>
                                        </p:tgtEl>
                                        <p:attrNameLst>
                                          <p:attrName>style.visibility</p:attrName>
                                        </p:attrNameLst>
                                      </p:cBhvr>
                                      <p:to>
                                        <p:strVal val="visible"/>
                                      </p:to>
                                    </p:set>
                                    <p:animEffect transition="in" filter="wipe(left)">
                                      <p:cBhvr>
                                        <p:cTn id="84" dur="500"/>
                                        <p:tgtEl>
                                          <p:spTgt spid="27659"/>
                                        </p:tgtEl>
                                      </p:cBhvr>
                                    </p:animEffect>
                                  </p:childTnLst>
                                </p:cTn>
                              </p:par>
                            </p:childTnLst>
                          </p:cTn>
                        </p:par>
                      </p:childTnLst>
                    </p:cTn>
                  </p:par>
                  <p:par>
                    <p:cTn id="85" fill="hold" nodeType="clickPar">
                      <p:stCondLst>
                        <p:cond delay="indefinite"/>
                      </p:stCondLst>
                      <p:childTnLst>
                        <p:par>
                          <p:cTn id="86" fill="hold" nodeType="withGroup">
                            <p:stCondLst>
                              <p:cond delay="0"/>
                            </p:stCondLst>
                            <p:childTnLst>
                              <p:par>
                                <p:cTn id="87" presetID="22" presetClass="entr" presetSubtype="8" fill="hold" nodeType="clickEffect">
                                  <p:stCondLst>
                                    <p:cond delay="0"/>
                                  </p:stCondLst>
                                  <p:childTnLst>
                                    <p:set>
                                      <p:cBhvr>
                                        <p:cTn id="88" dur="1" fill="hold">
                                          <p:stCondLst>
                                            <p:cond delay="0"/>
                                          </p:stCondLst>
                                        </p:cTn>
                                        <p:tgtEl>
                                          <p:spTgt spid="27660"/>
                                        </p:tgtEl>
                                        <p:attrNameLst>
                                          <p:attrName>style.visibility</p:attrName>
                                        </p:attrNameLst>
                                      </p:cBhvr>
                                      <p:to>
                                        <p:strVal val="visible"/>
                                      </p:to>
                                    </p:set>
                                    <p:animEffect transition="in" filter="wipe(left)">
                                      <p:cBhvr>
                                        <p:cTn id="89" dur="500"/>
                                        <p:tgtEl>
                                          <p:spTgt spid="276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61" grpId="0" build="p" autoUpdateAnimBg="0"/>
      <p:bldP spid="27749" grpId="0" build="p" autoUpdateAnimBg="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Text Box 3"/>
          <p:cNvSpPr txBox="1">
            <a:spLocks noChangeArrowheads="1"/>
          </p:cNvSpPr>
          <p:nvPr/>
        </p:nvSpPr>
        <p:spPr bwMode="auto">
          <a:xfrm>
            <a:off x="542925" y="319088"/>
            <a:ext cx="116205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spcBef>
                <a:spcPct val="50000"/>
              </a:spcBef>
            </a:pPr>
            <a:r>
              <a:rPr lang="zh-CN" altLang="en-US">
                <a:solidFill>
                  <a:srgbClr val="FF3300"/>
                </a:solidFill>
              </a:rPr>
              <a:t>解法二</a:t>
            </a:r>
            <a:endParaRPr lang="zh-CN" altLang="en-US"/>
          </a:p>
        </p:txBody>
      </p:sp>
      <p:graphicFrame>
        <p:nvGraphicFramePr>
          <p:cNvPr id="28705" name="Object 33"/>
          <p:cNvGraphicFramePr>
            <a:graphicFrameLocks noChangeAspect="1"/>
          </p:cNvGraphicFramePr>
          <p:nvPr/>
        </p:nvGraphicFramePr>
        <p:xfrm>
          <a:off x="676275" y="2921000"/>
          <a:ext cx="3440113" cy="550863"/>
        </p:xfrm>
        <a:graphic>
          <a:graphicData uri="http://schemas.openxmlformats.org/presentationml/2006/ole">
            <mc:AlternateContent xmlns:mc="http://schemas.openxmlformats.org/markup-compatibility/2006">
              <mc:Choice xmlns:v="urn:schemas-microsoft-com:vml" Requires="v">
                <p:oleObj spid="_x0000_s28926" name="公式" r:id="rId3" imgW="1498320" imgH="241200" progId="Equation.3">
                  <p:embed/>
                </p:oleObj>
              </mc:Choice>
              <mc:Fallback>
                <p:oleObj name="公式" r:id="rId3" imgW="1498320" imgH="241200" progId="Equation.3">
                  <p:embed/>
                  <p:pic>
                    <p:nvPicPr>
                      <p:cNvPr id="0" name="Object 3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6275" y="2921000"/>
                        <a:ext cx="3440113" cy="5508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8706" name="Object 34"/>
          <p:cNvGraphicFramePr>
            <a:graphicFrameLocks noChangeAspect="1"/>
          </p:cNvGraphicFramePr>
          <p:nvPr/>
        </p:nvGraphicFramePr>
        <p:xfrm>
          <a:off x="708025" y="3468688"/>
          <a:ext cx="3321050" cy="546100"/>
        </p:xfrm>
        <a:graphic>
          <a:graphicData uri="http://schemas.openxmlformats.org/presentationml/2006/ole">
            <mc:AlternateContent xmlns:mc="http://schemas.openxmlformats.org/markup-compatibility/2006">
              <mc:Choice xmlns:v="urn:schemas-microsoft-com:vml" Requires="v">
                <p:oleObj spid="_x0000_s28927" name="公式" r:id="rId5" imgW="1460160" imgH="241200" progId="Equation.3">
                  <p:embed/>
                </p:oleObj>
              </mc:Choice>
              <mc:Fallback>
                <p:oleObj name="公式" r:id="rId5" imgW="1460160" imgH="241200" progId="Equation.3">
                  <p:embed/>
                  <p:pic>
                    <p:nvPicPr>
                      <p:cNvPr id="0" name="Object 3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08025" y="3468688"/>
                        <a:ext cx="3321050" cy="546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8707" name="AutoShape 35"/>
          <p:cNvSpPr>
            <a:spLocks noChangeArrowheads="1"/>
          </p:cNvSpPr>
          <p:nvPr/>
        </p:nvSpPr>
        <p:spPr bwMode="auto">
          <a:xfrm>
            <a:off x="4471988" y="3260725"/>
            <a:ext cx="342900" cy="434975"/>
          </a:xfrm>
          <a:prstGeom prst="rightArrow">
            <a:avLst>
              <a:gd name="adj1" fmla="val 50000"/>
              <a:gd name="adj2" fmla="val 25000"/>
            </a:avLst>
          </a:prstGeom>
          <a:solidFill>
            <a:schemeClr val="accent1"/>
          </a:solidFill>
          <a:ln w="9525">
            <a:solidFill>
              <a:schemeClr val="tx1"/>
            </a:solidFill>
            <a:miter lim="800000"/>
            <a:headEnd/>
            <a:tailEnd/>
          </a:ln>
        </p:spPr>
        <p:txBody>
          <a:bodyPr wrap="none" anchor="ctr"/>
          <a:lstStyle/>
          <a:p>
            <a:endParaRPr lang="zh-CN" altLang="en-US"/>
          </a:p>
        </p:txBody>
      </p:sp>
      <p:graphicFrame>
        <p:nvGraphicFramePr>
          <p:cNvPr id="28708" name="Object 36"/>
          <p:cNvGraphicFramePr>
            <a:graphicFrameLocks noChangeAspect="1"/>
          </p:cNvGraphicFramePr>
          <p:nvPr/>
        </p:nvGraphicFramePr>
        <p:xfrm>
          <a:off x="5153025" y="2941638"/>
          <a:ext cx="3408363" cy="555625"/>
        </p:xfrm>
        <a:graphic>
          <a:graphicData uri="http://schemas.openxmlformats.org/presentationml/2006/ole">
            <mc:AlternateContent xmlns:mc="http://schemas.openxmlformats.org/markup-compatibility/2006">
              <mc:Choice xmlns:v="urn:schemas-microsoft-com:vml" Requires="v">
                <p:oleObj spid="_x0000_s28928" name="公式" r:id="rId7" imgW="1473120" imgH="241200" progId="Equation.3">
                  <p:embed/>
                </p:oleObj>
              </mc:Choice>
              <mc:Fallback>
                <p:oleObj name="公式" r:id="rId7" imgW="1473120" imgH="241200" progId="Equation.3">
                  <p:embed/>
                  <p:pic>
                    <p:nvPicPr>
                      <p:cNvPr id="0" name="Object 3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153025" y="2941638"/>
                        <a:ext cx="3408363" cy="555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8709" name="Object 37"/>
          <p:cNvGraphicFramePr>
            <a:graphicFrameLocks noChangeAspect="1"/>
          </p:cNvGraphicFramePr>
          <p:nvPr/>
        </p:nvGraphicFramePr>
        <p:xfrm>
          <a:off x="5245100" y="3543300"/>
          <a:ext cx="3338513" cy="525463"/>
        </p:xfrm>
        <a:graphic>
          <a:graphicData uri="http://schemas.openxmlformats.org/presentationml/2006/ole">
            <mc:AlternateContent xmlns:mc="http://schemas.openxmlformats.org/markup-compatibility/2006">
              <mc:Choice xmlns:v="urn:schemas-microsoft-com:vml" Requires="v">
                <p:oleObj spid="_x0000_s28929" name="公式" r:id="rId9" imgW="1523880" imgH="241200" progId="Equation.3">
                  <p:embed/>
                </p:oleObj>
              </mc:Choice>
              <mc:Fallback>
                <p:oleObj name="公式" r:id="rId9" imgW="1523880" imgH="241200" progId="Equation.3">
                  <p:embed/>
                  <p:pic>
                    <p:nvPicPr>
                      <p:cNvPr id="0" name="Object 3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245100" y="3543300"/>
                        <a:ext cx="3338513" cy="5254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8710" name="Object 38"/>
          <p:cNvGraphicFramePr>
            <a:graphicFrameLocks noChangeAspect="1"/>
          </p:cNvGraphicFramePr>
          <p:nvPr/>
        </p:nvGraphicFramePr>
        <p:xfrm>
          <a:off x="2273300" y="4229100"/>
          <a:ext cx="3375025" cy="1208088"/>
        </p:xfrm>
        <a:graphic>
          <a:graphicData uri="http://schemas.openxmlformats.org/presentationml/2006/ole">
            <mc:AlternateContent xmlns:mc="http://schemas.openxmlformats.org/markup-compatibility/2006">
              <mc:Choice xmlns:v="urn:schemas-microsoft-com:vml" Requires="v">
                <p:oleObj spid="_x0000_s28930" name="公式" r:id="rId11" imgW="1346040" imgH="482400" progId="Equation.3">
                  <p:embed/>
                </p:oleObj>
              </mc:Choice>
              <mc:Fallback>
                <p:oleObj name="公式" r:id="rId11" imgW="1346040" imgH="482400" progId="Equation.3">
                  <p:embed/>
                  <p:pic>
                    <p:nvPicPr>
                      <p:cNvPr id="0" name="Object 3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273300" y="4229100"/>
                        <a:ext cx="3375025" cy="12080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8711" name="Text Box 39"/>
          <p:cNvSpPr txBox="1">
            <a:spLocks noChangeArrowheads="1"/>
          </p:cNvSpPr>
          <p:nvPr/>
        </p:nvSpPr>
        <p:spPr bwMode="auto">
          <a:xfrm>
            <a:off x="461963" y="5556250"/>
            <a:ext cx="8682037"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spcBef>
                <a:spcPct val="50000"/>
              </a:spcBef>
            </a:pPr>
            <a:r>
              <a:rPr lang="en-US" altLang="zh-CN">
                <a:latin typeface="Times New Roman" panose="02020603050405020304" pitchFamily="18" charset="0"/>
              </a:rPr>
              <a:t>       </a:t>
            </a:r>
            <a:r>
              <a:rPr lang="zh-CN" altLang="en-US">
                <a:latin typeface="Times New Roman" panose="02020603050405020304" pitchFamily="18" charset="0"/>
              </a:rPr>
              <a:t>非互易二端口网络（网络内部有受控源）</a:t>
            </a:r>
            <a:r>
              <a:rPr lang="zh-CN" altLang="en-US">
                <a:solidFill>
                  <a:srgbClr val="FF3300"/>
                </a:solidFill>
                <a:latin typeface="Times New Roman" panose="02020603050405020304" pitchFamily="18" charset="0"/>
              </a:rPr>
              <a:t>四个独立参数</a:t>
            </a:r>
            <a:r>
              <a:rPr lang="zh-CN" altLang="en-US">
                <a:latin typeface="Times New Roman" panose="02020603050405020304" pitchFamily="18" charset="0"/>
              </a:rPr>
              <a:t>。    </a:t>
            </a:r>
          </a:p>
        </p:txBody>
      </p:sp>
      <p:sp>
        <p:nvSpPr>
          <p:cNvPr id="28714" name="Text Box 42"/>
          <p:cNvSpPr txBox="1">
            <a:spLocks noChangeArrowheads="1"/>
          </p:cNvSpPr>
          <p:nvPr/>
        </p:nvSpPr>
        <p:spPr bwMode="auto">
          <a:xfrm>
            <a:off x="2009775" y="287338"/>
            <a:ext cx="57689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l"/>
            <a:r>
              <a:rPr lang="zh-CN" altLang="en-US">
                <a:latin typeface="Times New Roman" panose="02020603050405020304" pitchFamily="18" charset="0"/>
              </a:rPr>
              <a:t>直接列写端口电压电流方程，得参数</a:t>
            </a:r>
          </a:p>
        </p:txBody>
      </p:sp>
      <p:grpSp>
        <p:nvGrpSpPr>
          <p:cNvPr id="28754" name="Group 82"/>
          <p:cNvGrpSpPr>
            <a:grpSpLocks/>
          </p:cNvGrpSpPr>
          <p:nvPr/>
        </p:nvGrpSpPr>
        <p:grpSpPr bwMode="auto">
          <a:xfrm>
            <a:off x="2087563" y="793750"/>
            <a:ext cx="4175125" cy="1900238"/>
            <a:chOff x="2647" y="32"/>
            <a:chExt cx="2630" cy="1197"/>
          </a:xfrm>
        </p:grpSpPr>
        <p:graphicFrame>
          <p:nvGraphicFramePr>
            <p:cNvPr id="28755" name="Object 83"/>
            <p:cNvGraphicFramePr>
              <a:graphicFrameLocks noChangeAspect="1"/>
            </p:cNvGraphicFramePr>
            <p:nvPr/>
          </p:nvGraphicFramePr>
          <p:xfrm>
            <a:off x="3988" y="537"/>
            <a:ext cx="369" cy="288"/>
          </p:xfrm>
          <a:graphic>
            <a:graphicData uri="http://schemas.openxmlformats.org/presentationml/2006/ole">
              <mc:AlternateContent xmlns:mc="http://schemas.openxmlformats.org/markup-compatibility/2006">
                <mc:Choice xmlns:v="urn:schemas-microsoft-com:vml" Requires="v">
                  <p:oleObj spid="_x0000_s28931" name="Equation" r:id="rId13" imgW="291960" imgH="228600" progId="Equation.3">
                    <p:embed/>
                  </p:oleObj>
                </mc:Choice>
                <mc:Fallback>
                  <p:oleObj name="Equation" r:id="rId13" imgW="291960" imgH="228600" progId="Equation.3">
                    <p:embed/>
                    <p:pic>
                      <p:nvPicPr>
                        <p:cNvPr id="0" name="Object 83"/>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988" y="537"/>
                          <a:ext cx="369"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8756" name="Rectangle 84"/>
            <p:cNvSpPr>
              <a:spLocks noChangeArrowheads="1"/>
            </p:cNvSpPr>
            <p:nvPr/>
          </p:nvSpPr>
          <p:spPr bwMode="auto">
            <a:xfrm>
              <a:off x="3758" y="338"/>
              <a:ext cx="322" cy="114"/>
            </a:xfrm>
            <a:prstGeom prst="rect">
              <a:avLst/>
            </a:prstGeom>
            <a:solidFill>
              <a:srgbClr val="FFFF99"/>
            </a:solidFill>
            <a:ln w="31750">
              <a:solidFill>
                <a:srgbClr val="000000"/>
              </a:solidFill>
              <a:miter lim="800000"/>
              <a:headEnd/>
              <a:tailEnd/>
            </a:ln>
          </p:spPr>
          <p:txBody>
            <a:bodyPr/>
            <a:lstStyle/>
            <a:p>
              <a:endParaRPr lang="zh-CN" altLang="en-US"/>
            </a:p>
          </p:txBody>
        </p:sp>
        <p:sp>
          <p:nvSpPr>
            <p:cNvPr id="28757" name="Line 85"/>
            <p:cNvSpPr>
              <a:spLocks noChangeShapeType="1"/>
            </p:cNvSpPr>
            <p:nvPr/>
          </p:nvSpPr>
          <p:spPr bwMode="auto">
            <a:xfrm>
              <a:off x="4086" y="389"/>
              <a:ext cx="1006" cy="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758" name="Line 86"/>
            <p:cNvSpPr>
              <a:spLocks noChangeShapeType="1"/>
            </p:cNvSpPr>
            <p:nvPr/>
          </p:nvSpPr>
          <p:spPr bwMode="auto">
            <a:xfrm flipH="1">
              <a:off x="2802" y="389"/>
              <a:ext cx="955" cy="1"/>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759" name="Line 87"/>
            <p:cNvSpPr>
              <a:spLocks noChangeShapeType="1"/>
            </p:cNvSpPr>
            <p:nvPr/>
          </p:nvSpPr>
          <p:spPr bwMode="auto">
            <a:xfrm>
              <a:off x="2814" y="1190"/>
              <a:ext cx="2283" cy="1"/>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760" name="Rectangle 88"/>
            <p:cNvSpPr>
              <a:spLocks noChangeArrowheads="1"/>
            </p:cNvSpPr>
            <p:nvPr/>
          </p:nvSpPr>
          <p:spPr bwMode="auto">
            <a:xfrm>
              <a:off x="3744" y="56"/>
              <a:ext cx="294" cy="230"/>
            </a:xfrm>
            <a:prstGeom prst="rect">
              <a:avLst/>
            </a:prstGeom>
            <a:noFill/>
            <a:ln>
              <a:noFill/>
            </a:ln>
            <a:extLst>
              <a:ext uri="{909E8E84-426E-40DD-AFC4-6F175D3DCCD1}">
                <a14:hiddenFill xmlns:a14="http://schemas.microsoft.com/office/drawing/2010/main">
                  <a:solidFill>
                    <a:srgbClr val="F9FFE1"/>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eaLnBrk="1" hangingPunct="1"/>
              <a:r>
                <a:rPr lang="en-US" altLang="zh-CN">
                  <a:solidFill>
                    <a:srgbClr val="000000"/>
                  </a:solidFill>
                  <a:latin typeface="Times New Roman" panose="02020603050405020304" pitchFamily="18" charset="0"/>
                </a:rPr>
                <a:t> </a:t>
              </a:r>
              <a:r>
                <a:rPr lang="en-US" altLang="zh-CN" i="1">
                  <a:solidFill>
                    <a:srgbClr val="000000"/>
                  </a:solidFill>
                  <a:latin typeface="Times New Roman" panose="02020603050405020304" pitchFamily="18" charset="0"/>
                </a:rPr>
                <a:t>Y</a:t>
              </a:r>
              <a:r>
                <a:rPr lang="en-US" altLang="zh-CN" baseline="-25000">
                  <a:solidFill>
                    <a:srgbClr val="000000"/>
                  </a:solidFill>
                  <a:latin typeface="Times New Roman" panose="02020603050405020304" pitchFamily="18" charset="0"/>
                </a:rPr>
                <a:t>b</a:t>
              </a:r>
              <a:endParaRPr lang="en-US" altLang="zh-CN">
                <a:latin typeface="Times New Roman" panose="02020603050405020304" pitchFamily="18" charset="0"/>
              </a:endParaRPr>
            </a:p>
          </p:txBody>
        </p:sp>
        <p:sp>
          <p:nvSpPr>
            <p:cNvPr id="28761" name="Text Box 89"/>
            <p:cNvSpPr txBox="1">
              <a:spLocks noChangeArrowheads="1"/>
            </p:cNvSpPr>
            <p:nvPr/>
          </p:nvSpPr>
          <p:spPr bwMode="auto">
            <a:xfrm>
              <a:off x="2658" y="399"/>
              <a:ext cx="267" cy="288"/>
            </a:xfrm>
            <a:prstGeom prst="rect">
              <a:avLst/>
            </a:prstGeom>
            <a:noFill/>
            <a:ln>
              <a:noFill/>
            </a:ln>
            <a:extLst>
              <a:ext uri="{909E8E84-426E-40DD-AFC4-6F175D3DCCD1}">
                <a14:hiddenFill xmlns:a14="http://schemas.microsoft.com/office/drawing/2010/main">
                  <a:solidFill>
                    <a:srgbClr val="F9FFE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spcBef>
                  <a:spcPct val="50000"/>
                </a:spcBef>
              </a:pPr>
              <a:r>
                <a:rPr lang="en-US" altLang="zh-CN">
                  <a:latin typeface="Times New Roman" panose="02020603050405020304" pitchFamily="18" charset="0"/>
                </a:rPr>
                <a:t>+</a:t>
              </a:r>
            </a:p>
          </p:txBody>
        </p:sp>
        <p:sp>
          <p:nvSpPr>
            <p:cNvPr id="28762" name="Text Box 90"/>
            <p:cNvSpPr txBox="1">
              <a:spLocks noChangeArrowheads="1"/>
            </p:cNvSpPr>
            <p:nvPr/>
          </p:nvSpPr>
          <p:spPr bwMode="auto">
            <a:xfrm>
              <a:off x="2659" y="919"/>
              <a:ext cx="267" cy="288"/>
            </a:xfrm>
            <a:prstGeom prst="rect">
              <a:avLst/>
            </a:prstGeom>
            <a:noFill/>
            <a:ln>
              <a:noFill/>
            </a:ln>
            <a:extLst>
              <a:ext uri="{909E8E84-426E-40DD-AFC4-6F175D3DCCD1}">
                <a14:hiddenFill xmlns:a14="http://schemas.microsoft.com/office/drawing/2010/main">
                  <a:solidFill>
                    <a:srgbClr val="F9FFE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spcBef>
                  <a:spcPct val="50000"/>
                </a:spcBef>
              </a:pPr>
              <a:r>
                <a:rPr lang="en-US" altLang="zh-CN">
                  <a:latin typeface="黑体" panose="02010609060101010101" pitchFamily="49" charset="-122"/>
                  <a:ea typeface="黑体" panose="02010609060101010101" pitchFamily="49" charset="-122"/>
                </a:rPr>
                <a:t>-</a:t>
              </a:r>
            </a:p>
          </p:txBody>
        </p:sp>
        <p:sp>
          <p:nvSpPr>
            <p:cNvPr id="28763" name="Text Box 91"/>
            <p:cNvSpPr txBox="1">
              <a:spLocks noChangeArrowheads="1"/>
            </p:cNvSpPr>
            <p:nvPr/>
          </p:nvSpPr>
          <p:spPr bwMode="auto">
            <a:xfrm>
              <a:off x="5010" y="405"/>
              <a:ext cx="267" cy="288"/>
            </a:xfrm>
            <a:prstGeom prst="rect">
              <a:avLst/>
            </a:prstGeom>
            <a:noFill/>
            <a:ln>
              <a:noFill/>
            </a:ln>
            <a:extLst>
              <a:ext uri="{909E8E84-426E-40DD-AFC4-6F175D3DCCD1}">
                <a14:hiddenFill xmlns:a14="http://schemas.microsoft.com/office/drawing/2010/main">
                  <a:solidFill>
                    <a:srgbClr val="F9FFE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spcBef>
                  <a:spcPct val="50000"/>
                </a:spcBef>
              </a:pPr>
              <a:r>
                <a:rPr lang="en-US" altLang="zh-CN">
                  <a:latin typeface="Times New Roman" panose="02020603050405020304" pitchFamily="18" charset="0"/>
                </a:rPr>
                <a:t>+</a:t>
              </a:r>
            </a:p>
          </p:txBody>
        </p:sp>
        <p:sp>
          <p:nvSpPr>
            <p:cNvPr id="28764" name="Text Box 92"/>
            <p:cNvSpPr txBox="1">
              <a:spLocks noChangeArrowheads="1"/>
            </p:cNvSpPr>
            <p:nvPr/>
          </p:nvSpPr>
          <p:spPr bwMode="auto">
            <a:xfrm>
              <a:off x="5003" y="941"/>
              <a:ext cx="267" cy="288"/>
            </a:xfrm>
            <a:prstGeom prst="rect">
              <a:avLst/>
            </a:prstGeom>
            <a:noFill/>
            <a:ln>
              <a:noFill/>
            </a:ln>
            <a:extLst>
              <a:ext uri="{909E8E84-426E-40DD-AFC4-6F175D3DCCD1}">
                <a14:hiddenFill xmlns:a14="http://schemas.microsoft.com/office/drawing/2010/main">
                  <a:solidFill>
                    <a:srgbClr val="F9FFE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spcBef>
                  <a:spcPct val="50000"/>
                </a:spcBef>
              </a:pPr>
              <a:r>
                <a:rPr lang="en-US" altLang="zh-CN">
                  <a:latin typeface="黑体" panose="02010609060101010101" pitchFamily="49" charset="-122"/>
                  <a:ea typeface="黑体" panose="02010609060101010101" pitchFamily="49" charset="-122"/>
                </a:rPr>
                <a:t>-</a:t>
              </a:r>
            </a:p>
          </p:txBody>
        </p:sp>
        <p:graphicFrame>
          <p:nvGraphicFramePr>
            <p:cNvPr id="28765" name="Object 93"/>
            <p:cNvGraphicFramePr>
              <a:graphicFrameLocks noChangeAspect="1"/>
            </p:cNvGraphicFramePr>
            <p:nvPr/>
          </p:nvGraphicFramePr>
          <p:xfrm>
            <a:off x="2647" y="628"/>
            <a:ext cx="256" cy="289"/>
          </p:xfrm>
          <a:graphic>
            <a:graphicData uri="http://schemas.openxmlformats.org/presentationml/2006/ole">
              <mc:AlternateContent xmlns:mc="http://schemas.openxmlformats.org/markup-compatibility/2006">
                <mc:Choice xmlns:v="urn:schemas-microsoft-com:vml" Requires="v">
                  <p:oleObj spid="_x0000_s28932" name="Equation" r:id="rId15" imgW="203040" imgH="228600" progId="Equation.3">
                    <p:embed/>
                  </p:oleObj>
                </mc:Choice>
                <mc:Fallback>
                  <p:oleObj name="Equation" r:id="rId15" imgW="203040" imgH="228600" progId="Equation.3">
                    <p:embed/>
                    <p:pic>
                      <p:nvPicPr>
                        <p:cNvPr id="0" name="Object 93"/>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647" y="628"/>
                          <a:ext cx="256" cy="289"/>
                        </a:xfrm>
                        <a:prstGeom prst="rect">
                          <a:avLst/>
                        </a:prstGeom>
                        <a:noFill/>
                        <a:ln>
                          <a:noFill/>
                        </a:ln>
                        <a:effectLst/>
                        <a:extLst>
                          <a:ext uri="{909E8E84-426E-40DD-AFC4-6F175D3DCCD1}">
                            <a14:hiddenFill xmlns:a14="http://schemas.microsoft.com/office/drawing/2010/main">
                              <a:solidFill>
                                <a:srgbClr val="F9FFE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8766" name="Object 94"/>
            <p:cNvGraphicFramePr>
              <a:graphicFrameLocks noChangeAspect="1"/>
            </p:cNvGraphicFramePr>
            <p:nvPr/>
          </p:nvGraphicFramePr>
          <p:xfrm>
            <a:off x="2919" y="38"/>
            <a:ext cx="208" cy="290"/>
          </p:xfrm>
          <a:graphic>
            <a:graphicData uri="http://schemas.openxmlformats.org/presentationml/2006/ole">
              <mc:AlternateContent xmlns:mc="http://schemas.openxmlformats.org/markup-compatibility/2006">
                <mc:Choice xmlns:v="urn:schemas-microsoft-com:vml" Requires="v">
                  <p:oleObj spid="_x0000_s28933" name="Equation" r:id="rId17" imgW="164880" imgH="228600" progId="Equation.3">
                    <p:embed/>
                  </p:oleObj>
                </mc:Choice>
                <mc:Fallback>
                  <p:oleObj name="Equation" r:id="rId17" imgW="164880" imgH="228600" progId="Equation.3">
                    <p:embed/>
                    <p:pic>
                      <p:nvPicPr>
                        <p:cNvPr id="0" name="Object 94"/>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919" y="38"/>
                          <a:ext cx="208" cy="290"/>
                        </a:xfrm>
                        <a:prstGeom prst="rect">
                          <a:avLst/>
                        </a:prstGeom>
                        <a:noFill/>
                        <a:ln>
                          <a:noFill/>
                        </a:ln>
                        <a:effectLst/>
                        <a:extLst>
                          <a:ext uri="{909E8E84-426E-40DD-AFC4-6F175D3DCCD1}">
                            <a14:hiddenFill xmlns:a14="http://schemas.microsoft.com/office/drawing/2010/main">
                              <a:solidFill>
                                <a:srgbClr val="F9FFE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8767" name="Object 95"/>
            <p:cNvGraphicFramePr>
              <a:graphicFrameLocks noChangeAspect="1"/>
            </p:cNvGraphicFramePr>
            <p:nvPr/>
          </p:nvGraphicFramePr>
          <p:xfrm>
            <a:off x="4779" y="32"/>
            <a:ext cx="224" cy="290"/>
          </p:xfrm>
          <a:graphic>
            <a:graphicData uri="http://schemas.openxmlformats.org/presentationml/2006/ole">
              <mc:AlternateContent xmlns:mc="http://schemas.openxmlformats.org/markup-compatibility/2006">
                <mc:Choice xmlns:v="urn:schemas-microsoft-com:vml" Requires="v">
                  <p:oleObj spid="_x0000_s28934" name="Equation" r:id="rId19" imgW="177480" imgH="228600" progId="Equation.3">
                    <p:embed/>
                  </p:oleObj>
                </mc:Choice>
                <mc:Fallback>
                  <p:oleObj name="Equation" r:id="rId19" imgW="177480" imgH="228600" progId="Equation.3">
                    <p:embed/>
                    <p:pic>
                      <p:nvPicPr>
                        <p:cNvPr id="0" name="Object 95"/>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4779" y="32"/>
                          <a:ext cx="224" cy="290"/>
                        </a:xfrm>
                        <a:prstGeom prst="rect">
                          <a:avLst/>
                        </a:prstGeom>
                        <a:noFill/>
                        <a:ln>
                          <a:noFill/>
                        </a:ln>
                        <a:effectLst/>
                        <a:extLst>
                          <a:ext uri="{909E8E84-426E-40DD-AFC4-6F175D3DCCD1}">
                            <a14:hiddenFill xmlns:a14="http://schemas.microsoft.com/office/drawing/2010/main">
                              <a:solidFill>
                                <a:srgbClr val="F9FFE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8768" name="Object 96"/>
            <p:cNvGraphicFramePr>
              <a:graphicFrameLocks noChangeAspect="1"/>
            </p:cNvGraphicFramePr>
            <p:nvPr/>
          </p:nvGraphicFramePr>
          <p:xfrm>
            <a:off x="5017" y="614"/>
            <a:ext cx="256" cy="290"/>
          </p:xfrm>
          <a:graphic>
            <a:graphicData uri="http://schemas.openxmlformats.org/presentationml/2006/ole">
              <mc:AlternateContent xmlns:mc="http://schemas.openxmlformats.org/markup-compatibility/2006">
                <mc:Choice xmlns:v="urn:schemas-microsoft-com:vml" Requires="v">
                  <p:oleObj spid="_x0000_s28935" name="Equation" r:id="rId21" imgW="203040" imgH="228600" progId="Equation.3">
                    <p:embed/>
                  </p:oleObj>
                </mc:Choice>
                <mc:Fallback>
                  <p:oleObj name="Equation" r:id="rId21" imgW="203040" imgH="228600" progId="Equation.3">
                    <p:embed/>
                    <p:pic>
                      <p:nvPicPr>
                        <p:cNvPr id="0" name="Object 96"/>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5017" y="614"/>
                          <a:ext cx="256" cy="290"/>
                        </a:xfrm>
                        <a:prstGeom prst="rect">
                          <a:avLst/>
                        </a:prstGeom>
                        <a:noFill/>
                        <a:ln>
                          <a:noFill/>
                        </a:ln>
                        <a:effectLst/>
                        <a:extLst>
                          <a:ext uri="{909E8E84-426E-40DD-AFC4-6F175D3DCCD1}">
                            <a14:hiddenFill xmlns:a14="http://schemas.microsoft.com/office/drawing/2010/main">
                              <a:solidFill>
                                <a:srgbClr val="F9FFE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8769" name="Line 97"/>
            <p:cNvSpPr>
              <a:spLocks noChangeShapeType="1"/>
            </p:cNvSpPr>
            <p:nvPr/>
          </p:nvSpPr>
          <p:spPr bwMode="auto">
            <a:xfrm>
              <a:off x="4452" y="401"/>
              <a:ext cx="1" cy="30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770" name="Line 98"/>
            <p:cNvSpPr>
              <a:spLocks noChangeShapeType="1"/>
            </p:cNvSpPr>
            <p:nvPr/>
          </p:nvSpPr>
          <p:spPr bwMode="auto">
            <a:xfrm>
              <a:off x="4452" y="879"/>
              <a:ext cx="1" cy="311"/>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771" name="Line 99"/>
            <p:cNvSpPr>
              <a:spLocks noChangeShapeType="1"/>
            </p:cNvSpPr>
            <p:nvPr/>
          </p:nvSpPr>
          <p:spPr bwMode="auto">
            <a:xfrm>
              <a:off x="3384" y="395"/>
              <a:ext cx="1" cy="30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772" name="Line 100"/>
            <p:cNvSpPr>
              <a:spLocks noChangeShapeType="1"/>
            </p:cNvSpPr>
            <p:nvPr/>
          </p:nvSpPr>
          <p:spPr bwMode="auto">
            <a:xfrm>
              <a:off x="3384" y="873"/>
              <a:ext cx="1" cy="311"/>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773" name="Oval 101"/>
            <p:cNvSpPr>
              <a:spLocks noChangeArrowheads="1"/>
            </p:cNvSpPr>
            <p:nvPr/>
          </p:nvSpPr>
          <p:spPr bwMode="auto">
            <a:xfrm>
              <a:off x="2737" y="354"/>
              <a:ext cx="68" cy="68"/>
            </a:xfrm>
            <a:prstGeom prst="ellipse">
              <a:avLst/>
            </a:prstGeom>
            <a:solidFill>
              <a:srgbClr val="F9FFE1"/>
            </a:solidFill>
            <a:ln w="19050">
              <a:solidFill>
                <a:schemeClr val="tx1"/>
              </a:solidFill>
              <a:round/>
              <a:headEnd/>
              <a:tailEnd/>
            </a:ln>
          </p:spPr>
          <p:txBody>
            <a:bodyPr wrap="none" anchor="ctr"/>
            <a:lstStyle/>
            <a:p>
              <a:endParaRPr lang="zh-CN" altLang="en-US"/>
            </a:p>
          </p:txBody>
        </p:sp>
        <p:sp>
          <p:nvSpPr>
            <p:cNvPr id="28774" name="Oval 102"/>
            <p:cNvSpPr>
              <a:spLocks noChangeArrowheads="1"/>
            </p:cNvSpPr>
            <p:nvPr/>
          </p:nvSpPr>
          <p:spPr bwMode="auto">
            <a:xfrm>
              <a:off x="2755" y="1152"/>
              <a:ext cx="68" cy="68"/>
            </a:xfrm>
            <a:prstGeom prst="ellipse">
              <a:avLst/>
            </a:prstGeom>
            <a:solidFill>
              <a:srgbClr val="F9FFE1"/>
            </a:solidFill>
            <a:ln w="19050">
              <a:solidFill>
                <a:schemeClr val="tx1"/>
              </a:solidFill>
              <a:round/>
              <a:headEnd/>
              <a:tailEnd/>
            </a:ln>
          </p:spPr>
          <p:txBody>
            <a:bodyPr wrap="none" anchor="ctr"/>
            <a:lstStyle/>
            <a:p>
              <a:endParaRPr lang="zh-CN" altLang="en-US"/>
            </a:p>
          </p:txBody>
        </p:sp>
        <p:sp>
          <p:nvSpPr>
            <p:cNvPr id="28775" name="Oval 103"/>
            <p:cNvSpPr>
              <a:spLocks noChangeArrowheads="1"/>
            </p:cNvSpPr>
            <p:nvPr/>
          </p:nvSpPr>
          <p:spPr bwMode="auto">
            <a:xfrm>
              <a:off x="5083" y="360"/>
              <a:ext cx="68" cy="68"/>
            </a:xfrm>
            <a:prstGeom prst="ellipse">
              <a:avLst/>
            </a:prstGeom>
            <a:solidFill>
              <a:srgbClr val="F9FFE1"/>
            </a:solidFill>
            <a:ln w="19050">
              <a:solidFill>
                <a:schemeClr val="tx1"/>
              </a:solidFill>
              <a:round/>
              <a:headEnd/>
              <a:tailEnd/>
            </a:ln>
          </p:spPr>
          <p:txBody>
            <a:bodyPr wrap="none" anchor="ctr"/>
            <a:lstStyle/>
            <a:p>
              <a:endParaRPr lang="zh-CN" altLang="en-US"/>
            </a:p>
          </p:txBody>
        </p:sp>
        <p:sp>
          <p:nvSpPr>
            <p:cNvPr id="28776" name="Oval 104"/>
            <p:cNvSpPr>
              <a:spLocks noChangeArrowheads="1"/>
            </p:cNvSpPr>
            <p:nvPr/>
          </p:nvSpPr>
          <p:spPr bwMode="auto">
            <a:xfrm>
              <a:off x="5095" y="1152"/>
              <a:ext cx="68" cy="68"/>
            </a:xfrm>
            <a:prstGeom prst="ellipse">
              <a:avLst/>
            </a:prstGeom>
            <a:solidFill>
              <a:srgbClr val="F9FFE1"/>
            </a:solidFill>
            <a:ln w="19050">
              <a:solidFill>
                <a:schemeClr val="tx1"/>
              </a:solidFill>
              <a:round/>
              <a:headEnd/>
              <a:tailEnd/>
            </a:ln>
          </p:spPr>
          <p:txBody>
            <a:bodyPr wrap="none" anchor="ctr"/>
            <a:lstStyle/>
            <a:p>
              <a:endParaRPr lang="zh-CN" altLang="en-US"/>
            </a:p>
          </p:txBody>
        </p:sp>
        <p:sp>
          <p:nvSpPr>
            <p:cNvPr id="28777" name="Rectangle 105"/>
            <p:cNvSpPr>
              <a:spLocks noChangeArrowheads="1"/>
            </p:cNvSpPr>
            <p:nvPr/>
          </p:nvSpPr>
          <p:spPr bwMode="auto">
            <a:xfrm>
              <a:off x="3456" y="746"/>
              <a:ext cx="294" cy="230"/>
            </a:xfrm>
            <a:prstGeom prst="rect">
              <a:avLst/>
            </a:prstGeom>
            <a:noFill/>
            <a:ln>
              <a:noFill/>
            </a:ln>
            <a:extLst>
              <a:ext uri="{909E8E84-426E-40DD-AFC4-6F175D3DCCD1}">
                <a14:hiddenFill xmlns:a14="http://schemas.microsoft.com/office/drawing/2010/main">
                  <a:solidFill>
                    <a:srgbClr val="F9FFE1"/>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eaLnBrk="1" hangingPunct="1"/>
              <a:r>
                <a:rPr lang="en-US" altLang="zh-CN">
                  <a:solidFill>
                    <a:srgbClr val="000000"/>
                  </a:solidFill>
                  <a:latin typeface="Times New Roman" panose="02020603050405020304" pitchFamily="18" charset="0"/>
                </a:rPr>
                <a:t> </a:t>
              </a:r>
              <a:r>
                <a:rPr lang="en-US" altLang="zh-CN" i="1">
                  <a:solidFill>
                    <a:srgbClr val="000000"/>
                  </a:solidFill>
                  <a:latin typeface="Times New Roman" panose="02020603050405020304" pitchFamily="18" charset="0"/>
                </a:rPr>
                <a:t>Y</a:t>
              </a:r>
              <a:r>
                <a:rPr lang="en-US" altLang="zh-CN" baseline="-25000">
                  <a:solidFill>
                    <a:srgbClr val="000000"/>
                  </a:solidFill>
                  <a:latin typeface="Times New Roman" panose="02020603050405020304" pitchFamily="18" charset="0"/>
                </a:rPr>
                <a:t>a</a:t>
              </a:r>
              <a:endParaRPr lang="en-US" altLang="zh-CN">
                <a:latin typeface="Times New Roman" panose="02020603050405020304" pitchFamily="18" charset="0"/>
              </a:endParaRPr>
            </a:p>
          </p:txBody>
        </p:sp>
        <p:sp>
          <p:nvSpPr>
            <p:cNvPr id="28778" name="Rectangle 106"/>
            <p:cNvSpPr>
              <a:spLocks noChangeArrowheads="1"/>
            </p:cNvSpPr>
            <p:nvPr/>
          </p:nvSpPr>
          <p:spPr bwMode="auto">
            <a:xfrm>
              <a:off x="3323" y="596"/>
              <a:ext cx="123" cy="313"/>
            </a:xfrm>
            <a:prstGeom prst="rect">
              <a:avLst/>
            </a:prstGeom>
            <a:solidFill>
              <a:srgbClr val="FFFF99"/>
            </a:solidFill>
            <a:ln w="31750">
              <a:solidFill>
                <a:srgbClr val="000000"/>
              </a:solidFill>
              <a:miter lim="800000"/>
              <a:headEnd/>
              <a:tailEnd/>
            </a:ln>
          </p:spPr>
          <p:txBody>
            <a:bodyPr/>
            <a:lstStyle/>
            <a:p>
              <a:endParaRPr lang="zh-CN" altLang="en-US"/>
            </a:p>
          </p:txBody>
        </p:sp>
        <p:sp>
          <p:nvSpPr>
            <p:cNvPr id="28779" name="AutoShape 107"/>
            <p:cNvSpPr>
              <a:spLocks noChangeArrowheads="1"/>
            </p:cNvSpPr>
            <p:nvPr/>
          </p:nvSpPr>
          <p:spPr bwMode="auto">
            <a:xfrm>
              <a:off x="4346" y="693"/>
              <a:ext cx="216" cy="384"/>
            </a:xfrm>
            <a:prstGeom prst="diamond">
              <a:avLst/>
            </a:prstGeom>
            <a:solidFill>
              <a:srgbClr val="FFFF99"/>
            </a:solidFill>
            <a:ln w="31750">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28780" name="Line 108"/>
            <p:cNvSpPr>
              <a:spLocks noChangeShapeType="1"/>
            </p:cNvSpPr>
            <p:nvPr/>
          </p:nvSpPr>
          <p:spPr bwMode="auto">
            <a:xfrm>
              <a:off x="4346" y="885"/>
              <a:ext cx="210"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sp>
          <p:nvSpPr>
            <p:cNvPr id="28781" name="Line 109"/>
            <p:cNvSpPr>
              <a:spLocks noChangeShapeType="1"/>
            </p:cNvSpPr>
            <p:nvPr/>
          </p:nvSpPr>
          <p:spPr bwMode="auto">
            <a:xfrm>
              <a:off x="2960" y="352"/>
              <a:ext cx="296"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8782" name="Line 110"/>
            <p:cNvSpPr>
              <a:spLocks noChangeShapeType="1"/>
            </p:cNvSpPr>
            <p:nvPr/>
          </p:nvSpPr>
          <p:spPr bwMode="auto">
            <a:xfrm flipV="1">
              <a:off x="4376" y="480"/>
              <a:ext cx="0" cy="208"/>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8783" name="Line 111"/>
            <p:cNvSpPr>
              <a:spLocks noChangeShapeType="1"/>
            </p:cNvSpPr>
            <p:nvPr/>
          </p:nvSpPr>
          <p:spPr bwMode="auto">
            <a:xfrm flipH="1">
              <a:off x="4728" y="344"/>
              <a:ext cx="248"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8714">
                                            <p:txEl>
                                              <p:pRg st="0" end="0"/>
                                            </p:txEl>
                                          </p:spTgt>
                                        </p:tgtEl>
                                        <p:attrNameLst>
                                          <p:attrName>style.visibility</p:attrName>
                                        </p:attrNameLst>
                                      </p:cBhvr>
                                      <p:to>
                                        <p:strVal val="visible"/>
                                      </p:to>
                                    </p:set>
                                    <p:animEffect transition="in" filter="wipe(left)">
                                      <p:cBhvr>
                                        <p:cTn id="7" dur="500"/>
                                        <p:tgtEl>
                                          <p:spTgt spid="28714">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2" fill="hold" nodeType="clickEffect">
                                  <p:stCondLst>
                                    <p:cond delay="0"/>
                                  </p:stCondLst>
                                  <p:childTnLst>
                                    <p:set>
                                      <p:cBhvr>
                                        <p:cTn id="11" dur="1" fill="hold">
                                          <p:stCondLst>
                                            <p:cond delay="0"/>
                                          </p:stCondLst>
                                        </p:cTn>
                                        <p:tgtEl>
                                          <p:spTgt spid="28754"/>
                                        </p:tgtEl>
                                        <p:attrNameLst>
                                          <p:attrName>style.visibility</p:attrName>
                                        </p:attrNameLst>
                                      </p:cBhvr>
                                      <p:to>
                                        <p:strVal val="visible"/>
                                      </p:to>
                                    </p:set>
                                    <p:anim calcmode="lin" valueType="num">
                                      <p:cBhvr additive="base">
                                        <p:cTn id="12" dur="500" fill="hold"/>
                                        <p:tgtEl>
                                          <p:spTgt spid="28754"/>
                                        </p:tgtEl>
                                        <p:attrNameLst>
                                          <p:attrName>ppt_x</p:attrName>
                                        </p:attrNameLst>
                                      </p:cBhvr>
                                      <p:tavLst>
                                        <p:tav tm="0">
                                          <p:val>
                                            <p:strVal val="1+#ppt_w/2"/>
                                          </p:val>
                                        </p:tav>
                                        <p:tav tm="100000">
                                          <p:val>
                                            <p:strVal val="#ppt_x"/>
                                          </p:val>
                                        </p:tav>
                                      </p:tavLst>
                                    </p:anim>
                                    <p:anim calcmode="lin" valueType="num">
                                      <p:cBhvr additive="base">
                                        <p:cTn id="13" dur="500" fill="hold"/>
                                        <p:tgtEl>
                                          <p:spTgt spid="28754"/>
                                        </p:tgtEl>
                                        <p:attrNameLst>
                                          <p:attrName>ppt_y</p:attrName>
                                        </p:attrNameLst>
                                      </p:cBhvr>
                                      <p:tavLst>
                                        <p:tav tm="0">
                                          <p:val>
                                            <p:strVal val="#ppt_y"/>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8" fill="hold" nodeType="clickEffect">
                                  <p:stCondLst>
                                    <p:cond delay="0"/>
                                  </p:stCondLst>
                                  <p:childTnLst>
                                    <p:set>
                                      <p:cBhvr>
                                        <p:cTn id="17" dur="1" fill="hold">
                                          <p:stCondLst>
                                            <p:cond delay="0"/>
                                          </p:stCondLst>
                                        </p:cTn>
                                        <p:tgtEl>
                                          <p:spTgt spid="28705"/>
                                        </p:tgtEl>
                                        <p:attrNameLst>
                                          <p:attrName>style.visibility</p:attrName>
                                        </p:attrNameLst>
                                      </p:cBhvr>
                                      <p:to>
                                        <p:strVal val="visible"/>
                                      </p:to>
                                    </p:set>
                                    <p:animEffect transition="in" filter="wipe(left)">
                                      <p:cBhvr>
                                        <p:cTn id="18" dur="500"/>
                                        <p:tgtEl>
                                          <p:spTgt spid="28705"/>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nodeType="clickEffect">
                                  <p:stCondLst>
                                    <p:cond delay="0"/>
                                  </p:stCondLst>
                                  <p:childTnLst>
                                    <p:set>
                                      <p:cBhvr>
                                        <p:cTn id="22" dur="1" fill="hold">
                                          <p:stCondLst>
                                            <p:cond delay="0"/>
                                          </p:stCondLst>
                                        </p:cTn>
                                        <p:tgtEl>
                                          <p:spTgt spid="28706"/>
                                        </p:tgtEl>
                                        <p:attrNameLst>
                                          <p:attrName>style.visibility</p:attrName>
                                        </p:attrNameLst>
                                      </p:cBhvr>
                                      <p:to>
                                        <p:strVal val="visible"/>
                                      </p:to>
                                    </p:set>
                                    <p:animEffect transition="in" filter="wipe(left)">
                                      <p:cBhvr>
                                        <p:cTn id="23" dur="500"/>
                                        <p:tgtEl>
                                          <p:spTgt spid="28706"/>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8" fill="hold" nodeType="clickEffect">
                                  <p:stCondLst>
                                    <p:cond delay="0"/>
                                  </p:stCondLst>
                                  <p:childTnLst>
                                    <p:set>
                                      <p:cBhvr>
                                        <p:cTn id="27" dur="1" fill="hold">
                                          <p:stCondLst>
                                            <p:cond delay="0"/>
                                          </p:stCondLst>
                                        </p:cTn>
                                        <p:tgtEl>
                                          <p:spTgt spid="28707"/>
                                        </p:tgtEl>
                                        <p:attrNameLst>
                                          <p:attrName>style.visibility</p:attrName>
                                        </p:attrNameLst>
                                      </p:cBhvr>
                                      <p:to>
                                        <p:strVal val="visible"/>
                                      </p:to>
                                    </p:set>
                                    <p:animEffect transition="in" filter="wipe(left)">
                                      <p:cBhvr>
                                        <p:cTn id="28" dur="500"/>
                                        <p:tgtEl>
                                          <p:spTgt spid="28707"/>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8" fill="hold" nodeType="clickEffect">
                                  <p:stCondLst>
                                    <p:cond delay="0"/>
                                  </p:stCondLst>
                                  <p:childTnLst>
                                    <p:set>
                                      <p:cBhvr>
                                        <p:cTn id="32" dur="1" fill="hold">
                                          <p:stCondLst>
                                            <p:cond delay="0"/>
                                          </p:stCondLst>
                                        </p:cTn>
                                        <p:tgtEl>
                                          <p:spTgt spid="28708"/>
                                        </p:tgtEl>
                                        <p:attrNameLst>
                                          <p:attrName>style.visibility</p:attrName>
                                        </p:attrNameLst>
                                      </p:cBhvr>
                                      <p:to>
                                        <p:strVal val="visible"/>
                                      </p:to>
                                    </p:set>
                                    <p:animEffect transition="in" filter="wipe(left)">
                                      <p:cBhvr>
                                        <p:cTn id="33" dur="500"/>
                                        <p:tgtEl>
                                          <p:spTgt spid="28708"/>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8" fill="hold" nodeType="clickEffect">
                                  <p:stCondLst>
                                    <p:cond delay="0"/>
                                  </p:stCondLst>
                                  <p:childTnLst>
                                    <p:set>
                                      <p:cBhvr>
                                        <p:cTn id="37" dur="1" fill="hold">
                                          <p:stCondLst>
                                            <p:cond delay="0"/>
                                          </p:stCondLst>
                                        </p:cTn>
                                        <p:tgtEl>
                                          <p:spTgt spid="28709"/>
                                        </p:tgtEl>
                                        <p:attrNameLst>
                                          <p:attrName>style.visibility</p:attrName>
                                        </p:attrNameLst>
                                      </p:cBhvr>
                                      <p:to>
                                        <p:strVal val="visible"/>
                                      </p:to>
                                    </p:set>
                                    <p:animEffect transition="in" filter="wipe(left)">
                                      <p:cBhvr>
                                        <p:cTn id="38" dur="500"/>
                                        <p:tgtEl>
                                          <p:spTgt spid="28709"/>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8" fill="hold" nodeType="clickEffect">
                                  <p:stCondLst>
                                    <p:cond delay="0"/>
                                  </p:stCondLst>
                                  <p:childTnLst>
                                    <p:set>
                                      <p:cBhvr>
                                        <p:cTn id="42" dur="1" fill="hold">
                                          <p:stCondLst>
                                            <p:cond delay="0"/>
                                          </p:stCondLst>
                                        </p:cTn>
                                        <p:tgtEl>
                                          <p:spTgt spid="28710"/>
                                        </p:tgtEl>
                                        <p:attrNameLst>
                                          <p:attrName>style.visibility</p:attrName>
                                        </p:attrNameLst>
                                      </p:cBhvr>
                                      <p:to>
                                        <p:strVal val="visible"/>
                                      </p:to>
                                    </p:set>
                                    <p:animEffect transition="in" filter="wipe(left)">
                                      <p:cBhvr>
                                        <p:cTn id="43" dur="500"/>
                                        <p:tgtEl>
                                          <p:spTgt spid="28710"/>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28711">
                                            <p:txEl>
                                              <p:pRg st="0" end="0"/>
                                            </p:txEl>
                                          </p:spTgt>
                                        </p:tgtEl>
                                        <p:attrNameLst>
                                          <p:attrName>style.visibility</p:attrName>
                                        </p:attrNameLst>
                                      </p:cBhvr>
                                      <p:to>
                                        <p:strVal val="visible"/>
                                      </p:to>
                                    </p:set>
                                    <p:animEffect transition="in" filter="wipe(left)">
                                      <p:cBhvr>
                                        <p:cTn id="48" dur="500"/>
                                        <p:tgtEl>
                                          <p:spTgt spid="2871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711" grpId="0" build="p" autoUpdateAnimBg="0"/>
      <p:bldP spid="28714" grpId="0" build="p" autoUpdateAnimBg="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Text Box 3"/>
          <p:cNvSpPr txBox="1">
            <a:spLocks noChangeArrowheads="1"/>
          </p:cNvSpPr>
          <p:nvPr/>
        </p:nvSpPr>
        <p:spPr bwMode="auto">
          <a:xfrm>
            <a:off x="1177925" y="1611313"/>
            <a:ext cx="264795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spcBef>
                <a:spcPct val="50000"/>
              </a:spcBef>
            </a:pPr>
            <a:r>
              <a:rPr lang="en-US" altLang="zh-CN" i="1">
                <a:latin typeface="Times New Roman" panose="02020603050405020304" pitchFamily="18" charset="0"/>
              </a:rPr>
              <a:t>H</a:t>
            </a:r>
            <a:r>
              <a:rPr lang="en-US" altLang="zh-CN">
                <a:latin typeface="Times New Roman" panose="02020603050405020304" pitchFamily="18" charset="0"/>
              </a:rPr>
              <a:t> </a:t>
            </a:r>
            <a:r>
              <a:rPr lang="zh-CN" altLang="en-US">
                <a:latin typeface="Times New Roman" panose="02020603050405020304" pitchFamily="18" charset="0"/>
              </a:rPr>
              <a:t>参数方程</a:t>
            </a:r>
          </a:p>
        </p:txBody>
      </p:sp>
      <p:graphicFrame>
        <p:nvGraphicFramePr>
          <p:cNvPr id="39940" name="Object 4"/>
          <p:cNvGraphicFramePr>
            <a:graphicFrameLocks noChangeAspect="1"/>
          </p:cNvGraphicFramePr>
          <p:nvPr/>
        </p:nvGraphicFramePr>
        <p:xfrm>
          <a:off x="1238250" y="2271713"/>
          <a:ext cx="2789238" cy="1055687"/>
        </p:xfrm>
        <a:graphic>
          <a:graphicData uri="http://schemas.openxmlformats.org/presentationml/2006/ole">
            <mc:AlternateContent xmlns:mc="http://schemas.openxmlformats.org/markup-compatibility/2006">
              <mc:Choice xmlns:v="urn:schemas-microsoft-com:vml" Requires="v">
                <p:oleObj spid="_x0000_s232504" name="公式" r:id="rId3" imgW="1269720" imgH="482400" progId="Equation.3">
                  <p:embed/>
                </p:oleObj>
              </mc:Choice>
              <mc:Fallback>
                <p:oleObj name="公式" r:id="rId3" imgW="1269720" imgH="482400" progId="Equation.3">
                  <p:embed/>
                  <p:pic>
                    <p:nvPicPr>
                      <p:cNvPr id="3994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38250" y="2271713"/>
                        <a:ext cx="2789238" cy="1055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9941" name="Text Box 5"/>
          <p:cNvSpPr txBox="1">
            <a:spLocks noChangeArrowheads="1"/>
          </p:cNvSpPr>
          <p:nvPr/>
        </p:nvSpPr>
        <p:spPr bwMode="auto">
          <a:xfrm>
            <a:off x="782638" y="3929063"/>
            <a:ext cx="2071687"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spcBef>
                <a:spcPct val="50000"/>
              </a:spcBef>
            </a:pPr>
            <a:r>
              <a:rPr lang="zh-CN" altLang="en-US">
                <a:latin typeface="Times New Roman" panose="02020603050405020304" pitchFamily="18" charset="0"/>
              </a:rPr>
              <a:t>矩阵形式</a:t>
            </a:r>
          </a:p>
        </p:txBody>
      </p:sp>
      <p:graphicFrame>
        <p:nvGraphicFramePr>
          <p:cNvPr id="39942" name="Object 6"/>
          <p:cNvGraphicFramePr>
            <a:graphicFrameLocks noChangeAspect="1"/>
          </p:cNvGraphicFramePr>
          <p:nvPr/>
        </p:nvGraphicFramePr>
        <p:xfrm>
          <a:off x="2228850" y="4610100"/>
          <a:ext cx="3822700" cy="1117600"/>
        </p:xfrm>
        <a:graphic>
          <a:graphicData uri="http://schemas.openxmlformats.org/presentationml/2006/ole">
            <mc:AlternateContent xmlns:mc="http://schemas.openxmlformats.org/markup-compatibility/2006">
              <mc:Choice xmlns:v="urn:schemas-microsoft-com:vml" Requires="v">
                <p:oleObj spid="_x0000_s232505" name="公式" r:id="rId5" imgW="1600200" imgH="507960" progId="Equation.3">
                  <p:embed/>
                </p:oleObj>
              </mc:Choice>
              <mc:Fallback>
                <p:oleObj name="公式" r:id="rId5" imgW="1600200" imgH="507960" progId="Equation.3">
                  <p:embed/>
                  <p:pic>
                    <p:nvPicPr>
                      <p:cNvPr id="39942"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28850" y="4610100"/>
                        <a:ext cx="3822700" cy="1117600"/>
                      </a:xfrm>
                      <a:prstGeom prst="rect">
                        <a:avLst/>
                      </a:prstGeom>
                      <a:noFill/>
                      <a:ln>
                        <a:noFill/>
                      </a:ln>
                      <a:effectLst/>
                      <a:extLst>
                        <a:ext uri="{909E8E84-426E-40DD-AFC4-6F175D3DCCD1}">
                          <a14:hiddenFill xmlns:a14="http://schemas.microsoft.com/office/drawing/2010/main">
                            <a:solidFill>
                              <a:srgbClr val="CC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39974" name="Group 38"/>
          <p:cNvGrpSpPr>
            <a:grpSpLocks/>
          </p:cNvGrpSpPr>
          <p:nvPr/>
        </p:nvGrpSpPr>
        <p:grpSpPr bwMode="auto">
          <a:xfrm>
            <a:off x="4738688" y="1981200"/>
            <a:ext cx="4116387" cy="1403350"/>
            <a:chOff x="2985" y="1248"/>
            <a:chExt cx="2593" cy="884"/>
          </a:xfrm>
        </p:grpSpPr>
        <p:sp>
          <p:nvSpPr>
            <p:cNvPr id="39944" name="Line 8"/>
            <p:cNvSpPr>
              <a:spLocks noChangeShapeType="1"/>
            </p:cNvSpPr>
            <p:nvPr/>
          </p:nvSpPr>
          <p:spPr bwMode="auto">
            <a:xfrm>
              <a:off x="3355" y="1604"/>
              <a:ext cx="1824"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9945" name="Line 9"/>
            <p:cNvSpPr>
              <a:spLocks noChangeShapeType="1"/>
            </p:cNvSpPr>
            <p:nvPr/>
          </p:nvSpPr>
          <p:spPr bwMode="auto">
            <a:xfrm>
              <a:off x="3355" y="2036"/>
              <a:ext cx="1832"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9946" name="Rectangle 10"/>
            <p:cNvSpPr>
              <a:spLocks noChangeArrowheads="1"/>
            </p:cNvSpPr>
            <p:nvPr/>
          </p:nvSpPr>
          <p:spPr bwMode="auto">
            <a:xfrm>
              <a:off x="3787" y="1508"/>
              <a:ext cx="864" cy="624"/>
            </a:xfrm>
            <a:prstGeom prst="rect">
              <a:avLst/>
            </a:prstGeom>
            <a:solidFill>
              <a:srgbClr val="F9FFE1"/>
            </a:solidFill>
            <a:ln w="31750">
              <a:solidFill>
                <a:schemeClr val="tx1"/>
              </a:solidFill>
              <a:miter lim="800000"/>
              <a:headEnd/>
              <a:tailEnd/>
            </a:ln>
          </p:spPr>
          <p:txBody>
            <a:bodyPr wrap="none" anchor="ctr"/>
            <a:lstStyle/>
            <a:p>
              <a:endParaRPr lang="zh-CN" altLang="en-US"/>
            </a:p>
          </p:txBody>
        </p:sp>
        <p:sp>
          <p:nvSpPr>
            <p:cNvPr id="39951" name="Text Box 15"/>
            <p:cNvSpPr txBox="1">
              <a:spLocks noChangeArrowheads="1"/>
            </p:cNvSpPr>
            <p:nvPr/>
          </p:nvSpPr>
          <p:spPr bwMode="auto">
            <a:xfrm>
              <a:off x="3098" y="1528"/>
              <a:ext cx="225"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eaLnBrk="1" hangingPunct="1"/>
              <a:r>
                <a:rPr lang="en-US" altLang="zh-CN">
                  <a:latin typeface="Times New Roman" panose="02020603050405020304" pitchFamily="18" charset="0"/>
                </a:rPr>
                <a:t>+</a:t>
              </a:r>
              <a:endParaRPr lang="en-US" altLang="zh-CN" b="0">
                <a:latin typeface="Times New Roman" panose="02020603050405020304" pitchFamily="18" charset="0"/>
              </a:endParaRPr>
            </a:p>
          </p:txBody>
        </p:sp>
        <p:sp>
          <p:nvSpPr>
            <p:cNvPr id="39952" name="Text Box 16"/>
            <p:cNvSpPr txBox="1">
              <a:spLocks noChangeArrowheads="1"/>
            </p:cNvSpPr>
            <p:nvPr/>
          </p:nvSpPr>
          <p:spPr bwMode="auto">
            <a:xfrm>
              <a:off x="3105" y="1836"/>
              <a:ext cx="212"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eaLnBrk="1" hangingPunct="1"/>
              <a:r>
                <a:rPr lang="en-US" altLang="zh-CN" b="0">
                  <a:latin typeface="黑体" panose="02010609060101010101" pitchFamily="49" charset="-122"/>
                  <a:ea typeface="黑体" panose="02010609060101010101" pitchFamily="49" charset="-122"/>
                  <a:sym typeface="Symbol" panose="05050102010706020507" pitchFamily="18" charset="2"/>
                </a:rPr>
                <a:t>-</a:t>
              </a:r>
              <a:endParaRPr lang="en-US" altLang="zh-CN" b="0">
                <a:latin typeface="Times New Roman" panose="02020603050405020304" pitchFamily="18" charset="0"/>
              </a:endParaRPr>
            </a:p>
          </p:txBody>
        </p:sp>
        <p:sp>
          <p:nvSpPr>
            <p:cNvPr id="39953" name="Text Box 17"/>
            <p:cNvSpPr txBox="1">
              <a:spLocks noChangeArrowheads="1"/>
            </p:cNvSpPr>
            <p:nvPr/>
          </p:nvSpPr>
          <p:spPr bwMode="auto">
            <a:xfrm>
              <a:off x="5263" y="1482"/>
              <a:ext cx="225"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eaLnBrk="1" hangingPunct="1"/>
              <a:r>
                <a:rPr lang="en-US" altLang="zh-CN">
                  <a:latin typeface="Times New Roman" panose="02020603050405020304" pitchFamily="18" charset="0"/>
                </a:rPr>
                <a:t>+</a:t>
              </a:r>
              <a:endParaRPr lang="en-US" altLang="zh-CN" b="0">
                <a:latin typeface="Times New Roman" panose="02020603050405020304" pitchFamily="18" charset="0"/>
              </a:endParaRPr>
            </a:p>
          </p:txBody>
        </p:sp>
        <p:sp>
          <p:nvSpPr>
            <p:cNvPr id="39954" name="Text Box 18"/>
            <p:cNvSpPr txBox="1">
              <a:spLocks noChangeArrowheads="1"/>
            </p:cNvSpPr>
            <p:nvPr/>
          </p:nvSpPr>
          <p:spPr bwMode="auto">
            <a:xfrm>
              <a:off x="5284" y="1844"/>
              <a:ext cx="212"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eaLnBrk="1" hangingPunct="1"/>
              <a:r>
                <a:rPr lang="en-US" altLang="zh-CN" b="0">
                  <a:latin typeface="黑体" panose="02010609060101010101" pitchFamily="49" charset="-122"/>
                  <a:ea typeface="黑体" panose="02010609060101010101" pitchFamily="49" charset="-122"/>
                  <a:sym typeface="Symbol" panose="05050102010706020507" pitchFamily="18" charset="2"/>
                </a:rPr>
                <a:t>-</a:t>
              </a:r>
              <a:endParaRPr lang="en-US" altLang="zh-CN" b="0">
                <a:latin typeface="Times New Roman" panose="02020603050405020304" pitchFamily="18" charset="0"/>
              </a:endParaRPr>
            </a:p>
          </p:txBody>
        </p:sp>
        <p:graphicFrame>
          <p:nvGraphicFramePr>
            <p:cNvPr id="39955" name="Object 19"/>
            <p:cNvGraphicFramePr>
              <a:graphicFrameLocks noChangeAspect="1"/>
            </p:cNvGraphicFramePr>
            <p:nvPr/>
          </p:nvGraphicFramePr>
          <p:xfrm>
            <a:off x="2985" y="1698"/>
            <a:ext cx="256" cy="289"/>
          </p:xfrm>
          <a:graphic>
            <a:graphicData uri="http://schemas.openxmlformats.org/presentationml/2006/ole">
              <mc:AlternateContent xmlns:mc="http://schemas.openxmlformats.org/markup-compatibility/2006">
                <mc:Choice xmlns:v="urn:schemas-microsoft-com:vml" Requires="v">
                  <p:oleObj spid="_x0000_s232506" name="Equation" r:id="rId7" imgW="203040" imgH="228600" progId="Equation.3">
                    <p:embed/>
                  </p:oleObj>
                </mc:Choice>
                <mc:Fallback>
                  <p:oleObj name="Equation" r:id="rId7" imgW="203040" imgH="228600" progId="Equation.3">
                    <p:embed/>
                    <p:pic>
                      <p:nvPicPr>
                        <p:cNvPr id="39955" name="Object 1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85" y="1698"/>
                          <a:ext cx="256" cy="28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9956" name="Object 20"/>
            <p:cNvGraphicFramePr>
              <a:graphicFrameLocks noChangeAspect="1"/>
            </p:cNvGraphicFramePr>
            <p:nvPr/>
          </p:nvGraphicFramePr>
          <p:xfrm>
            <a:off x="3339" y="1250"/>
            <a:ext cx="208" cy="289"/>
          </p:xfrm>
          <a:graphic>
            <a:graphicData uri="http://schemas.openxmlformats.org/presentationml/2006/ole">
              <mc:AlternateContent xmlns:mc="http://schemas.openxmlformats.org/markup-compatibility/2006">
                <mc:Choice xmlns:v="urn:schemas-microsoft-com:vml" Requires="v">
                  <p:oleObj spid="_x0000_s232507" name="Equation" r:id="rId9" imgW="164880" imgH="228600" progId="Equation.3">
                    <p:embed/>
                  </p:oleObj>
                </mc:Choice>
                <mc:Fallback>
                  <p:oleObj name="Equation" r:id="rId9" imgW="164880" imgH="228600" progId="Equation.3">
                    <p:embed/>
                    <p:pic>
                      <p:nvPicPr>
                        <p:cNvPr id="39956" name="Object 2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339" y="1250"/>
                          <a:ext cx="208" cy="28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9957" name="Object 21"/>
            <p:cNvGraphicFramePr>
              <a:graphicFrameLocks noChangeAspect="1"/>
            </p:cNvGraphicFramePr>
            <p:nvPr/>
          </p:nvGraphicFramePr>
          <p:xfrm>
            <a:off x="4947" y="1248"/>
            <a:ext cx="224" cy="290"/>
          </p:xfrm>
          <a:graphic>
            <a:graphicData uri="http://schemas.openxmlformats.org/presentationml/2006/ole">
              <mc:AlternateContent xmlns:mc="http://schemas.openxmlformats.org/markup-compatibility/2006">
                <mc:Choice xmlns:v="urn:schemas-microsoft-com:vml" Requires="v">
                  <p:oleObj spid="_x0000_s232508" name="Equation" r:id="rId11" imgW="177480" imgH="228600" progId="Equation.3">
                    <p:embed/>
                  </p:oleObj>
                </mc:Choice>
                <mc:Fallback>
                  <p:oleObj name="Equation" r:id="rId11" imgW="177480" imgH="228600" progId="Equation.3">
                    <p:embed/>
                    <p:pic>
                      <p:nvPicPr>
                        <p:cNvPr id="39957" name="Object 2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947" y="1248"/>
                          <a:ext cx="224" cy="2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9958" name="Object 22"/>
            <p:cNvGraphicFramePr>
              <a:graphicFrameLocks noChangeAspect="1"/>
            </p:cNvGraphicFramePr>
            <p:nvPr/>
          </p:nvGraphicFramePr>
          <p:xfrm>
            <a:off x="5322" y="1674"/>
            <a:ext cx="256" cy="290"/>
          </p:xfrm>
          <a:graphic>
            <a:graphicData uri="http://schemas.openxmlformats.org/presentationml/2006/ole">
              <mc:AlternateContent xmlns:mc="http://schemas.openxmlformats.org/markup-compatibility/2006">
                <mc:Choice xmlns:v="urn:schemas-microsoft-com:vml" Requires="v">
                  <p:oleObj spid="_x0000_s232509" name="Equation" r:id="rId13" imgW="203040" imgH="228600" progId="Equation.3">
                    <p:embed/>
                  </p:oleObj>
                </mc:Choice>
                <mc:Fallback>
                  <p:oleObj name="Equation" r:id="rId13" imgW="203040" imgH="228600" progId="Equation.3">
                    <p:embed/>
                    <p:pic>
                      <p:nvPicPr>
                        <p:cNvPr id="39958" name="Object 22"/>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322" y="1674"/>
                          <a:ext cx="256" cy="2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9959" name="Text Box 23"/>
            <p:cNvSpPr txBox="1">
              <a:spLocks noChangeArrowheads="1"/>
            </p:cNvSpPr>
            <p:nvPr/>
          </p:nvSpPr>
          <p:spPr bwMode="auto">
            <a:xfrm>
              <a:off x="3965" y="1570"/>
              <a:ext cx="502" cy="51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eaLnBrk="1" hangingPunct="1"/>
              <a:r>
                <a:rPr lang="zh-CN" altLang="en-US">
                  <a:solidFill>
                    <a:srgbClr val="3366FF"/>
                  </a:solidFill>
                  <a:latin typeface="Times New Roman" panose="02020603050405020304" pitchFamily="18" charset="0"/>
                </a:rPr>
                <a:t>线性</a:t>
              </a:r>
            </a:p>
            <a:p>
              <a:pPr algn="l" eaLnBrk="1" hangingPunct="1"/>
              <a:r>
                <a:rPr lang="zh-CN" altLang="en-US">
                  <a:solidFill>
                    <a:srgbClr val="3366FF"/>
                  </a:solidFill>
                  <a:latin typeface="Times New Roman" panose="02020603050405020304" pitchFamily="18" charset="0"/>
                </a:rPr>
                <a:t>无源</a:t>
              </a:r>
              <a:endParaRPr lang="zh-CN" altLang="en-US" b="0">
                <a:latin typeface="Times New Roman" panose="02020603050405020304" pitchFamily="18" charset="0"/>
              </a:endParaRPr>
            </a:p>
          </p:txBody>
        </p:sp>
        <p:sp>
          <p:nvSpPr>
            <p:cNvPr id="39960" name="Oval 24"/>
            <p:cNvSpPr>
              <a:spLocks noChangeArrowheads="1"/>
            </p:cNvSpPr>
            <p:nvPr/>
          </p:nvSpPr>
          <p:spPr bwMode="auto">
            <a:xfrm>
              <a:off x="5179" y="1588"/>
              <a:ext cx="68" cy="68"/>
            </a:xfrm>
            <a:prstGeom prst="ellipse">
              <a:avLst/>
            </a:prstGeom>
            <a:noFill/>
            <a:ln w="19050">
              <a:solidFill>
                <a:schemeClr val="tx1"/>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sp>
          <p:nvSpPr>
            <p:cNvPr id="39961" name="Oval 25"/>
            <p:cNvSpPr>
              <a:spLocks noChangeArrowheads="1"/>
            </p:cNvSpPr>
            <p:nvPr/>
          </p:nvSpPr>
          <p:spPr bwMode="auto">
            <a:xfrm>
              <a:off x="5184" y="2012"/>
              <a:ext cx="68" cy="68"/>
            </a:xfrm>
            <a:prstGeom prst="ellipse">
              <a:avLst/>
            </a:prstGeom>
            <a:noFill/>
            <a:ln w="19050">
              <a:solidFill>
                <a:schemeClr val="tx1"/>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sp>
          <p:nvSpPr>
            <p:cNvPr id="39962" name="Oval 26"/>
            <p:cNvSpPr>
              <a:spLocks noChangeArrowheads="1"/>
            </p:cNvSpPr>
            <p:nvPr/>
          </p:nvSpPr>
          <p:spPr bwMode="auto">
            <a:xfrm>
              <a:off x="3295" y="1992"/>
              <a:ext cx="68" cy="68"/>
            </a:xfrm>
            <a:prstGeom prst="ellipse">
              <a:avLst/>
            </a:prstGeom>
            <a:noFill/>
            <a:ln w="19050">
              <a:solidFill>
                <a:schemeClr val="tx1"/>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sp>
          <p:nvSpPr>
            <p:cNvPr id="39963" name="Oval 27"/>
            <p:cNvSpPr>
              <a:spLocks noChangeArrowheads="1"/>
            </p:cNvSpPr>
            <p:nvPr/>
          </p:nvSpPr>
          <p:spPr bwMode="auto">
            <a:xfrm>
              <a:off x="3293" y="1564"/>
              <a:ext cx="68" cy="68"/>
            </a:xfrm>
            <a:prstGeom prst="ellipse">
              <a:avLst/>
            </a:prstGeom>
            <a:noFill/>
            <a:ln w="19050">
              <a:solidFill>
                <a:schemeClr val="tx1"/>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sp>
          <p:nvSpPr>
            <p:cNvPr id="39971" name="Line 35"/>
            <p:cNvSpPr>
              <a:spLocks noChangeShapeType="1"/>
            </p:cNvSpPr>
            <p:nvPr/>
          </p:nvSpPr>
          <p:spPr bwMode="auto">
            <a:xfrm>
              <a:off x="3420" y="1554"/>
              <a:ext cx="264"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9972" name="Line 36"/>
            <p:cNvSpPr>
              <a:spLocks noChangeShapeType="1"/>
            </p:cNvSpPr>
            <p:nvPr/>
          </p:nvSpPr>
          <p:spPr bwMode="auto">
            <a:xfrm flipH="1">
              <a:off x="4830" y="1560"/>
              <a:ext cx="258"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
        <p:nvSpPr>
          <p:cNvPr id="39938" name="Text Box 2"/>
          <p:cNvSpPr txBox="1">
            <a:spLocks noChangeArrowheads="1"/>
          </p:cNvSpPr>
          <p:nvPr/>
        </p:nvSpPr>
        <p:spPr bwMode="auto">
          <a:xfrm>
            <a:off x="552450" y="485775"/>
            <a:ext cx="5399088"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spcBef>
                <a:spcPct val="50000"/>
              </a:spcBef>
            </a:pPr>
            <a:r>
              <a:rPr lang="zh-CN" altLang="en-US" dirty="0">
                <a:solidFill>
                  <a:srgbClr val="CC0066"/>
                </a:solidFill>
                <a:latin typeface="Times New Roman" panose="02020603050405020304" pitchFamily="18" charset="0"/>
              </a:rPr>
              <a:t>三、</a:t>
            </a:r>
            <a:r>
              <a:rPr lang="en-US" altLang="zh-CN" i="1" dirty="0">
                <a:solidFill>
                  <a:srgbClr val="CC0066"/>
                </a:solidFill>
                <a:latin typeface="Times New Roman" panose="02020603050405020304" pitchFamily="18" charset="0"/>
              </a:rPr>
              <a:t>H</a:t>
            </a:r>
            <a:r>
              <a:rPr lang="en-US" altLang="zh-CN" dirty="0">
                <a:solidFill>
                  <a:srgbClr val="CC0066"/>
                </a:solidFill>
                <a:latin typeface="Times New Roman" panose="02020603050405020304" pitchFamily="18" charset="0"/>
              </a:rPr>
              <a:t> </a:t>
            </a:r>
            <a:r>
              <a:rPr lang="zh-CN" altLang="en-US" dirty="0">
                <a:solidFill>
                  <a:srgbClr val="CC0066"/>
                </a:solidFill>
                <a:latin typeface="Times New Roman" panose="02020603050405020304" pitchFamily="18" charset="0"/>
              </a:rPr>
              <a:t>参数（混合参数）和方程     </a:t>
            </a:r>
          </a:p>
        </p:txBody>
      </p:sp>
      <p:sp>
        <p:nvSpPr>
          <p:cNvPr id="39977" name="Rectangle 41"/>
          <p:cNvSpPr>
            <a:spLocks noChangeArrowheads="1"/>
          </p:cNvSpPr>
          <p:nvPr/>
        </p:nvSpPr>
        <p:spPr bwMode="auto">
          <a:xfrm>
            <a:off x="950913" y="925513"/>
            <a:ext cx="3719512" cy="457200"/>
          </a:xfrm>
          <a:prstGeom prst="rect">
            <a:avLst/>
          </a:prstGeom>
          <a:noFill/>
          <a:ln>
            <a:noFill/>
          </a:ln>
          <a:effectLst/>
          <a:extLst>
            <a:ext uri="{909E8E84-426E-40DD-AFC4-6F175D3DCCD1}">
              <a14:hiddenFill xmlns:a14="http://schemas.microsoft.com/office/drawing/2010/main">
                <a:solidFill>
                  <a:srgbClr val="FFFFCC">
                    <a:alpha val="50000"/>
                  </a:srgbClr>
                </a:solidFill>
              </a14:hiddenFill>
            </a:ext>
            <a:ext uri="{91240B29-F687-4F45-9708-019B960494DF}">
              <a14:hiddenLine xmlns:a14="http://schemas.microsoft.com/office/drawing/2010/main" w="19050">
                <a:solidFill>
                  <a:schemeClr val="tx1"/>
                </a:solidFill>
                <a:miter lim="800000"/>
                <a:headEnd/>
                <a:tailEnd type="none" w="med"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p>
            <a:r>
              <a:rPr lang="zh-CN" altLang="en-US">
                <a:solidFill>
                  <a:srgbClr val="CC0066"/>
                </a:solidFill>
                <a:latin typeface="Times New Roman" panose="02020603050405020304" pitchFamily="18" charset="0"/>
              </a:rPr>
              <a:t>（</a:t>
            </a:r>
            <a:r>
              <a:rPr lang="en-US" altLang="zh-CN">
                <a:solidFill>
                  <a:srgbClr val="CC0066"/>
                </a:solidFill>
                <a:latin typeface="Times New Roman" panose="02020603050405020304" pitchFamily="18" charset="0"/>
              </a:rPr>
              <a:t>hybrid parameters</a:t>
            </a:r>
            <a:r>
              <a:rPr lang="zh-CN" altLang="en-US">
                <a:solidFill>
                  <a:srgbClr val="CC0066"/>
                </a:solidFill>
                <a:latin typeface="Times New Roman" panose="02020603050405020304" pitchFamily="18" charset="0"/>
              </a:rPr>
              <a:t>）</a:t>
            </a:r>
          </a:p>
        </p:txBody>
      </p:sp>
    </p:spTree>
    <p:extLst>
      <p:ext uri="{BB962C8B-B14F-4D97-AF65-F5344CB8AC3E}">
        <p14:creationId xmlns:p14="http://schemas.microsoft.com/office/powerpoint/2010/main" val="296334727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272" fill="hold" nodeType="clickEffect">
                                  <p:stCondLst>
                                    <p:cond delay="0"/>
                                  </p:stCondLst>
                                  <p:childTnLst>
                                    <p:set>
                                      <p:cBhvr>
                                        <p:cTn id="6" dur="1" fill="hold">
                                          <p:stCondLst>
                                            <p:cond delay="0"/>
                                          </p:stCondLst>
                                        </p:cTn>
                                        <p:tgtEl>
                                          <p:spTgt spid="39974"/>
                                        </p:tgtEl>
                                        <p:attrNameLst>
                                          <p:attrName>style.visibility</p:attrName>
                                        </p:attrNameLst>
                                      </p:cBhvr>
                                      <p:to>
                                        <p:strVal val="visible"/>
                                      </p:to>
                                    </p:set>
                                    <p:anim calcmode="lin" valueType="num">
                                      <p:cBhvr>
                                        <p:cTn id="7" dur="500" fill="hold"/>
                                        <p:tgtEl>
                                          <p:spTgt spid="39974"/>
                                        </p:tgtEl>
                                        <p:attrNameLst>
                                          <p:attrName>ppt_w</p:attrName>
                                        </p:attrNameLst>
                                      </p:cBhvr>
                                      <p:tavLst>
                                        <p:tav tm="0">
                                          <p:val>
                                            <p:strVal val="2/3*#ppt_w"/>
                                          </p:val>
                                        </p:tav>
                                        <p:tav tm="100000">
                                          <p:val>
                                            <p:strVal val="#ppt_w"/>
                                          </p:val>
                                        </p:tav>
                                      </p:tavLst>
                                    </p:anim>
                                    <p:anim calcmode="lin" valueType="num">
                                      <p:cBhvr>
                                        <p:cTn id="8" dur="500" fill="hold"/>
                                        <p:tgtEl>
                                          <p:spTgt spid="39974"/>
                                        </p:tgtEl>
                                        <p:attrNameLst>
                                          <p:attrName>ppt_h</p:attrName>
                                        </p:attrNameLst>
                                      </p:cBhvr>
                                      <p:tavLst>
                                        <p:tav tm="0">
                                          <p:val>
                                            <p:strVal val="2/3*#ppt_h"/>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39939">
                                            <p:txEl>
                                              <p:pRg st="0" end="0"/>
                                            </p:txEl>
                                          </p:spTgt>
                                        </p:tgtEl>
                                        <p:attrNameLst>
                                          <p:attrName>style.visibility</p:attrName>
                                        </p:attrNameLst>
                                      </p:cBhvr>
                                      <p:to>
                                        <p:strVal val="visible"/>
                                      </p:to>
                                    </p:set>
                                    <p:animEffect transition="in" filter="wipe(left)">
                                      <p:cBhvr>
                                        <p:cTn id="13" dur="500"/>
                                        <p:tgtEl>
                                          <p:spTgt spid="39939">
                                            <p:txEl>
                                              <p:pRg st="0" end="0"/>
                                            </p:txEl>
                                          </p:spTgt>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8" fill="hold" nodeType="clickEffect">
                                  <p:stCondLst>
                                    <p:cond delay="0"/>
                                  </p:stCondLst>
                                  <p:childTnLst>
                                    <p:set>
                                      <p:cBhvr>
                                        <p:cTn id="17" dur="1" fill="hold">
                                          <p:stCondLst>
                                            <p:cond delay="0"/>
                                          </p:stCondLst>
                                        </p:cTn>
                                        <p:tgtEl>
                                          <p:spTgt spid="39940"/>
                                        </p:tgtEl>
                                        <p:attrNameLst>
                                          <p:attrName>style.visibility</p:attrName>
                                        </p:attrNameLst>
                                      </p:cBhvr>
                                      <p:to>
                                        <p:strVal val="visible"/>
                                      </p:to>
                                    </p:set>
                                    <p:animEffect transition="in" filter="wipe(left)">
                                      <p:cBhvr>
                                        <p:cTn id="18" dur="500"/>
                                        <p:tgtEl>
                                          <p:spTgt spid="39940"/>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39941">
                                            <p:txEl>
                                              <p:pRg st="0" end="0"/>
                                            </p:txEl>
                                          </p:spTgt>
                                        </p:tgtEl>
                                        <p:attrNameLst>
                                          <p:attrName>style.visibility</p:attrName>
                                        </p:attrNameLst>
                                      </p:cBhvr>
                                      <p:to>
                                        <p:strVal val="visible"/>
                                      </p:to>
                                    </p:set>
                                    <p:animEffect transition="in" filter="wipe(left)">
                                      <p:cBhvr>
                                        <p:cTn id="23" dur="500"/>
                                        <p:tgtEl>
                                          <p:spTgt spid="39941">
                                            <p:txEl>
                                              <p:pRg st="0" end="0"/>
                                            </p:txEl>
                                          </p:spTgt>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8" fill="hold" nodeType="clickEffect">
                                  <p:stCondLst>
                                    <p:cond delay="0"/>
                                  </p:stCondLst>
                                  <p:childTnLst>
                                    <p:set>
                                      <p:cBhvr>
                                        <p:cTn id="27" dur="1" fill="hold">
                                          <p:stCondLst>
                                            <p:cond delay="0"/>
                                          </p:stCondLst>
                                        </p:cTn>
                                        <p:tgtEl>
                                          <p:spTgt spid="39942"/>
                                        </p:tgtEl>
                                        <p:attrNameLst>
                                          <p:attrName>style.visibility</p:attrName>
                                        </p:attrNameLst>
                                      </p:cBhvr>
                                      <p:to>
                                        <p:strVal val="visible"/>
                                      </p:to>
                                    </p:set>
                                    <p:animEffect transition="in" filter="wipe(left)">
                                      <p:cBhvr>
                                        <p:cTn id="28" dur="500"/>
                                        <p:tgtEl>
                                          <p:spTgt spid="399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39" grpId="0" build="p" autoUpdateAnimBg="0"/>
      <p:bldP spid="39941" grpId="0" build="p" autoUpdateAnimBg="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ext Box 2"/>
          <p:cNvSpPr txBox="1">
            <a:spLocks noChangeArrowheads="1"/>
          </p:cNvSpPr>
          <p:nvPr/>
        </p:nvSpPr>
        <p:spPr bwMode="auto">
          <a:xfrm>
            <a:off x="663575" y="185738"/>
            <a:ext cx="3617913"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spcBef>
                <a:spcPct val="50000"/>
              </a:spcBef>
            </a:pPr>
            <a:r>
              <a:rPr lang="en-US" altLang="zh-CN" i="1">
                <a:solidFill>
                  <a:srgbClr val="FF3300"/>
                </a:solidFill>
                <a:latin typeface="Times New Roman" panose="02020603050405020304" pitchFamily="18" charset="0"/>
              </a:rPr>
              <a:t>H</a:t>
            </a:r>
            <a:r>
              <a:rPr lang="en-US" altLang="zh-CN">
                <a:latin typeface="Times New Roman" panose="02020603050405020304" pitchFamily="18" charset="0"/>
              </a:rPr>
              <a:t> </a:t>
            </a:r>
            <a:r>
              <a:rPr lang="zh-CN" altLang="en-US">
                <a:solidFill>
                  <a:srgbClr val="FF3300"/>
                </a:solidFill>
                <a:latin typeface="Times New Roman" panose="02020603050405020304" pitchFamily="18" charset="0"/>
              </a:rPr>
              <a:t>参数的实验测定</a:t>
            </a:r>
            <a:endParaRPr lang="zh-CN" altLang="en-US">
              <a:latin typeface="Times New Roman" panose="02020603050405020304" pitchFamily="18" charset="0"/>
            </a:endParaRPr>
          </a:p>
        </p:txBody>
      </p:sp>
      <p:graphicFrame>
        <p:nvGraphicFramePr>
          <p:cNvPr id="40963" name="Object 3"/>
          <p:cNvGraphicFramePr>
            <a:graphicFrameLocks noChangeAspect="1"/>
          </p:cNvGraphicFramePr>
          <p:nvPr>
            <p:extLst>
              <p:ext uri="{D42A27DB-BD31-4B8C-83A1-F6EECF244321}">
                <p14:modId xmlns:p14="http://schemas.microsoft.com/office/powerpoint/2010/main" val="1988627949"/>
              </p:ext>
            </p:extLst>
          </p:nvPr>
        </p:nvGraphicFramePr>
        <p:xfrm>
          <a:off x="730250" y="1027546"/>
          <a:ext cx="2009775" cy="1004887"/>
        </p:xfrm>
        <a:graphic>
          <a:graphicData uri="http://schemas.openxmlformats.org/presentationml/2006/ole">
            <mc:AlternateContent xmlns:mc="http://schemas.openxmlformats.org/markup-compatibility/2006">
              <mc:Choice xmlns:v="urn:schemas-microsoft-com:vml" Requires="v">
                <p:oleObj spid="_x0000_s233595" name="公式" r:id="rId3" imgW="914400" imgH="457200" progId="Equation.3">
                  <p:embed/>
                </p:oleObj>
              </mc:Choice>
              <mc:Fallback>
                <p:oleObj name="公式" r:id="rId3" imgW="914400" imgH="457200" progId="Equation.3">
                  <p:embed/>
                  <p:pic>
                    <p:nvPicPr>
                      <p:cNvPr id="40963"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0250" y="1027546"/>
                        <a:ext cx="2009775" cy="1004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0964" name="Object 4"/>
          <p:cNvGraphicFramePr>
            <a:graphicFrameLocks noChangeAspect="1"/>
          </p:cNvGraphicFramePr>
          <p:nvPr>
            <p:extLst>
              <p:ext uri="{D42A27DB-BD31-4B8C-83A1-F6EECF244321}">
                <p14:modId xmlns:p14="http://schemas.microsoft.com/office/powerpoint/2010/main" val="1988807090"/>
              </p:ext>
            </p:extLst>
          </p:nvPr>
        </p:nvGraphicFramePr>
        <p:xfrm>
          <a:off x="4895850" y="1027546"/>
          <a:ext cx="1984375" cy="1004887"/>
        </p:xfrm>
        <a:graphic>
          <a:graphicData uri="http://schemas.openxmlformats.org/presentationml/2006/ole">
            <mc:AlternateContent xmlns:mc="http://schemas.openxmlformats.org/markup-compatibility/2006">
              <mc:Choice xmlns:v="urn:schemas-microsoft-com:vml" Requires="v">
                <p:oleObj spid="_x0000_s233596" name="公式" r:id="rId5" imgW="901440" imgH="457200" progId="Equation.3">
                  <p:embed/>
                </p:oleObj>
              </mc:Choice>
              <mc:Fallback>
                <p:oleObj name="公式" r:id="rId5" imgW="901440" imgH="457200" progId="Equation.3">
                  <p:embed/>
                  <p:pic>
                    <p:nvPicPr>
                      <p:cNvPr id="40964"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95850" y="1027546"/>
                        <a:ext cx="1984375" cy="1004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0965" name="Object 5"/>
          <p:cNvGraphicFramePr>
            <a:graphicFrameLocks noChangeAspect="1"/>
          </p:cNvGraphicFramePr>
          <p:nvPr>
            <p:extLst>
              <p:ext uri="{D42A27DB-BD31-4B8C-83A1-F6EECF244321}">
                <p14:modId xmlns:p14="http://schemas.microsoft.com/office/powerpoint/2010/main" val="3999684855"/>
              </p:ext>
            </p:extLst>
          </p:nvPr>
        </p:nvGraphicFramePr>
        <p:xfrm>
          <a:off x="730250" y="2032433"/>
          <a:ext cx="1982788" cy="1004888"/>
        </p:xfrm>
        <a:graphic>
          <a:graphicData uri="http://schemas.openxmlformats.org/presentationml/2006/ole">
            <mc:AlternateContent xmlns:mc="http://schemas.openxmlformats.org/markup-compatibility/2006">
              <mc:Choice xmlns:v="urn:schemas-microsoft-com:vml" Requires="v">
                <p:oleObj spid="_x0000_s233597" name="公式" r:id="rId7" imgW="901440" imgH="457200" progId="Equation.3">
                  <p:embed/>
                </p:oleObj>
              </mc:Choice>
              <mc:Fallback>
                <p:oleObj name="公式" r:id="rId7" imgW="901440" imgH="457200" progId="Equation.3">
                  <p:embed/>
                  <p:pic>
                    <p:nvPicPr>
                      <p:cNvPr id="40965"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30250" y="2032433"/>
                        <a:ext cx="1982788" cy="1004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0966" name="Object 6"/>
          <p:cNvGraphicFramePr>
            <a:graphicFrameLocks noChangeAspect="1"/>
          </p:cNvGraphicFramePr>
          <p:nvPr>
            <p:extLst>
              <p:ext uri="{D42A27DB-BD31-4B8C-83A1-F6EECF244321}">
                <p14:modId xmlns:p14="http://schemas.microsoft.com/office/powerpoint/2010/main" val="349265829"/>
              </p:ext>
            </p:extLst>
          </p:nvPr>
        </p:nvGraphicFramePr>
        <p:xfrm>
          <a:off x="4895850" y="2032433"/>
          <a:ext cx="2009775" cy="1004888"/>
        </p:xfrm>
        <a:graphic>
          <a:graphicData uri="http://schemas.openxmlformats.org/presentationml/2006/ole">
            <mc:AlternateContent xmlns:mc="http://schemas.openxmlformats.org/markup-compatibility/2006">
              <mc:Choice xmlns:v="urn:schemas-microsoft-com:vml" Requires="v">
                <p:oleObj spid="_x0000_s233598" name="公式" r:id="rId9" imgW="914400" imgH="457200" progId="Equation.3">
                  <p:embed/>
                </p:oleObj>
              </mc:Choice>
              <mc:Fallback>
                <p:oleObj name="公式" r:id="rId9" imgW="914400" imgH="457200" progId="Equation.3">
                  <p:embed/>
                  <p:pic>
                    <p:nvPicPr>
                      <p:cNvPr id="40966" name="Object 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895850" y="2032433"/>
                        <a:ext cx="2009775" cy="1004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0967" name="Text Box 7"/>
          <p:cNvSpPr txBox="1">
            <a:spLocks noChangeArrowheads="1"/>
          </p:cNvSpPr>
          <p:nvPr/>
        </p:nvSpPr>
        <p:spPr bwMode="auto">
          <a:xfrm>
            <a:off x="812800" y="5245100"/>
            <a:ext cx="2170113" cy="457200"/>
          </a:xfrm>
          <a:prstGeom prst="rect">
            <a:avLst/>
          </a:prstGeom>
          <a:solidFill>
            <a:srgbClr val="CCFFCC"/>
          </a:solidFill>
          <a:ln>
            <a:noFill/>
          </a:ln>
          <a:extLst>
            <a:ext uri="{91240B29-F687-4F45-9708-019B960494DF}">
              <a14:hiddenLine xmlns:a14="http://schemas.microsoft.com/office/drawing/2010/main" w="9525">
                <a:solidFill>
                  <a:srgbClr val="CC0066"/>
                </a:solidFill>
                <a:miter lim="800000"/>
                <a:headEnd/>
                <a:tailEnd/>
              </a14:hiddenLine>
            </a:ext>
          </a:extLst>
        </p:spPr>
        <p:txBody>
          <a:bodyPr>
            <a:spAutoFit/>
          </a:bodyPr>
          <a:lstStyle/>
          <a:p>
            <a:pPr algn="l" eaLnBrk="1" hangingPunct="1">
              <a:spcBef>
                <a:spcPct val="50000"/>
              </a:spcBef>
            </a:pPr>
            <a:r>
              <a:rPr lang="zh-CN" altLang="en-US">
                <a:latin typeface="Times New Roman" panose="02020603050405020304" pitchFamily="18" charset="0"/>
              </a:rPr>
              <a:t>互易二端口</a:t>
            </a:r>
          </a:p>
        </p:txBody>
      </p:sp>
      <p:graphicFrame>
        <p:nvGraphicFramePr>
          <p:cNvPr id="40968" name="Object 8"/>
          <p:cNvGraphicFramePr>
            <a:graphicFrameLocks noChangeAspect="1"/>
          </p:cNvGraphicFramePr>
          <p:nvPr/>
        </p:nvGraphicFramePr>
        <p:xfrm>
          <a:off x="3268663" y="5227638"/>
          <a:ext cx="1687512" cy="474662"/>
        </p:xfrm>
        <a:graphic>
          <a:graphicData uri="http://schemas.openxmlformats.org/presentationml/2006/ole">
            <mc:AlternateContent xmlns:mc="http://schemas.openxmlformats.org/markup-compatibility/2006">
              <mc:Choice xmlns:v="urn:schemas-microsoft-com:vml" Requires="v">
                <p:oleObj spid="_x0000_s233599" name="公式" r:id="rId11" imgW="761760" imgH="215640" progId="Equation.3">
                  <p:embed/>
                </p:oleObj>
              </mc:Choice>
              <mc:Fallback>
                <p:oleObj name="公式" r:id="rId11" imgW="761760" imgH="215640" progId="Equation.3">
                  <p:embed/>
                  <p:pic>
                    <p:nvPicPr>
                      <p:cNvPr id="40968" name="Object 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268663" y="5227638"/>
                        <a:ext cx="1687512" cy="474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0969" name="Text Box 9"/>
          <p:cNvSpPr txBox="1">
            <a:spLocks noChangeArrowheads="1"/>
          </p:cNvSpPr>
          <p:nvPr/>
        </p:nvSpPr>
        <p:spPr bwMode="auto">
          <a:xfrm>
            <a:off x="787400" y="5942013"/>
            <a:ext cx="2143125" cy="457200"/>
          </a:xfrm>
          <a:prstGeom prst="rect">
            <a:avLst/>
          </a:prstGeom>
          <a:solidFill>
            <a:srgbClr val="CCFFCC"/>
          </a:solidFill>
          <a:ln>
            <a:noFill/>
          </a:ln>
          <a:extLs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spcBef>
                <a:spcPct val="50000"/>
              </a:spcBef>
            </a:pPr>
            <a:r>
              <a:rPr lang="zh-CN" altLang="en-US">
                <a:latin typeface="Times New Roman" panose="02020603050405020304" pitchFamily="18" charset="0"/>
              </a:rPr>
              <a:t>对称二端口 </a:t>
            </a:r>
          </a:p>
        </p:txBody>
      </p:sp>
      <p:graphicFrame>
        <p:nvGraphicFramePr>
          <p:cNvPr id="40970" name="Object 10"/>
          <p:cNvGraphicFramePr>
            <a:graphicFrameLocks noChangeAspect="1"/>
          </p:cNvGraphicFramePr>
          <p:nvPr/>
        </p:nvGraphicFramePr>
        <p:xfrm>
          <a:off x="3200400" y="5927725"/>
          <a:ext cx="2968625" cy="473075"/>
        </p:xfrm>
        <a:graphic>
          <a:graphicData uri="http://schemas.openxmlformats.org/presentationml/2006/ole">
            <mc:AlternateContent xmlns:mc="http://schemas.openxmlformats.org/markup-compatibility/2006">
              <mc:Choice xmlns:v="urn:schemas-microsoft-com:vml" Requires="v">
                <p:oleObj spid="_x0000_s233600" name="公式" r:id="rId13" imgW="1346040" imgH="215640" progId="Equation.3">
                  <p:embed/>
                </p:oleObj>
              </mc:Choice>
              <mc:Fallback>
                <p:oleObj name="公式" r:id="rId13" imgW="1346040" imgH="215640" progId="Equation.3">
                  <p:embed/>
                  <p:pic>
                    <p:nvPicPr>
                      <p:cNvPr id="40970" name="Object 10"/>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200400" y="5927725"/>
                        <a:ext cx="2968625" cy="473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40971" name="Group 11"/>
          <p:cNvGrpSpPr>
            <a:grpSpLocks/>
          </p:cNvGrpSpPr>
          <p:nvPr/>
        </p:nvGrpSpPr>
        <p:grpSpPr bwMode="auto">
          <a:xfrm>
            <a:off x="6905625" y="1537133"/>
            <a:ext cx="1825625" cy="1168400"/>
            <a:chOff x="1785" y="2648"/>
            <a:chExt cx="1150" cy="736"/>
          </a:xfrm>
        </p:grpSpPr>
        <p:sp>
          <p:nvSpPr>
            <p:cNvPr id="40972" name="AutoShape 12"/>
            <p:cNvSpPr>
              <a:spLocks/>
            </p:cNvSpPr>
            <p:nvPr/>
          </p:nvSpPr>
          <p:spPr bwMode="auto">
            <a:xfrm>
              <a:off x="1785" y="2648"/>
              <a:ext cx="47" cy="736"/>
            </a:xfrm>
            <a:prstGeom prst="rightBrace">
              <a:avLst>
                <a:gd name="adj1" fmla="val 130496"/>
                <a:gd name="adj2" fmla="val 50000"/>
              </a:avLst>
            </a:prstGeom>
            <a:noFill/>
            <a:ln w="38100">
              <a:solidFill>
                <a:srgbClr val="3366FF"/>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sp>
          <p:nvSpPr>
            <p:cNvPr id="40973" name="Text Box 13"/>
            <p:cNvSpPr txBox="1">
              <a:spLocks noChangeArrowheads="1"/>
            </p:cNvSpPr>
            <p:nvPr/>
          </p:nvSpPr>
          <p:spPr bwMode="auto">
            <a:xfrm>
              <a:off x="1855" y="2874"/>
              <a:ext cx="1080"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eaLnBrk="1" hangingPunct="1"/>
              <a:r>
                <a:rPr lang="zh-CN" altLang="en-US">
                  <a:latin typeface="Times New Roman" panose="02020603050405020304" pitchFamily="18" charset="0"/>
                </a:rPr>
                <a:t>开路参数    </a:t>
              </a:r>
              <a:endParaRPr lang="zh-CN" altLang="en-US" b="0">
                <a:latin typeface="Times New Roman" panose="02020603050405020304" pitchFamily="18" charset="0"/>
              </a:endParaRPr>
            </a:p>
          </p:txBody>
        </p:sp>
      </p:grpSp>
      <p:grpSp>
        <p:nvGrpSpPr>
          <p:cNvPr id="40974" name="Group 14"/>
          <p:cNvGrpSpPr>
            <a:grpSpLocks/>
          </p:cNvGrpSpPr>
          <p:nvPr/>
        </p:nvGrpSpPr>
        <p:grpSpPr bwMode="auto">
          <a:xfrm>
            <a:off x="2952750" y="1537133"/>
            <a:ext cx="1778000" cy="1168400"/>
            <a:chOff x="4286" y="2648"/>
            <a:chExt cx="1120" cy="736"/>
          </a:xfrm>
        </p:grpSpPr>
        <p:sp>
          <p:nvSpPr>
            <p:cNvPr id="40975" name="AutoShape 15"/>
            <p:cNvSpPr>
              <a:spLocks/>
            </p:cNvSpPr>
            <p:nvPr/>
          </p:nvSpPr>
          <p:spPr bwMode="auto">
            <a:xfrm>
              <a:off x="4286" y="2648"/>
              <a:ext cx="47" cy="736"/>
            </a:xfrm>
            <a:prstGeom prst="rightBrace">
              <a:avLst>
                <a:gd name="adj1" fmla="val 130496"/>
                <a:gd name="adj2" fmla="val 50000"/>
              </a:avLst>
            </a:prstGeom>
            <a:noFill/>
            <a:ln w="38100">
              <a:solidFill>
                <a:srgbClr val="3366FF"/>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sp>
          <p:nvSpPr>
            <p:cNvPr id="40976" name="Text Box 16"/>
            <p:cNvSpPr txBox="1">
              <a:spLocks noChangeArrowheads="1"/>
            </p:cNvSpPr>
            <p:nvPr/>
          </p:nvSpPr>
          <p:spPr bwMode="auto">
            <a:xfrm>
              <a:off x="4326" y="2874"/>
              <a:ext cx="1080"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eaLnBrk="1" hangingPunct="1"/>
              <a:r>
                <a:rPr lang="zh-CN" altLang="en-US">
                  <a:latin typeface="Times New Roman" panose="02020603050405020304" pitchFamily="18" charset="0"/>
                </a:rPr>
                <a:t>短路参数    </a:t>
              </a:r>
              <a:endParaRPr lang="zh-CN" altLang="en-US" b="0">
                <a:latin typeface="Times New Roman" panose="02020603050405020304" pitchFamily="18" charset="0"/>
              </a:endParaRPr>
            </a:p>
          </p:txBody>
        </p:sp>
      </p:grpSp>
      <p:grpSp>
        <p:nvGrpSpPr>
          <p:cNvPr id="40979" name="Group 19"/>
          <p:cNvGrpSpPr>
            <a:grpSpLocks/>
          </p:cNvGrpSpPr>
          <p:nvPr/>
        </p:nvGrpSpPr>
        <p:grpSpPr bwMode="auto">
          <a:xfrm>
            <a:off x="768350" y="3054783"/>
            <a:ext cx="3556000" cy="2089150"/>
            <a:chOff x="91" y="2308"/>
            <a:chExt cx="2240" cy="1316"/>
          </a:xfrm>
        </p:grpSpPr>
        <p:sp>
          <p:nvSpPr>
            <p:cNvPr id="40980" name="Line 20"/>
            <p:cNvSpPr>
              <a:spLocks noChangeShapeType="1"/>
            </p:cNvSpPr>
            <p:nvPr/>
          </p:nvSpPr>
          <p:spPr bwMode="auto">
            <a:xfrm>
              <a:off x="499" y="2664"/>
              <a:ext cx="1824"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0981" name="Line 21"/>
            <p:cNvSpPr>
              <a:spLocks noChangeShapeType="1"/>
            </p:cNvSpPr>
            <p:nvPr/>
          </p:nvSpPr>
          <p:spPr bwMode="auto">
            <a:xfrm>
              <a:off x="499" y="3096"/>
              <a:ext cx="1832"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0982" name="Rectangle 22"/>
            <p:cNvSpPr>
              <a:spLocks noChangeArrowheads="1"/>
            </p:cNvSpPr>
            <p:nvPr/>
          </p:nvSpPr>
          <p:spPr bwMode="auto">
            <a:xfrm>
              <a:off x="931" y="2568"/>
              <a:ext cx="864" cy="624"/>
            </a:xfrm>
            <a:prstGeom prst="rect">
              <a:avLst/>
            </a:prstGeom>
            <a:solidFill>
              <a:srgbClr val="F9FFE1"/>
            </a:solidFill>
            <a:ln w="31750">
              <a:solidFill>
                <a:schemeClr val="tx1"/>
              </a:solidFill>
              <a:miter lim="800000"/>
              <a:headEnd/>
              <a:tailEnd/>
            </a:ln>
          </p:spPr>
          <p:txBody>
            <a:bodyPr wrap="none" anchor="ctr"/>
            <a:lstStyle/>
            <a:p>
              <a:endParaRPr lang="zh-CN" altLang="en-US"/>
            </a:p>
          </p:txBody>
        </p:sp>
        <p:sp>
          <p:nvSpPr>
            <p:cNvPr id="40983" name="Text Box 23"/>
            <p:cNvSpPr txBox="1">
              <a:spLocks noChangeArrowheads="1"/>
            </p:cNvSpPr>
            <p:nvPr/>
          </p:nvSpPr>
          <p:spPr bwMode="auto">
            <a:xfrm>
              <a:off x="228" y="2532"/>
              <a:ext cx="225"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eaLnBrk="1" hangingPunct="1"/>
              <a:r>
                <a:rPr lang="en-US" altLang="zh-CN">
                  <a:latin typeface="Times New Roman" panose="02020603050405020304" pitchFamily="18" charset="0"/>
                </a:rPr>
                <a:t>+</a:t>
              </a:r>
              <a:endParaRPr lang="en-US" altLang="zh-CN" b="0">
                <a:latin typeface="Times New Roman" panose="02020603050405020304" pitchFamily="18" charset="0"/>
              </a:endParaRPr>
            </a:p>
          </p:txBody>
        </p:sp>
        <p:sp>
          <p:nvSpPr>
            <p:cNvPr id="40984" name="Text Box 24"/>
            <p:cNvSpPr txBox="1">
              <a:spLocks noChangeArrowheads="1"/>
            </p:cNvSpPr>
            <p:nvPr/>
          </p:nvSpPr>
          <p:spPr bwMode="auto">
            <a:xfrm>
              <a:off x="231" y="2932"/>
              <a:ext cx="212"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eaLnBrk="1" hangingPunct="1"/>
              <a:r>
                <a:rPr lang="en-US" altLang="zh-CN">
                  <a:latin typeface="黑体" panose="02010609060101010101" pitchFamily="49" charset="-122"/>
                  <a:ea typeface="黑体" panose="02010609060101010101" pitchFamily="49" charset="-122"/>
                  <a:sym typeface="Symbol" panose="05050102010706020507" pitchFamily="18" charset="2"/>
                </a:rPr>
                <a:t>-</a:t>
              </a:r>
              <a:endParaRPr lang="en-US" altLang="zh-CN" b="0">
                <a:latin typeface="Times New Roman" panose="02020603050405020304" pitchFamily="18" charset="0"/>
              </a:endParaRPr>
            </a:p>
          </p:txBody>
        </p:sp>
        <p:sp>
          <p:nvSpPr>
            <p:cNvPr id="40985" name="Oval 25"/>
            <p:cNvSpPr>
              <a:spLocks noChangeArrowheads="1"/>
            </p:cNvSpPr>
            <p:nvPr/>
          </p:nvSpPr>
          <p:spPr bwMode="auto">
            <a:xfrm>
              <a:off x="382" y="2775"/>
              <a:ext cx="227" cy="227"/>
            </a:xfrm>
            <a:prstGeom prst="ellipse">
              <a:avLst/>
            </a:prstGeom>
            <a:solidFill>
              <a:schemeClr val="accent1"/>
            </a:solidFill>
            <a:ln w="31750">
              <a:solidFill>
                <a:schemeClr val="tx1"/>
              </a:solidFill>
              <a:round/>
              <a:headEnd/>
              <a:tailEnd/>
            </a:ln>
          </p:spPr>
          <p:txBody>
            <a:bodyPr wrap="none" anchor="ctr"/>
            <a:lstStyle/>
            <a:p>
              <a:endParaRPr lang="zh-CN" altLang="en-US"/>
            </a:p>
          </p:txBody>
        </p:sp>
        <p:graphicFrame>
          <p:nvGraphicFramePr>
            <p:cNvPr id="40986" name="Object 26"/>
            <p:cNvGraphicFramePr>
              <a:graphicFrameLocks noChangeAspect="1"/>
            </p:cNvGraphicFramePr>
            <p:nvPr/>
          </p:nvGraphicFramePr>
          <p:xfrm>
            <a:off x="91" y="2704"/>
            <a:ext cx="256" cy="290"/>
          </p:xfrm>
          <a:graphic>
            <a:graphicData uri="http://schemas.openxmlformats.org/presentationml/2006/ole">
              <mc:AlternateContent xmlns:mc="http://schemas.openxmlformats.org/markup-compatibility/2006">
                <mc:Choice xmlns:v="urn:schemas-microsoft-com:vml" Requires="v">
                  <p:oleObj spid="_x0000_s233601" name="Equation" r:id="rId15" imgW="203040" imgH="228600" progId="Equation.3">
                    <p:embed/>
                  </p:oleObj>
                </mc:Choice>
                <mc:Fallback>
                  <p:oleObj name="Equation" r:id="rId15" imgW="203040" imgH="228600" progId="Equation.3">
                    <p:embed/>
                    <p:pic>
                      <p:nvPicPr>
                        <p:cNvPr id="40986" name="Object 26"/>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91" y="2704"/>
                          <a:ext cx="256" cy="2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0987" name="Object 27"/>
            <p:cNvGraphicFramePr>
              <a:graphicFrameLocks noChangeAspect="1"/>
            </p:cNvGraphicFramePr>
            <p:nvPr/>
          </p:nvGraphicFramePr>
          <p:xfrm>
            <a:off x="483" y="2310"/>
            <a:ext cx="208" cy="289"/>
          </p:xfrm>
          <a:graphic>
            <a:graphicData uri="http://schemas.openxmlformats.org/presentationml/2006/ole">
              <mc:AlternateContent xmlns:mc="http://schemas.openxmlformats.org/markup-compatibility/2006">
                <mc:Choice xmlns:v="urn:schemas-microsoft-com:vml" Requires="v">
                  <p:oleObj spid="_x0000_s233602" name="Equation" r:id="rId17" imgW="164880" imgH="228600" progId="Equation.3">
                    <p:embed/>
                  </p:oleObj>
                </mc:Choice>
                <mc:Fallback>
                  <p:oleObj name="Equation" r:id="rId17" imgW="164880" imgH="228600" progId="Equation.3">
                    <p:embed/>
                    <p:pic>
                      <p:nvPicPr>
                        <p:cNvPr id="40987" name="Object 27"/>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83" y="2310"/>
                          <a:ext cx="208" cy="28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0988" name="Object 28"/>
            <p:cNvGraphicFramePr>
              <a:graphicFrameLocks noChangeAspect="1"/>
            </p:cNvGraphicFramePr>
            <p:nvPr/>
          </p:nvGraphicFramePr>
          <p:xfrm>
            <a:off x="2091" y="2308"/>
            <a:ext cx="224" cy="290"/>
          </p:xfrm>
          <a:graphic>
            <a:graphicData uri="http://schemas.openxmlformats.org/presentationml/2006/ole">
              <mc:AlternateContent xmlns:mc="http://schemas.openxmlformats.org/markup-compatibility/2006">
                <mc:Choice xmlns:v="urn:schemas-microsoft-com:vml" Requires="v">
                  <p:oleObj spid="_x0000_s233603" name="Equation" r:id="rId19" imgW="177480" imgH="228600" progId="Equation.3">
                    <p:embed/>
                  </p:oleObj>
                </mc:Choice>
                <mc:Fallback>
                  <p:oleObj name="Equation" r:id="rId19" imgW="177480" imgH="228600" progId="Equation.3">
                    <p:embed/>
                    <p:pic>
                      <p:nvPicPr>
                        <p:cNvPr id="40988" name="Object 28"/>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2091" y="2308"/>
                          <a:ext cx="224" cy="2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0989" name="Line 29"/>
            <p:cNvSpPr>
              <a:spLocks noChangeShapeType="1"/>
            </p:cNvSpPr>
            <p:nvPr/>
          </p:nvSpPr>
          <p:spPr bwMode="auto">
            <a:xfrm>
              <a:off x="503" y="2670"/>
              <a:ext cx="0" cy="444"/>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0990" name="Line 30"/>
            <p:cNvSpPr>
              <a:spLocks noChangeShapeType="1"/>
            </p:cNvSpPr>
            <p:nvPr/>
          </p:nvSpPr>
          <p:spPr bwMode="auto">
            <a:xfrm>
              <a:off x="2313" y="2670"/>
              <a:ext cx="0" cy="444"/>
            </a:xfrm>
            <a:prstGeom prst="line">
              <a:avLst/>
            </a:prstGeom>
            <a:noFill/>
            <a:ln w="3175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0991" name="Text Box 31"/>
            <p:cNvSpPr txBox="1">
              <a:spLocks noChangeArrowheads="1"/>
            </p:cNvSpPr>
            <p:nvPr/>
          </p:nvSpPr>
          <p:spPr bwMode="auto">
            <a:xfrm>
              <a:off x="1109" y="2630"/>
              <a:ext cx="502" cy="51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eaLnBrk="1" hangingPunct="1"/>
              <a:r>
                <a:rPr lang="zh-CN" altLang="en-US">
                  <a:solidFill>
                    <a:srgbClr val="3366FF"/>
                  </a:solidFill>
                  <a:latin typeface="Times New Roman" panose="02020603050405020304" pitchFamily="18" charset="0"/>
                </a:rPr>
                <a:t>线性</a:t>
              </a:r>
            </a:p>
            <a:p>
              <a:pPr algn="l" eaLnBrk="1" hangingPunct="1"/>
              <a:r>
                <a:rPr lang="zh-CN" altLang="en-US">
                  <a:solidFill>
                    <a:srgbClr val="3366FF"/>
                  </a:solidFill>
                  <a:latin typeface="Times New Roman" panose="02020603050405020304" pitchFamily="18" charset="0"/>
                </a:rPr>
                <a:t>无源</a:t>
              </a:r>
              <a:endParaRPr lang="zh-CN" altLang="en-US" b="0">
                <a:latin typeface="Times New Roman" panose="02020603050405020304" pitchFamily="18" charset="0"/>
              </a:endParaRPr>
            </a:p>
          </p:txBody>
        </p:sp>
        <p:sp>
          <p:nvSpPr>
            <p:cNvPr id="40992" name="Line 32"/>
            <p:cNvSpPr>
              <a:spLocks noChangeShapeType="1"/>
            </p:cNvSpPr>
            <p:nvPr/>
          </p:nvSpPr>
          <p:spPr bwMode="auto">
            <a:xfrm>
              <a:off x="532" y="2620"/>
              <a:ext cx="304"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40993" name="Line 33"/>
            <p:cNvSpPr>
              <a:spLocks noChangeShapeType="1"/>
            </p:cNvSpPr>
            <p:nvPr/>
          </p:nvSpPr>
          <p:spPr bwMode="auto">
            <a:xfrm flipH="1">
              <a:off x="2004" y="2628"/>
              <a:ext cx="264"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40994" name="Rectangle 34"/>
            <p:cNvSpPr>
              <a:spLocks noChangeArrowheads="1"/>
            </p:cNvSpPr>
            <p:nvPr/>
          </p:nvSpPr>
          <p:spPr bwMode="auto">
            <a:xfrm>
              <a:off x="746" y="3336"/>
              <a:ext cx="1316" cy="288"/>
            </a:xfrm>
            <a:prstGeom prst="rect">
              <a:avLst/>
            </a:prstGeom>
            <a:noFill/>
            <a:ln>
              <a:noFill/>
            </a:ln>
            <a:effectLst/>
            <a:extLst>
              <a:ext uri="{909E8E84-426E-40DD-AFC4-6F175D3DCCD1}">
                <a14:hiddenFill xmlns:a14="http://schemas.microsoft.com/office/drawing/2010/main">
                  <a:solidFill>
                    <a:srgbClr val="FFFFCC">
                      <a:alpha val="50000"/>
                    </a:srgbClr>
                  </a:solidFill>
                </a14:hiddenFill>
              </a:ext>
              <a:ext uri="{91240B29-F687-4F45-9708-019B960494DF}">
                <a14:hiddenLine xmlns:a14="http://schemas.microsoft.com/office/drawing/2010/main" w="31750">
                  <a:solidFill>
                    <a:schemeClr val="tx1"/>
                  </a:solidFill>
                  <a:miter lim="800000"/>
                  <a:headEnd/>
                  <a:tailEnd type="none" w="med"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spAutoFit/>
            </a:bodyPr>
            <a:lstStyle/>
            <a:p>
              <a:r>
                <a:rPr lang="en-US" altLang="zh-CN">
                  <a:latin typeface="Times New Roman" panose="02020603050405020304" pitchFamily="18" charset="0"/>
                  <a:ea typeface="黑体" panose="02010609060101010101" pitchFamily="49" charset="-122"/>
                </a:rPr>
                <a:t>    2</a:t>
              </a:r>
              <a:r>
                <a:rPr lang="en-US" altLang="zh-CN" b="0">
                  <a:latin typeface="黑体" panose="02010609060101010101" pitchFamily="49" charset="-122"/>
                  <a:ea typeface="黑体" panose="02010609060101010101" pitchFamily="49" charset="-122"/>
                </a:rPr>
                <a:t>-</a:t>
              </a:r>
              <a:r>
                <a:rPr lang="en-US" altLang="zh-CN">
                  <a:latin typeface="Times New Roman" panose="02020603050405020304" pitchFamily="18" charset="0"/>
                  <a:ea typeface="黑体" panose="02010609060101010101" pitchFamily="49" charset="-122"/>
                </a:rPr>
                <a:t>2</a:t>
              </a:r>
              <a:r>
                <a:rPr lang="en-US" altLang="zh-CN">
                  <a:latin typeface="Times New Roman" panose="02020603050405020304" pitchFamily="18" charset="0"/>
                  <a:ea typeface="黑体" panose="02010609060101010101" pitchFamily="49" charset="-122"/>
                  <a:sym typeface="Symbol" panose="05050102010706020507" pitchFamily="18" charset="2"/>
                </a:rPr>
                <a:t>  </a:t>
              </a:r>
              <a:r>
                <a:rPr lang="zh-CN" altLang="en-US">
                  <a:latin typeface="Times New Roman" panose="02020603050405020304" pitchFamily="18" charset="0"/>
                  <a:sym typeface="Symbol" panose="05050102010706020507" pitchFamily="18" charset="2"/>
                </a:rPr>
                <a:t>短路    </a:t>
              </a:r>
            </a:p>
          </p:txBody>
        </p:sp>
      </p:grpSp>
      <p:grpSp>
        <p:nvGrpSpPr>
          <p:cNvPr id="41018" name="Group 58"/>
          <p:cNvGrpSpPr>
            <a:grpSpLocks/>
          </p:cNvGrpSpPr>
          <p:nvPr/>
        </p:nvGrpSpPr>
        <p:grpSpPr bwMode="auto">
          <a:xfrm>
            <a:off x="4572000" y="3016683"/>
            <a:ext cx="4216400" cy="2009775"/>
            <a:chOff x="2880" y="1696"/>
            <a:chExt cx="2656" cy="1266"/>
          </a:xfrm>
        </p:grpSpPr>
        <p:sp>
          <p:nvSpPr>
            <p:cNvPr id="40996" name="Line 36"/>
            <p:cNvSpPr>
              <a:spLocks noChangeShapeType="1"/>
            </p:cNvSpPr>
            <p:nvPr/>
          </p:nvSpPr>
          <p:spPr bwMode="auto">
            <a:xfrm>
              <a:off x="3310" y="2052"/>
              <a:ext cx="1824"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0997" name="Line 37"/>
            <p:cNvSpPr>
              <a:spLocks noChangeShapeType="1"/>
            </p:cNvSpPr>
            <p:nvPr/>
          </p:nvSpPr>
          <p:spPr bwMode="auto">
            <a:xfrm>
              <a:off x="3310" y="2484"/>
              <a:ext cx="1832"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0998" name="Rectangle 38"/>
            <p:cNvSpPr>
              <a:spLocks noChangeArrowheads="1"/>
            </p:cNvSpPr>
            <p:nvPr/>
          </p:nvSpPr>
          <p:spPr bwMode="auto">
            <a:xfrm>
              <a:off x="3742" y="1956"/>
              <a:ext cx="864" cy="624"/>
            </a:xfrm>
            <a:prstGeom prst="rect">
              <a:avLst/>
            </a:prstGeom>
            <a:solidFill>
              <a:srgbClr val="F9FFE1"/>
            </a:solidFill>
            <a:ln w="31750">
              <a:solidFill>
                <a:schemeClr val="tx1"/>
              </a:solidFill>
              <a:miter lim="800000"/>
              <a:headEnd/>
              <a:tailEnd/>
            </a:ln>
          </p:spPr>
          <p:txBody>
            <a:bodyPr wrap="none" anchor="ctr"/>
            <a:lstStyle/>
            <a:p>
              <a:endParaRPr lang="zh-CN" altLang="en-US"/>
            </a:p>
          </p:txBody>
        </p:sp>
        <p:sp>
          <p:nvSpPr>
            <p:cNvPr id="40999" name="Text Box 39"/>
            <p:cNvSpPr txBox="1">
              <a:spLocks noChangeArrowheads="1"/>
            </p:cNvSpPr>
            <p:nvPr/>
          </p:nvSpPr>
          <p:spPr bwMode="auto">
            <a:xfrm>
              <a:off x="3053" y="1976"/>
              <a:ext cx="225"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eaLnBrk="1" hangingPunct="1"/>
              <a:r>
                <a:rPr lang="en-US" altLang="zh-CN">
                  <a:latin typeface="Times New Roman" panose="02020603050405020304" pitchFamily="18" charset="0"/>
                </a:rPr>
                <a:t>+</a:t>
              </a:r>
              <a:endParaRPr lang="en-US" altLang="zh-CN" b="0">
                <a:latin typeface="Times New Roman" panose="02020603050405020304" pitchFamily="18" charset="0"/>
              </a:endParaRPr>
            </a:p>
          </p:txBody>
        </p:sp>
        <p:sp>
          <p:nvSpPr>
            <p:cNvPr id="41000" name="Text Box 40"/>
            <p:cNvSpPr txBox="1">
              <a:spLocks noChangeArrowheads="1"/>
            </p:cNvSpPr>
            <p:nvPr/>
          </p:nvSpPr>
          <p:spPr bwMode="auto">
            <a:xfrm>
              <a:off x="3060" y="2284"/>
              <a:ext cx="212"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eaLnBrk="1" hangingPunct="1"/>
              <a:r>
                <a:rPr lang="en-US" altLang="zh-CN">
                  <a:latin typeface="黑体" panose="02010609060101010101" pitchFamily="49" charset="-122"/>
                  <a:ea typeface="黑体" panose="02010609060101010101" pitchFamily="49" charset="-122"/>
                  <a:sym typeface="Symbol" panose="05050102010706020507" pitchFamily="18" charset="2"/>
                </a:rPr>
                <a:t>-</a:t>
              </a:r>
              <a:endParaRPr lang="en-US" altLang="zh-CN" b="0">
                <a:latin typeface="Times New Roman" panose="02020603050405020304" pitchFamily="18" charset="0"/>
              </a:endParaRPr>
            </a:p>
          </p:txBody>
        </p:sp>
        <p:sp>
          <p:nvSpPr>
            <p:cNvPr id="41001" name="Oval 41"/>
            <p:cNvSpPr>
              <a:spLocks noChangeArrowheads="1"/>
            </p:cNvSpPr>
            <p:nvPr/>
          </p:nvSpPr>
          <p:spPr bwMode="auto">
            <a:xfrm>
              <a:off x="5029" y="2163"/>
              <a:ext cx="227" cy="227"/>
            </a:xfrm>
            <a:prstGeom prst="ellipse">
              <a:avLst/>
            </a:prstGeom>
            <a:solidFill>
              <a:schemeClr val="accent1"/>
            </a:solidFill>
            <a:ln w="31750">
              <a:solidFill>
                <a:schemeClr val="tx1"/>
              </a:solidFill>
              <a:round/>
              <a:headEnd/>
              <a:tailEnd/>
            </a:ln>
          </p:spPr>
          <p:txBody>
            <a:bodyPr wrap="none" anchor="ctr"/>
            <a:lstStyle/>
            <a:p>
              <a:endParaRPr lang="zh-CN" altLang="en-US"/>
            </a:p>
          </p:txBody>
        </p:sp>
        <p:graphicFrame>
          <p:nvGraphicFramePr>
            <p:cNvPr id="41002" name="Object 42"/>
            <p:cNvGraphicFramePr>
              <a:graphicFrameLocks noChangeAspect="1"/>
            </p:cNvGraphicFramePr>
            <p:nvPr/>
          </p:nvGraphicFramePr>
          <p:xfrm>
            <a:off x="2880" y="2134"/>
            <a:ext cx="256" cy="289"/>
          </p:xfrm>
          <a:graphic>
            <a:graphicData uri="http://schemas.openxmlformats.org/presentationml/2006/ole">
              <mc:AlternateContent xmlns:mc="http://schemas.openxmlformats.org/markup-compatibility/2006">
                <mc:Choice xmlns:v="urn:schemas-microsoft-com:vml" Requires="v">
                  <p:oleObj spid="_x0000_s233604" name="Equation" r:id="rId21" imgW="203040" imgH="228600" progId="Equation.3">
                    <p:embed/>
                  </p:oleObj>
                </mc:Choice>
                <mc:Fallback>
                  <p:oleObj name="Equation" r:id="rId21" imgW="203040" imgH="228600" progId="Equation.3">
                    <p:embed/>
                    <p:pic>
                      <p:nvPicPr>
                        <p:cNvPr id="41002" name="Object 42"/>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2880" y="2134"/>
                          <a:ext cx="256" cy="28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1003" name="Object 43"/>
            <p:cNvGraphicFramePr>
              <a:graphicFrameLocks noChangeAspect="1"/>
            </p:cNvGraphicFramePr>
            <p:nvPr/>
          </p:nvGraphicFramePr>
          <p:xfrm>
            <a:off x="3142" y="1698"/>
            <a:ext cx="512" cy="289"/>
          </p:xfrm>
          <a:graphic>
            <a:graphicData uri="http://schemas.openxmlformats.org/presentationml/2006/ole">
              <mc:AlternateContent xmlns:mc="http://schemas.openxmlformats.org/markup-compatibility/2006">
                <mc:Choice xmlns:v="urn:schemas-microsoft-com:vml" Requires="v">
                  <p:oleObj spid="_x0000_s233605" name="Equation" r:id="rId23" imgW="406080" imgH="228600" progId="Equation.3">
                    <p:embed/>
                  </p:oleObj>
                </mc:Choice>
                <mc:Fallback>
                  <p:oleObj name="Equation" r:id="rId23" imgW="406080" imgH="228600" progId="Equation.3">
                    <p:embed/>
                    <p:pic>
                      <p:nvPicPr>
                        <p:cNvPr id="41003" name="Object 43"/>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3142" y="1698"/>
                          <a:ext cx="512" cy="28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1004" name="Object 44"/>
            <p:cNvGraphicFramePr>
              <a:graphicFrameLocks noChangeAspect="1"/>
            </p:cNvGraphicFramePr>
            <p:nvPr/>
          </p:nvGraphicFramePr>
          <p:xfrm>
            <a:off x="4902" y="1696"/>
            <a:ext cx="224" cy="290"/>
          </p:xfrm>
          <a:graphic>
            <a:graphicData uri="http://schemas.openxmlformats.org/presentationml/2006/ole">
              <mc:AlternateContent xmlns:mc="http://schemas.openxmlformats.org/markup-compatibility/2006">
                <mc:Choice xmlns:v="urn:schemas-microsoft-com:vml" Requires="v">
                  <p:oleObj spid="_x0000_s233606" name="Equation" r:id="rId25" imgW="177480" imgH="228600" progId="Equation.3">
                    <p:embed/>
                  </p:oleObj>
                </mc:Choice>
                <mc:Fallback>
                  <p:oleObj name="Equation" r:id="rId25" imgW="177480" imgH="228600" progId="Equation.3">
                    <p:embed/>
                    <p:pic>
                      <p:nvPicPr>
                        <p:cNvPr id="41004" name="Object 44"/>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4902" y="1696"/>
                          <a:ext cx="224" cy="2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1005" name="Line 45"/>
            <p:cNvSpPr>
              <a:spLocks noChangeShapeType="1"/>
            </p:cNvSpPr>
            <p:nvPr/>
          </p:nvSpPr>
          <p:spPr bwMode="auto">
            <a:xfrm>
              <a:off x="5140" y="2044"/>
              <a:ext cx="0" cy="444"/>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1006" name="Text Box 46"/>
            <p:cNvSpPr txBox="1">
              <a:spLocks noChangeArrowheads="1"/>
            </p:cNvSpPr>
            <p:nvPr/>
          </p:nvSpPr>
          <p:spPr bwMode="auto">
            <a:xfrm>
              <a:off x="3920" y="2018"/>
              <a:ext cx="502" cy="51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eaLnBrk="1" hangingPunct="1"/>
              <a:r>
                <a:rPr lang="zh-CN" altLang="en-US">
                  <a:solidFill>
                    <a:srgbClr val="3366FF"/>
                  </a:solidFill>
                  <a:latin typeface="Times New Roman" panose="02020603050405020304" pitchFamily="18" charset="0"/>
                </a:rPr>
                <a:t>线性</a:t>
              </a:r>
            </a:p>
            <a:p>
              <a:pPr algn="l" eaLnBrk="1" hangingPunct="1"/>
              <a:r>
                <a:rPr lang="zh-CN" altLang="en-US">
                  <a:solidFill>
                    <a:srgbClr val="3366FF"/>
                  </a:solidFill>
                  <a:latin typeface="Times New Roman" panose="02020603050405020304" pitchFamily="18" charset="0"/>
                </a:rPr>
                <a:t>无源</a:t>
              </a:r>
              <a:endParaRPr lang="zh-CN" altLang="en-US" b="0">
                <a:latin typeface="Times New Roman" panose="02020603050405020304" pitchFamily="18" charset="0"/>
              </a:endParaRPr>
            </a:p>
          </p:txBody>
        </p:sp>
        <p:sp>
          <p:nvSpPr>
            <p:cNvPr id="41007" name="Line 47"/>
            <p:cNvSpPr>
              <a:spLocks noChangeShapeType="1"/>
            </p:cNvSpPr>
            <p:nvPr/>
          </p:nvSpPr>
          <p:spPr bwMode="auto">
            <a:xfrm>
              <a:off x="3367" y="2016"/>
              <a:ext cx="248"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41008" name="Line 48"/>
            <p:cNvSpPr>
              <a:spLocks noChangeShapeType="1"/>
            </p:cNvSpPr>
            <p:nvPr/>
          </p:nvSpPr>
          <p:spPr bwMode="auto">
            <a:xfrm flipH="1">
              <a:off x="4799" y="2016"/>
              <a:ext cx="256"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41009" name="Text Box 49"/>
            <p:cNvSpPr txBox="1">
              <a:spLocks noChangeArrowheads="1"/>
            </p:cNvSpPr>
            <p:nvPr/>
          </p:nvSpPr>
          <p:spPr bwMode="auto">
            <a:xfrm>
              <a:off x="3445" y="2674"/>
              <a:ext cx="1364" cy="288"/>
            </a:xfrm>
            <a:prstGeom prst="rect">
              <a:avLst/>
            </a:prstGeom>
            <a:noFill/>
            <a:ln>
              <a:noFill/>
            </a:ln>
            <a:effectLst/>
            <a:extLst>
              <a:ext uri="{909E8E84-426E-40DD-AFC4-6F175D3DCCD1}">
                <a14:hiddenFill xmlns:a14="http://schemas.microsoft.com/office/drawing/2010/main">
                  <a:solidFill>
                    <a:srgbClr val="FFFFCC">
                      <a:alpha val="50000"/>
                    </a:srgbClr>
                  </a:solidFill>
                </a14:hiddenFill>
              </a:ext>
              <a:ext uri="{91240B29-F687-4F45-9708-019B960494DF}">
                <a14:hiddenLine xmlns:a14="http://schemas.microsoft.com/office/drawing/2010/main" w="31750">
                  <a:solidFill>
                    <a:schemeClr val="tx1"/>
                  </a:solidFill>
                  <a:miter lim="800000"/>
                  <a:headEnd/>
                  <a:tailEnd type="none" w="med"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spAutoFit/>
            </a:bodyPr>
            <a:lstStyle/>
            <a:p>
              <a:r>
                <a:rPr lang="en-US" altLang="zh-CN">
                  <a:latin typeface="Times New Roman" panose="02020603050405020304" pitchFamily="18" charset="0"/>
                  <a:ea typeface="黑体" panose="02010609060101010101" pitchFamily="49" charset="-122"/>
                </a:rPr>
                <a:t>     1</a:t>
              </a:r>
              <a:r>
                <a:rPr lang="en-US" altLang="zh-CN" b="0">
                  <a:latin typeface="黑体" panose="02010609060101010101" pitchFamily="49" charset="-122"/>
                  <a:ea typeface="黑体" panose="02010609060101010101" pitchFamily="49" charset="-122"/>
                </a:rPr>
                <a:t>-</a:t>
              </a:r>
              <a:r>
                <a:rPr lang="en-US" altLang="zh-CN">
                  <a:latin typeface="Times New Roman" panose="02020603050405020304" pitchFamily="18" charset="0"/>
                  <a:ea typeface="黑体" panose="02010609060101010101" pitchFamily="49" charset="-122"/>
                </a:rPr>
                <a:t>1</a:t>
              </a:r>
              <a:r>
                <a:rPr lang="en-US" altLang="zh-CN">
                  <a:latin typeface="Times New Roman" panose="02020603050405020304" pitchFamily="18" charset="0"/>
                  <a:ea typeface="黑体" panose="02010609060101010101" pitchFamily="49" charset="-122"/>
                  <a:sym typeface="Symbol" panose="05050102010706020507" pitchFamily="18" charset="2"/>
                </a:rPr>
                <a:t>  </a:t>
              </a:r>
              <a:r>
                <a:rPr lang="zh-CN" altLang="en-US">
                  <a:latin typeface="Times New Roman" panose="02020603050405020304" pitchFamily="18" charset="0"/>
                  <a:sym typeface="Symbol" panose="05050102010706020507" pitchFamily="18" charset="2"/>
                </a:rPr>
                <a:t>开路    </a:t>
              </a:r>
              <a:endParaRPr lang="zh-CN" altLang="en-US">
                <a:latin typeface="Times New Roman" panose="02020603050405020304" pitchFamily="18" charset="0"/>
              </a:endParaRPr>
            </a:p>
          </p:txBody>
        </p:sp>
        <p:sp>
          <p:nvSpPr>
            <p:cNvPr id="41012" name="Text Box 52"/>
            <p:cNvSpPr txBox="1">
              <a:spLocks noChangeArrowheads="1"/>
            </p:cNvSpPr>
            <p:nvPr/>
          </p:nvSpPr>
          <p:spPr bwMode="auto">
            <a:xfrm>
              <a:off x="5261" y="1892"/>
              <a:ext cx="225"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eaLnBrk="1" hangingPunct="1"/>
              <a:r>
                <a:rPr lang="en-US" altLang="zh-CN">
                  <a:latin typeface="Times New Roman" panose="02020603050405020304" pitchFamily="18" charset="0"/>
                </a:rPr>
                <a:t>+</a:t>
              </a:r>
              <a:endParaRPr lang="en-US" altLang="zh-CN" b="0">
                <a:latin typeface="Times New Roman" panose="02020603050405020304" pitchFamily="18" charset="0"/>
              </a:endParaRPr>
            </a:p>
          </p:txBody>
        </p:sp>
        <p:sp>
          <p:nvSpPr>
            <p:cNvPr id="41013" name="Text Box 53"/>
            <p:cNvSpPr txBox="1">
              <a:spLocks noChangeArrowheads="1"/>
            </p:cNvSpPr>
            <p:nvPr/>
          </p:nvSpPr>
          <p:spPr bwMode="auto">
            <a:xfrm>
              <a:off x="5256" y="2326"/>
              <a:ext cx="212"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eaLnBrk="1" hangingPunct="1"/>
              <a:r>
                <a:rPr lang="en-US" altLang="zh-CN">
                  <a:latin typeface="黑体" panose="02010609060101010101" pitchFamily="49" charset="-122"/>
                  <a:ea typeface="黑体" panose="02010609060101010101" pitchFamily="49" charset="-122"/>
                  <a:sym typeface="Symbol" panose="05050102010706020507" pitchFamily="18" charset="2"/>
                </a:rPr>
                <a:t>-</a:t>
              </a:r>
              <a:endParaRPr lang="en-US" altLang="zh-CN" b="0">
                <a:latin typeface="Times New Roman" panose="02020603050405020304" pitchFamily="18" charset="0"/>
              </a:endParaRPr>
            </a:p>
          </p:txBody>
        </p:sp>
        <p:graphicFrame>
          <p:nvGraphicFramePr>
            <p:cNvPr id="41014" name="Object 54"/>
            <p:cNvGraphicFramePr>
              <a:graphicFrameLocks noChangeAspect="1"/>
            </p:cNvGraphicFramePr>
            <p:nvPr/>
          </p:nvGraphicFramePr>
          <p:xfrm>
            <a:off x="5280" y="2122"/>
            <a:ext cx="256" cy="289"/>
          </p:xfrm>
          <a:graphic>
            <a:graphicData uri="http://schemas.openxmlformats.org/presentationml/2006/ole">
              <mc:AlternateContent xmlns:mc="http://schemas.openxmlformats.org/markup-compatibility/2006">
                <mc:Choice xmlns:v="urn:schemas-microsoft-com:vml" Requires="v">
                  <p:oleObj spid="_x0000_s233607" name="Equation" r:id="rId27" imgW="203040" imgH="228600" progId="Equation.3">
                    <p:embed/>
                  </p:oleObj>
                </mc:Choice>
                <mc:Fallback>
                  <p:oleObj name="Equation" r:id="rId27" imgW="203040" imgH="228600" progId="Equation.3">
                    <p:embed/>
                    <p:pic>
                      <p:nvPicPr>
                        <p:cNvPr id="41014" name="Object 54"/>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5280" y="2122"/>
                          <a:ext cx="256" cy="28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1015" name="Oval 55"/>
            <p:cNvSpPr>
              <a:spLocks noChangeArrowheads="1"/>
            </p:cNvSpPr>
            <p:nvPr/>
          </p:nvSpPr>
          <p:spPr bwMode="auto">
            <a:xfrm>
              <a:off x="3258" y="2454"/>
              <a:ext cx="56" cy="56"/>
            </a:xfrm>
            <a:prstGeom prst="ellipse">
              <a:avLst/>
            </a:prstGeom>
            <a:solidFill>
              <a:srgbClr val="FFFFCC">
                <a:alpha val="50000"/>
              </a:srgbClr>
            </a:solidFill>
            <a:ln w="19050">
              <a:solidFill>
                <a:schemeClr val="tx1"/>
              </a:solidFill>
              <a:round/>
              <a:headEnd/>
              <a:tailEnd type="none" w="med" len="lg"/>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p>
              <a:endParaRPr lang="zh-CN" altLang="en-US"/>
            </a:p>
          </p:txBody>
        </p:sp>
        <p:sp>
          <p:nvSpPr>
            <p:cNvPr id="41016" name="Oval 56"/>
            <p:cNvSpPr>
              <a:spLocks noChangeArrowheads="1"/>
            </p:cNvSpPr>
            <p:nvPr/>
          </p:nvSpPr>
          <p:spPr bwMode="auto">
            <a:xfrm>
              <a:off x="3258" y="2022"/>
              <a:ext cx="56" cy="56"/>
            </a:xfrm>
            <a:prstGeom prst="ellipse">
              <a:avLst/>
            </a:prstGeom>
            <a:solidFill>
              <a:srgbClr val="FFFFCC">
                <a:alpha val="50000"/>
              </a:srgbClr>
            </a:solidFill>
            <a:ln w="19050">
              <a:solidFill>
                <a:schemeClr val="tx1"/>
              </a:solidFill>
              <a:round/>
              <a:headEnd/>
              <a:tailEnd type="none" w="med" len="lg"/>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p>
              <a:endParaRPr lang="zh-CN" altLang="en-US"/>
            </a:p>
          </p:txBody>
        </p:sp>
      </p:grpSp>
      <p:graphicFrame>
        <p:nvGraphicFramePr>
          <p:cNvPr id="53" name="Object 4">
            <a:extLst>
              <a:ext uri="{FF2B5EF4-FFF2-40B4-BE49-F238E27FC236}">
                <a16:creationId xmlns:a16="http://schemas.microsoft.com/office/drawing/2014/main" id="{87705540-386C-40C5-A90E-D7E8D94C11D5}"/>
              </a:ext>
            </a:extLst>
          </p:cNvPr>
          <p:cNvGraphicFramePr>
            <a:graphicFrameLocks noChangeAspect="1"/>
          </p:cNvGraphicFramePr>
          <p:nvPr>
            <p:extLst>
              <p:ext uri="{D42A27DB-BD31-4B8C-83A1-F6EECF244321}">
                <p14:modId xmlns:p14="http://schemas.microsoft.com/office/powerpoint/2010/main" val="602322100"/>
              </p:ext>
            </p:extLst>
          </p:nvPr>
        </p:nvGraphicFramePr>
        <p:xfrm>
          <a:off x="3849780" y="26893"/>
          <a:ext cx="2789238" cy="1055687"/>
        </p:xfrm>
        <a:graphic>
          <a:graphicData uri="http://schemas.openxmlformats.org/presentationml/2006/ole">
            <mc:AlternateContent xmlns:mc="http://schemas.openxmlformats.org/markup-compatibility/2006">
              <mc:Choice xmlns:v="urn:schemas-microsoft-com:vml" Requires="v">
                <p:oleObj spid="_x0000_s233608" name="公式" r:id="rId29" imgW="1269720" imgH="482400" progId="Equation.3">
                  <p:embed/>
                </p:oleObj>
              </mc:Choice>
              <mc:Fallback>
                <p:oleObj name="公式" r:id="rId29" imgW="1269720" imgH="482400" progId="Equation.3">
                  <p:embed/>
                  <p:pic>
                    <p:nvPicPr>
                      <p:cNvPr id="39940" name="Object 4"/>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3849780" y="26893"/>
                        <a:ext cx="2789238" cy="1055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124227270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40963"/>
                                        </p:tgtEl>
                                        <p:attrNameLst>
                                          <p:attrName>style.visibility</p:attrName>
                                        </p:attrNameLst>
                                      </p:cBhvr>
                                      <p:to>
                                        <p:strVal val="visible"/>
                                      </p:to>
                                    </p:set>
                                    <p:animEffect transition="in" filter="wipe(left)">
                                      <p:cBhvr>
                                        <p:cTn id="7" dur="500"/>
                                        <p:tgtEl>
                                          <p:spTgt spid="4096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40965"/>
                                        </p:tgtEl>
                                        <p:attrNameLst>
                                          <p:attrName>style.visibility</p:attrName>
                                        </p:attrNameLst>
                                      </p:cBhvr>
                                      <p:to>
                                        <p:strVal val="visible"/>
                                      </p:to>
                                    </p:set>
                                    <p:animEffect transition="in" filter="wipe(left)">
                                      <p:cBhvr>
                                        <p:cTn id="12" dur="500"/>
                                        <p:tgtEl>
                                          <p:spTgt spid="4096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8" fill="hold" nodeType="clickEffect">
                                  <p:stCondLst>
                                    <p:cond delay="0"/>
                                  </p:stCondLst>
                                  <p:childTnLst>
                                    <p:set>
                                      <p:cBhvr>
                                        <p:cTn id="16" dur="1" fill="hold">
                                          <p:stCondLst>
                                            <p:cond delay="0"/>
                                          </p:stCondLst>
                                        </p:cTn>
                                        <p:tgtEl>
                                          <p:spTgt spid="40979"/>
                                        </p:tgtEl>
                                        <p:attrNameLst>
                                          <p:attrName>style.visibility</p:attrName>
                                        </p:attrNameLst>
                                      </p:cBhvr>
                                      <p:to>
                                        <p:strVal val="visible"/>
                                      </p:to>
                                    </p:set>
                                    <p:anim calcmode="lin" valueType="num">
                                      <p:cBhvr additive="base">
                                        <p:cTn id="17" dur="500" fill="hold"/>
                                        <p:tgtEl>
                                          <p:spTgt spid="40979"/>
                                        </p:tgtEl>
                                        <p:attrNameLst>
                                          <p:attrName>ppt_x</p:attrName>
                                        </p:attrNameLst>
                                      </p:cBhvr>
                                      <p:tavLst>
                                        <p:tav tm="0">
                                          <p:val>
                                            <p:strVal val="0-#ppt_w/2"/>
                                          </p:val>
                                        </p:tav>
                                        <p:tav tm="100000">
                                          <p:val>
                                            <p:strVal val="#ppt_x"/>
                                          </p:val>
                                        </p:tav>
                                      </p:tavLst>
                                    </p:anim>
                                    <p:anim calcmode="lin" valueType="num">
                                      <p:cBhvr additive="base">
                                        <p:cTn id="18" dur="500" fill="hold"/>
                                        <p:tgtEl>
                                          <p:spTgt spid="40979"/>
                                        </p:tgtEl>
                                        <p:attrNameLst>
                                          <p:attrName>ppt_y</p:attrName>
                                        </p:attrNameLst>
                                      </p:cBhvr>
                                      <p:tavLst>
                                        <p:tav tm="0">
                                          <p:val>
                                            <p:strVal val="#ppt_y"/>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nodeType="clickEffect">
                                  <p:stCondLst>
                                    <p:cond delay="0"/>
                                  </p:stCondLst>
                                  <p:childTnLst>
                                    <p:set>
                                      <p:cBhvr>
                                        <p:cTn id="22" dur="1" fill="hold">
                                          <p:stCondLst>
                                            <p:cond delay="0"/>
                                          </p:stCondLst>
                                        </p:cTn>
                                        <p:tgtEl>
                                          <p:spTgt spid="40974"/>
                                        </p:tgtEl>
                                        <p:attrNameLst>
                                          <p:attrName>style.visibility</p:attrName>
                                        </p:attrNameLst>
                                      </p:cBhvr>
                                      <p:to>
                                        <p:strVal val="visible"/>
                                      </p:to>
                                    </p:set>
                                    <p:animEffect transition="in" filter="wipe(left)">
                                      <p:cBhvr>
                                        <p:cTn id="23" dur="500"/>
                                        <p:tgtEl>
                                          <p:spTgt spid="40974"/>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8" fill="hold" nodeType="clickEffect">
                                  <p:stCondLst>
                                    <p:cond delay="0"/>
                                  </p:stCondLst>
                                  <p:childTnLst>
                                    <p:set>
                                      <p:cBhvr>
                                        <p:cTn id="27" dur="1" fill="hold">
                                          <p:stCondLst>
                                            <p:cond delay="0"/>
                                          </p:stCondLst>
                                        </p:cTn>
                                        <p:tgtEl>
                                          <p:spTgt spid="40964"/>
                                        </p:tgtEl>
                                        <p:attrNameLst>
                                          <p:attrName>style.visibility</p:attrName>
                                        </p:attrNameLst>
                                      </p:cBhvr>
                                      <p:to>
                                        <p:strVal val="visible"/>
                                      </p:to>
                                    </p:set>
                                    <p:animEffect transition="in" filter="wipe(left)">
                                      <p:cBhvr>
                                        <p:cTn id="28" dur="500"/>
                                        <p:tgtEl>
                                          <p:spTgt spid="40964"/>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8" fill="hold" nodeType="clickEffect">
                                  <p:stCondLst>
                                    <p:cond delay="0"/>
                                  </p:stCondLst>
                                  <p:childTnLst>
                                    <p:set>
                                      <p:cBhvr>
                                        <p:cTn id="32" dur="1" fill="hold">
                                          <p:stCondLst>
                                            <p:cond delay="0"/>
                                          </p:stCondLst>
                                        </p:cTn>
                                        <p:tgtEl>
                                          <p:spTgt spid="40966"/>
                                        </p:tgtEl>
                                        <p:attrNameLst>
                                          <p:attrName>style.visibility</p:attrName>
                                        </p:attrNameLst>
                                      </p:cBhvr>
                                      <p:to>
                                        <p:strVal val="visible"/>
                                      </p:to>
                                    </p:set>
                                    <p:animEffect transition="in" filter="wipe(left)">
                                      <p:cBhvr>
                                        <p:cTn id="33" dur="500"/>
                                        <p:tgtEl>
                                          <p:spTgt spid="40966"/>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 presetClass="entr" presetSubtype="2" fill="hold" nodeType="clickEffect">
                                  <p:stCondLst>
                                    <p:cond delay="0"/>
                                  </p:stCondLst>
                                  <p:childTnLst>
                                    <p:set>
                                      <p:cBhvr>
                                        <p:cTn id="37" dur="1" fill="hold">
                                          <p:stCondLst>
                                            <p:cond delay="0"/>
                                          </p:stCondLst>
                                        </p:cTn>
                                        <p:tgtEl>
                                          <p:spTgt spid="41018"/>
                                        </p:tgtEl>
                                        <p:attrNameLst>
                                          <p:attrName>style.visibility</p:attrName>
                                        </p:attrNameLst>
                                      </p:cBhvr>
                                      <p:to>
                                        <p:strVal val="visible"/>
                                      </p:to>
                                    </p:set>
                                    <p:anim calcmode="lin" valueType="num">
                                      <p:cBhvr additive="base">
                                        <p:cTn id="38" dur="500" fill="hold"/>
                                        <p:tgtEl>
                                          <p:spTgt spid="41018"/>
                                        </p:tgtEl>
                                        <p:attrNameLst>
                                          <p:attrName>ppt_x</p:attrName>
                                        </p:attrNameLst>
                                      </p:cBhvr>
                                      <p:tavLst>
                                        <p:tav tm="0">
                                          <p:val>
                                            <p:strVal val="1+#ppt_w/2"/>
                                          </p:val>
                                        </p:tav>
                                        <p:tav tm="100000">
                                          <p:val>
                                            <p:strVal val="#ppt_x"/>
                                          </p:val>
                                        </p:tav>
                                      </p:tavLst>
                                    </p:anim>
                                    <p:anim calcmode="lin" valueType="num">
                                      <p:cBhvr additive="base">
                                        <p:cTn id="39" dur="500" fill="hold"/>
                                        <p:tgtEl>
                                          <p:spTgt spid="41018"/>
                                        </p:tgtEl>
                                        <p:attrNameLst>
                                          <p:attrName>ppt_y</p:attrName>
                                        </p:attrNameLst>
                                      </p:cBhvr>
                                      <p:tavLst>
                                        <p:tav tm="0">
                                          <p:val>
                                            <p:strVal val="#ppt_y"/>
                                          </p:val>
                                        </p:tav>
                                        <p:tav tm="100000">
                                          <p:val>
                                            <p:strVal val="#ppt_y"/>
                                          </p:val>
                                        </p:tav>
                                      </p:tavLst>
                                    </p:anim>
                                  </p:childTnLst>
                                </p:cTn>
                              </p:par>
                            </p:childTnLst>
                          </p:cTn>
                        </p:par>
                      </p:childTnLst>
                    </p:cTn>
                  </p:par>
                  <p:par>
                    <p:cTn id="40" fill="hold" nodeType="clickPar">
                      <p:stCondLst>
                        <p:cond delay="indefinite"/>
                      </p:stCondLst>
                      <p:childTnLst>
                        <p:par>
                          <p:cTn id="41" fill="hold" nodeType="withGroup">
                            <p:stCondLst>
                              <p:cond delay="0"/>
                            </p:stCondLst>
                            <p:childTnLst>
                              <p:par>
                                <p:cTn id="42" presetID="22" presetClass="entr" presetSubtype="8" fill="hold" nodeType="clickEffect">
                                  <p:stCondLst>
                                    <p:cond delay="0"/>
                                  </p:stCondLst>
                                  <p:childTnLst>
                                    <p:set>
                                      <p:cBhvr>
                                        <p:cTn id="43" dur="1" fill="hold">
                                          <p:stCondLst>
                                            <p:cond delay="0"/>
                                          </p:stCondLst>
                                        </p:cTn>
                                        <p:tgtEl>
                                          <p:spTgt spid="40971"/>
                                        </p:tgtEl>
                                        <p:attrNameLst>
                                          <p:attrName>style.visibility</p:attrName>
                                        </p:attrNameLst>
                                      </p:cBhvr>
                                      <p:to>
                                        <p:strVal val="visible"/>
                                      </p:to>
                                    </p:set>
                                    <p:animEffect transition="in" filter="wipe(left)">
                                      <p:cBhvr>
                                        <p:cTn id="44" dur="500"/>
                                        <p:tgtEl>
                                          <p:spTgt spid="40971"/>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23" presetClass="entr" presetSubtype="272" fill="hold" grpId="0" nodeType="clickEffect">
                                  <p:stCondLst>
                                    <p:cond delay="0"/>
                                  </p:stCondLst>
                                  <p:childTnLst>
                                    <p:set>
                                      <p:cBhvr>
                                        <p:cTn id="48" dur="1" fill="hold">
                                          <p:stCondLst>
                                            <p:cond delay="0"/>
                                          </p:stCondLst>
                                        </p:cTn>
                                        <p:tgtEl>
                                          <p:spTgt spid="40967"/>
                                        </p:tgtEl>
                                        <p:attrNameLst>
                                          <p:attrName>style.visibility</p:attrName>
                                        </p:attrNameLst>
                                      </p:cBhvr>
                                      <p:to>
                                        <p:strVal val="visible"/>
                                      </p:to>
                                    </p:set>
                                    <p:anim calcmode="lin" valueType="num">
                                      <p:cBhvr>
                                        <p:cTn id="49" dur="500" fill="hold"/>
                                        <p:tgtEl>
                                          <p:spTgt spid="40967"/>
                                        </p:tgtEl>
                                        <p:attrNameLst>
                                          <p:attrName>ppt_w</p:attrName>
                                        </p:attrNameLst>
                                      </p:cBhvr>
                                      <p:tavLst>
                                        <p:tav tm="0">
                                          <p:val>
                                            <p:strVal val="2/3*#ppt_w"/>
                                          </p:val>
                                        </p:tav>
                                        <p:tav tm="100000">
                                          <p:val>
                                            <p:strVal val="#ppt_w"/>
                                          </p:val>
                                        </p:tav>
                                      </p:tavLst>
                                    </p:anim>
                                    <p:anim calcmode="lin" valueType="num">
                                      <p:cBhvr>
                                        <p:cTn id="50" dur="500" fill="hold"/>
                                        <p:tgtEl>
                                          <p:spTgt spid="40967"/>
                                        </p:tgtEl>
                                        <p:attrNameLst>
                                          <p:attrName>ppt_h</p:attrName>
                                        </p:attrNameLst>
                                      </p:cBhvr>
                                      <p:tavLst>
                                        <p:tav tm="0">
                                          <p:val>
                                            <p:strVal val="2/3*#ppt_h"/>
                                          </p:val>
                                        </p:tav>
                                        <p:tav tm="100000">
                                          <p:val>
                                            <p:strVal val="#ppt_h"/>
                                          </p:val>
                                        </p:tav>
                                      </p:tavLst>
                                    </p:anim>
                                  </p:childTnLst>
                                </p:cTn>
                              </p:par>
                            </p:childTnLst>
                          </p:cTn>
                        </p:par>
                      </p:childTnLst>
                    </p:cTn>
                  </p:par>
                  <p:par>
                    <p:cTn id="51" fill="hold" nodeType="clickPar">
                      <p:stCondLst>
                        <p:cond delay="indefinite"/>
                      </p:stCondLst>
                      <p:childTnLst>
                        <p:par>
                          <p:cTn id="52" fill="hold" nodeType="withGroup">
                            <p:stCondLst>
                              <p:cond delay="0"/>
                            </p:stCondLst>
                            <p:childTnLst>
                              <p:par>
                                <p:cTn id="53" presetID="22" presetClass="entr" presetSubtype="8" fill="hold" nodeType="clickEffect">
                                  <p:stCondLst>
                                    <p:cond delay="0"/>
                                  </p:stCondLst>
                                  <p:childTnLst>
                                    <p:set>
                                      <p:cBhvr>
                                        <p:cTn id="54" dur="1" fill="hold">
                                          <p:stCondLst>
                                            <p:cond delay="0"/>
                                          </p:stCondLst>
                                        </p:cTn>
                                        <p:tgtEl>
                                          <p:spTgt spid="40968"/>
                                        </p:tgtEl>
                                        <p:attrNameLst>
                                          <p:attrName>style.visibility</p:attrName>
                                        </p:attrNameLst>
                                      </p:cBhvr>
                                      <p:to>
                                        <p:strVal val="visible"/>
                                      </p:to>
                                    </p:set>
                                    <p:animEffect transition="in" filter="wipe(left)">
                                      <p:cBhvr>
                                        <p:cTn id="55" dur="500"/>
                                        <p:tgtEl>
                                          <p:spTgt spid="40968"/>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23" presetClass="entr" presetSubtype="272" fill="hold" grpId="0" nodeType="clickEffect">
                                  <p:stCondLst>
                                    <p:cond delay="0"/>
                                  </p:stCondLst>
                                  <p:childTnLst>
                                    <p:set>
                                      <p:cBhvr>
                                        <p:cTn id="59" dur="1" fill="hold">
                                          <p:stCondLst>
                                            <p:cond delay="0"/>
                                          </p:stCondLst>
                                        </p:cTn>
                                        <p:tgtEl>
                                          <p:spTgt spid="40969"/>
                                        </p:tgtEl>
                                        <p:attrNameLst>
                                          <p:attrName>style.visibility</p:attrName>
                                        </p:attrNameLst>
                                      </p:cBhvr>
                                      <p:to>
                                        <p:strVal val="visible"/>
                                      </p:to>
                                    </p:set>
                                    <p:anim calcmode="lin" valueType="num">
                                      <p:cBhvr>
                                        <p:cTn id="60" dur="500" fill="hold"/>
                                        <p:tgtEl>
                                          <p:spTgt spid="40969"/>
                                        </p:tgtEl>
                                        <p:attrNameLst>
                                          <p:attrName>ppt_w</p:attrName>
                                        </p:attrNameLst>
                                      </p:cBhvr>
                                      <p:tavLst>
                                        <p:tav tm="0">
                                          <p:val>
                                            <p:strVal val="2/3*#ppt_w"/>
                                          </p:val>
                                        </p:tav>
                                        <p:tav tm="100000">
                                          <p:val>
                                            <p:strVal val="#ppt_w"/>
                                          </p:val>
                                        </p:tav>
                                      </p:tavLst>
                                    </p:anim>
                                    <p:anim calcmode="lin" valueType="num">
                                      <p:cBhvr>
                                        <p:cTn id="61" dur="500" fill="hold"/>
                                        <p:tgtEl>
                                          <p:spTgt spid="40969"/>
                                        </p:tgtEl>
                                        <p:attrNameLst>
                                          <p:attrName>ppt_h</p:attrName>
                                        </p:attrNameLst>
                                      </p:cBhvr>
                                      <p:tavLst>
                                        <p:tav tm="0">
                                          <p:val>
                                            <p:strVal val="2/3*#ppt_h"/>
                                          </p:val>
                                        </p:tav>
                                        <p:tav tm="100000">
                                          <p:val>
                                            <p:strVal val="#ppt_h"/>
                                          </p:val>
                                        </p:tav>
                                      </p:tavLst>
                                    </p:anim>
                                  </p:childTnLst>
                                </p:cTn>
                              </p:par>
                            </p:childTnLst>
                          </p:cTn>
                        </p:par>
                      </p:childTnLst>
                    </p:cTn>
                  </p:par>
                  <p:par>
                    <p:cTn id="62" fill="hold" nodeType="clickPar">
                      <p:stCondLst>
                        <p:cond delay="indefinite"/>
                      </p:stCondLst>
                      <p:childTnLst>
                        <p:par>
                          <p:cTn id="63" fill="hold" nodeType="withGroup">
                            <p:stCondLst>
                              <p:cond delay="0"/>
                            </p:stCondLst>
                            <p:childTnLst>
                              <p:par>
                                <p:cTn id="64" presetID="22" presetClass="entr" presetSubtype="8" fill="hold" nodeType="clickEffect">
                                  <p:stCondLst>
                                    <p:cond delay="0"/>
                                  </p:stCondLst>
                                  <p:childTnLst>
                                    <p:set>
                                      <p:cBhvr>
                                        <p:cTn id="65" dur="1" fill="hold">
                                          <p:stCondLst>
                                            <p:cond delay="0"/>
                                          </p:stCondLst>
                                        </p:cTn>
                                        <p:tgtEl>
                                          <p:spTgt spid="40970"/>
                                        </p:tgtEl>
                                        <p:attrNameLst>
                                          <p:attrName>style.visibility</p:attrName>
                                        </p:attrNameLst>
                                      </p:cBhvr>
                                      <p:to>
                                        <p:strVal val="visible"/>
                                      </p:to>
                                    </p:set>
                                    <p:animEffect transition="in" filter="wipe(left)">
                                      <p:cBhvr>
                                        <p:cTn id="66" dur="500"/>
                                        <p:tgtEl>
                                          <p:spTgt spid="40970"/>
                                        </p:tgtEl>
                                      </p:cBhvr>
                                    </p:animEffect>
                                  </p:childTnLst>
                                </p:cTn>
                              </p:par>
                            </p:childTnLst>
                          </p:cTn>
                        </p:par>
                      </p:childTnLst>
                    </p:cTn>
                  </p:par>
                  <p:par>
                    <p:cTn id="67" fill="hold">
                      <p:stCondLst>
                        <p:cond delay="indefinite"/>
                      </p:stCondLst>
                      <p:childTnLst>
                        <p:par>
                          <p:cTn id="68" fill="hold">
                            <p:stCondLst>
                              <p:cond delay="0"/>
                            </p:stCondLst>
                            <p:childTnLst>
                              <p:par>
                                <p:cTn id="69" presetID="22" presetClass="entr" presetSubtype="8" fill="hold" nodeType="clickEffect">
                                  <p:stCondLst>
                                    <p:cond delay="0"/>
                                  </p:stCondLst>
                                  <p:childTnLst>
                                    <p:set>
                                      <p:cBhvr>
                                        <p:cTn id="70" dur="1" fill="hold">
                                          <p:stCondLst>
                                            <p:cond delay="0"/>
                                          </p:stCondLst>
                                        </p:cTn>
                                        <p:tgtEl>
                                          <p:spTgt spid="53"/>
                                        </p:tgtEl>
                                        <p:attrNameLst>
                                          <p:attrName>style.visibility</p:attrName>
                                        </p:attrNameLst>
                                      </p:cBhvr>
                                      <p:to>
                                        <p:strVal val="visible"/>
                                      </p:to>
                                    </p:set>
                                    <p:animEffect transition="in" filter="wipe(left)">
                                      <p:cBhvr>
                                        <p:cTn id="71" dur="50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67" grpId="0" animBg="1" autoUpdateAnimBg="0"/>
      <p:bldP spid="40969" grpId="0" animBg="1" autoUpdateAnimBg="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ext Box 2"/>
          <p:cNvSpPr txBox="1">
            <a:spLocks noChangeArrowheads="1"/>
          </p:cNvSpPr>
          <p:nvPr/>
        </p:nvSpPr>
        <p:spPr bwMode="auto">
          <a:xfrm>
            <a:off x="977900" y="431800"/>
            <a:ext cx="550545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spcBef>
                <a:spcPct val="50000"/>
              </a:spcBef>
            </a:pPr>
            <a:r>
              <a:rPr lang="zh-CN" altLang="en-US">
                <a:solidFill>
                  <a:srgbClr val="FF3300"/>
                </a:solidFill>
                <a:latin typeface="Times New Roman" panose="02020603050405020304" pitchFamily="18" charset="0"/>
              </a:rPr>
              <a:t>例    </a:t>
            </a:r>
            <a:r>
              <a:rPr lang="zh-CN" altLang="en-US">
                <a:latin typeface="Times New Roman" panose="02020603050405020304" pitchFamily="18" charset="0"/>
              </a:rPr>
              <a:t>求所示电路的</a:t>
            </a:r>
            <a:r>
              <a:rPr lang="en-US" altLang="zh-CN" i="1">
                <a:latin typeface="Times New Roman" panose="02020603050405020304" pitchFamily="18" charset="0"/>
              </a:rPr>
              <a:t>H</a:t>
            </a:r>
            <a:r>
              <a:rPr lang="zh-CN" altLang="en-US">
                <a:latin typeface="Times New Roman" panose="02020603050405020304" pitchFamily="18" charset="0"/>
              </a:rPr>
              <a:t>参数</a:t>
            </a:r>
          </a:p>
        </p:txBody>
      </p:sp>
      <p:graphicFrame>
        <p:nvGraphicFramePr>
          <p:cNvPr id="41988" name="Object 4"/>
          <p:cNvGraphicFramePr>
            <a:graphicFrameLocks noChangeAspect="1"/>
          </p:cNvGraphicFramePr>
          <p:nvPr/>
        </p:nvGraphicFramePr>
        <p:xfrm>
          <a:off x="1455738" y="4821238"/>
          <a:ext cx="2301875" cy="911225"/>
        </p:xfrm>
        <a:graphic>
          <a:graphicData uri="http://schemas.openxmlformats.org/presentationml/2006/ole">
            <mc:AlternateContent xmlns:mc="http://schemas.openxmlformats.org/markup-compatibility/2006">
              <mc:Choice xmlns:v="urn:schemas-microsoft-com:vml" Requires="v">
                <p:oleObj spid="_x0000_s234579" name="公式" r:id="rId3" imgW="1117440" imgH="444240" progId="Equation.3">
                  <p:embed/>
                </p:oleObj>
              </mc:Choice>
              <mc:Fallback>
                <p:oleObj name="公式" r:id="rId3" imgW="1117440" imgH="444240" progId="Equation.3">
                  <p:embed/>
                  <p:pic>
                    <p:nvPicPr>
                      <p:cNvPr id="41988"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55738" y="4821238"/>
                        <a:ext cx="2301875" cy="911225"/>
                      </a:xfrm>
                      <a:prstGeom prst="rect">
                        <a:avLst/>
                      </a:prstGeom>
                      <a:noFill/>
                      <a:ln>
                        <a:noFill/>
                      </a:ln>
                      <a:effectLst/>
                      <a:extLst>
                        <a:ext uri="{909E8E84-426E-40DD-AFC4-6F175D3DCCD1}">
                          <a14:hiddenFill xmlns:a14="http://schemas.microsoft.com/office/drawing/2010/main">
                            <a:solidFill>
                              <a:srgbClr val="F9FFE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1989" name="Object 5"/>
          <p:cNvGraphicFramePr>
            <a:graphicFrameLocks noChangeAspect="1"/>
          </p:cNvGraphicFramePr>
          <p:nvPr/>
        </p:nvGraphicFramePr>
        <p:xfrm>
          <a:off x="4654550" y="4451350"/>
          <a:ext cx="2312988" cy="984250"/>
        </p:xfrm>
        <a:graphic>
          <a:graphicData uri="http://schemas.openxmlformats.org/presentationml/2006/ole">
            <mc:AlternateContent xmlns:mc="http://schemas.openxmlformats.org/markup-compatibility/2006">
              <mc:Choice xmlns:v="urn:schemas-microsoft-com:vml" Requires="v">
                <p:oleObj spid="_x0000_s234580" name="公式" r:id="rId5" imgW="1104840" imgH="469800" progId="Equation.3">
                  <p:embed/>
                </p:oleObj>
              </mc:Choice>
              <mc:Fallback>
                <p:oleObj name="公式" r:id="rId5" imgW="1104840" imgH="469800" progId="Equation.3">
                  <p:embed/>
                  <p:pic>
                    <p:nvPicPr>
                      <p:cNvPr id="41989"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54550" y="4451350"/>
                        <a:ext cx="2312988" cy="984250"/>
                      </a:xfrm>
                      <a:prstGeom prst="rect">
                        <a:avLst/>
                      </a:prstGeom>
                      <a:solidFill>
                        <a:srgbClr val="CC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2022" name="Object 38"/>
          <p:cNvGraphicFramePr>
            <a:graphicFrameLocks noChangeAspect="1"/>
          </p:cNvGraphicFramePr>
          <p:nvPr/>
        </p:nvGraphicFramePr>
        <p:xfrm>
          <a:off x="1455738" y="4368800"/>
          <a:ext cx="1304925" cy="469900"/>
        </p:xfrm>
        <a:graphic>
          <a:graphicData uri="http://schemas.openxmlformats.org/presentationml/2006/ole">
            <mc:AlternateContent xmlns:mc="http://schemas.openxmlformats.org/markup-compatibility/2006">
              <mc:Choice xmlns:v="urn:schemas-microsoft-com:vml" Requires="v">
                <p:oleObj spid="_x0000_s234581" name="公式" r:id="rId7" imgW="634680" imgH="228600" progId="Equation.3">
                  <p:embed/>
                </p:oleObj>
              </mc:Choice>
              <mc:Fallback>
                <p:oleObj name="公式" r:id="rId7" imgW="634680" imgH="228600" progId="Equation.3">
                  <p:embed/>
                  <p:pic>
                    <p:nvPicPr>
                      <p:cNvPr id="42022" name="Object 3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455738" y="4368800"/>
                        <a:ext cx="1304925" cy="469900"/>
                      </a:xfrm>
                      <a:prstGeom prst="rect">
                        <a:avLst/>
                      </a:prstGeom>
                      <a:noFill/>
                      <a:ln>
                        <a:noFill/>
                      </a:ln>
                      <a:effectLst/>
                      <a:extLst>
                        <a:ext uri="{909E8E84-426E-40DD-AFC4-6F175D3DCCD1}">
                          <a14:hiddenFill xmlns:a14="http://schemas.microsoft.com/office/drawing/2010/main">
                            <a:solidFill>
                              <a:srgbClr val="F9FFE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2023" name="Object 39"/>
          <p:cNvGraphicFramePr>
            <a:graphicFrameLocks noChangeAspect="1"/>
          </p:cNvGraphicFramePr>
          <p:nvPr/>
        </p:nvGraphicFramePr>
        <p:xfrm>
          <a:off x="6072188" y="246063"/>
          <a:ext cx="2789237" cy="1055687"/>
        </p:xfrm>
        <a:graphic>
          <a:graphicData uri="http://schemas.openxmlformats.org/presentationml/2006/ole">
            <mc:AlternateContent xmlns:mc="http://schemas.openxmlformats.org/markup-compatibility/2006">
              <mc:Choice xmlns:v="urn:schemas-microsoft-com:vml" Requires="v">
                <p:oleObj spid="_x0000_s234582" name="公式" r:id="rId9" imgW="1269720" imgH="482400" progId="Equation.3">
                  <p:embed/>
                </p:oleObj>
              </mc:Choice>
              <mc:Fallback>
                <p:oleObj name="公式" r:id="rId9" imgW="1269720" imgH="482400" progId="Equation.3">
                  <p:embed/>
                  <p:pic>
                    <p:nvPicPr>
                      <p:cNvPr id="42023" name="Object 3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072188" y="246063"/>
                        <a:ext cx="2789237" cy="1055687"/>
                      </a:xfrm>
                      <a:prstGeom prst="rect">
                        <a:avLst/>
                      </a:prstGeom>
                      <a:solidFill>
                        <a:srgbClr val="FFFF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42034" name="Group 50"/>
          <p:cNvGrpSpPr>
            <a:grpSpLocks/>
          </p:cNvGrpSpPr>
          <p:nvPr/>
        </p:nvGrpSpPr>
        <p:grpSpPr bwMode="auto">
          <a:xfrm>
            <a:off x="1562100" y="1093788"/>
            <a:ext cx="4491038" cy="2143125"/>
            <a:chOff x="765" y="780"/>
            <a:chExt cx="2829" cy="1350"/>
          </a:xfrm>
        </p:grpSpPr>
        <p:graphicFrame>
          <p:nvGraphicFramePr>
            <p:cNvPr id="41991" name="Object 7"/>
            <p:cNvGraphicFramePr>
              <a:graphicFrameLocks noChangeAspect="1"/>
            </p:cNvGraphicFramePr>
            <p:nvPr/>
          </p:nvGraphicFramePr>
          <p:xfrm>
            <a:off x="1032" y="780"/>
            <a:ext cx="208" cy="290"/>
          </p:xfrm>
          <a:graphic>
            <a:graphicData uri="http://schemas.openxmlformats.org/presentationml/2006/ole">
              <mc:AlternateContent xmlns:mc="http://schemas.openxmlformats.org/markup-compatibility/2006">
                <mc:Choice xmlns:v="urn:schemas-microsoft-com:vml" Requires="v">
                  <p:oleObj spid="_x0000_s234583" name="Equation" r:id="rId11" imgW="164880" imgH="228600" progId="Equation.3">
                    <p:embed/>
                  </p:oleObj>
                </mc:Choice>
                <mc:Fallback>
                  <p:oleObj name="Equation" r:id="rId11" imgW="164880" imgH="228600" progId="Equation.3">
                    <p:embed/>
                    <p:pic>
                      <p:nvPicPr>
                        <p:cNvPr id="41991" name="Object 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032" y="780"/>
                          <a:ext cx="208" cy="2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1992" name="Object 8"/>
            <p:cNvGraphicFramePr>
              <a:graphicFrameLocks noChangeAspect="1"/>
            </p:cNvGraphicFramePr>
            <p:nvPr/>
          </p:nvGraphicFramePr>
          <p:xfrm>
            <a:off x="3072" y="788"/>
            <a:ext cx="224" cy="289"/>
          </p:xfrm>
          <a:graphic>
            <a:graphicData uri="http://schemas.openxmlformats.org/presentationml/2006/ole">
              <mc:AlternateContent xmlns:mc="http://schemas.openxmlformats.org/markup-compatibility/2006">
                <mc:Choice xmlns:v="urn:schemas-microsoft-com:vml" Requires="v">
                  <p:oleObj spid="_x0000_s234584" name="Equation" r:id="rId13" imgW="177480" imgH="228600" progId="Equation.3">
                    <p:embed/>
                  </p:oleObj>
                </mc:Choice>
                <mc:Fallback>
                  <p:oleObj name="Equation" r:id="rId13" imgW="177480" imgH="228600" progId="Equation.3">
                    <p:embed/>
                    <p:pic>
                      <p:nvPicPr>
                        <p:cNvPr id="41992" name="Object 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072" y="788"/>
                          <a:ext cx="224" cy="28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1993" name="Line 9"/>
            <p:cNvSpPr>
              <a:spLocks noChangeShapeType="1"/>
            </p:cNvSpPr>
            <p:nvPr/>
          </p:nvSpPr>
          <p:spPr bwMode="auto">
            <a:xfrm flipV="1">
              <a:off x="2235" y="1156"/>
              <a:ext cx="1156" cy="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1994" name="Line 10"/>
            <p:cNvSpPr>
              <a:spLocks noChangeShapeType="1"/>
            </p:cNvSpPr>
            <p:nvPr/>
          </p:nvSpPr>
          <p:spPr bwMode="auto">
            <a:xfrm flipH="1">
              <a:off x="909" y="1149"/>
              <a:ext cx="829" cy="1"/>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1995" name="Line 11"/>
            <p:cNvSpPr>
              <a:spLocks noChangeShapeType="1"/>
            </p:cNvSpPr>
            <p:nvPr/>
          </p:nvSpPr>
          <p:spPr bwMode="auto">
            <a:xfrm flipV="1">
              <a:off x="915" y="2095"/>
              <a:ext cx="2511" cy="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1996" name="Text Box 12"/>
            <p:cNvSpPr txBox="1">
              <a:spLocks noChangeArrowheads="1"/>
            </p:cNvSpPr>
            <p:nvPr/>
          </p:nvSpPr>
          <p:spPr bwMode="auto">
            <a:xfrm>
              <a:off x="765" y="1159"/>
              <a:ext cx="267"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Lst>
          </p:spPr>
          <p:txBody>
            <a:bodyPr>
              <a:spAutoFit/>
            </a:bodyPr>
            <a:lstStyle/>
            <a:p>
              <a:pPr algn="l" eaLnBrk="1" hangingPunct="1">
                <a:spcBef>
                  <a:spcPct val="50000"/>
                </a:spcBef>
              </a:pPr>
              <a:r>
                <a:rPr lang="en-US" altLang="zh-CN">
                  <a:latin typeface="Times New Roman" panose="02020603050405020304" pitchFamily="18" charset="0"/>
                </a:rPr>
                <a:t>+</a:t>
              </a:r>
            </a:p>
          </p:txBody>
        </p:sp>
        <p:sp>
          <p:nvSpPr>
            <p:cNvPr id="41997" name="Text Box 13"/>
            <p:cNvSpPr txBox="1">
              <a:spLocks noChangeArrowheads="1"/>
            </p:cNvSpPr>
            <p:nvPr/>
          </p:nvSpPr>
          <p:spPr bwMode="auto">
            <a:xfrm>
              <a:off x="782" y="1781"/>
              <a:ext cx="267"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Lst>
          </p:spPr>
          <p:txBody>
            <a:bodyPr>
              <a:spAutoFit/>
            </a:bodyPr>
            <a:lstStyle/>
            <a:p>
              <a:pPr algn="l" eaLnBrk="1" hangingPunct="1">
                <a:spcBef>
                  <a:spcPct val="50000"/>
                </a:spcBef>
              </a:pPr>
              <a:r>
                <a:rPr lang="en-US" altLang="zh-CN" b="0">
                  <a:latin typeface="黑体" panose="02010609060101010101" pitchFamily="49" charset="-122"/>
                  <a:ea typeface="黑体" panose="02010609060101010101" pitchFamily="49" charset="-122"/>
                  <a:sym typeface="Symbol" panose="05050102010706020507" pitchFamily="18" charset="2"/>
                </a:rPr>
                <a:t>-</a:t>
              </a:r>
              <a:endParaRPr lang="en-US" altLang="zh-CN">
                <a:latin typeface="Times New Roman" panose="02020603050405020304" pitchFamily="18" charset="0"/>
              </a:endParaRPr>
            </a:p>
          </p:txBody>
        </p:sp>
        <p:sp>
          <p:nvSpPr>
            <p:cNvPr id="41998" name="Text Box 14"/>
            <p:cNvSpPr txBox="1">
              <a:spLocks noChangeArrowheads="1"/>
            </p:cNvSpPr>
            <p:nvPr/>
          </p:nvSpPr>
          <p:spPr bwMode="auto">
            <a:xfrm>
              <a:off x="3327" y="1165"/>
              <a:ext cx="267"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Lst>
          </p:spPr>
          <p:txBody>
            <a:bodyPr>
              <a:spAutoFit/>
            </a:bodyPr>
            <a:lstStyle/>
            <a:p>
              <a:pPr algn="l" eaLnBrk="1" hangingPunct="1">
                <a:spcBef>
                  <a:spcPct val="50000"/>
                </a:spcBef>
              </a:pPr>
              <a:r>
                <a:rPr lang="en-US" altLang="zh-CN">
                  <a:latin typeface="Times New Roman" panose="02020603050405020304" pitchFamily="18" charset="0"/>
                </a:rPr>
                <a:t>+</a:t>
              </a:r>
            </a:p>
          </p:txBody>
        </p:sp>
        <p:sp>
          <p:nvSpPr>
            <p:cNvPr id="41999" name="Text Box 15"/>
            <p:cNvSpPr txBox="1">
              <a:spLocks noChangeArrowheads="1"/>
            </p:cNvSpPr>
            <p:nvPr/>
          </p:nvSpPr>
          <p:spPr bwMode="auto">
            <a:xfrm>
              <a:off x="3326" y="1787"/>
              <a:ext cx="267"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Lst>
          </p:spPr>
          <p:txBody>
            <a:bodyPr>
              <a:spAutoFit/>
            </a:bodyPr>
            <a:lstStyle/>
            <a:p>
              <a:pPr algn="l" eaLnBrk="1" hangingPunct="1">
                <a:spcBef>
                  <a:spcPct val="50000"/>
                </a:spcBef>
              </a:pPr>
              <a:r>
                <a:rPr lang="en-US" altLang="zh-CN" b="0">
                  <a:latin typeface="黑体" panose="02010609060101010101" pitchFamily="49" charset="-122"/>
                  <a:ea typeface="黑体" panose="02010609060101010101" pitchFamily="49" charset="-122"/>
                  <a:sym typeface="Symbol" panose="05050102010706020507" pitchFamily="18" charset="2"/>
                </a:rPr>
                <a:t>-</a:t>
              </a:r>
              <a:endParaRPr lang="en-US" altLang="zh-CN">
                <a:latin typeface="Times New Roman" panose="02020603050405020304" pitchFamily="18" charset="0"/>
              </a:endParaRPr>
            </a:p>
          </p:txBody>
        </p:sp>
        <p:graphicFrame>
          <p:nvGraphicFramePr>
            <p:cNvPr id="42000" name="Object 16"/>
            <p:cNvGraphicFramePr>
              <a:graphicFrameLocks noChangeAspect="1"/>
            </p:cNvGraphicFramePr>
            <p:nvPr/>
          </p:nvGraphicFramePr>
          <p:xfrm>
            <a:off x="772" y="1442"/>
            <a:ext cx="256" cy="289"/>
          </p:xfrm>
          <a:graphic>
            <a:graphicData uri="http://schemas.openxmlformats.org/presentationml/2006/ole">
              <mc:AlternateContent xmlns:mc="http://schemas.openxmlformats.org/markup-compatibility/2006">
                <mc:Choice xmlns:v="urn:schemas-microsoft-com:vml" Requires="v">
                  <p:oleObj spid="_x0000_s234585" name="Equation" r:id="rId15" imgW="203040" imgH="228600" progId="Equation.3">
                    <p:embed/>
                  </p:oleObj>
                </mc:Choice>
                <mc:Fallback>
                  <p:oleObj name="Equation" r:id="rId15" imgW="203040" imgH="228600" progId="Equation.3">
                    <p:embed/>
                    <p:pic>
                      <p:nvPicPr>
                        <p:cNvPr id="42000" name="Object 16"/>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772" y="1442"/>
                          <a:ext cx="256" cy="28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2001" name="Object 17"/>
            <p:cNvGraphicFramePr>
              <a:graphicFrameLocks noChangeAspect="1"/>
            </p:cNvGraphicFramePr>
            <p:nvPr/>
          </p:nvGraphicFramePr>
          <p:xfrm>
            <a:off x="3322" y="1454"/>
            <a:ext cx="256" cy="290"/>
          </p:xfrm>
          <a:graphic>
            <a:graphicData uri="http://schemas.openxmlformats.org/presentationml/2006/ole">
              <mc:AlternateContent xmlns:mc="http://schemas.openxmlformats.org/markup-compatibility/2006">
                <mc:Choice xmlns:v="urn:schemas-microsoft-com:vml" Requires="v">
                  <p:oleObj spid="_x0000_s234586" name="Equation" r:id="rId17" imgW="203040" imgH="228600" progId="Equation.3">
                    <p:embed/>
                  </p:oleObj>
                </mc:Choice>
                <mc:Fallback>
                  <p:oleObj name="Equation" r:id="rId17" imgW="203040" imgH="228600" progId="Equation.3">
                    <p:embed/>
                    <p:pic>
                      <p:nvPicPr>
                        <p:cNvPr id="42001" name="Object 17"/>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322" y="1454"/>
                          <a:ext cx="256" cy="2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2002" name="Rectangle 18"/>
            <p:cNvSpPr>
              <a:spLocks noChangeArrowheads="1"/>
            </p:cNvSpPr>
            <p:nvPr/>
          </p:nvSpPr>
          <p:spPr bwMode="auto">
            <a:xfrm>
              <a:off x="2810" y="1468"/>
              <a:ext cx="123" cy="313"/>
            </a:xfrm>
            <a:prstGeom prst="rect">
              <a:avLst/>
            </a:prstGeom>
            <a:solidFill>
              <a:srgbClr val="F9FFE1"/>
            </a:solidFill>
            <a:ln w="31750">
              <a:solidFill>
                <a:srgbClr val="000000"/>
              </a:solidFill>
              <a:miter lim="800000"/>
              <a:headEnd/>
              <a:tailEnd/>
            </a:ln>
          </p:spPr>
          <p:txBody>
            <a:bodyPr/>
            <a:lstStyle/>
            <a:p>
              <a:endParaRPr lang="zh-CN" altLang="en-US"/>
            </a:p>
          </p:txBody>
        </p:sp>
        <p:sp>
          <p:nvSpPr>
            <p:cNvPr id="42003" name="Line 19"/>
            <p:cNvSpPr>
              <a:spLocks noChangeShapeType="1"/>
            </p:cNvSpPr>
            <p:nvPr/>
          </p:nvSpPr>
          <p:spPr bwMode="auto">
            <a:xfrm>
              <a:off x="2871" y="1161"/>
              <a:ext cx="1" cy="30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004" name="Line 20"/>
            <p:cNvSpPr>
              <a:spLocks noChangeShapeType="1"/>
            </p:cNvSpPr>
            <p:nvPr/>
          </p:nvSpPr>
          <p:spPr bwMode="auto">
            <a:xfrm>
              <a:off x="2871" y="1789"/>
              <a:ext cx="1" cy="311"/>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005" name="Rectangle 21"/>
            <p:cNvSpPr>
              <a:spLocks noChangeArrowheads="1"/>
            </p:cNvSpPr>
            <p:nvPr/>
          </p:nvSpPr>
          <p:spPr bwMode="auto">
            <a:xfrm>
              <a:off x="1670" y="1462"/>
              <a:ext cx="123" cy="313"/>
            </a:xfrm>
            <a:prstGeom prst="rect">
              <a:avLst/>
            </a:prstGeom>
            <a:solidFill>
              <a:srgbClr val="F9FFE1"/>
            </a:solidFill>
            <a:ln w="31750">
              <a:solidFill>
                <a:srgbClr val="000000"/>
              </a:solidFill>
              <a:miter lim="800000"/>
              <a:headEnd/>
              <a:tailEnd/>
            </a:ln>
          </p:spPr>
          <p:txBody>
            <a:bodyPr/>
            <a:lstStyle/>
            <a:p>
              <a:endParaRPr lang="zh-CN" altLang="en-US"/>
            </a:p>
          </p:txBody>
        </p:sp>
        <p:sp>
          <p:nvSpPr>
            <p:cNvPr id="42006" name="Line 22"/>
            <p:cNvSpPr>
              <a:spLocks noChangeShapeType="1"/>
            </p:cNvSpPr>
            <p:nvPr/>
          </p:nvSpPr>
          <p:spPr bwMode="auto">
            <a:xfrm>
              <a:off x="1731" y="1155"/>
              <a:ext cx="1" cy="30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007" name="Line 23"/>
            <p:cNvSpPr>
              <a:spLocks noChangeShapeType="1"/>
            </p:cNvSpPr>
            <p:nvPr/>
          </p:nvSpPr>
          <p:spPr bwMode="auto">
            <a:xfrm>
              <a:off x="1731" y="1783"/>
              <a:ext cx="1" cy="311"/>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008" name="Oval 24"/>
            <p:cNvSpPr>
              <a:spLocks noChangeArrowheads="1"/>
            </p:cNvSpPr>
            <p:nvPr/>
          </p:nvSpPr>
          <p:spPr bwMode="auto">
            <a:xfrm>
              <a:off x="844" y="1114"/>
              <a:ext cx="68" cy="68"/>
            </a:xfrm>
            <a:prstGeom prst="ellipse">
              <a:avLst/>
            </a:prstGeom>
            <a:noFill/>
            <a:ln w="19050">
              <a:solidFill>
                <a:schemeClr val="tx1"/>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sp>
          <p:nvSpPr>
            <p:cNvPr id="42009" name="Oval 25"/>
            <p:cNvSpPr>
              <a:spLocks noChangeArrowheads="1"/>
            </p:cNvSpPr>
            <p:nvPr/>
          </p:nvSpPr>
          <p:spPr bwMode="auto">
            <a:xfrm>
              <a:off x="862" y="2062"/>
              <a:ext cx="68" cy="68"/>
            </a:xfrm>
            <a:prstGeom prst="ellipse">
              <a:avLst/>
            </a:prstGeom>
            <a:noFill/>
            <a:ln w="19050">
              <a:solidFill>
                <a:schemeClr val="tx1"/>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sp>
          <p:nvSpPr>
            <p:cNvPr id="42010" name="Oval 26"/>
            <p:cNvSpPr>
              <a:spLocks noChangeArrowheads="1"/>
            </p:cNvSpPr>
            <p:nvPr/>
          </p:nvSpPr>
          <p:spPr bwMode="auto">
            <a:xfrm>
              <a:off x="3394" y="1120"/>
              <a:ext cx="68" cy="68"/>
            </a:xfrm>
            <a:prstGeom prst="ellipse">
              <a:avLst/>
            </a:prstGeom>
            <a:noFill/>
            <a:ln w="19050">
              <a:solidFill>
                <a:schemeClr val="tx1"/>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sp>
          <p:nvSpPr>
            <p:cNvPr id="42011" name="Oval 27"/>
            <p:cNvSpPr>
              <a:spLocks noChangeArrowheads="1"/>
            </p:cNvSpPr>
            <p:nvPr/>
          </p:nvSpPr>
          <p:spPr bwMode="auto">
            <a:xfrm>
              <a:off x="3418" y="2062"/>
              <a:ext cx="68" cy="68"/>
            </a:xfrm>
            <a:prstGeom prst="ellipse">
              <a:avLst/>
            </a:prstGeom>
            <a:noFill/>
            <a:ln w="19050">
              <a:solidFill>
                <a:schemeClr val="tx1"/>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sp>
          <p:nvSpPr>
            <p:cNvPr id="42012" name="Rectangle 28"/>
            <p:cNvSpPr>
              <a:spLocks noChangeArrowheads="1"/>
            </p:cNvSpPr>
            <p:nvPr/>
          </p:nvSpPr>
          <p:spPr bwMode="auto">
            <a:xfrm>
              <a:off x="1347" y="1506"/>
              <a:ext cx="294"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spAutoFit/>
            </a:bodyPr>
            <a:lstStyle/>
            <a:p>
              <a:pPr eaLnBrk="1" hangingPunct="1"/>
              <a:r>
                <a:rPr lang="en-US" altLang="zh-CN">
                  <a:solidFill>
                    <a:srgbClr val="000000"/>
                  </a:solidFill>
                  <a:latin typeface="Times New Roman" panose="02020603050405020304" pitchFamily="18" charset="0"/>
                </a:rPr>
                <a:t> </a:t>
              </a:r>
              <a:r>
                <a:rPr lang="en-US" altLang="zh-CN" i="1">
                  <a:solidFill>
                    <a:srgbClr val="000000"/>
                  </a:solidFill>
                  <a:latin typeface="Times New Roman" panose="02020603050405020304" pitchFamily="18" charset="0"/>
                </a:rPr>
                <a:t>R</a:t>
              </a:r>
              <a:r>
                <a:rPr lang="en-US" altLang="zh-CN" baseline="-25000">
                  <a:solidFill>
                    <a:srgbClr val="000000"/>
                  </a:solidFill>
                  <a:latin typeface="Times New Roman" panose="02020603050405020304" pitchFamily="18" charset="0"/>
                </a:rPr>
                <a:t>1</a:t>
              </a:r>
              <a:endParaRPr lang="en-US" altLang="zh-CN">
                <a:latin typeface="Times New Roman" panose="02020603050405020304" pitchFamily="18" charset="0"/>
              </a:endParaRPr>
            </a:p>
          </p:txBody>
        </p:sp>
        <p:sp>
          <p:nvSpPr>
            <p:cNvPr id="42013" name="Rectangle 29"/>
            <p:cNvSpPr>
              <a:spLocks noChangeArrowheads="1"/>
            </p:cNvSpPr>
            <p:nvPr/>
          </p:nvSpPr>
          <p:spPr bwMode="auto">
            <a:xfrm>
              <a:off x="2913" y="1506"/>
              <a:ext cx="294"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spAutoFit/>
            </a:bodyPr>
            <a:lstStyle/>
            <a:p>
              <a:pPr eaLnBrk="1" hangingPunct="1"/>
              <a:r>
                <a:rPr lang="en-US" altLang="zh-CN">
                  <a:solidFill>
                    <a:srgbClr val="000000"/>
                  </a:solidFill>
                  <a:latin typeface="Times New Roman" panose="02020603050405020304" pitchFamily="18" charset="0"/>
                </a:rPr>
                <a:t> </a:t>
              </a:r>
              <a:r>
                <a:rPr lang="en-US" altLang="zh-CN" i="1">
                  <a:solidFill>
                    <a:srgbClr val="000000"/>
                  </a:solidFill>
                  <a:latin typeface="Times New Roman" panose="02020603050405020304" pitchFamily="18" charset="0"/>
                </a:rPr>
                <a:t>R</a:t>
              </a:r>
              <a:r>
                <a:rPr lang="en-US" altLang="zh-CN" baseline="-25000">
                  <a:solidFill>
                    <a:srgbClr val="000000"/>
                  </a:solidFill>
                  <a:latin typeface="Times New Roman" panose="02020603050405020304" pitchFamily="18" charset="0"/>
                </a:rPr>
                <a:t>2</a:t>
              </a:r>
              <a:endParaRPr lang="en-US" altLang="zh-CN">
                <a:latin typeface="Times New Roman" panose="02020603050405020304" pitchFamily="18" charset="0"/>
              </a:endParaRPr>
            </a:p>
          </p:txBody>
        </p:sp>
        <p:sp>
          <p:nvSpPr>
            <p:cNvPr id="42014" name="AutoShape 30"/>
            <p:cNvSpPr>
              <a:spLocks noChangeArrowheads="1"/>
            </p:cNvSpPr>
            <p:nvPr/>
          </p:nvSpPr>
          <p:spPr bwMode="auto">
            <a:xfrm>
              <a:off x="2128" y="1416"/>
              <a:ext cx="216" cy="384"/>
            </a:xfrm>
            <a:prstGeom prst="diamond">
              <a:avLst/>
            </a:prstGeom>
            <a:solidFill>
              <a:srgbClr val="F9FFE1"/>
            </a:solidFill>
            <a:ln w="31750">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42015" name="Line 31"/>
            <p:cNvSpPr>
              <a:spLocks noChangeShapeType="1"/>
            </p:cNvSpPr>
            <p:nvPr/>
          </p:nvSpPr>
          <p:spPr bwMode="auto">
            <a:xfrm>
              <a:off x="2134" y="1614"/>
              <a:ext cx="210"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sp>
          <p:nvSpPr>
            <p:cNvPr id="42016" name="Line 32"/>
            <p:cNvSpPr>
              <a:spLocks noChangeShapeType="1"/>
            </p:cNvSpPr>
            <p:nvPr/>
          </p:nvSpPr>
          <p:spPr bwMode="auto">
            <a:xfrm>
              <a:off x="2236" y="1152"/>
              <a:ext cx="0" cy="264"/>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42017" name="Line 33"/>
            <p:cNvSpPr>
              <a:spLocks noChangeShapeType="1"/>
            </p:cNvSpPr>
            <p:nvPr/>
          </p:nvSpPr>
          <p:spPr bwMode="auto">
            <a:xfrm>
              <a:off x="2244" y="1788"/>
              <a:ext cx="0" cy="31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graphicFrame>
          <p:nvGraphicFramePr>
            <p:cNvPr id="42018" name="Object 34"/>
            <p:cNvGraphicFramePr>
              <a:graphicFrameLocks noChangeAspect="1"/>
            </p:cNvGraphicFramePr>
            <p:nvPr/>
          </p:nvGraphicFramePr>
          <p:xfrm>
            <a:off x="2376" y="1694"/>
            <a:ext cx="336" cy="289"/>
          </p:xfrm>
          <a:graphic>
            <a:graphicData uri="http://schemas.openxmlformats.org/presentationml/2006/ole">
              <mc:AlternateContent xmlns:mc="http://schemas.openxmlformats.org/markup-compatibility/2006">
                <mc:Choice xmlns:v="urn:schemas-microsoft-com:vml" Requires="v">
                  <p:oleObj spid="_x0000_s234587" name="Equation" r:id="rId19" imgW="266400" imgH="228600" progId="Equation.3">
                    <p:embed/>
                  </p:oleObj>
                </mc:Choice>
                <mc:Fallback>
                  <p:oleObj name="Equation" r:id="rId19" imgW="266400" imgH="228600" progId="Equation.3">
                    <p:embed/>
                    <p:pic>
                      <p:nvPicPr>
                        <p:cNvPr id="42018" name="Object 34"/>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2376" y="1694"/>
                          <a:ext cx="336" cy="28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2030" name="Line 46"/>
            <p:cNvSpPr>
              <a:spLocks noChangeShapeType="1"/>
            </p:cNvSpPr>
            <p:nvPr/>
          </p:nvSpPr>
          <p:spPr bwMode="auto">
            <a:xfrm>
              <a:off x="1110" y="1098"/>
              <a:ext cx="342"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42031" name="Line 47"/>
            <p:cNvSpPr>
              <a:spLocks noChangeShapeType="1"/>
            </p:cNvSpPr>
            <p:nvPr/>
          </p:nvSpPr>
          <p:spPr bwMode="auto">
            <a:xfrm flipH="1">
              <a:off x="2958" y="1110"/>
              <a:ext cx="306"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42032" name="Line 48"/>
            <p:cNvSpPr>
              <a:spLocks noChangeShapeType="1"/>
            </p:cNvSpPr>
            <p:nvPr/>
          </p:nvSpPr>
          <p:spPr bwMode="auto">
            <a:xfrm>
              <a:off x="2310" y="1788"/>
              <a:ext cx="0" cy="24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
        <p:nvSpPr>
          <p:cNvPr id="42035" name="Text Box 51"/>
          <p:cNvSpPr txBox="1">
            <a:spLocks noChangeArrowheads="1"/>
          </p:cNvSpPr>
          <p:nvPr/>
        </p:nvSpPr>
        <p:spPr bwMode="auto">
          <a:xfrm>
            <a:off x="1019175" y="3630613"/>
            <a:ext cx="4016375" cy="457200"/>
          </a:xfrm>
          <a:prstGeom prst="rect">
            <a:avLst/>
          </a:prstGeom>
          <a:noFill/>
          <a:ln>
            <a:noFill/>
          </a:ln>
          <a:effectLst/>
          <a:extLst>
            <a:ext uri="{909E8E84-426E-40DD-AFC4-6F175D3DCCD1}">
              <a14:hiddenFill xmlns:a14="http://schemas.microsoft.com/office/drawing/2010/main">
                <a:solidFill>
                  <a:srgbClr val="FFFFCC">
                    <a:alpha val="50000"/>
                  </a:srgbClr>
                </a:solidFill>
              </a14:hiddenFill>
            </a:ext>
            <a:ext uri="{91240B29-F687-4F45-9708-019B960494DF}">
              <a14:hiddenLine xmlns:a14="http://schemas.microsoft.com/office/drawing/2010/main" w="19050">
                <a:solidFill>
                  <a:schemeClr val="tx1"/>
                </a:solidFill>
                <a:miter lim="800000"/>
                <a:headEnd/>
                <a:tailEnd type="none" w="med"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spAutoFit/>
          </a:bodyPr>
          <a:lstStyle/>
          <a:p>
            <a:pPr algn="l"/>
            <a:r>
              <a:rPr lang="zh-CN" altLang="en-US">
                <a:solidFill>
                  <a:srgbClr val="0000CC"/>
                </a:solidFill>
              </a:rPr>
              <a:t>端口电压、电流方程       </a:t>
            </a:r>
          </a:p>
        </p:txBody>
      </p:sp>
    </p:spTree>
    <p:extLst>
      <p:ext uri="{BB962C8B-B14F-4D97-AF65-F5344CB8AC3E}">
        <p14:creationId xmlns:p14="http://schemas.microsoft.com/office/powerpoint/2010/main" val="165781336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42023"/>
                                        </p:tgtEl>
                                        <p:attrNameLst>
                                          <p:attrName>style.visibility</p:attrName>
                                        </p:attrNameLst>
                                      </p:cBhvr>
                                      <p:to>
                                        <p:strVal val="visible"/>
                                      </p:to>
                                    </p:set>
                                    <p:animEffect transition="in" filter="wipe(left)">
                                      <p:cBhvr>
                                        <p:cTn id="7" dur="500"/>
                                        <p:tgtEl>
                                          <p:spTgt spid="4202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3" presetClass="entr" presetSubtype="272" fill="hold" nodeType="clickEffect">
                                  <p:stCondLst>
                                    <p:cond delay="0"/>
                                  </p:stCondLst>
                                  <p:childTnLst>
                                    <p:set>
                                      <p:cBhvr>
                                        <p:cTn id="11" dur="1" fill="hold">
                                          <p:stCondLst>
                                            <p:cond delay="0"/>
                                          </p:stCondLst>
                                        </p:cTn>
                                        <p:tgtEl>
                                          <p:spTgt spid="42034"/>
                                        </p:tgtEl>
                                        <p:attrNameLst>
                                          <p:attrName>style.visibility</p:attrName>
                                        </p:attrNameLst>
                                      </p:cBhvr>
                                      <p:to>
                                        <p:strVal val="visible"/>
                                      </p:to>
                                    </p:set>
                                    <p:anim calcmode="lin" valueType="num">
                                      <p:cBhvr>
                                        <p:cTn id="12" dur="500" fill="hold"/>
                                        <p:tgtEl>
                                          <p:spTgt spid="42034"/>
                                        </p:tgtEl>
                                        <p:attrNameLst>
                                          <p:attrName>ppt_w</p:attrName>
                                        </p:attrNameLst>
                                      </p:cBhvr>
                                      <p:tavLst>
                                        <p:tav tm="0">
                                          <p:val>
                                            <p:strVal val="2/3*#ppt_w"/>
                                          </p:val>
                                        </p:tav>
                                        <p:tav tm="100000">
                                          <p:val>
                                            <p:strVal val="#ppt_w"/>
                                          </p:val>
                                        </p:tav>
                                      </p:tavLst>
                                    </p:anim>
                                    <p:anim calcmode="lin" valueType="num">
                                      <p:cBhvr>
                                        <p:cTn id="13" dur="500" fill="hold"/>
                                        <p:tgtEl>
                                          <p:spTgt spid="42034"/>
                                        </p:tgtEl>
                                        <p:attrNameLst>
                                          <p:attrName>ppt_h</p:attrName>
                                        </p:attrNameLst>
                                      </p:cBhvr>
                                      <p:tavLst>
                                        <p:tav tm="0">
                                          <p:val>
                                            <p:strVal val="2/3*#ppt_h"/>
                                          </p:val>
                                        </p:tav>
                                        <p:tav tm="100000">
                                          <p:val>
                                            <p:strVal val="#ppt_h"/>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42035"/>
                                        </p:tgtEl>
                                        <p:attrNameLst>
                                          <p:attrName>style.visibility</p:attrName>
                                        </p:attrNameLst>
                                      </p:cBhvr>
                                      <p:to>
                                        <p:strVal val="visible"/>
                                      </p:to>
                                    </p:set>
                                    <p:animEffect transition="in" filter="wipe(left)">
                                      <p:cBhvr>
                                        <p:cTn id="18" dur="500"/>
                                        <p:tgtEl>
                                          <p:spTgt spid="42035"/>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nodeType="clickEffect">
                                  <p:stCondLst>
                                    <p:cond delay="0"/>
                                  </p:stCondLst>
                                  <p:childTnLst>
                                    <p:set>
                                      <p:cBhvr>
                                        <p:cTn id="22" dur="1" fill="hold">
                                          <p:stCondLst>
                                            <p:cond delay="0"/>
                                          </p:stCondLst>
                                        </p:cTn>
                                        <p:tgtEl>
                                          <p:spTgt spid="42022"/>
                                        </p:tgtEl>
                                        <p:attrNameLst>
                                          <p:attrName>style.visibility</p:attrName>
                                        </p:attrNameLst>
                                      </p:cBhvr>
                                      <p:to>
                                        <p:strVal val="visible"/>
                                      </p:to>
                                    </p:set>
                                    <p:animEffect transition="in" filter="wipe(left)">
                                      <p:cBhvr>
                                        <p:cTn id="23" dur="500"/>
                                        <p:tgtEl>
                                          <p:spTgt spid="42022"/>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8" fill="hold" nodeType="clickEffect">
                                  <p:stCondLst>
                                    <p:cond delay="0"/>
                                  </p:stCondLst>
                                  <p:childTnLst>
                                    <p:set>
                                      <p:cBhvr>
                                        <p:cTn id="27" dur="1" fill="hold">
                                          <p:stCondLst>
                                            <p:cond delay="0"/>
                                          </p:stCondLst>
                                        </p:cTn>
                                        <p:tgtEl>
                                          <p:spTgt spid="41988"/>
                                        </p:tgtEl>
                                        <p:attrNameLst>
                                          <p:attrName>style.visibility</p:attrName>
                                        </p:attrNameLst>
                                      </p:cBhvr>
                                      <p:to>
                                        <p:strVal val="visible"/>
                                      </p:to>
                                    </p:set>
                                    <p:animEffect transition="in" filter="wipe(left)">
                                      <p:cBhvr>
                                        <p:cTn id="28" dur="500"/>
                                        <p:tgtEl>
                                          <p:spTgt spid="41988"/>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8" fill="hold" nodeType="clickEffect">
                                  <p:stCondLst>
                                    <p:cond delay="0"/>
                                  </p:stCondLst>
                                  <p:childTnLst>
                                    <p:set>
                                      <p:cBhvr>
                                        <p:cTn id="32" dur="1" fill="hold">
                                          <p:stCondLst>
                                            <p:cond delay="0"/>
                                          </p:stCondLst>
                                        </p:cTn>
                                        <p:tgtEl>
                                          <p:spTgt spid="41989"/>
                                        </p:tgtEl>
                                        <p:attrNameLst>
                                          <p:attrName>style.visibility</p:attrName>
                                        </p:attrNameLst>
                                      </p:cBhvr>
                                      <p:to>
                                        <p:strVal val="visible"/>
                                      </p:to>
                                    </p:set>
                                    <p:animEffect transition="in" filter="wipe(left)">
                                      <p:cBhvr>
                                        <p:cTn id="33" dur="500"/>
                                        <p:tgtEl>
                                          <p:spTgt spid="419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035" grpId="0" autoUpdateAnimBg="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6" name="Text Box 8"/>
          <p:cNvSpPr txBox="1">
            <a:spLocks noChangeArrowheads="1"/>
          </p:cNvSpPr>
          <p:nvPr/>
        </p:nvSpPr>
        <p:spPr bwMode="auto">
          <a:xfrm>
            <a:off x="279400" y="4437062"/>
            <a:ext cx="2098675"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spcBef>
                <a:spcPct val="50000"/>
              </a:spcBef>
            </a:pPr>
            <a:r>
              <a:rPr lang="en-US" altLang="zh-CN" i="1" dirty="0">
                <a:solidFill>
                  <a:srgbClr val="CC0066"/>
                </a:solidFill>
                <a:latin typeface="Times New Roman" panose="02020603050405020304" pitchFamily="18" charset="0"/>
              </a:rPr>
              <a:t>T </a:t>
            </a:r>
            <a:r>
              <a:rPr lang="zh-CN" altLang="en-US" dirty="0">
                <a:solidFill>
                  <a:srgbClr val="CC0066"/>
                </a:solidFill>
                <a:latin typeface="Times New Roman" panose="02020603050405020304" pitchFamily="18" charset="0"/>
              </a:rPr>
              <a:t>参数方程    </a:t>
            </a:r>
          </a:p>
        </p:txBody>
      </p:sp>
      <p:grpSp>
        <p:nvGrpSpPr>
          <p:cNvPr id="32779" name="Group 11"/>
          <p:cNvGrpSpPr>
            <a:grpSpLocks/>
          </p:cNvGrpSpPr>
          <p:nvPr/>
        </p:nvGrpSpPr>
        <p:grpSpPr bwMode="auto">
          <a:xfrm>
            <a:off x="2152650" y="4668837"/>
            <a:ext cx="2400300" cy="1123950"/>
            <a:chOff x="1332" y="3132"/>
            <a:chExt cx="1512" cy="708"/>
          </a:xfrm>
        </p:grpSpPr>
        <p:sp>
          <p:nvSpPr>
            <p:cNvPr id="32778" name="Rectangle 10"/>
            <p:cNvSpPr>
              <a:spLocks noChangeArrowheads="1"/>
            </p:cNvSpPr>
            <p:nvPr/>
          </p:nvSpPr>
          <p:spPr bwMode="auto">
            <a:xfrm>
              <a:off x="1332" y="3132"/>
              <a:ext cx="1512" cy="708"/>
            </a:xfrm>
            <a:prstGeom prst="rect">
              <a:avLst/>
            </a:prstGeom>
            <a:solidFill>
              <a:srgbClr val="CCFFCC"/>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aphicFrame>
          <p:nvGraphicFramePr>
            <p:cNvPr id="32777" name="Object 9"/>
            <p:cNvGraphicFramePr>
              <a:graphicFrameLocks noChangeAspect="1"/>
            </p:cNvGraphicFramePr>
            <p:nvPr>
              <p:extLst>
                <p:ext uri="{D42A27DB-BD31-4B8C-83A1-F6EECF244321}">
                  <p14:modId xmlns:p14="http://schemas.microsoft.com/office/powerpoint/2010/main" val="3306558733"/>
                </p:ext>
              </p:extLst>
            </p:nvPr>
          </p:nvGraphicFramePr>
          <p:xfrm>
            <a:off x="1439" y="3180"/>
            <a:ext cx="1229" cy="604"/>
          </p:xfrm>
          <a:graphic>
            <a:graphicData uri="http://schemas.openxmlformats.org/presentationml/2006/ole">
              <mc:AlternateContent xmlns:mc="http://schemas.openxmlformats.org/markup-compatibility/2006">
                <mc:Choice xmlns:v="urn:schemas-microsoft-com:vml" Requires="v">
                  <p:oleObj spid="_x0000_s32928" name="Equation" r:id="rId3" imgW="977760" imgH="482400" progId="Equation.DSMT4">
                    <p:embed/>
                  </p:oleObj>
                </mc:Choice>
                <mc:Fallback>
                  <p:oleObj name="Equation" r:id="rId3" imgW="977760" imgH="482400" progId="Equation.DSMT4">
                    <p:embed/>
                    <p:pic>
                      <p:nvPicPr>
                        <p:cNvPr id="0" name="Object 9"/>
                        <p:cNvPicPr>
                          <a:picLocks noChangeAspect="1" noChangeArrowheads="1"/>
                        </p:cNvPicPr>
                        <p:nvPr/>
                      </p:nvPicPr>
                      <p:blipFill>
                        <a:blip r:embed="rId4"/>
                        <a:srcRect/>
                        <a:stretch>
                          <a:fillRect/>
                        </a:stretch>
                      </p:blipFill>
                      <p:spPr bwMode="auto">
                        <a:xfrm>
                          <a:off x="1439" y="3180"/>
                          <a:ext cx="1229" cy="604"/>
                        </a:xfrm>
                        <a:prstGeom prst="rect">
                          <a:avLst/>
                        </a:prstGeom>
                        <a:noFill/>
                        <a:ln>
                          <a:noFill/>
                        </a:ln>
                        <a:effectLst/>
                        <a:extLst>
                          <a:ext uri="{909E8E84-426E-40DD-AFC4-6F175D3DCCD1}">
                            <a14:hiddenFill xmlns:a14="http://schemas.microsoft.com/office/drawing/2010/main">
                              <a:solidFill>
                                <a:srgbClr val="FF99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32780" name="Group 12"/>
          <p:cNvGrpSpPr>
            <a:grpSpLocks/>
          </p:cNvGrpSpPr>
          <p:nvPr/>
        </p:nvGrpSpPr>
        <p:grpSpPr bwMode="auto">
          <a:xfrm>
            <a:off x="4826000" y="519113"/>
            <a:ext cx="4059237" cy="1403350"/>
            <a:chOff x="3045" y="162"/>
            <a:chExt cx="2557" cy="884"/>
          </a:xfrm>
        </p:grpSpPr>
        <p:sp>
          <p:nvSpPr>
            <p:cNvPr id="32781" name="Line 13"/>
            <p:cNvSpPr>
              <a:spLocks noChangeShapeType="1"/>
            </p:cNvSpPr>
            <p:nvPr/>
          </p:nvSpPr>
          <p:spPr bwMode="auto">
            <a:xfrm>
              <a:off x="3415" y="518"/>
              <a:ext cx="1824"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2782" name="Line 14"/>
            <p:cNvSpPr>
              <a:spLocks noChangeShapeType="1"/>
            </p:cNvSpPr>
            <p:nvPr/>
          </p:nvSpPr>
          <p:spPr bwMode="auto">
            <a:xfrm>
              <a:off x="3415" y="950"/>
              <a:ext cx="1832"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2783" name="Rectangle 15"/>
            <p:cNvSpPr>
              <a:spLocks noChangeArrowheads="1"/>
            </p:cNvSpPr>
            <p:nvPr/>
          </p:nvSpPr>
          <p:spPr bwMode="auto">
            <a:xfrm>
              <a:off x="3847" y="422"/>
              <a:ext cx="864" cy="624"/>
            </a:xfrm>
            <a:prstGeom prst="rect">
              <a:avLst/>
            </a:prstGeom>
            <a:solidFill>
              <a:srgbClr val="F9FFE1"/>
            </a:solidFill>
            <a:ln w="31750">
              <a:solidFill>
                <a:schemeClr val="tx1"/>
              </a:solidFill>
              <a:miter lim="800000"/>
              <a:headEnd/>
              <a:tailEnd/>
            </a:ln>
          </p:spPr>
          <p:txBody>
            <a:bodyPr wrap="none" anchor="ctr"/>
            <a:lstStyle/>
            <a:p>
              <a:endParaRPr lang="zh-CN" altLang="en-US"/>
            </a:p>
          </p:txBody>
        </p:sp>
        <p:sp>
          <p:nvSpPr>
            <p:cNvPr id="32784" name="Text Box 16"/>
            <p:cNvSpPr txBox="1">
              <a:spLocks noChangeArrowheads="1"/>
            </p:cNvSpPr>
            <p:nvPr/>
          </p:nvSpPr>
          <p:spPr bwMode="auto">
            <a:xfrm>
              <a:off x="3158" y="442"/>
              <a:ext cx="225"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eaLnBrk="1" hangingPunct="1"/>
              <a:r>
                <a:rPr lang="en-US" altLang="zh-CN">
                  <a:latin typeface="Times New Roman" panose="02020603050405020304" pitchFamily="18" charset="0"/>
                </a:rPr>
                <a:t>+</a:t>
              </a:r>
              <a:endParaRPr lang="en-US" altLang="zh-CN" b="0">
                <a:latin typeface="Times New Roman" panose="02020603050405020304" pitchFamily="18" charset="0"/>
              </a:endParaRPr>
            </a:p>
          </p:txBody>
        </p:sp>
        <p:sp>
          <p:nvSpPr>
            <p:cNvPr id="32785" name="Text Box 17"/>
            <p:cNvSpPr txBox="1">
              <a:spLocks noChangeArrowheads="1"/>
            </p:cNvSpPr>
            <p:nvPr/>
          </p:nvSpPr>
          <p:spPr bwMode="auto">
            <a:xfrm>
              <a:off x="3165" y="750"/>
              <a:ext cx="212"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eaLnBrk="1" hangingPunct="1"/>
              <a:r>
                <a:rPr lang="en-US" altLang="zh-CN">
                  <a:latin typeface="黑体" panose="02010609060101010101" pitchFamily="49" charset="-122"/>
                  <a:ea typeface="黑体" panose="02010609060101010101" pitchFamily="49" charset="-122"/>
                  <a:sym typeface="Symbol" panose="05050102010706020507" pitchFamily="18" charset="2"/>
                </a:rPr>
                <a:t>-</a:t>
              </a:r>
              <a:endParaRPr lang="en-US" altLang="zh-CN" b="0">
                <a:latin typeface="Times New Roman" panose="02020603050405020304" pitchFamily="18" charset="0"/>
              </a:endParaRPr>
            </a:p>
          </p:txBody>
        </p:sp>
        <p:sp>
          <p:nvSpPr>
            <p:cNvPr id="32786" name="Text Box 18"/>
            <p:cNvSpPr txBox="1">
              <a:spLocks noChangeArrowheads="1"/>
            </p:cNvSpPr>
            <p:nvPr/>
          </p:nvSpPr>
          <p:spPr bwMode="auto">
            <a:xfrm>
              <a:off x="5323" y="396"/>
              <a:ext cx="225"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eaLnBrk="1" hangingPunct="1"/>
              <a:r>
                <a:rPr lang="en-US" altLang="zh-CN">
                  <a:latin typeface="Times New Roman" panose="02020603050405020304" pitchFamily="18" charset="0"/>
                </a:rPr>
                <a:t>+</a:t>
              </a:r>
              <a:endParaRPr lang="en-US" altLang="zh-CN" b="0">
                <a:latin typeface="Times New Roman" panose="02020603050405020304" pitchFamily="18" charset="0"/>
              </a:endParaRPr>
            </a:p>
          </p:txBody>
        </p:sp>
        <p:sp>
          <p:nvSpPr>
            <p:cNvPr id="32787" name="Text Box 19"/>
            <p:cNvSpPr txBox="1">
              <a:spLocks noChangeArrowheads="1"/>
            </p:cNvSpPr>
            <p:nvPr/>
          </p:nvSpPr>
          <p:spPr bwMode="auto">
            <a:xfrm>
              <a:off x="5344" y="758"/>
              <a:ext cx="212"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eaLnBrk="1" hangingPunct="1"/>
              <a:r>
                <a:rPr lang="en-US" altLang="zh-CN">
                  <a:latin typeface="黑体" panose="02010609060101010101" pitchFamily="49" charset="-122"/>
                  <a:ea typeface="黑体" panose="02010609060101010101" pitchFamily="49" charset="-122"/>
                  <a:sym typeface="Symbol" panose="05050102010706020507" pitchFamily="18" charset="2"/>
                </a:rPr>
                <a:t>-</a:t>
              </a:r>
              <a:endParaRPr lang="en-US" altLang="zh-CN" b="0">
                <a:latin typeface="Times New Roman" panose="02020603050405020304" pitchFamily="18" charset="0"/>
              </a:endParaRPr>
            </a:p>
          </p:txBody>
        </p:sp>
        <p:graphicFrame>
          <p:nvGraphicFramePr>
            <p:cNvPr id="32788" name="Object 20"/>
            <p:cNvGraphicFramePr>
              <a:graphicFrameLocks noChangeAspect="1"/>
            </p:cNvGraphicFramePr>
            <p:nvPr/>
          </p:nvGraphicFramePr>
          <p:xfrm>
            <a:off x="3045" y="606"/>
            <a:ext cx="256" cy="290"/>
          </p:xfrm>
          <a:graphic>
            <a:graphicData uri="http://schemas.openxmlformats.org/presentationml/2006/ole">
              <mc:AlternateContent xmlns:mc="http://schemas.openxmlformats.org/markup-compatibility/2006">
                <mc:Choice xmlns:v="urn:schemas-microsoft-com:vml" Requires="v">
                  <p:oleObj spid="_x0000_s32929" name="Equation" r:id="rId5" imgW="203040" imgH="228600" progId="Equation.3">
                    <p:embed/>
                  </p:oleObj>
                </mc:Choice>
                <mc:Fallback>
                  <p:oleObj name="Equation" r:id="rId5" imgW="203040" imgH="228600" progId="Equation.3">
                    <p:embed/>
                    <p:pic>
                      <p:nvPicPr>
                        <p:cNvPr id="0" name="Object 2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45" y="606"/>
                          <a:ext cx="256" cy="2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2789" name="Object 21"/>
            <p:cNvGraphicFramePr>
              <a:graphicFrameLocks noChangeAspect="1"/>
            </p:cNvGraphicFramePr>
            <p:nvPr/>
          </p:nvGraphicFramePr>
          <p:xfrm>
            <a:off x="3399" y="164"/>
            <a:ext cx="208" cy="290"/>
          </p:xfrm>
          <a:graphic>
            <a:graphicData uri="http://schemas.openxmlformats.org/presentationml/2006/ole">
              <mc:AlternateContent xmlns:mc="http://schemas.openxmlformats.org/markup-compatibility/2006">
                <mc:Choice xmlns:v="urn:schemas-microsoft-com:vml" Requires="v">
                  <p:oleObj spid="_x0000_s32930" name="Equation" r:id="rId7" imgW="164880" imgH="228600" progId="Equation.3">
                    <p:embed/>
                  </p:oleObj>
                </mc:Choice>
                <mc:Fallback>
                  <p:oleObj name="Equation" r:id="rId7" imgW="164880" imgH="228600" progId="Equation.3">
                    <p:embed/>
                    <p:pic>
                      <p:nvPicPr>
                        <p:cNvPr id="0" name="Object 2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399" y="164"/>
                          <a:ext cx="208" cy="2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2790" name="Object 22"/>
            <p:cNvGraphicFramePr>
              <a:graphicFrameLocks noChangeAspect="1"/>
            </p:cNvGraphicFramePr>
            <p:nvPr/>
          </p:nvGraphicFramePr>
          <p:xfrm>
            <a:off x="5007" y="162"/>
            <a:ext cx="224" cy="290"/>
          </p:xfrm>
          <a:graphic>
            <a:graphicData uri="http://schemas.openxmlformats.org/presentationml/2006/ole">
              <mc:AlternateContent xmlns:mc="http://schemas.openxmlformats.org/markup-compatibility/2006">
                <mc:Choice xmlns:v="urn:schemas-microsoft-com:vml" Requires="v">
                  <p:oleObj spid="_x0000_s32931" name="Equation" r:id="rId9" imgW="177480" imgH="228600" progId="Equation.3">
                    <p:embed/>
                  </p:oleObj>
                </mc:Choice>
                <mc:Fallback>
                  <p:oleObj name="Equation" r:id="rId9" imgW="177480" imgH="228600" progId="Equation.3">
                    <p:embed/>
                    <p:pic>
                      <p:nvPicPr>
                        <p:cNvPr id="0" name="Object 2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007" y="162"/>
                          <a:ext cx="224" cy="2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2791" name="Object 23"/>
            <p:cNvGraphicFramePr>
              <a:graphicFrameLocks noChangeAspect="1"/>
            </p:cNvGraphicFramePr>
            <p:nvPr/>
          </p:nvGraphicFramePr>
          <p:xfrm>
            <a:off x="5346" y="588"/>
            <a:ext cx="256" cy="290"/>
          </p:xfrm>
          <a:graphic>
            <a:graphicData uri="http://schemas.openxmlformats.org/presentationml/2006/ole">
              <mc:AlternateContent xmlns:mc="http://schemas.openxmlformats.org/markup-compatibility/2006">
                <mc:Choice xmlns:v="urn:schemas-microsoft-com:vml" Requires="v">
                  <p:oleObj spid="_x0000_s32932" name="Equation" r:id="rId11" imgW="203040" imgH="228600" progId="Equation.3">
                    <p:embed/>
                  </p:oleObj>
                </mc:Choice>
                <mc:Fallback>
                  <p:oleObj name="Equation" r:id="rId11" imgW="203040" imgH="228600" progId="Equation.3">
                    <p:embed/>
                    <p:pic>
                      <p:nvPicPr>
                        <p:cNvPr id="0" name="Object 2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346" y="588"/>
                          <a:ext cx="256" cy="2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2792" name="Text Box 24"/>
            <p:cNvSpPr txBox="1">
              <a:spLocks noChangeArrowheads="1"/>
            </p:cNvSpPr>
            <p:nvPr/>
          </p:nvSpPr>
          <p:spPr bwMode="auto">
            <a:xfrm>
              <a:off x="4025" y="484"/>
              <a:ext cx="504" cy="51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eaLnBrk="1" hangingPunct="1"/>
              <a:r>
                <a:rPr lang="zh-CN" altLang="en-US">
                  <a:solidFill>
                    <a:srgbClr val="3366FF"/>
                  </a:solidFill>
                  <a:latin typeface="Times New Roman" panose="02020603050405020304" pitchFamily="18" charset="0"/>
                </a:rPr>
                <a:t>线性</a:t>
              </a:r>
            </a:p>
            <a:p>
              <a:pPr algn="l" eaLnBrk="1" hangingPunct="1"/>
              <a:r>
                <a:rPr lang="zh-CN" altLang="en-US">
                  <a:solidFill>
                    <a:srgbClr val="3366FF"/>
                  </a:solidFill>
                  <a:latin typeface="Times New Roman" panose="02020603050405020304" pitchFamily="18" charset="0"/>
                </a:rPr>
                <a:t>无源</a:t>
              </a:r>
              <a:endParaRPr lang="zh-CN" altLang="en-US" b="0">
                <a:latin typeface="Times New Roman" panose="02020603050405020304" pitchFamily="18" charset="0"/>
              </a:endParaRPr>
            </a:p>
          </p:txBody>
        </p:sp>
        <p:sp>
          <p:nvSpPr>
            <p:cNvPr id="32793" name="Line 25"/>
            <p:cNvSpPr>
              <a:spLocks noChangeShapeType="1"/>
            </p:cNvSpPr>
            <p:nvPr/>
          </p:nvSpPr>
          <p:spPr bwMode="auto">
            <a:xfrm>
              <a:off x="3503" y="478"/>
              <a:ext cx="216"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2794" name="Line 26"/>
            <p:cNvSpPr>
              <a:spLocks noChangeShapeType="1"/>
            </p:cNvSpPr>
            <p:nvPr/>
          </p:nvSpPr>
          <p:spPr bwMode="auto">
            <a:xfrm flipH="1">
              <a:off x="4911" y="462"/>
              <a:ext cx="224"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2795" name="Oval 27"/>
            <p:cNvSpPr>
              <a:spLocks noChangeArrowheads="1"/>
            </p:cNvSpPr>
            <p:nvPr/>
          </p:nvSpPr>
          <p:spPr bwMode="auto">
            <a:xfrm>
              <a:off x="5237" y="475"/>
              <a:ext cx="68" cy="68"/>
            </a:xfrm>
            <a:prstGeom prst="ellipse">
              <a:avLst/>
            </a:prstGeom>
            <a:noFill/>
            <a:ln w="19050">
              <a:solidFill>
                <a:schemeClr val="tx1"/>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sp>
          <p:nvSpPr>
            <p:cNvPr id="32796" name="Oval 28"/>
            <p:cNvSpPr>
              <a:spLocks noChangeArrowheads="1"/>
            </p:cNvSpPr>
            <p:nvPr/>
          </p:nvSpPr>
          <p:spPr bwMode="auto">
            <a:xfrm>
              <a:off x="5249" y="903"/>
              <a:ext cx="68" cy="68"/>
            </a:xfrm>
            <a:prstGeom prst="ellipse">
              <a:avLst/>
            </a:prstGeom>
            <a:noFill/>
            <a:ln w="19050">
              <a:solidFill>
                <a:schemeClr val="tx1"/>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sp>
          <p:nvSpPr>
            <p:cNvPr id="32797" name="Oval 29"/>
            <p:cNvSpPr>
              <a:spLocks noChangeArrowheads="1"/>
            </p:cNvSpPr>
            <p:nvPr/>
          </p:nvSpPr>
          <p:spPr bwMode="auto">
            <a:xfrm>
              <a:off x="3347" y="905"/>
              <a:ext cx="68" cy="68"/>
            </a:xfrm>
            <a:prstGeom prst="ellipse">
              <a:avLst/>
            </a:prstGeom>
            <a:noFill/>
            <a:ln w="19050">
              <a:solidFill>
                <a:schemeClr val="tx1"/>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sp>
          <p:nvSpPr>
            <p:cNvPr id="32798" name="Oval 30"/>
            <p:cNvSpPr>
              <a:spLocks noChangeArrowheads="1"/>
            </p:cNvSpPr>
            <p:nvPr/>
          </p:nvSpPr>
          <p:spPr bwMode="auto">
            <a:xfrm>
              <a:off x="3347" y="479"/>
              <a:ext cx="68" cy="68"/>
            </a:xfrm>
            <a:prstGeom prst="ellipse">
              <a:avLst/>
            </a:prstGeom>
            <a:noFill/>
            <a:ln w="19050">
              <a:solidFill>
                <a:schemeClr val="tx1"/>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grpSp>
      <p:grpSp>
        <p:nvGrpSpPr>
          <p:cNvPr id="32807" name="Group 39"/>
          <p:cNvGrpSpPr>
            <a:grpSpLocks/>
          </p:cNvGrpSpPr>
          <p:nvPr/>
        </p:nvGrpSpPr>
        <p:grpSpPr bwMode="auto">
          <a:xfrm>
            <a:off x="381000" y="290513"/>
            <a:ext cx="7993063" cy="784225"/>
            <a:chOff x="267" y="256"/>
            <a:chExt cx="5035" cy="494"/>
          </a:xfrm>
        </p:grpSpPr>
        <p:sp>
          <p:nvSpPr>
            <p:cNvPr id="32770" name="Text Box 2"/>
            <p:cNvSpPr txBox="1">
              <a:spLocks noChangeArrowheads="1"/>
            </p:cNvSpPr>
            <p:nvPr/>
          </p:nvSpPr>
          <p:spPr bwMode="auto">
            <a:xfrm>
              <a:off x="267" y="256"/>
              <a:ext cx="5035"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spcBef>
                  <a:spcPct val="50000"/>
                </a:spcBef>
              </a:pPr>
              <a:r>
                <a:rPr lang="zh-CN" altLang="en-US" dirty="0">
                  <a:solidFill>
                    <a:srgbClr val="CC0066"/>
                  </a:solidFill>
                  <a:latin typeface="Times New Roman" panose="02020603050405020304" pitchFamily="18" charset="0"/>
                </a:rPr>
                <a:t>四、</a:t>
              </a:r>
              <a:r>
                <a:rPr lang="en-US" altLang="zh-CN" i="1" dirty="0">
                  <a:solidFill>
                    <a:srgbClr val="CC0066"/>
                  </a:solidFill>
                  <a:latin typeface="Times New Roman" panose="02020603050405020304" pitchFamily="18" charset="0"/>
                </a:rPr>
                <a:t>T </a:t>
              </a:r>
              <a:r>
                <a:rPr lang="zh-CN" altLang="en-US" dirty="0">
                  <a:solidFill>
                    <a:srgbClr val="CC0066"/>
                  </a:solidFill>
                  <a:latin typeface="Times New Roman" panose="02020603050405020304" pitchFamily="18" charset="0"/>
                </a:rPr>
                <a:t>参数 （传输参数）方程</a:t>
              </a:r>
            </a:p>
          </p:txBody>
        </p:sp>
        <p:sp>
          <p:nvSpPr>
            <p:cNvPr id="32806" name="Rectangle 38"/>
            <p:cNvSpPr>
              <a:spLocks noChangeArrowheads="1"/>
            </p:cNvSpPr>
            <p:nvPr/>
          </p:nvSpPr>
          <p:spPr bwMode="auto">
            <a:xfrm>
              <a:off x="535" y="462"/>
              <a:ext cx="2532" cy="288"/>
            </a:xfrm>
            <a:prstGeom prst="rect">
              <a:avLst/>
            </a:prstGeom>
            <a:noFill/>
            <a:ln>
              <a:noFill/>
            </a:ln>
            <a:effectLst/>
            <a:extLst>
              <a:ext uri="{909E8E84-426E-40DD-AFC4-6F175D3DCCD1}">
                <a14:hiddenFill xmlns:a14="http://schemas.microsoft.com/office/drawing/2010/main">
                  <a:solidFill>
                    <a:srgbClr val="FFFFCC">
                      <a:alpha val="50000"/>
                    </a:srgbClr>
                  </a:solidFill>
                </a14:hiddenFill>
              </a:ext>
              <a:ext uri="{91240B29-F687-4F45-9708-019B960494DF}">
                <a14:hiddenLine xmlns:a14="http://schemas.microsoft.com/office/drawing/2010/main" w="19050">
                  <a:solidFill>
                    <a:schemeClr val="tx1"/>
                  </a:solidFill>
                  <a:miter lim="800000"/>
                  <a:headEnd/>
                  <a:tailEnd type="none" w="med"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spAutoFit/>
            </a:bodyPr>
            <a:lstStyle/>
            <a:p>
              <a:r>
                <a:rPr lang="zh-CN" altLang="en-US">
                  <a:solidFill>
                    <a:srgbClr val="CC0066"/>
                  </a:solidFill>
                  <a:latin typeface="Times New Roman" panose="02020603050405020304" pitchFamily="18" charset="0"/>
                </a:rPr>
                <a:t>（</a:t>
              </a:r>
              <a:r>
                <a:rPr lang="en-US" altLang="zh-CN">
                  <a:solidFill>
                    <a:srgbClr val="CC0066"/>
                  </a:solidFill>
                  <a:latin typeface="Times New Roman" panose="02020603050405020304" pitchFamily="18" charset="0"/>
                </a:rPr>
                <a:t>transmission parameters</a:t>
              </a:r>
              <a:r>
                <a:rPr lang="zh-CN" altLang="en-US">
                  <a:solidFill>
                    <a:srgbClr val="CC0066"/>
                  </a:solidFill>
                  <a:latin typeface="Times New Roman" panose="02020603050405020304" pitchFamily="18" charset="0"/>
                </a:rPr>
                <a:t>）</a:t>
              </a:r>
            </a:p>
          </p:txBody>
        </p:sp>
      </p:grpSp>
      <p:sp>
        <p:nvSpPr>
          <p:cNvPr id="35" name="Text Box 7"/>
          <p:cNvSpPr txBox="1">
            <a:spLocks noChangeArrowheads="1"/>
          </p:cNvSpPr>
          <p:nvPr/>
        </p:nvSpPr>
        <p:spPr bwMode="auto">
          <a:xfrm>
            <a:off x="322263" y="1562100"/>
            <a:ext cx="1830387"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spcBef>
                <a:spcPct val="50000"/>
              </a:spcBef>
            </a:pPr>
            <a:r>
              <a:rPr lang="zh-CN" altLang="en-US" dirty="0">
                <a:latin typeface="Times New Roman" panose="02020603050405020304" pitchFamily="18" charset="0"/>
              </a:rPr>
              <a:t>其矩阵形式</a:t>
            </a:r>
          </a:p>
        </p:txBody>
      </p:sp>
      <p:graphicFrame>
        <p:nvGraphicFramePr>
          <p:cNvPr id="36" name="Object 8"/>
          <p:cNvGraphicFramePr>
            <a:graphicFrameLocks noChangeAspect="1"/>
          </p:cNvGraphicFramePr>
          <p:nvPr>
            <p:extLst>
              <p:ext uri="{D42A27DB-BD31-4B8C-83A1-F6EECF244321}">
                <p14:modId xmlns:p14="http://schemas.microsoft.com/office/powerpoint/2010/main" val="1373651762"/>
              </p:ext>
            </p:extLst>
          </p:nvPr>
        </p:nvGraphicFramePr>
        <p:xfrm>
          <a:off x="1824038" y="2193925"/>
          <a:ext cx="2940050" cy="1014413"/>
        </p:xfrm>
        <a:graphic>
          <a:graphicData uri="http://schemas.openxmlformats.org/presentationml/2006/ole">
            <mc:AlternateContent xmlns:mc="http://schemas.openxmlformats.org/markup-compatibility/2006">
              <mc:Choice xmlns:v="urn:schemas-microsoft-com:vml" Requires="v">
                <p:oleObj spid="_x0000_s32933" name="Equation" r:id="rId13" imgW="1473120" imgH="507960" progId="Equation.DSMT4">
                  <p:embed/>
                </p:oleObj>
              </mc:Choice>
              <mc:Fallback>
                <p:oleObj name="Equation" r:id="rId13" imgW="1473120" imgH="507960" progId="Equation.DSMT4">
                  <p:embed/>
                  <p:pic>
                    <p:nvPicPr>
                      <p:cNvPr id="33800" name="Object 8"/>
                      <p:cNvPicPr>
                        <a:picLocks noChangeAspect="1" noChangeArrowheads="1"/>
                      </p:cNvPicPr>
                      <p:nvPr/>
                    </p:nvPicPr>
                    <p:blipFill>
                      <a:blip r:embed="rId14"/>
                      <a:srcRect/>
                      <a:stretch>
                        <a:fillRect/>
                      </a:stretch>
                    </p:blipFill>
                    <p:spPr bwMode="auto">
                      <a:xfrm>
                        <a:off x="1824038" y="2193925"/>
                        <a:ext cx="2940050" cy="1014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7" name="Text Box 9"/>
          <p:cNvSpPr txBox="1">
            <a:spLocks noChangeArrowheads="1"/>
          </p:cNvSpPr>
          <p:nvPr/>
        </p:nvSpPr>
        <p:spPr bwMode="auto">
          <a:xfrm>
            <a:off x="5159375" y="2416175"/>
            <a:ext cx="196215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spcBef>
                <a:spcPct val="50000"/>
              </a:spcBef>
            </a:pPr>
            <a:r>
              <a:rPr lang="zh-CN" altLang="en-US">
                <a:solidFill>
                  <a:srgbClr val="FF3300"/>
                </a:solidFill>
                <a:latin typeface="Times New Roman" panose="02020603050405020304" pitchFamily="18" charset="0"/>
              </a:rPr>
              <a:t>（注意负号）</a:t>
            </a:r>
          </a:p>
        </p:txBody>
      </p:sp>
      <p:sp>
        <p:nvSpPr>
          <p:cNvPr id="38" name="Text Box 10"/>
          <p:cNvSpPr txBox="1">
            <a:spLocks noChangeArrowheads="1"/>
          </p:cNvSpPr>
          <p:nvPr/>
        </p:nvSpPr>
        <p:spPr bwMode="auto">
          <a:xfrm>
            <a:off x="4073525" y="3622675"/>
            <a:ext cx="3013075"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spcBef>
                <a:spcPct val="50000"/>
              </a:spcBef>
            </a:pPr>
            <a:r>
              <a:rPr lang="zh-CN" altLang="en-US">
                <a:latin typeface="Times New Roman" panose="02020603050405020304" pitchFamily="18" charset="0"/>
              </a:rPr>
              <a:t>称为</a:t>
            </a:r>
            <a:r>
              <a:rPr lang="en-US" altLang="zh-CN" i="1">
                <a:solidFill>
                  <a:srgbClr val="3366FF"/>
                </a:solidFill>
                <a:latin typeface="Times New Roman" panose="02020603050405020304" pitchFamily="18" charset="0"/>
              </a:rPr>
              <a:t>T </a:t>
            </a:r>
            <a:r>
              <a:rPr lang="zh-CN" altLang="en-US">
                <a:solidFill>
                  <a:srgbClr val="3366FF"/>
                </a:solidFill>
                <a:latin typeface="Times New Roman" panose="02020603050405020304" pitchFamily="18" charset="0"/>
              </a:rPr>
              <a:t>参数矩阵。</a:t>
            </a:r>
            <a:endParaRPr lang="zh-CN" altLang="en-US">
              <a:latin typeface="Times New Roman" panose="02020603050405020304" pitchFamily="18" charset="0"/>
            </a:endParaRPr>
          </a:p>
        </p:txBody>
      </p:sp>
      <p:graphicFrame>
        <p:nvGraphicFramePr>
          <p:cNvPr id="39" name="Object 13"/>
          <p:cNvGraphicFramePr>
            <a:graphicFrameLocks noChangeAspect="1"/>
          </p:cNvGraphicFramePr>
          <p:nvPr>
            <p:extLst>
              <p:ext uri="{D42A27DB-BD31-4B8C-83A1-F6EECF244321}">
                <p14:modId xmlns:p14="http://schemas.microsoft.com/office/powerpoint/2010/main" val="508811237"/>
              </p:ext>
            </p:extLst>
          </p:nvPr>
        </p:nvGraphicFramePr>
        <p:xfrm>
          <a:off x="1936750" y="3402013"/>
          <a:ext cx="1647825" cy="909637"/>
        </p:xfrm>
        <a:graphic>
          <a:graphicData uri="http://schemas.openxmlformats.org/presentationml/2006/ole">
            <mc:AlternateContent xmlns:mc="http://schemas.openxmlformats.org/markup-compatibility/2006">
              <mc:Choice xmlns:v="urn:schemas-microsoft-com:vml" Requires="v">
                <p:oleObj spid="_x0000_s32934" name="Equation" r:id="rId15" imgW="825480" imgH="457200" progId="Equation.DSMT4">
                  <p:embed/>
                </p:oleObj>
              </mc:Choice>
              <mc:Fallback>
                <p:oleObj name="Equation" r:id="rId15" imgW="825480" imgH="457200" progId="Equation.DSMT4">
                  <p:embed/>
                  <p:pic>
                    <p:nvPicPr>
                      <p:cNvPr id="33805" name="Object 13"/>
                      <p:cNvPicPr>
                        <a:picLocks noChangeAspect="1" noChangeArrowheads="1"/>
                      </p:cNvPicPr>
                      <p:nvPr/>
                    </p:nvPicPr>
                    <p:blipFill>
                      <a:blip r:embed="rId16"/>
                      <a:srcRect/>
                      <a:stretch>
                        <a:fillRect/>
                      </a:stretch>
                    </p:blipFill>
                    <p:spPr bwMode="auto">
                      <a:xfrm>
                        <a:off x="1936750" y="3402013"/>
                        <a:ext cx="1647825" cy="909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0" name="Text Box 7"/>
          <p:cNvSpPr txBox="1">
            <a:spLocks noChangeArrowheads="1"/>
          </p:cNvSpPr>
          <p:nvPr/>
        </p:nvSpPr>
        <p:spPr bwMode="auto">
          <a:xfrm>
            <a:off x="345718" y="5911165"/>
            <a:ext cx="8466494" cy="83099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algn="l" eaLnBrk="1" hangingPunct="1">
              <a:spcBef>
                <a:spcPct val="50000"/>
              </a:spcBef>
            </a:pPr>
            <a:r>
              <a:rPr lang="en-US" altLang="zh-CN" dirty="0">
                <a:latin typeface="Times New Roman" panose="02020603050405020304" pitchFamily="18" charset="0"/>
              </a:rPr>
              <a:t>T</a:t>
            </a:r>
            <a:r>
              <a:rPr lang="zh-CN" altLang="en-US" dirty="0">
                <a:latin typeface="Times New Roman" panose="02020603050405020304" pitchFamily="18" charset="0"/>
              </a:rPr>
              <a:t>参数能方便的描述信号或能量从一个端口向另一端口的传输特性。</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nodeType="clickEffect">
                                  <p:stCondLst>
                                    <p:cond delay="0"/>
                                  </p:stCondLst>
                                  <p:childTnLst>
                                    <p:set>
                                      <p:cBhvr>
                                        <p:cTn id="6" dur="1" fill="hold">
                                          <p:stCondLst>
                                            <p:cond delay="0"/>
                                          </p:stCondLst>
                                        </p:cTn>
                                        <p:tgtEl>
                                          <p:spTgt spid="32780"/>
                                        </p:tgtEl>
                                        <p:attrNameLst>
                                          <p:attrName>style.visibility</p:attrName>
                                        </p:attrNameLst>
                                      </p:cBhvr>
                                      <p:to>
                                        <p:strVal val="visible"/>
                                      </p:to>
                                    </p:set>
                                    <p:anim calcmode="lin" valueType="num">
                                      <p:cBhvr additive="base">
                                        <p:cTn id="7" dur="500" fill="hold"/>
                                        <p:tgtEl>
                                          <p:spTgt spid="32780"/>
                                        </p:tgtEl>
                                        <p:attrNameLst>
                                          <p:attrName>ppt_x</p:attrName>
                                        </p:attrNameLst>
                                      </p:cBhvr>
                                      <p:tavLst>
                                        <p:tav tm="0">
                                          <p:val>
                                            <p:strVal val="1+#ppt_w/2"/>
                                          </p:val>
                                        </p:tav>
                                        <p:tav tm="100000">
                                          <p:val>
                                            <p:strVal val="#ppt_x"/>
                                          </p:val>
                                        </p:tav>
                                      </p:tavLst>
                                    </p:anim>
                                    <p:anim calcmode="lin" valueType="num">
                                      <p:cBhvr additive="base">
                                        <p:cTn id="8" dur="500" fill="hold"/>
                                        <p:tgtEl>
                                          <p:spTgt spid="32780"/>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32776">
                                            <p:txEl>
                                              <p:pRg st="0" end="0"/>
                                            </p:txEl>
                                          </p:spTgt>
                                        </p:tgtEl>
                                        <p:attrNameLst>
                                          <p:attrName>style.visibility</p:attrName>
                                        </p:attrNameLst>
                                      </p:cBhvr>
                                      <p:to>
                                        <p:strVal val="visible"/>
                                      </p:to>
                                    </p:set>
                                    <p:animEffect transition="in" filter="wipe(left)">
                                      <p:cBhvr>
                                        <p:cTn id="13" dur="500"/>
                                        <p:tgtEl>
                                          <p:spTgt spid="32776">
                                            <p:txEl>
                                              <p:pRg st="0" end="0"/>
                                            </p:txEl>
                                          </p:spTgt>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8" fill="hold" nodeType="clickEffect">
                                  <p:stCondLst>
                                    <p:cond delay="0"/>
                                  </p:stCondLst>
                                  <p:childTnLst>
                                    <p:set>
                                      <p:cBhvr>
                                        <p:cTn id="17" dur="1" fill="hold">
                                          <p:stCondLst>
                                            <p:cond delay="0"/>
                                          </p:stCondLst>
                                        </p:cTn>
                                        <p:tgtEl>
                                          <p:spTgt spid="32779"/>
                                        </p:tgtEl>
                                        <p:attrNameLst>
                                          <p:attrName>style.visibility</p:attrName>
                                        </p:attrNameLst>
                                      </p:cBhvr>
                                      <p:to>
                                        <p:strVal val="visible"/>
                                      </p:to>
                                    </p:set>
                                    <p:animEffect transition="in" filter="wipe(left)">
                                      <p:cBhvr>
                                        <p:cTn id="18" dur="500"/>
                                        <p:tgtEl>
                                          <p:spTgt spid="32779"/>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35">
                                            <p:txEl>
                                              <p:pRg st="0" end="0"/>
                                            </p:txEl>
                                          </p:spTgt>
                                        </p:tgtEl>
                                        <p:attrNameLst>
                                          <p:attrName>style.visibility</p:attrName>
                                        </p:attrNameLst>
                                      </p:cBhvr>
                                      <p:to>
                                        <p:strVal val="visible"/>
                                      </p:to>
                                    </p:set>
                                    <p:animEffect transition="in" filter="wipe(left)">
                                      <p:cBhvr>
                                        <p:cTn id="23" dur="500"/>
                                        <p:tgtEl>
                                          <p:spTgt spid="35">
                                            <p:txEl>
                                              <p:pRg st="0" end="0"/>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36"/>
                                        </p:tgtEl>
                                        <p:attrNameLst>
                                          <p:attrName>style.visibility</p:attrName>
                                        </p:attrNameLst>
                                      </p:cBhvr>
                                      <p:to>
                                        <p:strVal val="visible"/>
                                      </p:to>
                                    </p:set>
                                    <p:animEffect transition="in" filter="wipe(left)">
                                      <p:cBhvr>
                                        <p:cTn id="28" dur="500"/>
                                        <p:tgtEl>
                                          <p:spTgt spid="36"/>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37">
                                            <p:txEl>
                                              <p:pRg st="0" end="0"/>
                                            </p:txEl>
                                          </p:spTgt>
                                        </p:tgtEl>
                                        <p:attrNameLst>
                                          <p:attrName>style.visibility</p:attrName>
                                        </p:attrNameLst>
                                      </p:cBhvr>
                                      <p:to>
                                        <p:strVal val="visible"/>
                                      </p:to>
                                    </p:set>
                                    <p:animEffect transition="in" filter="wipe(left)">
                                      <p:cBhvr>
                                        <p:cTn id="33" dur="500"/>
                                        <p:tgtEl>
                                          <p:spTgt spid="37">
                                            <p:txEl>
                                              <p:pRg st="0" end="0"/>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nodeType="clickEffect">
                                  <p:stCondLst>
                                    <p:cond delay="0"/>
                                  </p:stCondLst>
                                  <p:childTnLst>
                                    <p:set>
                                      <p:cBhvr>
                                        <p:cTn id="37" dur="1" fill="hold">
                                          <p:stCondLst>
                                            <p:cond delay="0"/>
                                          </p:stCondLst>
                                        </p:cTn>
                                        <p:tgtEl>
                                          <p:spTgt spid="39"/>
                                        </p:tgtEl>
                                        <p:attrNameLst>
                                          <p:attrName>style.visibility</p:attrName>
                                        </p:attrNameLst>
                                      </p:cBhvr>
                                      <p:to>
                                        <p:strVal val="visible"/>
                                      </p:to>
                                    </p:set>
                                    <p:animEffect transition="in" filter="wipe(left)">
                                      <p:cBhvr>
                                        <p:cTn id="38" dur="500"/>
                                        <p:tgtEl>
                                          <p:spTgt spid="39"/>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38">
                                            <p:txEl>
                                              <p:pRg st="0" end="0"/>
                                            </p:txEl>
                                          </p:spTgt>
                                        </p:tgtEl>
                                        <p:attrNameLst>
                                          <p:attrName>style.visibility</p:attrName>
                                        </p:attrNameLst>
                                      </p:cBhvr>
                                      <p:to>
                                        <p:strVal val="visible"/>
                                      </p:to>
                                    </p:set>
                                    <p:animEffect transition="in" filter="wipe(left)">
                                      <p:cBhvr>
                                        <p:cTn id="43" dur="500"/>
                                        <p:tgtEl>
                                          <p:spTgt spid="38">
                                            <p:txEl>
                                              <p:pRg st="0" end="0"/>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40">
                                            <p:txEl>
                                              <p:pRg st="0" end="0"/>
                                            </p:txEl>
                                          </p:spTgt>
                                        </p:tgtEl>
                                        <p:attrNameLst>
                                          <p:attrName>style.visibility</p:attrName>
                                        </p:attrNameLst>
                                      </p:cBhvr>
                                      <p:to>
                                        <p:strVal val="visible"/>
                                      </p:to>
                                    </p:set>
                                    <p:animEffect transition="in" filter="wipe(left)">
                                      <p:cBhvr>
                                        <p:cTn id="48" dur="500"/>
                                        <p:tgtEl>
                                          <p:spTgt spid="4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6" grpId="0" build="p" autoUpdateAnimBg="0"/>
      <p:bldP spid="35" grpId="0" build="p" autoUpdateAnimBg="0"/>
      <p:bldP spid="37" grpId="0" build="p" autoUpdateAnimBg="0"/>
      <p:bldP spid="38" grpId="0" build="p" autoUpdateAnimBg="0"/>
      <p:bldP spid="40" grpId="0" build="p" autoUpdateAnimBg="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5715" name="Object 1027"/>
          <p:cNvGraphicFramePr>
            <a:graphicFrameLocks noChangeAspect="1"/>
          </p:cNvGraphicFramePr>
          <p:nvPr>
            <p:extLst>
              <p:ext uri="{D42A27DB-BD31-4B8C-83A1-F6EECF244321}">
                <p14:modId xmlns:p14="http://schemas.microsoft.com/office/powerpoint/2010/main" val="3520936774"/>
              </p:ext>
            </p:extLst>
          </p:nvPr>
        </p:nvGraphicFramePr>
        <p:xfrm>
          <a:off x="5041900" y="1333500"/>
          <a:ext cx="1498600" cy="914400"/>
        </p:xfrm>
        <a:graphic>
          <a:graphicData uri="http://schemas.openxmlformats.org/presentationml/2006/ole">
            <mc:AlternateContent xmlns:mc="http://schemas.openxmlformats.org/markup-compatibility/2006">
              <mc:Choice xmlns:v="urn:schemas-microsoft-com:vml" Requires="v">
                <p:oleObj spid="_x0000_s188584" name="Equation" r:id="rId3" imgW="749160" imgH="457200" progId="Equation.DSMT4">
                  <p:embed/>
                </p:oleObj>
              </mc:Choice>
              <mc:Fallback>
                <p:oleObj name="Equation" r:id="rId3" imgW="749160" imgH="457200" progId="Equation.DSMT4">
                  <p:embed/>
                  <p:pic>
                    <p:nvPicPr>
                      <p:cNvPr id="0" name="Object 1027"/>
                      <p:cNvPicPr>
                        <a:picLocks noChangeAspect="1" noChangeArrowheads="1"/>
                      </p:cNvPicPr>
                      <p:nvPr/>
                    </p:nvPicPr>
                    <p:blipFill>
                      <a:blip r:embed="rId4"/>
                      <a:srcRect/>
                      <a:stretch>
                        <a:fillRect/>
                      </a:stretch>
                    </p:blipFill>
                    <p:spPr bwMode="auto">
                      <a:xfrm>
                        <a:off x="5041900" y="1333500"/>
                        <a:ext cx="1498600"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5716" name="Object 1028"/>
          <p:cNvGraphicFramePr>
            <a:graphicFrameLocks noChangeAspect="1"/>
          </p:cNvGraphicFramePr>
          <p:nvPr>
            <p:extLst>
              <p:ext uri="{D42A27DB-BD31-4B8C-83A1-F6EECF244321}">
                <p14:modId xmlns:p14="http://schemas.microsoft.com/office/powerpoint/2010/main" val="3670540400"/>
              </p:ext>
            </p:extLst>
          </p:nvPr>
        </p:nvGraphicFramePr>
        <p:xfrm>
          <a:off x="5167313" y="3886200"/>
          <a:ext cx="1625600" cy="914400"/>
        </p:xfrm>
        <a:graphic>
          <a:graphicData uri="http://schemas.openxmlformats.org/presentationml/2006/ole">
            <mc:AlternateContent xmlns:mc="http://schemas.openxmlformats.org/markup-compatibility/2006">
              <mc:Choice xmlns:v="urn:schemas-microsoft-com:vml" Requires="v">
                <p:oleObj spid="_x0000_s188585" name="Equation" r:id="rId5" imgW="812520" imgH="457200" progId="Equation.DSMT4">
                  <p:embed/>
                </p:oleObj>
              </mc:Choice>
              <mc:Fallback>
                <p:oleObj name="Equation" r:id="rId5" imgW="812520" imgH="457200" progId="Equation.DSMT4">
                  <p:embed/>
                  <p:pic>
                    <p:nvPicPr>
                      <p:cNvPr id="0" name="Object 1028"/>
                      <p:cNvPicPr>
                        <a:picLocks noChangeAspect="1" noChangeArrowheads="1"/>
                      </p:cNvPicPr>
                      <p:nvPr/>
                    </p:nvPicPr>
                    <p:blipFill>
                      <a:blip r:embed="rId6"/>
                      <a:srcRect/>
                      <a:stretch>
                        <a:fillRect/>
                      </a:stretch>
                    </p:blipFill>
                    <p:spPr bwMode="auto">
                      <a:xfrm>
                        <a:off x="5167313" y="3886200"/>
                        <a:ext cx="1625600"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5717" name="Object 1029"/>
          <p:cNvGraphicFramePr>
            <a:graphicFrameLocks noChangeAspect="1"/>
          </p:cNvGraphicFramePr>
          <p:nvPr>
            <p:extLst>
              <p:ext uri="{D42A27DB-BD31-4B8C-83A1-F6EECF244321}">
                <p14:modId xmlns:p14="http://schemas.microsoft.com/office/powerpoint/2010/main" val="3587401388"/>
              </p:ext>
            </p:extLst>
          </p:nvPr>
        </p:nvGraphicFramePr>
        <p:xfrm>
          <a:off x="5132388" y="2381250"/>
          <a:ext cx="1498600" cy="914400"/>
        </p:xfrm>
        <a:graphic>
          <a:graphicData uri="http://schemas.openxmlformats.org/presentationml/2006/ole">
            <mc:AlternateContent xmlns:mc="http://schemas.openxmlformats.org/markup-compatibility/2006">
              <mc:Choice xmlns:v="urn:schemas-microsoft-com:vml" Requires="v">
                <p:oleObj spid="_x0000_s188586" name="Equation" r:id="rId7" imgW="749160" imgH="457200" progId="Equation.DSMT4">
                  <p:embed/>
                </p:oleObj>
              </mc:Choice>
              <mc:Fallback>
                <p:oleObj name="Equation" r:id="rId7" imgW="749160" imgH="457200" progId="Equation.DSMT4">
                  <p:embed/>
                  <p:pic>
                    <p:nvPicPr>
                      <p:cNvPr id="0" name="Object 1029"/>
                      <p:cNvPicPr>
                        <a:picLocks noChangeAspect="1" noChangeArrowheads="1"/>
                      </p:cNvPicPr>
                      <p:nvPr/>
                    </p:nvPicPr>
                    <p:blipFill>
                      <a:blip r:embed="rId8"/>
                      <a:srcRect/>
                      <a:stretch>
                        <a:fillRect/>
                      </a:stretch>
                    </p:blipFill>
                    <p:spPr bwMode="auto">
                      <a:xfrm>
                        <a:off x="5132388" y="2381250"/>
                        <a:ext cx="1498600"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5718" name="Object 1030"/>
          <p:cNvGraphicFramePr>
            <a:graphicFrameLocks noChangeAspect="1"/>
          </p:cNvGraphicFramePr>
          <p:nvPr>
            <p:extLst>
              <p:ext uri="{D42A27DB-BD31-4B8C-83A1-F6EECF244321}">
                <p14:modId xmlns:p14="http://schemas.microsoft.com/office/powerpoint/2010/main" val="650821594"/>
              </p:ext>
            </p:extLst>
          </p:nvPr>
        </p:nvGraphicFramePr>
        <p:xfrm>
          <a:off x="5167313" y="5057775"/>
          <a:ext cx="1674812" cy="914400"/>
        </p:xfrm>
        <a:graphic>
          <a:graphicData uri="http://schemas.openxmlformats.org/presentationml/2006/ole">
            <mc:AlternateContent xmlns:mc="http://schemas.openxmlformats.org/markup-compatibility/2006">
              <mc:Choice xmlns:v="urn:schemas-microsoft-com:vml" Requires="v">
                <p:oleObj spid="_x0000_s188587" name="Equation" r:id="rId9" imgW="838080" imgH="457200" progId="Equation.DSMT4">
                  <p:embed/>
                </p:oleObj>
              </mc:Choice>
              <mc:Fallback>
                <p:oleObj name="Equation" r:id="rId9" imgW="838080" imgH="457200" progId="Equation.DSMT4">
                  <p:embed/>
                  <p:pic>
                    <p:nvPicPr>
                      <p:cNvPr id="0" name="Object 1030"/>
                      <p:cNvPicPr>
                        <a:picLocks noChangeAspect="1" noChangeArrowheads="1"/>
                      </p:cNvPicPr>
                      <p:nvPr/>
                    </p:nvPicPr>
                    <p:blipFill>
                      <a:blip r:embed="rId10"/>
                      <a:srcRect/>
                      <a:stretch>
                        <a:fillRect/>
                      </a:stretch>
                    </p:blipFill>
                    <p:spPr bwMode="auto">
                      <a:xfrm>
                        <a:off x="5167313" y="5057775"/>
                        <a:ext cx="1674812"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15719" name="Group 1031"/>
          <p:cNvGrpSpPr>
            <a:grpSpLocks/>
          </p:cNvGrpSpPr>
          <p:nvPr/>
        </p:nvGrpSpPr>
        <p:grpSpPr bwMode="auto">
          <a:xfrm>
            <a:off x="7119938" y="1689100"/>
            <a:ext cx="1825625" cy="1168400"/>
            <a:chOff x="1785" y="2648"/>
            <a:chExt cx="1150" cy="736"/>
          </a:xfrm>
        </p:grpSpPr>
        <p:sp>
          <p:nvSpPr>
            <p:cNvPr id="115720" name="AutoShape 1032"/>
            <p:cNvSpPr>
              <a:spLocks/>
            </p:cNvSpPr>
            <p:nvPr/>
          </p:nvSpPr>
          <p:spPr bwMode="auto">
            <a:xfrm>
              <a:off x="1785" y="2648"/>
              <a:ext cx="47" cy="736"/>
            </a:xfrm>
            <a:prstGeom prst="rightBrace">
              <a:avLst>
                <a:gd name="adj1" fmla="val 130496"/>
                <a:gd name="adj2" fmla="val 50000"/>
              </a:avLst>
            </a:prstGeom>
            <a:noFill/>
            <a:ln w="38100">
              <a:solidFill>
                <a:srgbClr val="3366FF"/>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sp>
          <p:nvSpPr>
            <p:cNvPr id="115721" name="Text Box 1033"/>
            <p:cNvSpPr txBox="1">
              <a:spLocks noChangeArrowheads="1"/>
            </p:cNvSpPr>
            <p:nvPr/>
          </p:nvSpPr>
          <p:spPr bwMode="auto">
            <a:xfrm>
              <a:off x="1855" y="2874"/>
              <a:ext cx="1080"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eaLnBrk="1" hangingPunct="1"/>
              <a:r>
                <a:rPr lang="zh-CN" altLang="en-US">
                  <a:solidFill>
                    <a:schemeClr val="accent2"/>
                  </a:solidFill>
                  <a:latin typeface="Times New Roman" panose="02020603050405020304" pitchFamily="18" charset="0"/>
                </a:rPr>
                <a:t>开路参数    </a:t>
              </a:r>
              <a:endParaRPr lang="zh-CN" altLang="en-US" b="0">
                <a:latin typeface="Times New Roman" panose="02020603050405020304" pitchFamily="18" charset="0"/>
              </a:endParaRPr>
            </a:p>
          </p:txBody>
        </p:sp>
      </p:grpSp>
      <p:grpSp>
        <p:nvGrpSpPr>
          <p:cNvPr id="115722" name="Group 1034"/>
          <p:cNvGrpSpPr>
            <a:grpSpLocks/>
          </p:cNvGrpSpPr>
          <p:nvPr/>
        </p:nvGrpSpPr>
        <p:grpSpPr bwMode="auto">
          <a:xfrm>
            <a:off x="7242175" y="4337050"/>
            <a:ext cx="1778000" cy="1168400"/>
            <a:chOff x="4286" y="2648"/>
            <a:chExt cx="1120" cy="736"/>
          </a:xfrm>
        </p:grpSpPr>
        <p:sp>
          <p:nvSpPr>
            <p:cNvPr id="115723" name="AutoShape 1035"/>
            <p:cNvSpPr>
              <a:spLocks/>
            </p:cNvSpPr>
            <p:nvPr/>
          </p:nvSpPr>
          <p:spPr bwMode="auto">
            <a:xfrm>
              <a:off x="4286" y="2648"/>
              <a:ext cx="47" cy="736"/>
            </a:xfrm>
            <a:prstGeom prst="rightBrace">
              <a:avLst>
                <a:gd name="adj1" fmla="val 130496"/>
                <a:gd name="adj2" fmla="val 50000"/>
              </a:avLst>
            </a:prstGeom>
            <a:noFill/>
            <a:ln w="38100">
              <a:solidFill>
                <a:srgbClr val="3366FF"/>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sp>
          <p:nvSpPr>
            <p:cNvPr id="115724" name="Text Box 1036"/>
            <p:cNvSpPr txBox="1">
              <a:spLocks noChangeArrowheads="1"/>
            </p:cNvSpPr>
            <p:nvPr/>
          </p:nvSpPr>
          <p:spPr bwMode="auto">
            <a:xfrm>
              <a:off x="4326" y="2874"/>
              <a:ext cx="1080"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eaLnBrk="1" hangingPunct="1"/>
              <a:r>
                <a:rPr lang="zh-CN" altLang="en-US">
                  <a:solidFill>
                    <a:schemeClr val="accent2"/>
                  </a:solidFill>
                  <a:latin typeface="Times New Roman" panose="02020603050405020304" pitchFamily="18" charset="0"/>
                </a:rPr>
                <a:t>短路参数    </a:t>
              </a:r>
              <a:endParaRPr lang="zh-CN" altLang="en-US" b="0">
                <a:solidFill>
                  <a:schemeClr val="accent2"/>
                </a:solidFill>
                <a:latin typeface="Times New Roman" panose="02020603050405020304" pitchFamily="18" charset="0"/>
              </a:endParaRPr>
            </a:p>
          </p:txBody>
        </p:sp>
      </p:grpSp>
      <p:sp>
        <p:nvSpPr>
          <p:cNvPr id="115714" name="Text Box 1026"/>
          <p:cNvSpPr txBox="1">
            <a:spLocks noChangeArrowheads="1"/>
          </p:cNvSpPr>
          <p:nvPr/>
        </p:nvSpPr>
        <p:spPr bwMode="auto">
          <a:xfrm>
            <a:off x="500063" y="465138"/>
            <a:ext cx="36576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spcBef>
                <a:spcPct val="50000"/>
              </a:spcBef>
            </a:pPr>
            <a:r>
              <a:rPr lang="en-US" altLang="zh-CN" i="1">
                <a:solidFill>
                  <a:srgbClr val="FF3300"/>
                </a:solidFill>
                <a:latin typeface="Times New Roman" panose="02020603050405020304" pitchFamily="18" charset="0"/>
              </a:rPr>
              <a:t>T</a:t>
            </a:r>
            <a:r>
              <a:rPr lang="en-US" altLang="zh-CN">
                <a:solidFill>
                  <a:srgbClr val="FF3300"/>
                </a:solidFill>
                <a:latin typeface="Times New Roman" panose="02020603050405020304" pitchFamily="18" charset="0"/>
              </a:rPr>
              <a:t> </a:t>
            </a:r>
            <a:r>
              <a:rPr lang="zh-CN" altLang="en-US">
                <a:solidFill>
                  <a:srgbClr val="FF3300"/>
                </a:solidFill>
                <a:latin typeface="Times New Roman" panose="02020603050405020304" pitchFamily="18" charset="0"/>
              </a:rPr>
              <a:t>参数的实验测定  </a:t>
            </a:r>
          </a:p>
        </p:txBody>
      </p:sp>
      <p:grpSp>
        <p:nvGrpSpPr>
          <p:cNvPr id="115767" name="Group 1079"/>
          <p:cNvGrpSpPr>
            <a:grpSpLocks/>
          </p:cNvGrpSpPr>
          <p:nvPr/>
        </p:nvGrpSpPr>
        <p:grpSpPr bwMode="auto">
          <a:xfrm>
            <a:off x="706438" y="3663950"/>
            <a:ext cx="3556000" cy="2089150"/>
            <a:chOff x="91" y="2308"/>
            <a:chExt cx="2240" cy="1316"/>
          </a:xfrm>
        </p:grpSpPr>
        <p:sp>
          <p:nvSpPr>
            <p:cNvPr id="115743" name="Line 1055"/>
            <p:cNvSpPr>
              <a:spLocks noChangeShapeType="1"/>
            </p:cNvSpPr>
            <p:nvPr/>
          </p:nvSpPr>
          <p:spPr bwMode="auto">
            <a:xfrm>
              <a:off x="499" y="2664"/>
              <a:ext cx="1824"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5744" name="Line 1056"/>
            <p:cNvSpPr>
              <a:spLocks noChangeShapeType="1"/>
            </p:cNvSpPr>
            <p:nvPr/>
          </p:nvSpPr>
          <p:spPr bwMode="auto">
            <a:xfrm>
              <a:off x="499" y="3096"/>
              <a:ext cx="1832"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5745" name="Rectangle 1057"/>
            <p:cNvSpPr>
              <a:spLocks noChangeArrowheads="1"/>
            </p:cNvSpPr>
            <p:nvPr/>
          </p:nvSpPr>
          <p:spPr bwMode="auto">
            <a:xfrm>
              <a:off x="931" y="2568"/>
              <a:ext cx="864" cy="624"/>
            </a:xfrm>
            <a:prstGeom prst="rect">
              <a:avLst/>
            </a:prstGeom>
            <a:solidFill>
              <a:srgbClr val="F9FFE1"/>
            </a:solidFill>
            <a:ln w="31750">
              <a:solidFill>
                <a:schemeClr val="tx1"/>
              </a:solidFill>
              <a:miter lim="800000"/>
              <a:headEnd/>
              <a:tailEnd/>
            </a:ln>
          </p:spPr>
          <p:txBody>
            <a:bodyPr wrap="none" anchor="ctr"/>
            <a:lstStyle/>
            <a:p>
              <a:endParaRPr lang="zh-CN" altLang="en-US"/>
            </a:p>
          </p:txBody>
        </p:sp>
        <p:sp>
          <p:nvSpPr>
            <p:cNvPr id="115746" name="Text Box 1058"/>
            <p:cNvSpPr txBox="1">
              <a:spLocks noChangeArrowheads="1"/>
            </p:cNvSpPr>
            <p:nvPr/>
          </p:nvSpPr>
          <p:spPr bwMode="auto">
            <a:xfrm>
              <a:off x="228" y="2532"/>
              <a:ext cx="225"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eaLnBrk="1" hangingPunct="1"/>
              <a:r>
                <a:rPr lang="en-US" altLang="zh-CN">
                  <a:latin typeface="Times New Roman" panose="02020603050405020304" pitchFamily="18" charset="0"/>
                </a:rPr>
                <a:t>+</a:t>
              </a:r>
              <a:endParaRPr lang="en-US" altLang="zh-CN" b="0">
                <a:latin typeface="Times New Roman" panose="02020603050405020304" pitchFamily="18" charset="0"/>
              </a:endParaRPr>
            </a:p>
          </p:txBody>
        </p:sp>
        <p:sp>
          <p:nvSpPr>
            <p:cNvPr id="115747" name="Text Box 1059"/>
            <p:cNvSpPr txBox="1">
              <a:spLocks noChangeArrowheads="1"/>
            </p:cNvSpPr>
            <p:nvPr/>
          </p:nvSpPr>
          <p:spPr bwMode="auto">
            <a:xfrm>
              <a:off x="231" y="2932"/>
              <a:ext cx="212"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eaLnBrk="1" hangingPunct="1"/>
              <a:r>
                <a:rPr lang="en-US" altLang="zh-CN">
                  <a:latin typeface="黑体" panose="02010609060101010101" pitchFamily="49" charset="-122"/>
                  <a:ea typeface="黑体" panose="02010609060101010101" pitchFamily="49" charset="-122"/>
                  <a:sym typeface="Symbol" panose="05050102010706020507" pitchFamily="18" charset="2"/>
                </a:rPr>
                <a:t>-</a:t>
              </a:r>
              <a:endParaRPr lang="en-US" altLang="zh-CN" b="0">
                <a:latin typeface="Times New Roman" panose="02020603050405020304" pitchFamily="18" charset="0"/>
              </a:endParaRPr>
            </a:p>
          </p:txBody>
        </p:sp>
        <p:sp>
          <p:nvSpPr>
            <p:cNvPr id="115748" name="Oval 1060"/>
            <p:cNvSpPr>
              <a:spLocks noChangeArrowheads="1"/>
            </p:cNvSpPr>
            <p:nvPr/>
          </p:nvSpPr>
          <p:spPr bwMode="auto">
            <a:xfrm>
              <a:off x="382" y="2775"/>
              <a:ext cx="227" cy="227"/>
            </a:xfrm>
            <a:prstGeom prst="ellipse">
              <a:avLst/>
            </a:prstGeom>
            <a:solidFill>
              <a:schemeClr val="accent1"/>
            </a:solidFill>
            <a:ln w="31750">
              <a:solidFill>
                <a:schemeClr val="tx1"/>
              </a:solidFill>
              <a:round/>
              <a:headEnd/>
              <a:tailEnd/>
            </a:ln>
          </p:spPr>
          <p:txBody>
            <a:bodyPr wrap="none" anchor="ctr"/>
            <a:lstStyle/>
            <a:p>
              <a:endParaRPr lang="zh-CN" altLang="en-US"/>
            </a:p>
          </p:txBody>
        </p:sp>
        <p:graphicFrame>
          <p:nvGraphicFramePr>
            <p:cNvPr id="115749" name="Object 1061"/>
            <p:cNvGraphicFramePr>
              <a:graphicFrameLocks noChangeAspect="1"/>
            </p:cNvGraphicFramePr>
            <p:nvPr/>
          </p:nvGraphicFramePr>
          <p:xfrm>
            <a:off x="91" y="2704"/>
            <a:ext cx="256" cy="290"/>
          </p:xfrm>
          <a:graphic>
            <a:graphicData uri="http://schemas.openxmlformats.org/presentationml/2006/ole">
              <mc:AlternateContent xmlns:mc="http://schemas.openxmlformats.org/markup-compatibility/2006">
                <mc:Choice xmlns:v="urn:schemas-microsoft-com:vml" Requires="v">
                  <p:oleObj spid="_x0000_s188588" name="Equation" r:id="rId11" imgW="203040" imgH="228600" progId="Equation.3">
                    <p:embed/>
                  </p:oleObj>
                </mc:Choice>
                <mc:Fallback>
                  <p:oleObj name="Equation" r:id="rId11" imgW="203040" imgH="228600" progId="Equation.3">
                    <p:embed/>
                    <p:pic>
                      <p:nvPicPr>
                        <p:cNvPr id="0" name="Object 106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91" y="2704"/>
                          <a:ext cx="256" cy="2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5750" name="Object 1062"/>
            <p:cNvGraphicFramePr>
              <a:graphicFrameLocks noChangeAspect="1"/>
            </p:cNvGraphicFramePr>
            <p:nvPr/>
          </p:nvGraphicFramePr>
          <p:xfrm>
            <a:off x="483" y="2310"/>
            <a:ext cx="208" cy="289"/>
          </p:xfrm>
          <a:graphic>
            <a:graphicData uri="http://schemas.openxmlformats.org/presentationml/2006/ole">
              <mc:AlternateContent xmlns:mc="http://schemas.openxmlformats.org/markup-compatibility/2006">
                <mc:Choice xmlns:v="urn:schemas-microsoft-com:vml" Requires="v">
                  <p:oleObj spid="_x0000_s188589" name="Equation" r:id="rId13" imgW="164880" imgH="228600" progId="Equation.3">
                    <p:embed/>
                  </p:oleObj>
                </mc:Choice>
                <mc:Fallback>
                  <p:oleObj name="Equation" r:id="rId13" imgW="164880" imgH="228600" progId="Equation.3">
                    <p:embed/>
                    <p:pic>
                      <p:nvPicPr>
                        <p:cNvPr id="0" name="Object 1062"/>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83" y="2310"/>
                          <a:ext cx="208" cy="28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5751" name="Object 1063"/>
            <p:cNvGraphicFramePr>
              <a:graphicFrameLocks noChangeAspect="1"/>
            </p:cNvGraphicFramePr>
            <p:nvPr/>
          </p:nvGraphicFramePr>
          <p:xfrm>
            <a:off x="2091" y="2308"/>
            <a:ext cx="224" cy="290"/>
          </p:xfrm>
          <a:graphic>
            <a:graphicData uri="http://schemas.openxmlformats.org/presentationml/2006/ole">
              <mc:AlternateContent xmlns:mc="http://schemas.openxmlformats.org/markup-compatibility/2006">
                <mc:Choice xmlns:v="urn:schemas-microsoft-com:vml" Requires="v">
                  <p:oleObj spid="_x0000_s188590" name="Equation" r:id="rId15" imgW="177480" imgH="228600" progId="Equation.3">
                    <p:embed/>
                  </p:oleObj>
                </mc:Choice>
                <mc:Fallback>
                  <p:oleObj name="Equation" r:id="rId15" imgW="177480" imgH="228600" progId="Equation.3">
                    <p:embed/>
                    <p:pic>
                      <p:nvPicPr>
                        <p:cNvPr id="0" name="Object 1063"/>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091" y="2308"/>
                          <a:ext cx="224" cy="2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5752" name="Line 1064"/>
            <p:cNvSpPr>
              <a:spLocks noChangeShapeType="1"/>
            </p:cNvSpPr>
            <p:nvPr/>
          </p:nvSpPr>
          <p:spPr bwMode="auto">
            <a:xfrm>
              <a:off x="503" y="2670"/>
              <a:ext cx="0" cy="444"/>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5753" name="Line 1065"/>
            <p:cNvSpPr>
              <a:spLocks noChangeShapeType="1"/>
            </p:cNvSpPr>
            <p:nvPr/>
          </p:nvSpPr>
          <p:spPr bwMode="auto">
            <a:xfrm>
              <a:off x="2313" y="2670"/>
              <a:ext cx="0" cy="444"/>
            </a:xfrm>
            <a:prstGeom prst="line">
              <a:avLst/>
            </a:prstGeom>
            <a:noFill/>
            <a:ln w="3175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5754" name="Text Box 1066"/>
            <p:cNvSpPr txBox="1">
              <a:spLocks noChangeArrowheads="1"/>
            </p:cNvSpPr>
            <p:nvPr/>
          </p:nvSpPr>
          <p:spPr bwMode="auto">
            <a:xfrm>
              <a:off x="1109" y="2630"/>
              <a:ext cx="502" cy="51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eaLnBrk="1" hangingPunct="1"/>
              <a:r>
                <a:rPr lang="zh-CN" altLang="en-US">
                  <a:solidFill>
                    <a:srgbClr val="3366FF"/>
                  </a:solidFill>
                  <a:latin typeface="Times New Roman" panose="02020603050405020304" pitchFamily="18" charset="0"/>
                </a:rPr>
                <a:t>线性</a:t>
              </a:r>
            </a:p>
            <a:p>
              <a:pPr algn="l" eaLnBrk="1" hangingPunct="1"/>
              <a:r>
                <a:rPr lang="zh-CN" altLang="en-US">
                  <a:solidFill>
                    <a:srgbClr val="3366FF"/>
                  </a:solidFill>
                  <a:latin typeface="Times New Roman" panose="02020603050405020304" pitchFamily="18" charset="0"/>
                </a:rPr>
                <a:t>无源</a:t>
              </a:r>
              <a:endParaRPr lang="zh-CN" altLang="en-US" b="0">
                <a:latin typeface="Times New Roman" panose="02020603050405020304" pitchFamily="18" charset="0"/>
              </a:endParaRPr>
            </a:p>
          </p:txBody>
        </p:sp>
        <p:sp>
          <p:nvSpPr>
            <p:cNvPr id="115755" name="Line 1067"/>
            <p:cNvSpPr>
              <a:spLocks noChangeShapeType="1"/>
            </p:cNvSpPr>
            <p:nvPr/>
          </p:nvSpPr>
          <p:spPr bwMode="auto">
            <a:xfrm>
              <a:off x="532" y="2620"/>
              <a:ext cx="304"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15756" name="Line 1068"/>
            <p:cNvSpPr>
              <a:spLocks noChangeShapeType="1"/>
            </p:cNvSpPr>
            <p:nvPr/>
          </p:nvSpPr>
          <p:spPr bwMode="auto">
            <a:xfrm flipH="1">
              <a:off x="2004" y="2628"/>
              <a:ext cx="264"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15757" name="Rectangle 1069"/>
            <p:cNvSpPr>
              <a:spLocks noChangeArrowheads="1"/>
            </p:cNvSpPr>
            <p:nvPr/>
          </p:nvSpPr>
          <p:spPr bwMode="auto">
            <a:xfrm>
              <a:off x="938" y="3336"/>
              <a:ext cx="1124" cy="288"/>
            </a:xfrm>
            <a:prstGeom prst="rect">
              <a:avLst/>
            </a:prstGeom>
            <a:noFill/>
            <a:ln>
              <a:noFill/>
            </a:ln>
            <a:effectLst/>
            <a:extLst>
              <a:ext uri="{909E8E84-426E-40DD-AFC4-6F175D3DCCD1}">
                <a14:hiddenFill xmlns:a14="http://schemas.microsoft.com/office/drawing/2010/main">
                  <a:solidFill>
                    <a:srgbClr val="FFFFCC">
                      <a:alpha val="50000"/>
                    </a:srgbClr>
                  </a:solidFill>
                </a14:hiddenFill>
              </a:ext>
              <a:ext uri="{91240B29-F687-4F45-9708-019B960494DF}">
                <a14:hiddenLine xmlns:a14="http://schemas.microsoft.com/office/drawing/2010/main" w="31750">
                  <a:solidFill>
                    <a:schemeClr val="tx1"/>
                  </a:solidFill>
                  <a:miter lim="800000"/>
                  <a:headEnd/>
                  <a:tailEnd type="none" w="med"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spAutoFit/>
            </a:bodyPr>
            <a:lstStyle/>
            <a:p>
              <a:pPr algn="l"/>
              <a:r>
                <a:rPr lang="en-US" altLang="zh-CN">
                  <a:latin typeface="Times New Roman" panose="02020603050405020304" pitchFamily="18" charset="0"/>
                  <a:ea typeface="黑体" panose="02010609060101010101" pitchFamily="49" charset="-122"/>
                </a:rPr>
                <a:t>2</a:t>
              </a:r>
              <a:r>
                <a:rPr lang="en-US" altLang="zh-CN" b="0">
                  <a:latin typeface="黑体" panose="02010609060101010101" pitchFamily="49" charset="-122"/>
                  <a:ea typeface="黑体" panose="02010609060101010101" pitchFamily="49" charset="-122"/>
                </a:rPr>
                <a:t>-</a:t>
              </a:r>
              <a:r>
                <a:rPr lang="en-US" altLang="zh-CN">
                  <a:latin typeface="Times New Roman" panose="02020603050405020304" pitchFamily="18" charset="0"/>
                  <a:ea typeface="黑体" panose="02010609060101010101" pitchFamily="49" charset="-122"/>
                </a:rPr>
                <a:t>2</a:t>
              </a:r>
              <a:r>
                <a:rPr lang="en-US" altLang="zh-CN">
                  <a:latin typeface="Times New Roman" panose="02020603050405020304" pitchFamily="18" charset="0"/>
                  <a:ea typeface="黑体" panose="02010609060101010101" pitchFamily="49" charset="-122"/>
                  <a:sym typeface="Symbol" panose="05050102010706020507" pitchFamily="18" charset="2"/>
                </a:rPr>
                <a:t>  </a:t>
              </a:r>
              <a:r>
                <a:rPr lang="zh-CN" altLang="en-US">
                  <a:latin typeface="Times New Roman" panose="02020603050405020304" pitchFamily="18" charset="0"/>
                  <a:sym typeface="Symbol" panose="05050102010706020507" pitchFamily="18" charset="2"/>
                </a:rPr>
                <a:t>短路    </a:t>
              </a:r>
            </a:p>
          </p:txBody>
        </p:sp>
      </p:grpSp>
      <p:grpSp>
        <p:nvGrpSpPr>
          <p:cNvPr id="115766" name="Group 1078"/>
          <p:cNvGrpSpPr>
            <a:grpSpLocks/>
          </p:cNvGrpSpPr>
          <p:nvPr/>
        </p:nvGrpSpPr>
        <p:grpSpPr bwMode="auto">
          <a:xfrm>
            <a:off x="792163" y="1339850"/>
            <a:ext cx="3975100" cy="2009775"/>
            <a:chOff x="265" y="844"/>
            <a:chExt cx="2504" cy="1266"/>
          </a:xfrm>
        </p:grpSpPr>
        <p:sp>
          <p:nvSpPr>
            <p:cNvPr id="115727" name="Line 1039"/>
            <p:cNvSpPr>
              <a:spLocks noChangeShapeType="1"/>
            </p:cNvSpPr>
            <p:nvPr/>
          </p:nvSpPr>
          <p:spPr bwMode="auto">
            <a:xfrm>
              <a:off x="707" y="1200"/>
              <a:ext cx="1824"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5728" name="Line 1040"/>
            <p:cNvSpPr>
              <a:spLocks noChangeShapeType="1"/>
            </p:cNvSpPr>
            <p:nvPr/>
          </p:nvSpPr>
          <p:spPr bwMode="auto">
            <a:xfrm>
              <a:off x="707" y="1632"/>
              <a:ext cx="1832"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5729" name="Rectangle 1041"/>
            <p:cNvSpPr>
              <a:spLocks noChangeArrowheads="1"/>
            </p:cNvSpPr>
            <p:nvPr/>
          </p:nvSpPr>
          <p:spPr bwMode="auto">
            <a:xfrm>
              <a:off x="1139" y="1104"/>
              <a:ext cx="864" cy="624"/>
            </a:xfrm>
            <a:prstGeom prst="rect">
              <a:avLst/>
            </a:prstGeom>
            <a:solidFill>
              <a:srgbClr val="F9FFE1"/>
            </a:solidFill>
            <a:ln w="31750">
              <a:solidFill>
                <a:schemeClr val="tx1"/>
              </a:solidFill>
              <a:miter lim="800000"/>
              <a:headEnd/>
              <a:tailEnd/>
            </a:ln>
          </p:spPr>
          <p:txBody>
            <a:bodyPr wrap="none" anchor="ctr"/>
            <a:lstStyle/>
            <a:p>
              <a:endParaRPr lang="zh-CN" altLang="en-US"/>
            </a:p>
          </p:txBody>
        </p:sp>
        <p:sp>
          <p:nvSpPr>
            <p:cNvPr id="115730" name="Text Box 1042"/>
            <p:cNvSpPr txBox="1">
              <a:spLocks noChangeArrowheads="1"/>
            </p:cNvSpPr>
            <p:nvPr/>
          </p:nvSpPr>
          <p:spPr bwMode="auto">
            <a:xfrm>
              <a:off x="450" y="1124"/>
              <a:ext cx="225"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eaLnBrk="1" hangingPunct="1"/>
              <a:r>
                <a:rPr lang="en-US" altLang="zh-CN">
                  <a:latin typeface="Times New Roman" panose="02020603050405020304" pitchFamily="18" charset="0"/>
                </a:rPr>
                <a:t>+</a:t>
              </a:r>
              <a:endParaRPr lang="en-US" altLang="zh-CN" b="0">
                <a:latin typeface="Times New Roman" panose="02020603050405020304" pitchFamily="18" charset="0"/>
              </a:endParaRPr>
            </a:p>
          </p:txBody>
        </p:sp>
        <p:sp>
          <p:nvSpPr>
            <p:cNvPr id="115731" name="Text Box 1043"/>
            <p:cNvSpPr txBox="1">
              <a:spLocks noChangeArrowheads="1"/>
            </p:cNvSpPr>
            <p:nvPr/>
          </p:nvSpPr>
          <p:spPr bwMode="auto">
            <a:xfrm>
              <a:off x="457" y="1432"/>
              <a:ext cx="212"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eaLnBrk="1" hangingPunct="1"/>
              <a:r>
                <a:rPr lang="en-US" altLang="zh-CN">
                  <a:latin typeface="黑体" panose="02010609060101010101" pitchFamily="49" charset="-122"/>
                  <a:ea typeface="黑体" panose="02010609060101010101" pitchFamily="49" charset="-122"/>
                  <a:sym typeface="Symbol" panose="05050102010706020507" pitchFamily="18" charset="2"/>
                </a:rPr>
                <a:t>-</a:t>
              </a:r>
              <a:endParaRPr lang="en-US" altLang="zh-CN" b="0">
                <a:latin typeface="Times New Roman" panose="02020603050405020304" pitchFamily="18" charset="0"/>
              </a:endParaRPr>
            </a:p>
          </p:txBody>
        </p:sp>
        <p:sp>
          <p:nvSpPr>
            <p:cNvPr id="115732" name="Oval 1044"/>
            <p:cNvSpPr>
              <a:spLocks noChangeArrowheads="1"/>
            </p:cNvSpPr>
            <p:nvPr/>
          </p:nvSpPr>
          <p:spPr bwMode="auto">
            <a:xfrm>
              <a:off x="596" y="1305"/>
              <a:ext cx="227" cy="227"/>
            </a:xfrm>
            <a:prstGeom prst="ellipse">
              <a:avLst/>
            </a:prstGeom>
            <a:solidFill>
              <a:schemeClr val="accent1"/>
            </a:solidFill>
            <a:ln w="31750">
              <a:solidFill>
                <a:schemeClr val="tx1"/>
              </a:solidFill>
              <a:round/>
              <a:headEnd/>
              <a:tailEnd/>
            </a:ln>
          </p:spPr>
          <p:txBody>
            <a:bodyPr wrap="none" anchor="ctr"/>
            <a:lstStyle/>
            <a:p>
              <a:endParaRPr lang="zh-CN" altLang="en-US"/>
            </a:p>
          </p:txBody>
        </p:sp>
        <p:graphicFrame>
          <p:nvGraphicFramePr>
            <p:cNvPr id="115733" name="Object 1045"/>
            <p:cNvGraphicFramePr>
              <a:graphicFrameLocks noChangeAspect="1"/>
            </p:cNvGraphicFramePr>
            <p:nvPr/>
          </p:nvGraphicFramePr>
          <p:xfrm>
            <a:off x="265" y="1192"/>
            <a:ext cx="256" cy="289"/>
          </p:xfrm>
          <a:graphic>
            <a:graphicData uri="http://schemas.openxmlformats.org/presentationml/2006/ole">
              <mc:AlternateContent xmlns:mc="http://schemas.openxmlformats.org/markup-compatibility/2006">
                <mc:Choice xmlns:v="urn:schemas-microsoft-com:vml" Requires="v">
                  <p:oleObj spid="_x0000_s188591" name="Equation" r:id="rId17" imgW="203040" imgH="228600" progId="Equation.3">
                    <p:embed/>
                  </p:oleObj>
                </mc:Choice>
                <mc:Fallback>
                  <p:oleObj name="Equation" r:id="rId17" imgW="203040" imgH="228600" progId="Equation.3">
                    <p:embed/>
                    <p:pic>
                      <p:nvPicPr>
                        <p:cNvPr id="0" name="Object 1045"/>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65" y="1192"/>
                          <a:ext cx="256" cy="28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5734" name="Object 1046"/>
            <p:cNvGraphicFramePr>
              <a:graphicFrameLocks noChangeAspect="1"/>
            </p:cNvGraphicFramePr>
            <p:nvPr/>
          </p:nvGraphicFramePr>
          <p:xfrm>
            <a:off x="691" y="846"/>
            <a:ext cx="208" cy="289"/>
          </p:xfrm>
          <a:graphic>
            <a:graphicData uri="http://schemas.openxmlformats.org/presentationml/2006/ole">
              <mc:AlternateContent xmlns:mc="http://schemas.openxmlformats.org/markup-compatibility/2006">
                <mc:Choice xmlns:v="urn:schemas-microsoft-com:vml" Requires="v">
                  <p:oleObj spid="_x0000_s188592" name="Equation" r:id="rId19" imgW="164880" imgH="228600" progId="Equation.3">
                    <p:embed/>
                  </p:oleObj>
                </mc:Choice>
                <mc:Fallback>
                  <p:oleObj name="Equation" r:id="rId19" imgW="164880" imgH="228600" progId="Equation.3">
                    <p:embed/>
                    <p:pic>
                      <p:nvPicPr>
                        <p:cNvPr id="0" name="Object 1046"/>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691" y="846"/>
                          <a:ext cx="208" cy="28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5735" name="Object 1047"/>
            <p:cNvGraphicFramePr>
              <a:graphicFrameLocks noChangeAspect="1"/>
            </p:cNvGraphicFramePr>
            <p:nvPr/>
          </p:nvGraphicFramePr>
          <p:xfrm>
            <a:off x="2147" y="844"/>
            <a:ext cx="528" cy="290"/>
          </p:xfrm>
          <a:graphic>
            <a:graphicData uri="http://schemas.openxmlformats.org/presentationml/2006/ole">
              <mc:AlternateContent xmlns:mc="http://schemas.openxmlformats.org/markup-compatibility/2006">
                <mc:Choice xmlns:v="urn:schemas-microsoft-com:vml" Requires="v">
                  <p:oleObj spid="_x0000_s188593" name="Equation" r:id="rId21" imgW="419040" imgH="228600" progId="Equation.3">
                    <p:embed/>
                  </p:oleObj>
                </mc:Choice>
                <mc:Fallback>
                  <p:oleObj name="Equation" r:id="rId21" imgW="419040" imgH="228600" progId="Equation.3">
                    <p:embed/>
                    <p:pic>
                      <p:nvPicPr>
                        <p:cNvPr id="0" name="Object 1047"/>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2147" y="844"/>
                          <a:ext cx="528" cy="2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5736" name="Line 1048"/>
            <p:cNvSpPr>
              <a:spLocks noChangeShapeType="1"/>
            </p:cNvSpPr>
            <p:nvPr/>
          </p:nvSpPr>
          <p:spPr bwMode="auto">
            <a:xfrm>
              <a:off x="707" y="1204"/>
              <a:ext cx="0" cy="444"/>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5738" name="Text Box 1050"/>
            <p:cNvSpPr txBox="1">
              <a:spLocks noChangeArrowheads="1"/>
            </p:cNvSpPr>
            <p:nvPr/>
          </p:nvSpPr>
          <p:spPr bwMode="auto">
            <a:xfrm>
              <a:off x="1317" y="1166"/>
              <a:ext cx="502" cy="51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eaLnBrk="1" hangingPunct="1"/>
              <a:r>
                <a:rPr lang="zh-CN" altLang="en-US">
                  <a:solidFill>
                    <a:srgbClr val="3366FF"/>
                  </a:solidFill>
                  <a:latin typeface="Times New Roman" panose="02020603050405020304" pitchFamily="18" charset="0"/>
                </a:rPr>
                <a:t>线性</a:t>
              </a:r>
            </a:p>
            <a:p>
              <a:pPr algn="l" eaLnBrk="1" hangingPunct="1"/>
              <a:r>
                <a:rPr lang="zh-CN" altLang="en-US">
                  <a:solidFill>
                    <a:srgbClr val="3366FF"/>
                  </a:solidFill>
                  <a:latin typeface="Times New Roman" panose="02020603050405020304" pitchFamily="18" charset="0"/>
                </a:rPr>
                <a:t>无源</a:t>
              </a:r>
              <a:endParaRPr lang="zh-CN" altLang="en-US" b="0">
                <a:latin typeface="Times New Roman" panose="02020603050405020304" pitchFamily="18" charset="0"/>
              </a:endParaRPr>
            </a:p>
          </p:txBody>
        </p:sp>
        <p:sp>
          <p:nvSpPr>
            <p:cNvPr id="115739" name="Line 1051"/>
            <p:cNvSpPr>
              <a:spLocks noChangeShapeType="1"/>
            </p:cNvSpPr>
            <p:nvPr/>
          </p:nvSpPr>
          <p:spPr bwMode="auto">
            <a:xfrm>
              <a:off x="764" y="1164"/>
              <a:ext cx="248"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15740" name="Line 1052"/>
            <p:cNvSpPr>
              <a:spLocks noChangeShapeType="1"/>
            </p:cNvSpPr>
            <p:nvPr/>
          </p:nvSpPr>
          <p:spPr bwMode="auto">
            <a:xfrm flipH="1">
              <a:off x="2196" y="1164"/>
              <a:ext cx="256"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15741" name="Text Box 1053"/>
            <p:cNvSpPr txBox="1">
              <a:spLocks noChangeArrowheads="1"/>
            </p:cNvSpPr>
            <p:nvPr/>
          </p:nvSpPr>
          <p:spPr bwMode="auto">
            <a:xfrm>
              <a:off x="1058" y="1822"/>
              <a:ext cx="1124" cy="288"/>
            </a:xfrm>
            <a:prstGeom prst="rect">
              <a:avLst/>
            </a:prstGeom>
            <a:noFill/>
            <a:ln>
              <a:noFill/>
            </a:ln>
            <a:effectLst/>
            <a:extLst>
              <a:ext uri="{909E8E84-426E-40DD-AFC4-6F175D3DCCD1}">
                <a14:hiddenFill xmlns:a14="http://schemas.microsoft.com/office/drawing/2010/main">
                  <a:solidFill>
                    <a:srgbClr val="FFFFCC">
                      <a:alpha val="50000"/>
                    </a:srgbClr>
                  </a:solidFill>
                </a14:hiddenFill>
              </a:ext>
              <a:ext uri="{91240B29-F687-4F45-9708-019B960494DF}">
                <a14:hiddenLine xmlns:a14="http://schemas.microsoft.com/office/drawing/2010/main" w="31750">
                  <a:solidFill>
                    <a:schemeClr val="tx1"/>
                  </a:solidFill>
                  <a:miter lim="800000"/>
                  <a:headEnd/>
                  <a:tailEnd type="none" w="med"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spAutoFit/>
            </a:bodyPr>
            <a:lstStyle/>
            <a:p>
              <a:pPr algn="l"/>
              <a:r>
                <a:rPr lang="en-US" altLang="zh-CN">
                  <a:latin typeface="Times New Roman" panose="02020603050405020304" pitchFamily="18" charset="0"/>
                  <a:ea typeface="黑体" panose="02010609060101010101" pitchFamily="49" charset="-122"/>
                </a:rPr>
                <a:t>2</a:t>
              </a:r>
              <a:r>
                <a:rPr lang="en-US" altLang="zh-CN" b="0">
                  <a:latin typeface="黑体" panose="02010609060101010101" pitchFamily="49" charset="-122"/>
                  <a:ea typeface="黑体" panose="02010609060101010101" pitchFamily="49" charset="-122"/>
                </a:rPr>
                <a:t>-</a:t>
              </a:r>
              <a:r>
                <a:rPr lang="en-US" altLang="zh-CN">
                  <a:latin typeface="Times New Roman" panose="02020603050405020304" pitchFamily="18" charset="0"/>
                  <a:ea typeface="黑体" panose="02010609060101010101" pitchFamily="49" charset="-122"/>
                </a:rPr>
                <a:t>2</a:t>
              </a:r>
              <a:r>
                <a:rPr lang="en-US" altLang="zh-CN">
                  <a:latin typeface="Times New Roman" panose="02020603050405020304" pitchFamily="18" charset="0"/>
                  <a:ea typeface="黑体" panose="02010609060101010101" pitchFamily="49" charset="-122"/>
                  <a:sym typeface="Symbol" panose="05050102010706020507" pitchFamily="18" charset="2"/>
                </a:rPr>
                <a:t>  </a:t>
              </a:r>
              <a:r>
                <a:rPr lang="zh-CN" altLang="en-US">
                  <a:latin typeface="Times New Roman" panose="02020603050405020304" pitchFamily="18" charset="0"/>
                  <a:sym typeface="Symbol" panose="05050102010706020507" pitchFamily="18" charset="2"/>
                </a:rPr>
                <a:t>开路    </a:t>
              </a:r>
              <a:endParaRPr lang="zh-CN" altLang="en-US">
                <a:latin typeface="Times New Roman" panose="02020603050405020304" pitchFamily="18" charset="0"/>
              </a:endParaRPr>
            </a:p>
          </p:txBody>
        </p:sp>
        <p:sp>
          <p:nvSpPr>
            <p:cNvPr id="115761" name="Oval 1073"/>
            <p:cNvSpPr>
              <a:spLocks noChangeArrowheads="1"/>
            </p:cNvSpPr>
            <p:nvPr/>
          </p:nvSpPr>
          <p:spPr bwMode="auto">
            <a:xfrm>
              <a:off x="2526" y="1596"/>
              <a:ext cx="56" cy="56"/>
            </a:xfrm>
            <a:prstGeom prst="ellipse">
              <a:avLst/>
            </a:prstGeom>
            <a:solidFill>
              <a:srgbClr val="FFFFCC">
                <a:alpha val="50000"/>
              </a:srgbClr>
            </a:solidFill>
            <a:ln w="19050">
              <a:solidFill>
                <a:schemeClr val="tx1"/>
              </a:solidFill>
              <a:round/>
              <a:headEnd/>
              <a:tailEnd type="none" w="med" len="lg"/>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p>
              <a:endParaRPr lang="zh-CN" altLang="en-US"/>
            </a:p>
          </p:txBody>
        </p:sp>
        <p:sp>
          <p:nvSpPr>
            <p:cNvPr id="115762" name="Oval 1074"/>
            <p:cNvSpPr>
              <a:spLocks noChangeArrowheads="1"/>
            </p:cNvSpPr>
            <p:nvPr/>
          </p:nvSpPr>
          <p:spPr bwMode="auto">
            <a:xfrm>
              <a:off x="2526" y="1164"/>
              <a:ext cx="56" cy="56"/>
            </a:xfrm>
            <a:prstGeom prst="ellipse">
              <a:avLst/>
            </a:prstGeom>
            <a:solidFill>
              <a:srgbClr val="FFFFCC">
                <a:alpha val="50000"/>
              </a:srgbClr>
            </a:solidFill>
            <a:ln w="19050">
              <a:solidFill>
                <a:schemeClr val="tx1"/>
              </a:solidFill>
              <a:round/>
              <a:headEnd/>
              <a:tailEnd type="none" w="med" len="lg"/>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p>
              <a:endParaRPr lang="zh-CN" altLang="en-US"/>
            </a:p>
          </p:txBody>
        </p:sp>
        <p:sp>
          <p:nvSpPr>
            <p:cNvPr id="115763" name="Text Box 1075"/>
            <p:cNvSpPr txBox="1">
              <a:spLocks noChangeArrowheads="1"/>
            </p:cNvSpPr>
            <p:nvPr/>
          </p:nvSpPr>
          <p:spPr bwMode="auto">
            <a:xfrm>
              <a:off x="2544" y="1130"/>
              <a:ext cx="225"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eaLnBrk="1" hangingPunct="1"/>
              <a:r>
                <a:rPr lang="en-US" altLang="zh-CN">
                  <a:latin typeface="Times New Roman" panose="02020603050405020304" pitchFamily="18" charset="0"/>
                </a:rPr>
                <a:t>+</a:t>
              </a:r>
              <a:endParaRPr lang="en-US" altLang="zh-CN" b="0">
                <a:latin typeface="Times New Roman" panose="02020603050405020304" pitchFamily="18" charset="0"/>
              </a:endParaRPr>
            </a:p>
          </p:txBody>
        </p:sp>
        <p:sp>
          <p:nvSpPr>
            <p:cNvPr id="115764" name="Text Box 1076"/>
            <p:cNvSpPr txBox="1">
              <a:spLocks noChangeArrowheads="1"/>
            </p:cNvSpPr>
            <p:nvPr/>
          </p:nvSpPr>
          <p:spPr bwMode="auto">
            <a:xfrm>
              <a:off x="2551" y="1420"/>
              <a:ext cx="212"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eaLnBrk="1" hangingPunct="1"/>
              <a:r>
                <a:rPr lang="en-US" altLang="zh-CN">
                  <a:latin typeface="黑体" panose="02010609060101010101" pitchFamily="49" charset="-122"/>
                  <a:ea typeface="黑体" panose="02010609060101010101" pitchFamily="49" charset="-122"/>
                  <a:sym typeface="Symbol" panose="05050102010706020507" pitchFamily="18" charset="2"/>
                </a:rPr>
                <a:t>-</a:t>
              </a:r>
              <a:endParaRPr lang="en-US" altLang="zh-CN" b="0">
                <a:latin typeface="Times New Roman" panose="02020603050405020304" pitchFamily="18" charset="0"/>
              </a:endParaRPr>
            </a:p>
          </p:txBody>
        </p:sp>
        <p:graphicFrame>
          <p:nvGraphicFramePr>
            <p:cNvPr id="115765" name="Object 1077"/>
            <p:cNvGraphicFramePr>
              <a:graphicFrameLocks noChangeAspect="1"/>
            </p:cNvGraphicFramePr>
            <p:nvPr/>
          </p:nvGraphicFramePr>
          <p:xfrm>
            <a:off x="2353" y="1270"/>
            <a:ext cx="256" cy="289"/>
          </p:xfrm>
          <a:graphic>
            <a:graphicData uri="http://schemas.openxmlformats.org/presentationml/2006/ole">
              <mc:AlternateContent xmlns:mc="http://schemas.openxmlformats.org/markup-compatibility/2006">
                <mc:Choice xmlns:v="urn:schemas-microsoft-com:vml" Requires="v">
                  <p:oleObj spid="_x0000_s188594" name="Equation" r:id="rId23" imgW="203040" imgH="228600" progId="Equation.3">
                    <p:embed/>
                  </p:oleObj>
                </mc:Choice>
                <mc:Fallback>
                  <p:oleObj name="Equation" r:id="rId23" imgW="203040" imgH="228600" progId="Equation.3">
                    <p:embed/>
                    <p:pic>
                      <p:nvPicPr>
                        <p:cNvPr id="0" name="Object 1077"/>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2353" y="1270"/>
                          <a:ext cx="256" cy="28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54" name="Object 9"/>
          <p:cNvGraphicFramePr>
            <a:graphicFrameLocks noChangeAspect="1"/>
          </p:cNvGraphicFramePr>
          <p:nvPr>
            <p:extLst>
              <p:ext uri="{D42A27DB-BD31-4B8C-83A1-F6EECF244321}">
                <p14:modId xmlns:p14="http://schemas.microsoft.com/office/powerpoint/2010/main" val="2351996681"/>
              </p:ext>
            </p:extLst>
          </p:nvPr>
        </p:nvGraphicFramePr>
        <p:xfrm>
          <a:off x="6637339" y="288925"/>
          <a:ext cx="1951038" cy="958850"/>
        </p:xfrm>
        <a:graphic>
          <a:graphicData uri="http://schemas.openxmlformats.org/presentationml/2006/ole">
            <mc:AlternateContent xmlns:mc="http://schemas.openxmlformats.org/markup-compatibility/2006">
              <mc:Choice xmlns:v="urn:schemas-microsoft-com:vml" Requires="v">
                <p:oleObj spid="_x0000_s188595" name="Equation" r:id="rId25" imgW="977760" imgH="482400" progId="Equation.DSMT4">
                  <p:embed/>
                </p:oleObj>
              </mc:Choice>
              <mc:Fallback>
                <p:oleObj name="Equation" r:id="rId25" imgW="977760" imgH="482400" progId="Equation.DSMT4">
                  <p:embed/>
                  <p:pic>
                    <p:nvPicPr>
                      <p:cNvPr id="32777" name="Object 9"/>
                      <p:cNvPicPr>
                        <a:picLocks noChangeAspect="1" noChangeArrowheads="1"/>
                      </p:cNvPicPr>
                      <p:nvPr/>
                    </p:nvPicPr>
                    <p:blipFill>
                      <a:blip r:embed="rId26"/>
                      <a:srcRect/>
                      <a:stretch>
                        <a:fillRect/>
                      </a:stretch>
                    </p:blipFill>
                    <p:spPr bwMode="auto">
                      <a:xfrm>
                        <a:off x="6637339" y="288925"/>
                        <a:ext cx="1951038" cy="958850"/>
                      </a:xfrm>
                      <a:prstGeom prst="rect">
                        <a:avLst/>
                      </a:prstGeom>
                      <a:noFill/>
                      <a:ln>
                        <a:noFill/>
                      </a:ln>
                      <a:effectLst/>
                      <a:extLst>
                        <a:ext uri="{909E8E84-426E-40DD-AFC4-6F175D3DCCD1}">
                          <a14:hiddenFill xmlns:a14="http://schemas.microsoft.com/office/drawing/2010/main">
                            <a:solidFill>
                              <a:srgbClr val="FF99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15715"/>
                                        </p:tgtEl>
                                        <p:attrNameLst>
                                          <p:attrName>style.visibility</p:attrName>
                                        </p:attrNameLst>
                                      </p:cBhvr>
                                      <p:to>
                                        <p:strVal val="visible"/>
                                      </p:to>
                                    </p:set>
                                    <p:animEffect transition="in" filter="wipe(left)">
                                      <p:cBhvr>
                                        <p:cTn id="7" dur="500"/>
                                        <p:tgtEl>
                                          <p:spTgt spid="11571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15717"/>
                                        </p:tgtEl>
                                        <p:attrNameLst>
                                          <p:attrName>style.visibility</p:attrName>
                                        </p:attrNameLst>
                                      </p:cBhvr>
                                      <p:to>
                                        <p:strVal val="visible"/>
                                      </p:to>
                                    </p:set>
                                    <p:animEffect transition="in" filter="wipe(left)">
                                      <p:cBhvr>
                                        <p:cTn id="12" dur="500"/>
                                        <p:tgtEl>
                                          <p:spTgt spid="11571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8" fill="hold" nodeType="clickEffect">
                                  <p:stCondLst>
                                    <p:cond delay="0"/>
                                  </p:stCondLst>
                                  <p:childTnLst>
                                    <p:set>
                                      <p:cBhvr>
                                        <p:cTn id="16" dur="1" fill="hold">
                                          <p:stCondLst>
                                            <p:cond delay="0"/>
                                          </p:stCondLst>
                                        </p:cTn>
                                        <p:tgtEl>
                                          <p:spTgt spid="115766"/>
                                        </p:tgtEl>
                                        <p:attrNameLst>
                                          <p:attrName>style.visibility</p:attrName>
                                        </p:attrNameLst>
                                      </p:cBhvr>
                                      <p:to>
                                        <p:strVal val="visible"/>
                                      </p:to>
                                    </p:set>
                                    <p:anim calcmode="lin" valueType="num">
                                      <p:cBhvr additive="base">
                                        <p:cTn id="17" dur="500" fill="hold"/>
                                        <p:tgtEl>
                                          <p:spTgt spid="115766"/>
                                        </p:tgtEl>
                                        <p:attrNameLst>
                                          <p:attrName>ppt_x</p:attrName>
                                        </p:attrNameLst>
                                      </p:cBhvr>
                                      <p:tavLst>
                                        <p:tav tm="0">
                                          <p:val>
                                            <p:strVal val="0-#ppt_w/2"/>
                                          </p:val>
                                        </p:tav>
                                        <p:tav tm="100000">
                                          <p:val>
                                            <p:strVal val="#ppt_x"/>
                                          </p:val>
                                        </p:tav>
                                      </p:tavLst>
                                    </p:anim>
                                    <p:anim calcmode="lin" valueType="num">
                                      <p:cBhvr additive="base">
                                        <p:cTn id="18" dur="500" fill="hold"/>
                                        <p:tgtEl>
                                          <p:spTgt spid="115766"/>
                                        </p:tgtEl>
                                        <p:attrNameLst>
                                          <p:attrName>ppt_y</p:attrName>
                                        </p:attrNameLst>
                                      </p:cBhvr>
                                      <p:tavLst>
                                        <p:tav tm="0">
                                          <p:val>
                                            <p:strVal val="#ppt_y"/>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nodeType="clickEffect">
                                  <p:stCondLst>
                                    <p:cond delay="0"/>
                                  </p:stCondLst>
                                  <p:childTnLst>
                                    <p:set>
                                      <p:cBhvr>
                                        <p:cTn id="22" dur="1" fill="hold">
                                          <p:stCondLst>
                                            <p:cond delay="0"/>
                                          </p:stCondLst>
                                        </p:cTn>
                                        <p:tgtEl>
                                          <p:spTgt spid="115719"/>
                                        </p:tgtEl>
                                        <p:attrNameLst>
                                          <p:attrName>style.visibility</p:attrName>
                                        </p:attrNameLst>
                                      </p:cBhvr>
                                      <p:to>
                                        <p:strVal val="visible"/>
                                      </p:to>
                                    </p:set>
                                    <p:animEffect transition="in" filter="wipe(left)">
                                      <p:cBhvr>
                                        <p:cTn id="23" dur="500"/>
                                        <p:tgtEl>
                                          <p:spTgt spid="115719"/>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8" fill="hold" nodeType="clickEffect">
                                  <p:stCondLst>
                                    <p:cond delay="0"/>
                                  </p:stCondLst>
                                  <p:childTnLst>
                                    <p:set>
                                      <p:cBhvr>
                                        <p:cTn id="27" dur="1" fill="hold">
                                          <p:stCondLst>
                                            <p:cond delay="0"/>
                                          </p:stCondLst>
                                        </p:cTn>
                                        <p:tgtEl>
                                          <p:spTgt spid="115716"/>
                                        </p:tgtEl>
                                        <p:attrNameLst>
                                          <p:attrName>style.visibility</p:attrName>
                                        </p:attrNameLst>
                                      </p:cBhvr>
                                      <p:to>
                                        <p:strVal val="visible"/>
                                      </p:to>
                                    </p:set>
                                    <p:animEffect transition="in" filter="wipe(left)">
                                      <p:cBhvr>
                                        <p:cTn id="28" dur="500"/>
                                        <p:tgtEl>
                                          <p:spTgt spid="115716"/>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8" fill="hold" nodeType="clickEffect">
                                  <p:stCondLst>
                                    <p:cond delay="0"/>
                                  </p:stCondLst>
                                  <p:childTnLst>
                                    <p:set>
                                      <p:cBhvr>
                                        <p:cTn id="32" dur="1" fill="hold">
                                          <p:stCondLst>
                                            <p:cond delay="0"/>
                                          </p:stCondLst>
                                        </p:cTn>
                                        <p:tgtEl>
                                          <p:spTgt spid="115718"/>
                                        </p:tgtEl>
                                        <p:attrNameLst>
                                          <p:attrName>style.visibility</p:attrName>
                                        </p:attrNameLst>
                                      </p:cBhvr>
                                      <p:to>
                                        <p:strVal val="visible"/>
                                      </p:to>
                                    </p:set>
                                    <p:animEffect transition="in" filter="wipe(left)">
                                      <p:cBhvr>
                                        <p:cTn id="33" dur="500"/>
                                        <p:tgtEl>
                                          <p:spTgt spid="115718"/>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 presetClass="entr" presetSubtype="4" fill="hold" nodeType="clickEffect">
                                  <p:stCondLst>
                                    <p:cond delay="0"/>
                                  </p:stCondLst>
                                  <p:childTnLst>
                                    <p:set>
                                      <p:cBhvr>
                                        <p:cTn id="37" dur="1" fill="hold">
                                          <p:stCondLst>
                                            <p:cond delay="0"/>
                                          </p:stCondLst>
                                        </p:cTn>
                                        <p:tgtEl>
                                          <p:spTgt spid="115767"/>
                                        </p:tgtEl>
                                        <p:attrNameLst>
                                          <p:attrName>style.visibility</p:attrName>
                                        </p:attrNameLst>
                                      </p:cBhvr>
                                      <p:to>
                                        <p:strVal val="visible"/>
                                      </p:to>
                                    </p:set>
                                    <p:anim calcmode="lin" valueType="num">
                                      <p:cBhvr additive="base">
                                        <p:cTn id="38" dur="500" fill="hold"/>
                                        <p:tgtEl>
                                          <p:spTgt spid="115767"/>
                                        </p:tgtEl>
                                        <p:attrNameLst>
                                          <p:attrName>ppt_x</p:attrName>
                                        </p:attrNameLst>
                                      </p:cBhvr>
                                      <p:tavLst>
                                        <p:tav tm="0">
                                          <p:val>
                                            <p:strVal val="#ppt_x"/>
                                          </p:val>
                                        </p:tav>
                                        <p:tav tm="100000">
                                          <p:val>
                                            <p:strVal val="#ppt_x"/>
                                          </p:val>
                                        </p:tav>
                                      </p:tavLst>
                                    </p:anim>
                                    <p:anim calcmode="lin" valueType="num">
                                      <p:cBhvr additive="base">
                                        <p:cTn id="39" dur="500" fill="hold"/>
                                        <p:tgtEl>
                                          <p:spTgt spid="115767"/>
                                        </p:tgtEl>
                                        <p:attrNameLst>
                                          <p:attrName>ppt_y</p:attrName>
                                        </p:attrNameLst>
                                      </p:cBhvr>
                                      <p:tavLst>
                                        <p:tav tm="0">
                                          <p:val>
                                            <p:strVal val="1+#ppt_h/2"/>
                                          </p:val>
                                        </p:tav>
                                        <p:tav tm="100000">
                                          <p:val>
                                            <p:strVal val="#ppt_y"/>
                                          </p:val>
                                        </p:tav>
                                      </p:tavLst>
                                    </p:anim>
                                  </p:childTnLst>
                                </p:cTn>
                              </p:par>
                            </p:childTnLst>
                          </p:cTn>
                        </p:par>
                      </p:childTnLst>
                    </p:cTn>
                  </p:par>
                  <p:par>
                    <p:cTn id="40" fill="hold" nodeType="clickPar">
                      <p:stCondLst>
                        <p:cond delay="indefinite"/>
                      </p:stCondLst>
                      <p:childTnLst>
                        <p:par>
                          <p:cTn id="41" fill="hold" nodeType="withGroup">
                            <p:stCondLst>
                              <p:cond delay="0"/>
                            </p:stCondLst>
                            <p:childTnLst>
                              <p:par>
                                <p:cTn id="42" presetID="22" presetClass="entr" presetSubtype="8" fill="hold" nodeType="clickEffect">
                                  <p:stCondLst>
                                    <p:cond delay="0"/>
                                  </p:stCondLst>
                                  <p:childTnLst>
                                    <p:set>
                                      <p:cBhvr>
                                        <p:cTn id="43" dur="1" fill="hold">
                                          <p:stCondLst>
                                            <p:cond delay="0"/>
                                          </p:stCondLst>
                                        </p:cTn>
                                        <p:tgtEl>
                                          <p:spTgt spid="115722"/>
                                        </p:tgtEl>
                                        <p:attrNameLst>
                                          <p:attrName>style.visibility</p:attrName>
                                        </p:attrNameLst>
                                      </p:cBhvr>
                                      <p:to>
                                        <p:strVal val="visible"/>
                                      </p:to>
                                    </p:set>
                                    <p:animEffect transition="in" filter="wipe(left)">
                                      <p:cBhvr>
                                        <p:cTn id="44" dur="500"/>
                                        <p:tgtEl>
                                          <p:spTgt spid="1157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5842" name="Object 2"/>
          <p:cNvGraphicFramePr>
            <a:graphicFrameLocks noChangeAspect="1"/>
          </p:cNvGraphicFramePr>
          <p:nvPr/>
        </p:nvGraphicFramePr>
        <p:xfrm>
          <a:off x="5749925" y="2509838"/>
          <a:ext cx="1938338" cy="952500"/>
        </p:xfrm>
        <a:graphic>
          <a:graphicData uri="http://schemas.openxmlformats.org/presentationml/2006/ole">
            <mc:AlternateContent xmlns:mc="http://schemas.openxmlformats.org/markup-compatibility/2006">
              <mc:Choice xmlns:v="urn:schemas-microsoft-com:vml" Requires="v">
                <p:oleObj spid="_x0000_s36007" name="Equation" r:id="rId4" imgW="685800" imgH="393480" progId="Equation.3">
                  <p:embed/>
                </p:oleObj>
              </mc:Choice>
              <mc:Fallback>
                <p:oleObj name="Equation" r:id="rId4" imgW="685800" imgH="393480" progId="Equation.3">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49925" y="2509838"/>
                        <a:ext cx="1938338" cy="952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5844" name="Text Box 4"/>
          <p:cNvSpPr txBox="1">
            <a:spLocks noChangeArrowheads="1"/>
          </p:cNvSpPr>
          <p:nvPr/>
        </p:nvSpPr>
        <p:spPr bwMode="auto">
          <a:xfrm>
            <a:off x="5124450" y="4622800"/>
            <a:ext cx="8382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eaLnBrk="1" hangingPunct="1">
              <a:spcBef>
                <a:spcPct val="50000"/>
              </a:spcBef>
            </a:pPr>
            <a:r>
              <a:rPr lang="zh-CN" altLang="en-US">
                <a:latin typeface="Times New Roman" panose="02020603050405020304" pitchFamily="18" charset="0"/>
              </a:rPr>
              <a:t>则    </a:t>
            </a:r>
          </a:p>
        </p:txBody>
      </p:sp>
      <p:graphicFrame>
        <p:nvGraphicFramePr>
          <p:cNvPr id="35845" name="Object 5"/>
          <p:cNvGraphicFramePr>
            <a:graphicFrameLocks noChangeAspect="1"/>
          </p:cNvGraphicFramePr>
          <p:nvPr/>
        </p:nvGraphicFramePr>
        <p:xfrm>
          <a:off x="5903913" y="4184650"/>
          <a:ext cx="1755775" cy="1449388"/>
        </p:xfrm>
        <a:graphic>
          <a:graphicData uri="http://schemas.openxmlformats.org/presentationml/2006/ole">
            <mc:AlternateContent xmlns:mc="http://schemas.openxmlformats.org/markup-compatibility/2006">
              <mc:Choice xmlns:v="urn:schemas-microsoft-com:vml" Requires="v">
                <p:oleObj spid="_x0000_s36008" name="公式" r:id="rId6" imgW="799920" imgH="660240" progId="Equation.3">
                  <p:embed/>
                </p:oleObj>
              </mc:Choice>
              <mc:Fallback>
                <p:oleObj name="公式" r:id="rId6" imgW="799920" imgH="660240" progId="Equation.3">
                  <p:embed/>
                  <p:pic>
                    <p:nvPicPr>
                      <p:cNvPr id="0"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903913" y="4184650"/>
                        <a:ext cx="1755775" cy="1449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5847" name="Text Box 7"/>
          <p:cNvSpPr txBox="1">
            <a:spLocks noChangeArrowheads="1"/>
          </p:cNvSpPr>
          <p:nvPr/>
        </p:nvSpPr>
        <p:spPr bwMode="auto">
          <a:xfrm>
            <a:off x="647700" y="4622800"/>
            <a:ext cx="81915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eaLnBrk="1" hangingPunct="1">
              <a:spcBef>
                <a:spcPct val="50000"/>
              </a:spcBef>
            </a:pPr>
            <a:r>
              <a:rPr lang="zh-CN" altLang="en-US">
                <a:latin typeface="Times New Roman" panose="02020603050405020304" pitchFamily="18" charset="0"/>
              </a:rPr>
              <a:t>即    </a:t>
            </a:r>
          </a:p>
        </p:txBody>
      </p:sp>
      <p:graphicFrame>
        <p:nvGraphicFramePr>
          <p:cNvPr id="35848" name="Object 8"/>
          <p:cNvGraphicFramePr>
            <a:graphicFrameLocks noChangeAspect="1"/>
          </p:cNvGraphicFramePr>
          <p:nvPr/>
        </p:nvGraphicFramePr>
        <p:xfrm>
          <a:off x="1627188" y="4184650"/>
          <a:ext cx="3068637" cy="1450975"/>
        </p:xfrm>
        <a:graphic>
          <a:graphicData uri="http://schemas.openxmlformats.org/presentationml/2006/ole">
            <mc:AlternateContent xmlns:mc="http://schemas.openxmlformats.org/markup-compatibility/2006">
              <mc:Choice xmlns:v="urn:schemas-microsoft-com:vml" Requires="v">
                <p:oleObj spid="_x0000_s36009" name="Equation" r:id="rId8" imgW="1396800" imgH="660240" progId="Equation.3">
                  <p:embed/>
                </p:oleObj>
              </mc:Choice>
              <mc:Fallback>
                <p:oleObj name="Equation" r:id="rId8" imgW="1396800" imgH="660240" progId="Equation.3">
                  <p:embed/>
                  <p:pic>
                    <p:nvPicPr>
                      <p:cNvPr id="0" name="Object 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627188" y="4184650"/>
                        <a:ext cx="3068637" cy="1450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5877" name="Object 37"/>
          <p:cNvGraphicFramePr>
            <a:graphicFrameLocks noChangeAspect="1"/>
          </p:cNvGraphicFramePr>
          <p:nvPr/>
        </p:nvGraphicFramePr>
        <p:xfrm>
          <a:off x="5751513" y="1844675"/>
          <a:ext cx="1630362" cy="519113"/>
        </p:xfrm>
        <a:graphic>
          <a:graphicData uri="http://schemas.openxmlformats.org/presentationml/2006/ole">
            <mc:AlternateContent xmlns:mc="http://schemas.openxmlformats.org/markup-compatibility/2006">
              <mc:Choice xmlns:v="urn:schemas-microsoft-com:vml" Requires="v">
                <p:oleObj spid="_x0000_s36010" name="Equation" r:id="rId10" imgW="609480" imgH="228600" progId="Equation.3">
                  <p:embed/>
                </p:oleObj>
              </mc:Choice>
              <mc:Fallback>
                <p:oleObj name="Equation" r:id="rId10" imgW="609480" imgH="228600" progId="Equation.3">
                  <p:embed/>
                  <p:pic>
                    <p:nvPicPr>
                      <p:cNvPr id="0" name="Object 3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751513" y="1844675"/>
                        <a:ext cx="1630362"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35878" name="Group 38"/>
          <p:cNvGrpSpPr>
            <a:grpSpLocks/>
          </p:cNvGrpSpPr>
          <p:nvPr/>
        </p:nvGrpSpPr>
        <p:grpSpPr bwMode="auto">
          <a:xfrm>
            <a:off x="979488" y="433388"/>
            <a:ext cx="4260850" cy="468312"/>
            <a:chOff x="288" y="300"/>
            <a:chExt cx="2684" cy="295"/>
          </a:xfrm>
        </p:grpSpPr>
        <p:sp>
          <p:nvSpPr>
            <p:cNvPr id="35879" name="Text Box 39"/>
            <p:cNvSpPr txBox="1">
              <a:spLocks noChangeArrowheads="1"/>
            </p:cNvSpPr>
            <p:nvPr/>
          </p:nvSpPr>
          <p:spPr bwMode="auto">
            <a:xfrm>
              <a:off x="288" y="300"/>
              <a:ext cx="636"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spcBef>
                  <a:spcPct val="50000"/>
                </a:spcBef>
              </a:pPr>
              <a:r>
                <a:rPr lang="zh-CN" altLang="en-US">
                  <a:solidFill>
                    <a:srgbClr val="FF3300"/>
                  </a:solidFill>
                  <a:latin typeface="Times New Roman" panose="02020603050405020304" pitchFamily="18" charset="0"/>
                </a:rPr>
                <a:t>例</a:t>
              </a:r>
              <a:r>
                <a:rPr lang="en-US" altLang="zh-CN">
                  <a:solidFill>
                    <a:srgbClr val="FF3300"/>
                  </a:solidFill>
                  <a:latin typeface="Times New Roman" panose="02020603050405020304" pitchFamily="18" charset="0"/>
                </a:rPr>
                <a:t>1    </a:t>
              </a:r>
              <a:endParaRPr lang="en-US" altLang="zh-CN">
                <a:solidFill>
                  <a:schemeClr val="accent2"/>
                </a:solidFill>
                <a:latin typeface="Times New Roman" panose="02020603050405020304" pitchFamily="18" charset="0"/>
              </a:endParaRPr>
            </a:p>
          </p:txBody>
        </p:sp>
        <p:sp>
          <p:nvSpPr>
            <p:cNvPr id="35880" name="Text Box 40"/>
            <p:cNvSpPr txBox="1">
              <a:spLocks noChangeArrowheads="1"/>
            </p:cNvSpPr>
            <p:nvPr/>
          </p:nvSpPr>
          <p:spPr bwMode="auto">
            <a:xfrm>
              <a:off x="666" y="307"/>
              <a:ext cx="2306"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eaLnBrk="1" hangingPunct="1"/>
              <a:r>
                <a:rPr lang="en-US" altLang="zh-CN">
                  <a:latin typeface="Times New Roman" panose="02020603050405020304" pitchFamily="18" charset="0"/>
                </a:rPr>
                <a:t>  </a:t>
              </a:r>
              <a:r>
                <a:rPr lang="zh-CN" altLang="en-US">
                  <a:latin typeface="Times New Roman" panose="02020603050405020304" pitchFamily="18" charset="0"/>
                </a:rPr>
                <a:t>求所示电路的</a:t>
              </a:r>
              <a:r>
                <a:rPr lang="en-US" altLang="zh-CN" i="1">
                  <a:latin typeface="Times New Roman" panose="02020603050405020304" pitchFamily="18" charset="0"/>
                </a:rPr>
                <a:t>T </a:t>
              </a:r>
              <a:r>
                <a:rPr lang="zh-CN" altLang="en-US">
                  <a:latin typeface="Times New Roman" panose="02020603050405020304" pitchFamily="18" charset="0"/>
                </a:rPr>
                <a:t>参数。    </a:t>
              </a:r>
              <a:endParaRPr lang="zh-CN" altLang="en-US" b="0">
                <a:latin typeface="Times New Roman" panose="02020603050405020304" pitchFamily="18" charset="0"/>
              </a:endParaRPr>
            </a:p>
          </p:txBody>
        </p:sp>
      </p:grpSp>
      <p:sp>
        <p:nvSpPr>
          <p:cNvPr id="35882" name="Text Box 42"/>
          <p:cNvSpPr txBox="1">
            <a:spLocks noChangeArrowheads="1"/>
          </p:cNvSpPr>
          <p:nvPr/>
        </p:nvSpPr>
        <p:spPr bwMode="auto">
          <a:xfrm>
            <a:off x="5708650" y="1173163"/>
            <a:ext cx="20208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lang="zh-CN" altLang="en-US">
                <a:latin typeface="Times New Roman" panose="02020603050405020304" pitchFamily="18" charset="0"/>
              </a:rPr>
              <a:t>理想变压器    </a:t>
            </a:r>
          </a:p>
        </p:txBody>
      </p:sp>
      <p:grpSp>
        <p:nvGrpSpPr>
          <p:cNvPr id="35900" name="Group 60"/>
          <p:cNvGrpSpPr>
            <a:grpSpLocks/>
          </p:cNvGrpSpPr>
          <p:nvPr/>
        </p:nvGrpSpPr>
        <p:grpSpPr bwMode="auto">
          <a:xfrm>
            <a:off x="1154113" y="1057275"/>
            <a:ext cx="3675062" cy="2170113"/>
            <a:chOff x="727" y="666"/>
            <a:chExt cx="2315" cy="1367"/>
          </a:xfrm>
        </p:grpSpPr>
        <p:sp>
          <p:nvSpPr>
            <p:cNvPr id="35850" name="Line 10"/>
            <p:cNvSpPr>
              <a:spLocks noChangeShapeType="1"/>
            </p:cNvSpPr>
            <p:nvPr/>
          </p:nvSpPr>
          <p:spPr bwMode="auto">
            <a:xfrm flipV="1">
              <a:off x="2042" y="1048"/>
              <a:ext cx="1" cy="162"/>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851" name="Line 11"/>
            <p:cNvSpPr>
              <a:spLocks noChangeShapeType="1"/>
            </p:cNvSpPr>
            <p:nvPr/>
          </p:nvSpPr>
          <p:spPr bwMode="auto">
            <a:xfrm flipV="1">
              <a:off x="2042" y="1850"/>
              <a:ext cx="1" cy="157"/>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853" name="Line 13"/>
            <p:cNvSpPr>
              <a:spLocks noChangeShapeType="1"/>
            </p:cNvSpPr>
            <p:nvPr/>
          </p:nvSpPr>
          <p:spPr bwMode="auto">
            <a:xfrm>
              <a:off x="1679" y="1850"/>
              <a:ext cx="1" cy="157"/>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854" name="Line 14"/>
            <p:cNvSpPr>
              <a:spLocks noChangeShapeType="1"/>
            </p:cNvSpPr>
            <p:nvPr/>
          </p:nvSpPr>
          <p:spPr bwMode="auto">
            <a:xfrm>
              <a:off x="1679" y="1048"/>
              <a:ext cx="0" cy="162"/>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35892" name="Group 52"/>
            <p:cNvGrpSpPr>
              <a:grpSpLocks/>
            </p:cNvGrpSpPr>
            <p:nvPr/>
          </p:nvGrpSpPr>
          <p:grpSpPr bwMode="auto">
            <a:xfrm>
              <a:off x="1674" y="1210"/>
              <a:ext cx="373" cy="640"/>
              <a:chOff x="1674" y="1210"/>
              <a:chExt cx="373" cy="640"/>
            </a:xfrm>
          </p:grpSpPr>
          <p:sp>
            <p:nvSpPr>
              <p:cNvPr id="35852" name="Freeform 12"/>
              <p:cNvSpPr>
                <a:spLocks/>
              </p:cNvSpPr>
              <p:nvPr/>
            </p:nvSpPr>
            <p:spPr bwMode="auto">
              <a:xfrm>
                <a:off x="1965" y="1210"/>
                <a:ext cx="82" cy="640"/>
              </a:xfrm>
              <a:custGeom>
                <a:avLst/>
                <a:gdLst>
                  <a:gd name="T0" fmla="*/ 103 w 103"/>
                  <a:gd name="T1" fmla="*/ 799 h 799"/>
                  <a:gd name="T2" fmla="*/ 65 w 103"/>
                  <a:gd name="T3" fmla="*/ 788 h 799"/>
                  <a:gd name="T4" fmla="*/ 33 w 103"/>
                  <a:gd name="T5" fmla="*/ 767 h 799"/>
                  <a:gd name="T6" fmla="*/ 11 w 103"/>
                  <a:gd name="T7" fmla="*/ 735 h 799"/>
                  <a:gd name="T8" fmla="*/ 0 w 103"/>
                  <a:gd name="T9" fmla="*/ 698 h 799"/>
                  <a:gd name="T10" fmla="*/ 11 w 103"/>
                  <a:gd name="T11" fmla="*/ 660 h 799"/>
                  <a:gd name="T12" fmla="*/ 33 w 103"/>
                  <a:gd name="T13" fmla="*/ 629 h 799"/>
                  <a:gd name="T14" fmla="*/ 65 w 103"/>
                  <a:gd name="T15" fmla="*/ 607 h 799"/>
                  <a:gd name="T16" fmla="*/ 103 w 103"/>
                  <a:gd name="T17" fmla="*/ 597 h 799"/>
                  <a:gd name="T18" fmla="*/ 65 w 103"/>
                  <a:gd name="T19" fmla="*/ 591 h 799"/>
                  <a:gd name="T20" fmla="*/ 33 w 103"/>
                  <a:gd name="T21" fmla="*/ 570 h 799"/>
                  <a:gd name="T22" fmla="*/ 11 w 103"/>
                  <a:gd name="T23" fmla="*/ 538 h 799"/>
                  <a:gd name="T24" fmla="*/ 0 w 103"/>
                  <a:gd name="T25" fmla="*/ 501 h 799"/>
                  <a:gd name="T26" fmla="*/ 11 w 103"/>
                  <a:gd name="T27" fmla="*/ 463 h 799"/>
                  <a:gd name="T28" fmla="*/ 33 w 103"/>
                  <a:gd name="T29" fmla="*/ 426 h 799"/>
                  <a:gd name="T30" fmla="*/ 65 w 103"/>
                  <a:gd name="T31" fmla="*/ 405 h 799"/>
                  <a:gd name="T32" fmla="*/ 103 w 103"/>
                  <a:gd name="T33" fmla="*/ 399 h 799"/>
                  <a:gd name="T34" fmla="*/ 65 w 103"/>
                  <a:gd name="T35" fmla="*/ 394 h 799"/>
                  <a:gd name="T36" fmla="*/ 33 w 103"/>
                  <a:gd name="T37" fmla="*/ 367 h 799"/>
                  <a:gd name="T38" fmla="*/ 11 w 103"/>
                  <a:gd name="T39" fmla="*/ 335 h 799"/>
                  <a:gd name="T40" fmla="*/ 0 w 103"/>
                  <a:gd name="T41" fmla="*/ 298 h 799"/>
                  <a:gd name="T42" fmla="*/ 11 w 103"/>
                  <a:gd name="T43" fmla="*/ 261 h 799"/>
                  <a:gd name="T44" fmla="*/ 33 w 103"/>
                  <a:gd name="T45" fmla="*/ 229 h 799"/>
                  <a:gd name="T46" fmla="*/ 65 w 103"/>
                  <a:gd name="T47" fmla="*/ 208 h 799"/>
                  <a:gd name="T48" fmla="*/ 103 w 103"/>
                  <a:gd name="T49" fmla="*/ 197 h 799"/>
                  <a:gd name="T50" fmla="*/ 65 w 103"/>
                  <a:gd name="T51" fmla="*/ 192 h 799"/>
                  <a:gd name="T52" fmla="*/ 33 w 103"/>
                  <a:gd name="T53" fmla="*/ 170 h 799"/>
                  <a:gd name="T54" fmla="*/ 11 w 103"/>
                  <a:gd name="T55" fmla="*/ 138 h 799"/>
                  <a:gd name="T56" fmla="*/ 0 w 103"/>
                  <a:gd name="T57" fmla="*/ 101 h 799"/>
                  <a:gd name="T58" fmla="*/ 11 w 103"/>
                  <a:gd name="T59" fmla="*/ 64 h 799"/>
                  <a:gd name="T60" fmla="*/ 33 w 103"/>
                  <a:gd name="T61" fmla="*/ 26 h 799"/>
                  <a:gd name="T62" fmla="*/ 65 w 103"/>
                  <a:gd name="T63" fmla="*/ 5 h 799"/>
                  <a:gd name="T64" fmla="*/ 103 w 103"/>
                  <a:gd name="T65" fmla="*/ 0 h 7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03" h="799">
                    <a:moveTo>
                      <a:pt x="103" y="799"/>
                    </a:moveTo>
                    <a:lnTo>
                      <a:pt x="65" y="788"/>
                    </a:lnTo>
                    <a:lnTo>
                      <a:pt x="33" y="767"/>
                    </a:lnTo>
                    <a:lnTo>
                      <a:pt x="11" y="735"/>
                    </a:lnTo>
                    <a:lnTo>
                      <a:pt x="0" y="698"/>
                    </a:lnTo>
                    <a:lnTo>
                      <a:pt x="11" y="660"/>
                    </a:lnTo>
                    <a:lnTo>
                      <a:pt x="33" y="629"/>
                    </a:lnTo>
                    <a:lnTo>
                      <a:pt x="65" y="607"/>
                    </a:lnTo>
                    <a:lnTo>
                      <a:pt x="103" y="597"/>
                    </a:lnTo>
                    <a:lnTo>
                      <a:pt x="65" y="591"/>
                    </a:lnTo>
                    <a:lnTo>
                      <a:pt x="33" y="570"/>
                    </a:lnTo>
                    <a:lnTo>
                      <a:pt x="11" y="538"/>
                    </a:lnTo>
                    <a:lnTo>
                      <a:pt x="0" y="501"/>
                    </a:lnTo>
                    <a:lnTo>
                      <a:pt x="11" y="463"/>
                    </a:lnTo>
                    <a:lnTo>
                      <a:pt x="33" y="426"/>
                    </a:lnTo>
                    <a:lnTo>
                      <a:pt x="65" y="405"/>
                    </a:lnTo>
                    <a:lnTo>
                      <a:pt x="103" y="399"/>
                    </a:lnTo>
                    <a:lnTo>
                      <a:pt x="65" y="394"/>
                    </a:lnTo>
                    <a:lnTo>
                      <a:pt x="33" y="367"/>
                    </a:lnTo>
                    <a:lnTo>
                      <a:pt x="11" y="335"/>
                    </a:lnTo>
                    <a:lnTo>
                      <a:pt x="0" y="298"/>
                    </a:lnTo>
                    <a:lnTo>
                      <a:pt x="11" y="261"/>
                    </a:lnTo>
                    <a:lnTo>
                      <a:pt x="33" y="229"/>
                    </a:lnTo>
                    <a:lnTo>
                      <a:pt x="65" y="208"/>
                    </a:lnTo>
                    <a:lnTo>
                      <a:pt x="103" y="197"/>
                    </a:lnTo>
                    <a:lnTo>
                      <a:pt x="65" y="192"/>
                    </a:lnTo>
                    <a:lnTo>
                      <a:pt x="33" y="170"/>
                    </a:lnTo>
                    <a:lnTo>
                      <a:pt x="11" y="138"/>
                    </a:lnTo>
                    <a:lnTo>
                      <a:pt x="0" y="101"/>
                    </a:lnTo>
                    <a:lnTo>
                      <a:pt x="11" y="64"/>
                    </a:lnTo>
                    <a:lnTo>
                      <a:pt x="33" y="26"/>
                    </a:lnTo>
                    <a:lnTo>
                      <a:pt x="65" y="5"/>
                    </a:lnTo>
                    <a:lnTo>
                      <a:pt x="103" y="0"/>
                    </a:lnTo>
                  </a:path>
                </a:pathLst>
              </a:custGeom>
              <a:noFill/>
              <a:ln w="31750" cmpd="sng">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5855" name="Freeform 15"/>
              <p:cNvSpPr>
                <a:spLocks/>
              </p:cNvSpPr>
              <p:nvPr/>
            </p:nvSpPr>
            <p:spPr bwMode="auto">
              <a:xfrm>
                <a:off x="1674" y="1210"/>
                <a:ext cx="78" cy="640"/>
              </a:xfrm>
              <a:custGeom>
                <a:avLst/>
                <a:gdLst>
                  <a:gd name="T0" fmla="*/ 0 w 97"/>
                  <a:gd name="T1" fmla="*/ 0 h 799"/>
                  <a:gd name="T2" fmla="*/ 38 w 97"/>
                  <a:gd name="T3" fmla="*/ 5 h 799"/>
                  <a:gd name="T4" fmla="*/ 70 w 97"/>
                  <a:gd name="T5" fmla="*/ 26 h 799"/>
                  <a:gd name="T6" fmla="*/ 92 w 97"/>
                  <a:gd name="T7" fmla="*/ 64 h 799"/>
                  <a:gd name="T8" fmla="*/ 97 w 97"/>
                  <a:gd name="T9" fmla="*/ 101 h 799"/>
                  <a:gd name="T10" fmla="*/ 92 w 97"/>
                  <a:gd name="T11" fmla="*/ 138 h 799"/>
                  <a:gd name="T12" fmla="*/ 70 w 97"/>
                  <a:gd name="T13" fmla="*/ 170 h 799"/>
                  <a:gd name="T14" fmla="*/ 38 w 97"/>
                  <a:gd name="T15" fmla="*/ 192 h 799"/>
                  <a:gd name="T16" fmla="*/ 0 w 97"/>
                  <a:gd name="T17" fmla="*/ 197 h 799"/>
                  <a:gd name="T18" fmla="*/ 38 w 97"/>
                  <a:gd name="T19" fmla="*/ 208 h 799"/>
                  <a:gd name="T20" fmla="*/ 70 w 97"/>
                  <a:gd name="T21" fmla="*/ 229 h 799"/>
                  <a:gd name="T22" fmla="*/ 92 w 97"/>
                  <a:gd name="T23" fmla="*/ 261 h 799"/>
                  <a:gd name="T24" fmla="*/ 97 w 97"/>
                  <a:gd name="T25" fmla="*/ 298 h 799"/>
                  <a:gd name="T26" fmla="*/ 92 w 97"/>
                  <a:gd name="T27" fmla="*/ 335 h 799"/>
                  <a:gd name="T28" fmla="*/ 70 w 97"/>
                  <a:gd name="T29" fmla="*/ 367 h 799"/>
                  <a:gd name="T30" fmla="*/ 38 w 97"/>
                  <a:gd name="T31" fmla="*/ 394 h 799"/>
                  <a:gd name="T32" fmla="*/ 0 w 97"/>
                  <a:gd name="T33" fmla="*/ 399 h 799"/>
                  <a:gd name="T34" fmla="*/ 38 w 97"/>
                  <a:gd name="T35" fmla="*/ 405 h 799"/>
                  <a:gd name="T36" fmla="*/ 70 w 97"/>
                  <a:gd name="T37" fmla="*/ 426 h 799"/>
                  <a:gd name="T38" fmla="*/ 92 w 97"/>
                  <a:gd name="T39" fmla="*/ 463 h 799"/>
                  <a:gd name="T40" fmla="*/ 97 w 97"/>
                  <a:gd name="T41" fmla="*/ 501 h 799"/>
                  <a:gd name="T42" fmla="*/ 92 w 97"/>
                  <a:gd name="T43" fmla="*/ 538 h 799"/>
                  <a:gd name="T44" fmla="*/ 70 w 97"/>
                  <a:gd name="T45" fmla="*/ 570 h 799"/>
                  <a:gd name="T46" fmla="*/ 38 w 97"/>
                  <a:gd name="T47" fmla="*/ 591 h 799"/>
                  <a:gd name="T48" fmla="*/ 0 w 97"/>
                  <a:gd name="T49" fmla="*/ 597 h 799"/>
                  <a:gd name="T50" fmla="*/ 38 w 97"/>
                  <a:gd name="T51" fmla="*/ 607 h 799"/>
                  <a:gd name="T52" fmla="*/ 70 w 97"/>
                  <a:gd name="T53" fmla="*/ 629 h 799"/>
                  <a:gd name="T54" fmla="*/ 92 w 97"/>
                  <a:gd name="T55" fmla="*/ 660 h 799"/>
                  <a:gd name="T56" fmla="*/ 97 w 97"/>
                  <a:gd name="T57" fmla="*/ 698 h 799"/>
                  <a:gd name="T58" fmla="*/ 92 w 97"/>
                  <a:gd name="T59" fmla="*/ 735 h 799"/>
                  <a:gd name="T60" fmla="*/ 70 w 97"/>
                  <a:gd name="T61" fmla="*/ 767 h 799"/>
                  <a:gd name="T62" fmla="*/ 38 w 97"/>
                  <a:gd name="T63" fmla="*/ 788 h 799"/>
                  <a:gd name="T64" fmla="*/ 0 w 97"/>
                  <a:gd name="T65" fmla="*/ 799 h 7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7" h="799">
                    <a:moveTo>
                      <a:pt x="0" y="0"/>
                    </a:moveTo>
                    <a:lnTo>
                      <a:pt x="38" y="5"/>
                    </a:lnTo>
                    <a:lnTo>
                      <a:pt x="70" y="26"/>
                    </a:lnTo>
                    <a:lnTo>
                      <a:pt x="92" y="64"/>
                    </a:lnTo>
                    <a:lnTo>
                      <a:pt x="97" y="101"/>
                    </a:lnTo>
                    <a:lnTo>
                      <a:pt x="92" y="138"/>
                    </a:lnTo>
                    <a:lnTo>
                      <a:pt x="70" y="170"/>
                    </a:lnTo>
                    <a:lnTo>
                      <a:pt x="38" y="192"/>
                    </a:lnTo>
                    <a:lnTo>
                      <a:pt x="0" y="197"/>
                    </a:lnTo>
                    <a:lnTo>
                      <a:pt x="38" y="208"/>
                    </a:lnTo>
                    <a:lnTo>
                      <a:pt x="70" y="229"/>
                    </a:lnTo>
                    <a:lnTo>
                      <a:pt x="92" y="261"/>
                    </a:lnTo>
                    <a:lnTo>
                      <a:pt x="97" y="298"/>
                    </a:lnTo>
                    <a:lnTo>
                      <a:pt x="92" y="335"/>
                    </a:lnTo>
                    <a:lnTo>
                      <a:pt x="70" y="367"/>
                    </a:lnTo>
                    <a:lnTo>
                      <a:pt x="38" y="394"/>
                    </a:lnTo>
                    <a:lnTo>
                      <a:pt x="0" y="399"/>
                    </a:lnTo>
                    <a:lnTo>
                      <a:pt x="38" y="405"/>
                    </a:lnTo>
                    <a:lnTo>
                      <a:pt x="70" y="426"/>
                    </a:lnTo>
                    <a:lnTo>
                      <a:pt x="92" y="463"/>
                    </a:lnTo>
                    <a:lnTo>
                      <a:pt x="97" y="501"/>
                    </a:lnTo>
                    <a:lnTo>
                      <a:pt x="92" y="538"/>
                    </a:lnTo>
                    <a:lnTo>
                      <a:pt x="70" y="570"/>
                    </a:lnTo>
                    <a:lnTo>
                      <a:pt x="38" y="591"/>
                    </a:lnTo>
                    <a:lnTo>
                      <a:pt x="0" y="597"/>
                    </a:lnTo>
                    <a:lnTo>
                      <a:pt x="38" y="607"/>
                    </a:lnTo>
                    <a:lnTo>
                      <a:pt x="70" y="629"/>
                    </a:lnTo>
                    <a:lnTo>
                      <a:pt x="92" y="660"/>
                    </a:lnTo>
                    <a:lnTo>
                      <a:pt x="97" y="698"/>
                    </a:lnTo>
                    <a:lnTo>
                      <a:pt x="92" y="735"/>
                    </a:lnTo>
                    <a:lnTo>
                      <a:pt x="70" y="767"/>
                    </a:lnTo>
                    <a:lnTo>
                      <a:pt x="38" y="788"/>
                    </a:lnTo>
                    <a:lnTo>
                      <a:pt x="0" y="799"/>
                    </a:lnTo>
                  </a:path>
                </a:pathLst>
              </a:custGeom>
              <a:noFill/>
              <a:ln w="31750" cmpd="sng">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35856" name="Line 16"/>
            <p:cNvSpPr>
              <a:spLocks noChangeShapeType="1"/>
            </p:cNvSpPr>
            <p:nvPr/>
          </p:nvSpPr>
          <p:spPr bwMode="auto">
            <a:xfrm>
              <a:off x="2043" y="1049"/>
              <a:ext cx="791"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857" name="Line 17"/>
            <p:cNvSpPr>
              <a:spLocks noChangeShapeType="1"/>
            </p:cNvSpPr>
            <p:nvPr/>
          </p:nvSpPr>
          <p:spPr bwMode="auto">
            <a:xfrm>
              <a:off x="2038" y="2007"/>
              <a:ext cx="801" cy="1"/>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858" name="Line 18"/>
            <p:cNvSpPr>
              <a:spLocks noChangeShapeType="1"/>
            </p:cNvSpPr>
            <p:nvPr/>
          </p:nvSpPr>
          <p:spPr bwMode="auto">
            <a:xfrm flipH="1">
              <a:off x="887" y="1048"/>
              <a:ext cx="793" cy="1"/>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859" name="Line 19"/>
            <p:cNvSpPr>
              <a:spLocks noChangeShapeType="1"/>
            </p:cNvSpPr>
            <p:nvPr/>
          </p:nvSpPr>
          <p:spPr bwMode="auto">
            <a:xfrm flipH="1">
              <a:off x="887" y="2007"/>
              <a:ext cx="792" cy="1"/>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860" name="Rectangle 20"/>
            <p:cNvSpPr>
              <a:spLocks noChangeArrowheads="1"/>
            </p:cNvSpPr>
            <p:nvPr/>
          </p:nvSpPr>
          <p:spPr bwMode="auto">
            <a:xfrm>
              <a:off x="1670" y="831"/>
              <a:ext cx="387"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spAutoFit/>
            </a:bodyPr>
            <a:lstStyle/>
            <a:p>
              <a:pPr eaLnBrk="1" hangingPunct="1"/>
              <a:r>
                <a:rPr lang="en-US" altLang="zh-CN" i="1">
                  <a:solidFill>
                    <a:srgbClr val="000000"/>
                  </a:solidFill>
                  <a:latin typeface="Times New Roman" panose="02020603050405020304" pitchFamily="18" charset="0"/>
                </a:rPr>
                <a:t>n</a:t>
              </a:r>
              <a:r>
                <a:rPr lang="en-US" altLang="zh-CN">
                  <a:solidFill>
                    <a:srgbClr val="000000"/>
                  </a:solidFill>
                  <a:latin typeface="Times New Roman" panose="02020603050405020304" pitchFamily="18" charset="0"/>
                </a:rPr>
                <a:t>:1</a:t>
              </a:r>
              <a:endParaRPr lang="en-US" altLang="zh-CN">
                <a:latin typeface="Times New Roman" panose="02020603050405020304" pitchFamily="18" charset="0"/>
              </a:endParaRPr>
            </a:p>
          </p:txBody>
        </p:sp>
        <p:sp>
          <p:nvSpPr>
            <p:cNvPr id="35861" name="Oval 21"/>
            <p:cNvSpPr>
              <a:spLocks noChangeArrowheads="1"/>
            </p:cNvSpPr>
            <p:nvPr/>
          </p:nvSpPr>
          <p:spPr bwMode="auto">
            <a:xfrm>
              <a:off x="818" y="1005"/>
              <a:ext cx="73" cy="73"/>
            </a:xfrm>
            <a:prstGeom prst="ellipse">
              <a:avLst/>
            </a:prstGeom>
            <a:noFill/>
            <a:ln w="19050">
              <a:solidFill>
                <a:schemeClr val="tx1"/>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sp>
          <p:nvSpPr>
            <p:cNvPr id="35862" name="Oval 22"/>
            <p:cNvSpPr>
              <a:spLocks noChangeArrowheads="1"/>
            </p:cNvSpPr>
            <p:nvPr/>
          </p:nvSpPr>
          <p:spPr bwMode="auto">
            <a:xfrm>
              <a:off x="1724" y="1105"/>
              <a:ext cx="46" cy="45"/>
            </a:xfrm>
            <a:prstGeom prst="ellipse">
              <a:avLst/>
            </a:prstGeom>
            <a:solidFill>
              <a:schemeClr val="tx1"/>
            </a:solidFill>
            <a:ln w="28575">
              <a:solidFill>
                <a:schemeClr val="tx1"/>
              </a:solidFill>
              <a:round/>
              <a:headEnd/>
              <a:tailEnd/>
            </a:ln>
          </p:spPr>
          <p:txBody>
            <a:bodyPr wrap="none" anchor="ctr"/>
            <a:lstStyle/>
            <a:p>
              <a:endParaRPr lang="zh-CN" altLang="en-US"/>
            </a:p>
          </p:txBody>
        </p:sp>
        <p:sp>
          <p:nvSpPr>
            <p:cNvPr id="35863" name="Oval 23"/>
            <p:cNvSpPr>
              <a:spLocks noChangeArrowheads="1"/>
            </p:cNvSpPr>
            <p:nvPr/>
          </p:nvSpPr>
          <p:spPr bwMode="auto">
            <a:xfrm>
              <a:off x="1929" y="1105"/>
              <a:ext cx="45" cy="45"/>
            </a:xfrm>
            <a:prstGeom prst="ellipse">
              <a:avLst/>
            </a:prstGeom>
            <a:solidFill>
              <a:schemeClr val="tx1"/>
            </a:solidFill>
            <a:ln w="28575">
              <a:solidFill>
                <a:schemeClr val="tx1"/>
              </a:solidFill>
              <a:round/>
              <a:headEnd/>
              <a:tailEnd/>
            </a:ln>
          </p:spPr>
          <p:txBody>
            <a:bodyPr wrap="none" anchor="ctr"/>
            <a:lstStyle/>
            <a:p>
              <a:endParaRPr lang="zh-CN" altLang="en-US"/>
            </a:p>
          </p:txBody>
        </p:sp>
        <p:sp>
          <p:nvSpPr>
            <p:cNvPr id="35864" name="Oval 24"/>
            <p:cNvSpPr>
              <a:spLocks noChangeArrowheads="1"/>
            </p:cNvSpPr>
            <p:nvPr/>
          </p:nvSpPr>
          <p:spPr bwMode="auto">
            <a:xfrm>
              <a:off x="818" y="1960"/>
              <a:ext cx="73" cy="73"/>
            </a:xfrm>
            <a:prstGeom prst="ellipse">
              <a:avLst/>
            </a:prstGeom>
            <a:noFill/>
            <a:ln w="19050">
              <a:solidFill>
                <a:schemeClr val="tx1"/>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sp>
          <p:nvSpPr>
            <p:cNvPr id="35865" name="Oval 25"/>
            <p:cNvSpPr>
              <a:spLocks noChangeArrowheads="1"/>
            </p:cNvSpPr>
            <p:nvPr/>
          </p:nvSpPr>
          <p:spPr bwMode="auto">
            <a:xfrm>
              <a:off x="2842" y="1960"/>
              <a:ext cx="73" cy="73"/>
            </a:xfrm>
            <a:prstGeom prst="ellipse">
              <a:avLst/>
            </a:prstGeom>
            <a:noFill/>
            <a:ln w="19050">
              <a:solidFill>
                <a:schemeClr val="tx1"/>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sp>
          <p:nvSpPr>
            <p:cNvPr id="35866" name="Oval 26"/>
            <p:cNvSpPr>
              <a:spLocks noChangeArrowheads="1"/>
            </p:cNvSpPr>
            <p:nvPr/>
          </p:nvSpPr>
          <p:spPr bwMode="auto">
            <a:xfrm>
              <a:off x="2829" y="1013"/>
              <a:ext cx="73" cy="72"/>
            </a:xfrm>
            <a:prstGeom prst="ellipse">
              <a:avLst/>
            </a:prstGeom>
            <a:noFill/>
            <a:ln w="19050">
              <a:solidFill>
                <a:schemeClr val="tx1"/>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sp>
          <p:nvSpPr>
            <p:cNvPr id="35869" name="Text Box 29"/>
            <p:cNvSpPr txBox="1">
              <a:spLocks noChangeArrowheads="1"/>
            </p:cNvSpPr>
            <p:nvPr/>
          </p:nvSpPr>
          <p:spPr bwMode="auto">
            <a:xfrm>
              <a:off x="747" y="1105"/>
              <a:ext cx="267"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Lst>
          </p:spPr>
          <p:txBody>
            <a:bodyPr>
              <a:spAutoFit/>
            </a:bodyPr>
            <a:lstStyle/>
            <a:p>
              <a:pPr algn="l" eaLnBrk="1" hangingPunct="1">
                <a:spcBef>
                  <a:spcPct val="50000"/>
                </a:spcBef>
              </a:pPr>
              <a:r>
                <a:rPr lang="en-US" altLang="zh-CN">
                  <a:latin typeface="Times New Roman" panose="02020603050405020304" pitchFamily="18" charset="0"/>
                </a:rPr>
                <a:t>+</a:t>
              </a:r>
            </a:p>
          </p:txBody>
        </p:sp>
        <p:sp>
          <p:nvSpPr>
            <p:cNvPr id="35870" name="Text Box 30"/>
            <p:cNvSpPr txBox="1">
              <a:spLocks noChangeArrowheads="1"/>
            </p:cNvSpPr>
            <p:nvPr/>
          </p:nvSpPr>
          <p:spPr bwMode="auto">
            <a:xfrm>
              <a:off x="752" y="1727"/>
              <a:ext cx="267"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Lst>
          </p:spPr>
          <p:txBody>
            <a:bodyPr>
              <a:spAutoFit/>
            </a:bodyPr>
            <a:lstStyle/>
            <a:p>
              <a:pPr algn="l" eaLnBrk="1" hangingPunct="1">
                <a:spcBef>
                  <a:spcPct val="50000"/>
                </a:spcBef>
              </a:pPr>
              <a:r>
                <a:rPr lang="en-US" altLang="zh-CN" b="0">
                  <a:latin typeface="黑体" panose="02010609060101010101" pitchFamily="49" charset="-122"/>
                  <a:ea typeface="黑体" panose="02010609060101010101" pitchFamily="49" charset="-122"/>
                  <a:sym typeface="Symbol" panose="05050102010706020507" pitchFamily="18" charset="2"/>
                </a:rPr>
                <a:t>-</a:t>
              </a:r>
              <a:endParaRPr lang="en-US" altLang="zh-CN">
                <a:latin typeface="Times New Roman" panose="02020603050405020304" pitchFamily="18" charset="0"/>
              </a:endParaRPr>
            </a:p>
          </p:txBody>
        </p:sp>
        <p:sp>
          <p:nvSpPr>
            <p:cNvPr id="35871" name="Text Box 31"/>
            <p:cNvSpPr txBox="1">
              <a:spLocks noChangeArrowheads="1"/>
            </p:cNvSpPr>
            <p:nvPr/>
          </p:nvSpPr>
          <p:spPr bwMode="auto">
            <a:xfrm>
              <a:off x="2775" y="1135"/>
              <a:ext cx="267"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Lst>
          </p:spPr>
          <p:txBody>
            <a:bodyPr>
              <a:spAutoFit/>
            </a:bodyPr>
            <a:lstStyle/>
            <a:p>
              <a:pPr algn="l" eaLnBrk="1" hangingPunct="1">
                <a:spcBef>
                  <a:spcPct val="50000"/>
                </a:spcBef>
              </a:pPr>
              <a:r>
                <a:rPr lang="en-US" altLang="zh-CN">
                  <a:latin typeface="Times New Roman" panose="02020603050405020304" pitchFamily="18" charset="0"/>
                </a:rPr>
                <a:t>+</a:t>
              </a:r>
            </a:p>
          </p:txBody>
        </p:sp>
        <p:sp>
          <p:nvSpPr>
            <p:cNvPr id="35872" name="Text Box 32"/>
            <p:cNvSpPr txBox="1">
              <a:spLocks noChangeArrowheads="1"/>
            </p:cNvSpPr>
            <p:nvPr/>
          </p:nvSpPr>
          <p:spPr bwMode="auto">
            <a:xfrm>
              <a:off x="2768" y="1745"/>
              <a:ext cx="267"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Lst>
          </p:spPr>
          <p:txBody>
            <a:bodyPr>
              <a:spAutoFit/>
            </a:bodyPr>
            <a:lstStyle/>
            <a:p>
              <a:pPr algn="l" eaLnBrk="1" hangingPunct="1">
                <a:spcBef>
                  <a:spcPct val="50000"/>
                </a:spcBef>
              </a:pPr>
              <a:r>
                <a:rPr lang="en-US" altLang="zh-CN" b="0">
                  <a:latin typeface="黑体" panose="02010609060101010101" pitchFamily="49" charset="-122"/>
                  <a:ea typeface="黑体" panose="02010609060101010101" pitchFamily="49" charset="-122"/>
                  <a:sym typeface="Symbol" panose="05050102010706020507" pitchFamily="18" charset="2"/>
                </a:rPr>
                <a:t>-</a:t>
              </a:r>
              <a:endParaRPr lang="en-US" altLang="zh-CN">
                <a:latin typeface="Times New Roman" panose="02020603050405020304" pitchFamily="18" charset="0"/>
              </a:endParaRPr>
            </a:p>
          </p:txBody>
        </p:sp>
        <p:sp>
          <p:nvSpPr>
            <p:cNvPr id="35873" name="Text Box 33"/>
            <p:cNvSpPr txBox="1">
              <a:spLocks noChangeArrowheads="1"/>
            </p:cNvSpPr>
            <p:nvPr/>
          </p:nvSpPr>
          <p:spPr bwMode="auto">
            <a:xfrm>
              <a:off x="732" y="1437"/>
              <a:ext cx="358"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Lst>
          </p:spPr>
          <p:txBody>
            <a:bodyPr>
              <a:spAutoFit/>
            </a:bodyPr>
            <a:lstStyle/>
            <a:p>
              <a:pPr algn="l" eaLnBrk="1" hangingPunct="1">
                <a:spcBef>
                  <a:spcPct val="50000"/>
                </a:spcBef>
              </a:pPr>
              <a:endParaRPr lang="zh-CN" altLang="zh-CN">
                <a:latin typeface="Times New Roman" panose="02020603050405020304" pitchFamily="18" charset="0"/>
              </a:endParaRPr>
            </a:p>
          </p:txBody>
        </p:sp>
        <p:sp>
          <p:nvSpPr>
            <p:cNvPr id="35889" name="Line 49"/>
            <p:cNvSpPr>
              <a:spLocks noChangeShapeType="1"/>
            </p:cNvSpPr>
            <p:nvPr/>
          </p:nvSpPr>
          <p:spPr bwMode="auto">
            <a:xfrm>
              <a:off x="1038" y="996"/>
              <a:ext cx="282"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5890" name="Line 50"/>
            <p:cNvSpPr>
              <a:spLocks noChangeShapeType="1"/>
            </p:cNvSpPr>
            <p:nvPr/>
          </p:nvSpPr>
          <p:spPr bwMode="auto">
            <a:xfrm flipH="1">
              <a:off x="2316" y="996"/>
              <a:ext cx="306"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aphicFrame>
          <p:nvGraphicFramePr>
            <p:cNvPr id="35896" name="Object 56"/>
            <p:cNvGraphicFramePr>
              <a:graphicFrameLocks noChangeAspect="1"/>
            </p:cNvGraphicFramePr>
            <p:nvPr/>
          </p:nvGraphicFramePr>
          <p:xfrm>
            <a:off x="727" y="1416"/>
            <a:ext cx="256" cy="307"/>
          </p:xfrm>
          <a:graphic>
            <a:graphicData uri="http://schemas.openxmlformats.org/presentationml/2006/ole">
              <mc:AlternateContent xmlns:mc="http://schemas.openxmlformats.org/markup-compatibility/2006">
                <mc:Choice xmlns:v="urn:schemas-microsoft-com:vml" Requires="v">
                  <p:oleObj spid="_x0000_s36011" name="Equation" r:id="rId12" imgW="190440" imgH="228600" progId="Equation.3">
                    <p:embed/>
                  </p:oleObj>
                </mc:Choice>
                <mc:Fallback>
                  <p:oleObj name="Equation" r:id="rId12" imgW="190440" imgH="228600" progId="Equation.3">
                    <p:embed/>
                    <p:pic>
                      <p:nvPicPr>
                        <p:cNvPr id="0" name="Object 56"/>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27" y="1416"/>
                          <a:ext cx="256" cy="30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5897" name="Object 57"/>
            <p:cNvGraphicFramePr>
              <a:graphicFrameLocks noChangeAspect="1"/>
            </p:cNvGraphicFramePr>
            <p:nvPr/>
          </p:nvGraphicFramePr>
          <p:xfrm>
            <a:off x="2763" y="1445"/>
            <a:ext cx="273" cy="307"/>
          </p:xfrm>
          <a:graphic>
            <a:graphicData uri="http://schemas.openxmlformats.org/presentationml/2006/ole">
              <mc:AlternateContent xmlns:mc="http://schemas.openxmlformats.org/markup-compatibility/2006">
                <mc:Choice xmlns:v="urn:schemas-microsoft-com:vml" Requires="v">
                  <p:oleObj spid="_x0000_s36012" name="Equation" r:id="rId14" imgW="203040" imgH="228600" progId="Equation.3">
                    <p:embed/>
                  </p:oleObj>
                </mc:Choice>
                <mc:Fallback>
                  <p:oleObj name="Equation" r:id="rId14" imgW="203040" imgH="228600" progId="Equation.3">
                    <p:embed/>
                    <p:pic>
                      <p:nvPicPr>
                        <p:cNvPr id="0" name="Object 57"/>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763" y="1445"/>
                          <a:ext cx="273" cy="30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5898" name="Object 58"/>
            <p:cNvGraphicFramePr>
              <a:graphicFrameLocks noChangeAspect="1"/>
            </p:cNvGraphicFramePr>
            <p:nvPr/>
          </p:nvGraphicFramePr>
          <p:xfrm>
            <a:off x="1012" y="686"/>
            <a:ext cx="222" cy="307"/>
          </p:xfrm>
          <a:graphic>
            <a:graphicData uri="http://schemas.openxmlformats.org/presentationml/2006/ole">
              <mc:AlternateContent xmlns:mc="http://schemas.openxmlformats.org/markup-compatibility/2006">
                <mc:Choice xmlns:v="urn:schemas-microsoft-com:vml" Requires="v">
                  <p:oleObj spid="_x0000_s36013" name="Equation" r:id="rId16" imgW="164880" imgH="228600" progId="Equation.3">
                    <p:embed/>
                  </p:oleObj>
                </mc:Choice>
                <mc:Fallback>
                  <p:oleObj name="Equation" r:id="rId16" imgW="164880" imgH="228600" progId="Equation.3">
                    <p:embed/>
                    <p:pic>
                      <p:nvPicPr>
                        <p:cNvPr id="0" name="Object 58"/>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012" y="686"/>
                          <a:ext cx="222" cy="30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5899" name="Object 59"/>
            <p:cNvGraphicFramePr>
              <a:graphicFrameLocks noChangeAspect="1"/>
            </p:cNvGraphicFramePr>
            <p:nvPr/>
          </p:nvGraphicFramePr>
          <p:xfrm>
            <a:off x="2443" y="666"/>
            <a:ext cx="222" cy="307"/>
          </p:xfrm>
          <a:graphic>
            <a:graphicData uri="http://schemas.openxmlformats.org/presentationml/2006/ole">
              <mc:AlternateContent xmlns:mc="http://schemas.openxmlformats.org/markup-compatibility/2006">
                <mc:Choice xmlns:v="urn:schemas-microsoft-com:vml" Requires="v">
                  <p:oleObj spid="_x0000_s36014" name="Equation" r:id="rId18" imgW="164880" imgH="228600" progId="Equation.3">
                    <p:embed/>
                  </p:oleObj>
                </mc:Choice>
                <mc:Fallback>
                  <p:oleObj name="Equation" r:id="rId18" imgW="164880" imgH="228600" progId="Equation.3">
                    <p:embed/>
                    <p:pic>
                      <p:nvPicPr>
                        <p:cNvPr id="0" name="Object 59"/>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2443" y="666"/>
                          <a:ext cx="222" cy="30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35901" name="AutoShape 61">
            <a:hlinkClick r:id="" action="ppaction://hlinkshowjump?jump=previousslide" highlightClick="1"/>
          </p:cNvPr>
          <p:cNvSpPr>
            <a:spLocks noChangeArrowheads="1"/>
          </p:cNvSpPr>
          <p:nvPr/>
        </p:nvSpPr>
        <p:spPr bwMode="auto">
          <a:xfrm>
            <a:off x="8439150" y="6462713"/>
            <a:ext cx="344488" cy="395287"/>
          </a:xfrm>
          <a:prstGeom prst="actionButtonBackPrevious">
            <a:avLst/>
          </a:prstGeom>
          <a:solidFill>
            <a:srgbClr val="D5FFFF"/>
          </a:solidFill>
          <a:ln w="9525">
            <a:solidFill>
              <a:srgbClr val="F1FFE1"/>
            </a:solidFill>
            <a:miter lim="800000"/>
            <a:headEnd/>
            <a:tailEnd/>
          </a:ln>
        </p:spPr>
        <p:txBody>
          <a:bodyPr wrap="none" anchor="ctr"/>
          <a:lstStyle/>
          <a:p>
            <a:endParaRPr lang="zh-CN" altLang="en-US"/>
          </a:p>
        </p:txBody>
      </p:sp>
      <p:sp>
        <p:nvSpPr>
          <p:cNvPr id="35902" name="AutoShape 62">
            <a:hlinkClick r:id="" action="ppaction://hlinkshowjump?jump=nextslide" highlightClick="1"/>
          </p:cNvPr>
          <p:cNvSpPr>
            <a:spLocks noChangeArrowheads="1"/>
          </p:cNvSpPr>
          <p:nvPr/>
        </p:nvSpPr>
        <p:spPr bwMode="auto">
          <a:xfrm>
            <a:off x="8807450" y="6462713"/>
            <a:ext cx="336550" cy="395287"/>
          </a:xfrm>
          <a:prstGeom prst="actionButtonForwardNext">
            <a:avLst/>
          </a:prstGeom>
          <a:solidFill>
            <a:srgbClr val="D5FFFF"/>
          </a:solidFill>
          <a:ln w="9525">
            <a:solidFill>
              <a:srgbClr val="F1FFE1"/>
            </a:solidFill>
            <a:miter lim="800000"/>
            <a:headEnd/>
            <a:tailEnd/>
          </a:ln>
        </p:spPr>
        <p:txBody>
          <a:bodyPr wrap="none" anchor="ct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35900"/>
                                        </p:tgtEl>
                                        <p:attrNameLst>
                                          <p:attrName>style.visibility</p:attrName>
                                        </p:attrNameLst>
                                      </p:cBhvr>
                                      <p:to>
                                        <p:strVal val="visible"/>
                                      </p:to>
                                    </p:set>
                                    <p:animEffect transition="in" filter="wipe(left)">
                                      <p:cBhvr>
                                        <p:cTn id="7" dur="500"/>
                                        <p:tgtEl>
                                          <p:spTgt spid="3590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5882">
                                            <p:txEl>
                                              <p:pRg st="0" end="0"/>
                                            </p:txEl>
                                          </p:spTgt>
                                        </p:tgtEl>
                                        <p:attrNameLst>
                                          <p:attrName>style.visibility</p:attrName>
                                        </p:attrNameLst>
                                      </p:cBhvr>
                                      <p:to>
                                        <p:strVal val="visible"/>
                                      </p:to>
                                    </p:set>
                                    <p:animEffect transition="in" filter="wipe(left)">
                                      <p:cBhvr>
                                        <p:cTn id="12" dur="500"/>
                                        <p:tgtEl>
                                          <p:spTgt spid="35882">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35877"/>
                                        </p:tgtEl>
                                        <p:attrNameLst>
                                          <p:attrName>style.visibility</p:attrName>
                                        </p:attrNameLst>
                                      </p:cBhvr>
                                      <p:to>
                                        <p:strVal val="visible"/>
                                      </p:to>
                                    </p:set>
                                    <p:animEffect transition="in" filter="wipe(left)">
                                      <p:cBhvr>
                                        <p:cTn id="17" dur="500"/>
                                        <p:tgtEl>
                                          <p:spTgt spid="3587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35842"/>
                                        </p:tgtEl>
                                        <p:attrNameLst>
                                          <p:attrName>style.visibility</p:attrName>
                                        </p:attrNameLst>
                                      </p:cBhvr>
                                      <p:to>
                                        <p:strVal val="visible"/>
                                      </p:to>
                                    </p:set>
                                    <p:animEffect transition="in" filter="wipe(left)">
                                      <p:cBhvr>
                                        <p:cTn id="22" dur="500"/>
                                        <p:tgtEl>
                                          <p:spTgt spid="3584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5847">
                                            <p:txEl>
                                              <p:pRg st="0" end="0"/>
                                            </p:txEl>
                                          </p:spTgt>
                                        </p:tgtEl>
                                        <p:attrNameLst>
                                          <p:attrName>style.visibility</p:attrName>
                                        </p:attrNameLst>
                                      </p:cBhvr>
                                      <p:to>
                                        <p:strVal val="visible"/>
                                      </p:to>
                                    </p:set>
                                    <p:animEffect transition="in" filter="wipe(left)">
                                      <p:cBhvr>
                                        <p:cTn id="27" dur="500"/>
                                        <p:tgtEl>
                                          <p:spTgt spid="35847">
                                            <p:txEl>
                                              <p:pRg st="0" end="0"/>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nodeType="clickEffect">
                                  <p:stCondLst>
                                    <p:cond delay="0"/>
                                  </p:stCondLst>
                                  <p:childTnLst>
                                    <p:set>
                                      <p:cBhvr>
                                        <p:cTn id="31" dur="1" fill="hold">
                                          <p:stCondLst>
                                            <p:cond delay="0"/>
                                          </p:stCondLst>
                                        </p:cTn>
                                        <p:tgtEl>
                                          <p:spTgt spid="35848"/>
                                        </p:tgtEl>
                                        <p:attrNameLst>
                                          <p:attrName>style.visibility</p:attrName>
                                        </p:attrNameLst>
                                      </p:cBhvr>
                                      <p:to>
                                        <p:strVal val="visible"/>
                                      </p:to>
                                    </p:set>
                                    <p:animEffect transition="in" filter="dissolve">
                                      <p:cBhvr>
                                        <p:cTn id="32" dur="500"/>
                                        <p:tgtEl>
                                          <p:spTgt spid="35848"/>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5" presetClass="entr" presetSubtype="0" fill="hold" grpId="0" nodeType="clickEffect">
                                  <p:stCondLst>
                                    <p:cond delay="0"/>
                                  </p:stCondLst>
                                  <p:childTnLst>
                                    <p:set>
                                      <p:cBhvr>
                                        <p:cTn id="36" dur="1" fill="hold">
                                          <p:stCondLst>
                                            <p:cond delay="0"/>
                                          </p:stCondLst>
                                        </p:cTn>
                                        <p:tgtEl>
                                          <p:spTgt spid="35844"/>
                                        </p:tgtEl>
                                        <p:attrNameLst>
                                          <p:attrName>style.visibility</p:attrName>
                                        </p:attrNameLst>
                                      </p:cBhvr>
                                      <p:to>
                                        <p:strVal val="visible"/>
                                      </p:to>
                                    </p:set>
                                    <p:anim calcmode="lin" valueType="num">
                                      <p:cBhvr>
                                        <p:cTn id="37" dur="1000" fill="hold"/>
                                        <p:tgtEl>
                                          <p:spTgt spid="35844"/>
                                        </p:tgtEl>
                                        <p:attrNameLst>
                                          <p:attrName>ppt_w</p:attrName>
                                        </p:attrNameLst>
                                      </p:cBhvr>
                                      <p:tavLst>
                                        <p:tav tm="0">
                                          <p:val>
                                            <p:fltVal val="0"/>
                                          </p:val>
                                        </p:tav>
                                        <p:tav tm="100000">
                                          <p:val>
                                            <p:strVal val="#ppt_w"/>
                                          </p:val>
                                        </p:tav>
                                      </p:tavLst>
                                    </p:anim>
                                    <p:anim calcmode="lin" valueType="num">
                                      <p:cBhvr>
                                        <p:cTn id="38" dur="1000" fill="hold"/>
                                        <p:tgtEl>
                                          <p:spTgt spid="35844"/>
                                        </p:tgtEl>
                                        <p:attrNameLst>
                                          <p:attrName>ppt_h</p:attrName>
                                        </p:attrNameLst>
                                      </p:cBhvr>
                                      <p:tavLst>
                                        <p:tav tm="0">
                                          <p:val>
                                            <p:fltVal val="0"/>
                                          </p:val>
                                        </p:tav>
                                        <p:tav tm="100000">
                                          <p:val>
                                            <p:strVal val="#ppt_h"/>
                                          </p:val>
                                        </p:tav>
                                      </p:tavLst>
                                    </p:anim>
                                    <p:anim calcmode="lin" valueType="num">
                                      <p:cBhvr>
                                        <p:cTn id="39" dur="1000" fill="hold"/>
                                        <p:tgtEl>
                                          <p:spTgt spid="35844"/>
                                        </p:tgtEl>
                                        <p:attrNameLst>
                                          <p:attrName>ppt_x</p:attrName>
                                        </p:attrNameLst>
                                      </p:cBhvr>
                                      <p:tavLst>
                                        <p:tav tm="0" fmla="#ppt_x+(cos(-2*pi*(1-$))*-#ppt_x-sin(-2*pi*(1-$))*(1-#ppt_y))*(1-$)">
                                          <p:val>
                                            <p:fltVal val="0"/>
                                          </p:val>
                                        </p:tav>
                                        <p:tav tm="100000">
                                          <p:val>
                                            <p:fltVal val="1"/>
                                          </p:val>
                                        </p:tav>
                                      </p:tavLst>
                                    </p:anim>
                                    <p:anim calcmode="lin" valueType="num">
                                      <p:cBhvr>
                                        <p:cTn id="40" dur="1000" fill="hold"/>
                                        <p:tgtEl>
                                          <p:spTgt spid="35844"/>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41" fill="hold" nodeType="clickPar">
                      <p:stCondLst>
                        <p:cond delay="indefinite"/>
                      </p:stCondLst>
                      <p:childTnLst>
                        <p:par>
                          <p:cTn id="42" fill="hold" nodeType="withGroup">
                            <p:stCondLst>
                              <p:cond delay="0"/>
                            </p:stCondLst>
                            <p:childTnLst>
                              <p:par>
                                <p:cTn id="43" presetID="9" presetClass="entr" presetSubtype="0" fill="hold" nodeType="clickEffect">
                                  <p:stCondLst>
                                    <p:cond delay="0"/>
                                  </p:stCondLst>
                                  <p:childTnLst>
                                    <p:set>
                                      <p:cBhvr>
                                        <p:cTn id="44" dur="1" fill="hold">
                                          <p:stCondLst>
                                            <p:cond delay="0"/>
                                          </p:stCondLst>
                                        </p:cTn>
                                        <p:tgtEl>
                                          <p:spTgt spid="35845"/>
                                        </p:tgtEl>
                                        <p:attrNameLst>
                                          <p:attrName>style.visibility</p:attrName>
                                        </p:attrNameLst>
                                      </p:cBhvr>
                                      <p:to>
                                        <p:strVal val="visible"/>
                                      </p:to>
                                    </p:set>
                                    <p:animEffect transition="in" filter="dissolve">
                                      <p:cBhvr>
                                        <p:cTn id="45" dur="500"/>
                                        <p:tgtEl>
                                          <p:spTgt spid="358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4" grpId="0" autoUpdateAnimBg="0"/>
      <p:bldP spid="35847" grpId="0" build="p" autoUpdateAnimBg="0"/>
      <p:bldP spid="35882" grpId="0" build="p" autoUpdateAnimBg="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ext Box 1026"/>
          <p:cNvSpPr txBox="1">
            <a:spLocks noChangeArrowheads="1"/>
          </p:cNvSpPr>
          <p:nvPr/>
        </p:nvSpPr>
        <p:spPr bwMode="auto">
          <a:xfrm>
            <a:off x="992188" y="441325"/>
            <a:ext cx="4168775"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spcBef>
                <a:spcPct val="50000"/>
              </a:spcBef>
            </a:pPr>
            <a:r>
              <a:rPr lang="zh-CN" altLang="en-US">
                <a:solidFill>
                  <a:srgbClr val="FF3300"/>
                </a:solidFill>
                <a:latin typeface="Times New Roman" panose="02020603050405020304" pitchFamily="18" charset="0"/>
              </a:rPr>
              <a:t>例</a:t>
            </a:r>
            <a:r>
              <a:rPr lang="en-US" altLang="zh-CN">
                <a:solidFill>
                  <a:srgbClr val="FF3300"/>
                </a:solidFill>
                <a:latin typeface="Times New Roman" panose="02020603050405020304" pitchFamily="18" charset="0"/>
              </a:rPr>
              <a:t>2    </a:t>
            </a:r>
            <a:r>
              <a:rPr lang="zh-CN" altLang="en-US">
                <a:latin typeface="Times New Roman" panose="02020603050405020304" pitchFamily="18" charset="0"/>
              </a:rPr>
              <a:t>求图示电路的</a:t>
            </a:r>
            <a:r>
              <a:rPr lang="en-US" altLang="zh-CN" i="1">
                <a:latin typeface="Times New Roman" panose="02020603050405020304" pitchFamily="18" charset="0"/>
              </a:rPr>
              <a:t>T </a:t>
            </a:r>
            <a:r>
              <a:rPr lang="zh-CN" altLang="en-US">
                <a:latin typeface="Times New Roman" panose="02020603050405020304" pitchFamily="18" charset="0"/>
              </a:rPr>
              <a:t>参数。 </a:t>
            </a:r>
          </a:p>
        </p:txBody>
      </p:sp>
      <p:graphicFrame>
        <p:nvGraphicFramePr>
          <p:cNvPr id="37891" name="Object 1027"/>
          <p:cNvGraphicFramePr>
            <a:graphicFrameLocks noChangeAspect="1"/>
          </p:cNvGraphicFramePr>
          <p:nvPr/>
        </p:nvGraphicFramePr>
        <p:xfrm>
          <a:off x="4187825" y="4962525"/>
          <a:ext cx="3378200" cy="885825"/>
        </p:xfrm>
        <a:graphic>
          <a:graphicData uri="http://schemas.openxmlformats.org/presentationml/2006/ole">
            <mc:AlternateContent xmlns:mc="http://schemas.openxmlformats.org/markup-compatibility/2006">
              <mc:Choice xmlns:v="urn:schemas-microsoft-com:vml" Requires="v">
                <p:oleObj spid="_x0000_s189492" name="公式" r:id="rId4" imgW="1688760" imgH="444240" progId="Equation.3">
                  <p:embed/>
                </p:oleObj>
              </mc:Choice>
              <mc:Fallback>
                <p:oleObj name="公式" r:id="rId4" imgW="1688760" imgH="444240" progId="Equation.3">
                  <p:embed/>
                  <p:pic>
                    <p:nvPicPr>
                      <p:cNvPr id="0" name="Object 102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87825" y="4962525"/>
                        <a:ext cx="3378200" cy="885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7919" name="Object 1055"/>
          <p:cNvGraphicFramePr>
            <a:graphicFrameLocks noChangeAspect="1"/>
          </p:cNvGraphicFramePr>
          <p:nvPr/>
        </p:nvGraphicFramePr>
        <p:xfrm>
          <a:off x="539750" y="3971925"/>
          <a:ext cx="3581400" cy="885825"/>
        </p:xfrm>
        <a:graphic>
          <a:graphicData uri="http://schemas.openxmlformats.org/presentationml/2006/ole">
            <mc:AlternateContent xmlns:mc="http://schemas.openxmlformats.org/markup-compatibility/2006">
              <mc:Choice xmlns:v="urn:schemas-microsoft-com:vml" Requires="v">
                <p:oleObj spid="_x0000_s189493" name="公式" r:id="rId6" imgW="1790640" imgH="444240" progId="Equation.3">
                  <p:embed/>
                </p:oleObj>
              </mc:Choice>
              <mc:Fallback>
                <p:oleObj name="公式" r:id="rId6" imgW="1790640" imgH="444240" progId="Equation.3">
                  <p:embed/>
                  <p:pic>
                    <p:nvPicPr>
                      <p:cNvPr id="0" name="Object 105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39750" y="3971925"/>
                        <a:ext cx="3581400" cy="885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7970" name="Object 1106"/>
          <p:cNvGraphicFramePr>
            <a:graphicFrameLocks noChangeAspect="1"/>
          </p:cNvGraphicFramePr>
          <p:nvPr/>
        </p:nvGraphicFramePr>
        <p:xfrm>
          <a:off x="544513" y="4987925"/>
          <a:ext cx="2641600" cy="860425"/>
        </p:xfrm>
        <a:graphic>
          <a:graphicData uri="http://schemas.openxmlformats.org/presentationml/2006/ole">
            <mc:AlternateContent xmlns:mc="http://schemas.openxmlformats.org/markup-compatibility/2006">
              <mc:Choice xmlns:v="urn:schemas-microsoft-com:vml" Requires="v">
                <p:oleObj spid="_x0000_s189494" name="Equation" r:id="rId8" imgW="1320480" imgH="431640" progId="Equation.3">
                  <p:embed/>
                </p:oleObj>
              </mc:Choice>
              <mc:Fallback>
                <p:oleObj name="Equation" r:id="rId8" imgW="1320480" imgH="431640" progId="Equation.3">
                  <p:embed/>
                  <p:pic>
                    <p:nvPicPr>
                      <p:cNvPr id="0" name="Object 110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44513" y="4987925"/>
                        <a:ext cx="2641600" cy="860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7971" name="Object 1107"/>
          <p:cNvGraphicFramePr>
            <a:graphicFrameLocks noChangeAspect="1"/>
          </p:cNvGraphicFramePr>
          <p:nvPr/>
        </p:nvGraphicFramePr>
        <p:xfrm>
          <a:off x="4191000" y="3914775"/>
          <a:ext cx="4953000" cy="885825"/>
        </p:xfrm>
        <a:graphic>
          <a:graphicData uri="http://schemas.openxmlformats.org/presentationml/2006/ole">
            <mc:AlternateContent xmlns:mc="http://schemas.openxmlformats.org/markup-compatibility/2006">
              <mc:Choice xmlns:v="urn:schemas-microsoft-com:vml" Requires="v">
                <p:oleObj spid="_x0000_s189495" name="公式" r:id="rId10" imgW="2476440" imgH="444240" progId="Equation.3">
                  <p:embed/>
                </p:oleObj>
              </mc:Choice>
              <mc:Fallback>
                <p:oleObj name="公式" r:id="rId10" imgW="2476440" imgH="444240" progId="Equation.3">
                  <p:embed/>
                  <p:pic>
                    <p:nvPicPr>
                      <p:cNvPr id="0" name="Object 110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191000" y="3914775"/>
                        <a:ext cx="4953000" cy="885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7974" name="Text Box 1110"/>
          <p:cNvSpPr txBox="1">
            <a:spLocks noChangeArrowheads="1"/>
          </p:cNvSpPr>
          <p:nvPr/>
        </p:nvSpPr>
        <p:spPr bwMode="auto">
          <a:xfrm>
            <a:off x="455613" y="1346200"/>
            <a:ext cx="29400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r>
              <a:rPr lang="zh-CN" altLang="en-US">
                <a:solidFill>
                  <a:srgbClr val="0000CC"/>
                </a:solidFill>
                <a:latin typeface="Times New Roman" panose="02020603050405020304" pitchFamily="18" charset="0"/>
              </a:rPr>
              <a:t>由实验测定得参数    </a:t>
            </a:r>
          </a:p>
        </p:txBody>
      </p:sp>
      <p:grpSp>
        <p:nvGrpSpPr>
          <p:cNvPr id="38001" name="Group 1137"/>
          <p:cNvGrpSpPr>
            <a:grpSpLocks/>
          </p:cNvGrpSpPr>
          <p:nvPr/>
        </p:nvGrpSpPr>
        <p:grpSpPr bwMode="auto">
          <a:xfrm>
            <a:off x="4914900" y="306388"/>
            <a:ext cx="3816350" cy="1641475"/>
            <a:chOff x="2739" y="138"/>
            <a:chExt cx="2404" cy="1034"/>
          </a:xfrm>
        </p:grpSpPr>
        <p:sp>
          <p:nvSpPr>
            <p:cNvPr id="37916" name="Text Box 1052"/>
            <p:cNvSpPr txBox="1">
              <a:spLocks noChangeArrowheads="1"/>
            </p:cNvSpPr>
            <p:nvPr/>
          </p:nvSpPr>
          <p:spPr bwMode="auto">
            <a:xfrm>
              <a:off x="4696" y="671"/>
              <a:ext cx="44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eaLnBrk="1" hangingPunct="1">
                <a:spcBef>
                  <a:spcPct val="50000"/>
                </a:spcBef>
              </a:pPr>
              <a:r>
                <a:rPr lang="en-US" altLang="zh-CN" i="1">
                  <a:latin typeface="Times New Roman" panose="02020603050405020304" pitchFamily="18" charset="0"/>
                </a:rPr>
                <a:t>U</a:t>
              </a:r>
              <a:r>
                <a:rPr lang="en-US" altLang="zh-CN" baseline="-25000">
                  <a:latin typeface="Times New Roman" panose="02020603050405020304" pitchFamily="18" charset="0"/>
                </a:rPr>
                <a:t>2</a:t>
              </a:r>
              <a:endParaRPr lang="en-US" altLang="zh-CN">
                <a:latin typeface="Times New Roman" panose="02020603050405020304" pitchFamily="18" charset="0"/>
              </a:endParaRPr>
            </a:p>
          </p:txBody>
        </p:sp>
        <p:sp>
          <p:nvSpPr>
            <p:cNvPr id="37894" name="Line 1030"/>
            <p:cNvSpPr>
              <a:spLocks noChangeShapeType="1"/>
            </p:cNvSpPr>
            <p:nvPr/>
          </p:nvSpPr>
          <p:spPr bwMode="auto">
            <a:xfrm flipV="1">
              <a:off x="4421" y="497"/>
              <a:ext cx="361" cy="3"/>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895" name="Line 1031"/>
            <p:cNvSpPr>
              <a:spLocks noChangeShapeType="1"/>
            </p:cNvSpPr>
            <p:nvPr/>
          </p:nvSpPr>
          <p:spPr bwMode="auto">
            <a:xfrm flipH="1" flipV="1">
              <a:off x="3021" y="495"/>
              <a:ext cx="339" cy="3"/>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896" name="Line 1032"/>
            <p:cNvSpPr>
              <a:spLocks noChangeShapeType="1"/>
            </p:cNvSpPr>
            <p:nvPr/>
          </p:nvSpPr>
          <p:spPr bwMode="auto">
            <a:xfrm>
              <a:off x="3030" y="1142"/>
              <a:ext cx="1766"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897" name="Text Box 1033"/>
            <p:cNvSpPr txBox="1">
              <a:spLocks noChangeArrowheads="1"/>
            </p:cNvSpPr>
            <p:nvPr/>
          </p:nvSpPr>
          <p:spPr bwMode="auto">
            <a:xfrm>
              <a:off x="2909" y="501"/>
              <a:ext cx="207"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Lst>
          </p:spPr>
          <p:txBody>
            <a:bodyPr>
              <a:spAutoFit/>
            </a:bodyPr>
            <a:lstStyle/>
            <a:p>
              <a:pPr algn="l" eaLnBrk="1" hangingPunct="1">
                <a:spcBef>
                  <a:spcPct val="50000"/>
                </a:spcBef>
              </a:pPr>
              <a:r>
                <a:rPr lang="en-US" altLang="zh-CN">
                  <a:latin typeface="Times New Roman" panose="02020603050405020304" pitchFamily="18" charset="0"/>
                </a:rPr>
                <a:t>+</a:t>
              </a:r>
            </a:p>
          </p:txBody>
        </p:sp>
        <p:sp>
          <p:nvSpPr>
            <p:cNvPr id="37898" name="Text Box 1034"/>
            <p:cNvSpPr txBox="1">
              <a:spLocks noChangeArrowheads="1"/>
            </p:cNvSpPr>
            <p:nvPr/>
          </p:nvSpPr>
          <p:spPr bwMode="auto">
            <a:xfrm>
              <a:off x="2898" y="884"/>
              <a:ext cx="207"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Lst>
          </p:spPr>
          <p:txBody>
            <a:bodyPr>
              <a:spAutoFit/>
            </a:bodyPr>
            <a:lstStyle/>
            <a:p>
              <a:pPr algn="l" eaLnBrk="1" hangingPunct="1">
                <a:spcBef>
                  <a:spcPct val="50000"/>
                </a:spcBef>
              </a:pPr>
              <a:r>
                <a:rPr lang="en-US" altLang="zh-CN" b="0">
                  <a:latin typeface="黑体" panose="02010609060101010101" pitchFamily="49" charset="-122"/>
                  <a:ea typeface="黑体" panose="02010609060101010101" pitchFamily="49" charset="-122"/>
                  <a:sym typeface="Symbol" panose="05050102010706020507" pitchFamily="18" charset="2"/>
                </a:rPr>
                <a:t>-</a:t>
              </a:r>
              <a:endParaRPr lang="en-US" altLang="zh-CN">
                <a:latin typeface="Times New Roman" panose="02020603050405020304" pitchFamily="18" charset="0"/>
              </a:endParaRPr>
            </a:p>
          </p:txBody>
        </p:sp>
        <p:sp>
          <p:nvSpPr>
            <p:cNvPr id="37899" name="Text Box 1035"/>
            <p:cNvSpPr txBox="1">
              <a:spLocks noChangeArrowheads="1"/>
            </p:cNvSpPr>
            <p:nvPr/>
          </p:nvSpPr>
          <p:spPr bwMode="auto">
            <a:xfrm>
              <a:off x="4729" y="505"/>
              <a:ext cx="207"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Lst>
          </p:spPr>
          <p:txBody>
            <a:bodyPr>
              <a:spAutoFit/>
            </a:bodyPr>
            <a:lstStyle/>
            <a:p>
              <a:pPr algn="l" eaLnBrk="1" hangingPunct="1">
                <a:spcBef>
                  <a:spcPct val="50000"/>
                </a:spcBef>
              </a:pPr>
              <a:r>
                <a:rPr lang="en-US" altLang="zh-CN">
                  <a:latin typeface="Times New Roman" panose="02020603050405020304" pitchFamily="18" charset="0"/>
                </a:rPr>
                <a:t>+</a:t>
              </a:r>
            </a:p>
          </p:txBody>
        </p:sp>
        <p:sp>
          <p:nvSpPr>
            <p:cNvPr id="37900" name="Text Box 1036"/>
            <p:cNvSpPr txBox="1">
              <a:spLocks noChangeArrowheads="1"/>
            </p:cNvSpPr>
            <p:nvPr/>
          </p:nvSpPr>
          <p:spPr bwMode="auto">
            <a:xfrm>
              <a:off x="4724" y="880"/>
              <a:ext cx="206"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Lst>
          </p:spPr>
          <p:txBody>
            <a:bodyPr>
              <a:spAutoFit/>
            </a:bodyPr>
            <a:lstStyle/>
            <a:p>
              <a:pPr algn="l" eaLnBrk="1" hangingPunct="1">
                <a:spcBef>
                  <a:spcPct val="50000"/>
                </a:spcBef>
              </a:pPr>
              <a:r>
                <a:rPr lang="en-US" altLang="zh-CN" b="0">
                  <a:latin typeface="黑体" panose="02010609060101010101" pitchFamily="49" charset="-122"/>
                  <a:ea typeface="黑体" panose="02010609060101010101" pitchFamily="49" charset="-122"/>
                  <a:sym typeface="Symbol" panose="05050102010706020507" pitchFamily="18" charset="2"/>
                </a:rPr>
                <a:t>-</a:t>
              </a:r>
              <a:endParaRPr lang="en-US" altLang="zh-CN">
                <a:latin typeface="Times New Roman" panose="02020603050405020304" pitchFamily="18" charset="0"/>
              </a:endParaRPr>
            </a:p>
          </p:txBody>
        </p:sp>
        <p:sp>
          <p:nvSpPr>
            <p:cNvPr id="37902" name="Line 1038"/>
            <p:cNvSpPr>
              <a:spLocks noChangeShapeType="1"/>
            </p:cNvSpPr>
            <p:nvPr/>
          </p:nvSpPr>
          <p:spPr bwMode="auto">
            <a:xfrm>
              <a:off x="3907" y="494"/>
              <a:ext cx="1" cy="224"/>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903" name="Line 1039"/>
            <p:cNvSpPr>
              <a:spLocks noChangeShapeType="1"/>
            </p:cNvSpPr>
            <p:nvPr/>
          </p:nvSpPr>
          <p:spPr bwMode="auto">
            <a:xfrm>
              <a:off x="3907" y="934"/>
              <a:ext cx="1" cy="212"/>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904" name="Oval 1040"/>
            <p:cNvSpPr>
              <a:spLocks noChangeArrowheads="1"/>
            </p:cNvSpPr>
            <p:nvPr/>
          </p:nvSpPr>
          <p:spPr bwMode="auto">
            <a:xfrm>
              <a:off x="2970" y="470"/>
              <a:ext cx="53" cy="47"/>
            </a:xfrm>
            <a:prstGeom prst="ellipse">
              <a:avLst/>
            </a:prstGeom>
            <a:noFill/>
            <a:ln w="19050">
              <a:solidFill>
                <a:schemeClr val="tx1"/>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sp>
          <p:nvSpPr>
            <p:cNvPr id="37905" name="Oval 1041"/>
            <p:cNvSpPr>
              <a:spLocks noChangeArrowheads="1"/>
            </p:cNvSpPr>
            <p:nvPr/>
          </p:nvSpPr>
          <p:spPr bwMode="auto">
            <a:xfrm>
              <a:off x="2984" y="1116"/>
              <a:ext cx="53" cy="46"/>
            </a:xfrm>
            <a:prstGeom prst="ellipse">
              <a:avLst/>
            </a:prstGeom>
            <a:noFill/>
            <a:ln w="19050">
              <a:solidFill>
                <a:schemeClr val="tx1"/>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sp>
          <p:nvSpPr>
            <p:cNvPr id="37906" name="Oval 1042"/>
            <p:cNvSpPr>
              <a:spLocks noChangeArrowheads="1"/>
            </p:cNvSpPr>
            <p:nvPr/>
          </p:nvSpPr>
          <p:spPr bwMode="auto">
            <a:xfrm>
              <a:off x="4776" y="475"/>
              <a:ext cx="53" cy="46"/>
            </a:xfrm>
            <a:prstGeom prst="ellipse">
              <a:avLst/>
            </a:prstGeom>
            <a:noFill/>
            <a:ln w="19050">
              <a:solidFill>
                <a:schemeClr val="tx1"/>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sp>
          <p:nvSpPr>
            <p:cNvPr id="37907" name="Oval 1043"/>
            <p:cNvSpPr>
              <a:spLocks noChangeArrowheads="1"/>
            </p:cNvSpPr>
            <p:nvPr/>
          </p:nvSpPr>
          <p:spPr bwMode="auto">
            <a:xfrm>
              <a:off x="4795" y="1116"/>
              <a:ext cx="52" cy="46"/>
            </a:xfrm>
            <a:prstGeom prst="ellipse">
              <a:avLst/>
            </a:prstGeom>
            <a:noFill/>
            <a:ln w="19050">
              <a:solidFill>
                <a:schemeClr val="tx1"/>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sp>
          <p:nvSpPr>
            <p:cNvPr id="37908" name="Rectangle 1044"/>
            <p:cNvSpPr>
              <a:spLocks noChangeArrowheads="1"/>
            </p:cNvSpPr>
            <p:nvPr/>
          </p:nvSpPr>
          <p:spPr bwMode="auto">
            <a:xfrm>
              <a:off x="3207" y="234"/>
              <a:ext cx="487"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spAutoFit/>
            </a:bodyPr>
            <a:lstStyle/>
            <a:p>
              <a:pPr eaLnBrk="1" hangingPunct="1"/>
              <a:r>
                <a:rPr lang="en-US" altLang="zh-CN">
                  <a:solidFill>
                    <a:srgbClr val="000000"/>
                  </a:solidFill>
                  <a:latin typeface="Times New Roman" panose="02020603050405020304" pitchFamily="18" charset="0"/>
                </a:rPr>
                <a:t> 1</a:t>
              </a:r>
              <a:r>
                <a:rPr lang="en-US" altLang="zh-CN">
                  <a:solidFill>
                    <a:srgbClr val="000000"/>
                  </a:solidFill>
                  <a:latin typeface="Times New Roman" panose="02020603050405020304" pitchFamily="18" charset="0"/>
                  <a:sym typeface="Symbol" panose="05050102010706020507" pitchFamily="18" charset="2"/>
                </a:rPr>
                <a:t></a:t>
              </a:r>
              <a:endParaRPr lang="en-US" altLang="zh-CN">
                <a:latin typeface="Times New Roman" panose="02020603050405020304" pitchFamily="18" charset="0"/>
              </a:endParaRPr>
            </a:p>
          </p:txBody>
        </p:sp>
        <p:grpSp>
          <p:nvGrpSpPr>
            <p:cNvPr id="37994" name="Group 1130"/>
            <p:cNvGrpSpPr>
              <a:grpSpLocks/>
            </p:cNvGrpSpPr>
            <p:nvPr/>
          </p:nvGrpSpPr>
          <p:grpSpPr bwMode="auto">
            <a:xfrm>
              <a:off x="3361" y="460"/>
              <a:ext cx="1057" cy="469"/>
              <a:chOff x="3361" y="460"/>
              <a:chExt cx="1057" cy="469"/>
            </a:xfrm>
          </p:grpSpPr>
          <p:sp>
            <p:nvSpPr>
              <p:cNvPr id="37893" name="Rectangle 1029"/>
              <p:cNvSpPr>
                <a:spLocks noChangeArrowheads="1"/>
              </p:cNvSpPr>
              <p:nvPr/>
            </p:nvSpPr>
            <p:spPr bwMode="auto">
              <a:xfrm>
                <a:off x="3361" y="460"/>
                <a:ext cx="249" cy="77"/>
              </a:xfrm>
              <a:prstGeom prst="rect">
                <a:avLst/>
              </a:prstGeom>
              <a:solidFill>
                <a:srgbClr val="F9FFE1"/>
              </a:solidFill>
              <a:ln w="31750">
                <a:solidFill>
                  <a:srgbClr val="000000"/>
                </a:solidFill>
                <a:miter lim="800000"/>
                <a:headEnd/>
                <a:tailEnd/>
              </a:ln>
            </p:spPr>
            <p:txBody>
              <a:bodyPr/>
              <a:lstStyle/>
              <a:p>
                <a:endParaRPr lang="zh-CN" altLang="en-US"/>
              </a:p>
            </p:txBody>
          </p:sp>
          <p:sp>
            <p:nvSpPr>
              <p:cNvPr id="37901" name="Rectangle 1037"/>
              <p:cNvSpPr>
                <a:spLocks noChangeArrowheads="1"/>
              </p:cNvSpPr>
              <p:nvPr/>
            </p:nvSpPr>
            <p:spPr bwMode="auto">
              <a:xfrm>
                <a:off x="3860" y="715"/>
                <a:ext cx="95" cy="214"/>
              </a:xfrm>
              <a:prstGeom prst="rect">
                <a:avLst/>
              </a:prstGeom>
              <a:solidFill>
                <a:srgbClr val="F9FFE1"/>
              </a:solidFill>
              <a:ln w="31750">
                <a:solidFill>
                  <a:srgbClr val="000000"/>
                </a:solidFill>
                <a:miter lim="800000"/>
                <a:headEnd/>
                <a:tailEnd/>
              </a:ln>
            </p:spPr>
            <p:txBody>
              <a:bodyPr/>
              <a:lstStyle/>
              <a:p>
                <a:endParaRPr lang="zh-CN" altLang="en-US"/>
              </a:p>
            </p:txBody>
          </p:sp>
          <p:sp>
            <p:nvSpPr>
              <p:cNvPr id="37909" name="Rectangle 1045"/>
              <p:cNvSpPr>
                <a:spLocks noChangeArrowheads="1"/>
              </p:cNvSpPr>
              <p:nvPr/>
            </p:nvSpPr>
            <p:spPr bwMode="auto">
              <a:xfrm>
                <a:off x="4169" y="460"/>
                <a:ext cx="249" cy="77"/>
              </a:xfrm>
              <a:prstGeom prst="rect">
                <a:avLst/>
              </a:prstGeom>
              <a:solidFill>
                <a:srgbClr val="F9FFE1"/>
              </a:solidFill>
              <a:ln w="31750">
                <a:solidFill>
                  <a:srgbClr val="000000"/>
                </a:solidFill>
                <a:miter lim="800000"/>
                <a:headEnd/>
                <a:tailEnd/>
              </a:ln>
            </p:spPr>
            <p:txBody>
              <a:bodyPr/>
              <a:lstStyle/>
              <a:p>
                <a:endParaRPr lang="zh-CN" altLang="en-US"/>
              </a:p>
            </p:txBody>
          </p:sp>
        </p:grpSp>
        <p:sp>
          <p:nvSpPr>
            <p:cNvPr id="37910" name="Line 1046"/>
            <p:cNvSpPr>
              <a:spLocks noChangeShapeType="1"/>
            </p:cNvSpPr>
            <p:nvPr/>
          </p:nvSpPr>
          <p:spPr bwMode="auto">
            <a:xfrm>
              <a:off x="3606" y="496"/>
              <a:ext cx="557"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37911" name="Rectangle 1047"/>
            <p:cNvSpPr>
              <a:spLocks noChangeArrowheads="1"/>
            </p:cNvSpPr>
            <p:nvPr/>
          </p:nvSpPr>
          <p:spPr bwMode="auto">
            <a:xfrm>
              <a:off x="4052" y="240"/>
              <a:ext cx="431"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spAutoFit/>
            </a:bodyPr>
            <a:lstStyle/>
            <a:p>
              <a:pPr eaLnBrk="1" hangingPunct="1"/>
              <a:r>
                <a:rPr lang="en-US" altLang="zh-CN">
                  <a:solidFill>
                    <a:srgbClr val="000000"/>
                  </a:solidFill>
                  <a:latin typeface="Times New Roman" panose="02020603050405020304" pitchFamily="18" charset="0"/>
                </a:rPr>
                <a:t> 2</a:t>
              </a:r>
              <a:r>
                <a:rPr lang="en-US" altLang="zh-CN">
                  <a:solidFill>
                    <a:srgbClr val="000000"/>
                  </a:solidFill>
                  <a:latin typeface="Times New Roman" panose="02020603050405020304" pitchFamily="18" charset="0"/>
                  <a:sym typeface="Symbol" panose="05050102010706020507" pitchFamily="18" charset="2"/>
                </a:rPr>
                <a:t></a:t>
              </a:r>
              <a:endParaRPr lang="en-US" altLang="zh-CN">
                <a:latin typeface="Times New Roman" panose="02020603050405020304" pitchFamily="18" charset="0"/>
              </a:endParaRPr>
            </a:p>
          </p:txBody>
        </p:sp>
        <p:sp>
          <p:nvSpPr>
            <p:cNvPr id="37912" name="Rectangle 1048"/>
            <p:cNvSpPr>
              <a:spLocks noChangeArrowheads="1"/>
            </p:cNvSpPr>
            <p:nvPr/>
          </p:nvSpPr>
          <p:spPr bwMode="auto">
            <a:xfrm>
              <a:off x="3936" y="689"/>
              <a:ext cx="450"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spAutoFit/>
            </a:bodyPr>
            <a:lstStyle/>
            <a:p>
              <a:pPr eaLnBrk="1" hangingPunct="1"/>
              <a:r>
                <a:rPr lang="en-US" altLang="zh-CN">
                  <a:solidFill>
                    <a:srgbClr val="000000"/>
                  </a:solidFill>
                  <a:latin typeface="Times New Roman" panose="02020603050405020304" pitchFamily="18" charset="0"/>
                </a:rPr>
                <a:t> 2</a:t>
              </a:r>
              <a:r>
                <a:rPr lang="en-US" altLang="zh-CN">
                  <a:solidFill>
                    <a:srgbClr val="000000"/>
                  </a:solidFill>
                  <a:latin typeface="Times New Roman" panose="02020603050405020304" pitchFamily="18" charset="0"/>
                  <a:sym typeface="Symbol" panose="05050102010706020507" pitchFamily="18" charset="2"/>
                </a:rPr>
                <a:t></a:t>
              </a:r>
              <a:endParaRPr lang="en-US" altLang="zh-CN">
                <a:latin typeface="Times New Roman" panose="02020603050405020304" pitchFamily="18" charset="0"/>
              </a:endParaRPr>
            </a:p>
          </p:txBody>
        </p:sp>
        <p:sp>
          <p:nvSpPr>
            <p:cNvPr id="37913" name="Text Box 1049"/>
            <p:cNvSpPr txBox="1">
              <a:spLocks noChangeArrowheads="1"/>
            </p:cNvSpPr>
            <p:nvPr/>
          </p:nvSpPr>
          <p:spPr bwMode="auto">
            <a:xfrm>
              <a:off x="3031" y="144"/>
              <a:ext cx="27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eaLnBrk="1" hangingPunct="1">
                <a:spcBef>
                  <a:spcPct val="50000"/>
                </a:spcBef>
              </a:pPr>
              <a:r>
                <a:rPr lang="en-US" altLang="zh-CN" i="1">
                  <a:latin typeface="Times New Roman" panose="02020603050405020304" pitchFamily="18" charset="0"/>
                </a:rPr>
                <a:t>I</a:t>
              </a:r>
              <a:r>
                <a:rPr lang="en-US" altLang="zh-CN" baseline="-25000">
                  <a:latin typeface="Times New Roman" panose="02020603050405020304" pitchFamily="18" charset="0"/>
                </a:rPr>
                <a:t>1</a:t>
              </a:r>
              <a:endParaRPr lang="en-US" altLang="zh-CN">
                <a:latin typeface="Times New Roman" panose="02020603050405020304" pitchFamily="18" charset="0"/>
              </a:endParaRPr>
            </a:p>
          </p:txBody>
        </p:sp>
        <p:sp>
          <p:nvSpPr>
            <p:cNvPr id="37914" name="Text Box 1050"/>
            <p:cNvSpPr txBox="1">
              <a:spLocks noChangeArrowheads="1"/>
            </p:cNvSpPr>
            <p:nvPr/>
          </p:nvSpPr>
          <p:spPr bwMode="auto">
            <a:xfrm>
              <a:off x="4495" y="138"/>
              <a:ext cx="27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eaLnBrk="1" hangingPunct="1">
                <a:spcBef>
                  <a:spcPct val="50000"/>
                </a:spcBef>
              </a:pPr>
              <a:r>
                <a:rPr lang="en-US" altLang="zh-CN" i="1">
                  <a:latin typeface="Times New Roman" panose="02020603050405020304" pitchFamily="18" charset="0"/>
                </a:rPr>
                <a:t>I</a:t>
              </a:r>
              <a:r>
                <a:rPr lang="en-US" altLang="zh-CN" baseline="-25000">
                  <a:latin typeface="Times New Roman" panose="02020603050405020304" pitchFamily="18" charset="0"/>
                </a:rPr>
                <a:t>2</a:t>
              </a:r>
              <a:endParaRPr lang="en-US" altLang="zh-CN">
                <a:latin typeface="Times New Roman" panose="02020603050405020304" pitchFamily="18" charset="0"/>
              </a:endParaRPr>
            </a:p>
          </p:txBody>
        </p:sp>
        <p:sp>
          <p:nvSpPr>
            <p:cNvPr id="37915" name="Text Box 1051"/>
            <p:cNvSpPr txBox="1">
              <a:spLocks noChangeArrowheads="1"/>
            </p:cNvSpPr>
            <p:nvPr/>
          </p:nvSpPr>
          <p:spPr bwMode="auto">
            <a:xfrm>
              <a:off x="2739" y="687"/>
              <a:ext cx="40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eaLnBrk="1" hangingPunct="1">
                <a:spcBef>
                  <a:spcPct val="50000"/>
                </a:spcBef>
              </a:pPr>
              <a:r>
                <a:rPr lang="en-US" altLang="zh-CN" i="1">
                  <a:latin typeface="Times New Roman" panose="02020603050405020304" pitchFamily="18" charset="0"/>
                </a:rPr>
                <a:t>U</a:t>
              </a:r>
              <a:r>
                <a:rPr lang="en-US" altLang="zh-CN" baseline="-25000">
                  <a:latin typeface="Times New Roman" panose="02020603050405020304" pitchFamily="18" charset="0"/>
                </a:rPr>
                <a:t>1</a:t>
              </a:r>
              <a:endParaRPr lang="en-US" altLang="zh-CN">
                <a:latin typeface="Times New Roman" panose="02020603050405020304" pitchFamily="18" charset="0"/>
              </a:endParaRPr>
            </a:p>
          </p:txBody>
        </p:sp>
        <p:sp>
          <p:nvSpPr>
            <p:cNvPr id="37984" name="Line 1120"/>
            <p:cNvSpPr>
              <a:spLocks noChangeShapeType="1"/>
            </p:cNvSpPr>
            <p:nvPr/>
          </p:nvSpPr>
          <p:spPr bwMode="auto">
            <a:xfrm>
              <a:off x="3066" y="426"/>
              <a:ext cx="252"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7985" name="Line 1121"/>
            <p:cNvSpPr>
              <a:spLocks noChangeShapeType="1"/>
            </p:cNvSpPr>
            <p:nvPr/>
          </p:nvSpPr>
          <p:spPr bwMode="auto">
            <a:xfrm flipH="1">
              <a:off x="4536" y="444"/>
              <a:ext cx="186"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grpSp>
        <p:nvGrpSpPr>
          <p:cNvPr id="38002" name="Group 1138"/>
          <p:cNvGrpSpPr>
            <a:grpSpLocks/>
          </p:cNvGrpSpPr>
          <p:nvPr/>
        </p:nvGrpSpPr>
        <p:grpSpPr bwMode="auto">
          <a:xfrm>
            <a:off x="4946650" y="2076450"/>
            <a:ext cx="3552825" cy="1593850"/>
            <a:chOff x="3125" y="1116"/>
            <a:chExt cx="2238" cy="1004"/>
          </a:xfrm>
        </p:grpSpPr>
        <p:sp>
          <p:nvSpPr>
            <p:cNvPr id="37966" name="Text Box 1102"/>
            <p:cNvSpPr txBox="1">
              <a:spLocks noChangeArrowheads="1"/>
            </p:cNvSpPr>
            <p:nvPr/>
          </p:nvSpPr>
          <p:spPr bwMode="auto">
            <a:xfrm>
              <a:off x="3125" y="1635"/>
              <a:ext cx="40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eaLnBrk="1" hangingPunct="1">
                <a:spcBef>
                  <a:spcPct val="50000"/>
                </a:spcBef>
              </a:pPr>
              <a:r>
                <a:rPr lang="en-US" altLang="zh-CN" i="1">
                  <a:latin typeface="Times New Roman" panose="02020603050405020304" pitchFamily="18" charset="0"/>
                </a:rPr>
                <a:t>U</a:t>
              </a:r>
              <a:r>
                <a:rPr lang="en-US" altLang="zh-CN" baseline="-25000">
                  <a:latin typeface="Times New Roman" panose="02020603050405020304" pitchFamily="18" charset="0"/>
                </a:rPr>
                <a:t>1</a:t>
              </a:r>
              <a:endParaRPr lang="en-US" altLang="zh-CN">
                <a:latin typeface="Times New Roman" panose="02020603050405020304" pitchFamily="18" charset="0"/>
              </a:endParaRPr>
            </a:p>
          </p:txBody>
        </p:sp>
        <p:grpSp>
          <p:nvGrpSpPr>
            <p:cNvPr id="37995" name="Group 1131"/>
            <p:cNvGrpSpPr>
              <a:grpSpLocks/>
            </p:cNvGrpSpPr>
            <p:nvPr/>
          </p:nvGrpSpPr>
          <p:grpSpPr bwMode="auto">
            <a:xfrm>
              <a:off x="3241" y="1116"/>
              <a:ext cx="2122" cy="1004"/>
              <a:chOff x="3241" y="1116"/>
              <a:chExt cx="2122" cy="1004"/>
            </a:xfrm>
          </p:grpSpPr>
          <p:sp>
            <p:nvSpPr>
              <p:cNvPr id="37946" name="Rectangle 1082"/>
              <p:cNvSpPr>
                <a:spLocks noChangeArrowheads="1"/>
              </p:cNvSpPr>
              <p:nvPr/>
            </p:nvSpPr>
            <p:spPr bwMode="auto">
              <a:xfrm>
                <a:off x="3877" y="1408"/>
                <a:ext cx="249" cy="77"/>
              </a:xfrm>
              <a:prstGeom prst="rect">
                <a:avLst/>
              </a:prstGeom>
              <a:solidFill>
                <a:srgbClr val="F9FFE1"/>
              </a:solidFill>
              <a:ln w="31750">
                <a:solidFill>
                  <a:srgbClr val="000000"/>
                </a:solidFill>
                <a:miter lim="800000"/>
                <a:headEnd/>
                <a:tailEnd/>
              </a:ln>
            </p:spPr>
            <p:txBody>
              <a:bodyPr/>
              <a:lstStyle/>
              <a:p>
                <a:endParaRPr lang="zh-CN" altLang="en-US"/>
              </a:p>
            </p:txBody>
          </p:sp>
          <p:sp>
            <p:nvSpPr>
              <p:cNvPr id="37947" name="Line 1083"/>
              <p:cNvSpPr>
                <a:spLocks noChangeShapeType="1"/>
              </p:cNvSpPr>
              <p:nvPr/>
            </p:nvSpPr>
            <p:spPr bwMode="auto">
              <a:xfrm flipV="1">
                <a:off x="4937" y="1445"/>
                <a:ext cx="361" cy="3"/>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948" name="Line 1084"/>
              <p:cNvSpPr>
                <a:spLocks noChangeShapeType="1"/>
              </p:cNvSpPr>
              <p:nvPr/>
            </p:nvSpPr>
            <p:spPr bwMode="auto">
              <a:xfrm flipH="1" flipV="1">
                <a:off x="3537" y="1443"/>
                <a:ext cx="339" cy="3"/>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949" name="Line 1085"/>
              <p:cNvSpPr>
                <a:spLocks noChangeShapeType="1"/>
              </p:cNvSpPr>
              <p:nvPr/>
            </p:nvSpPr>
            <p:spPr bwMode="auto">
              <a:xfrm>
                <a:off x="3546" y="2090"/>
                <a:ext cx="1766"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950" name="Text Box 1086"/>
              <p:cNvSpPr txBox="1">
                <a:spLocks noChangeArrowheads="1"/>
              </p:cNvSpPr>
              <p:nvPr/>
            </p:nvSpPr>
            <p:spPr bwMode="auto">
              <a:xfrm>
                <a:off x="3425" y="1449"/>
                <a:ext cx="207"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Lst>
            </p:spPr>
            <p:txBody>
              <a:bodyPr>
                <a:spAutoFit/>
              </a:bodyPr>
              <a:lstStyle/>
              <a:p>
                <a:pPr algn="l" eaLnBrk="1" hangingPunct="1">
                  <a:spcBef>
                    <a:spcPct val="50000"/>
                  </a:spcBef>
                </a:pPr>
                <a:r>
                  <a:rPr lang="en-US" altLang="zh-CN">
                    <a:latin typeface="Times New Roman" panose="02020603050405020304" pitchFamily="18" charset="0"/>
                  </a:rPr>
                  <a:t>+</a:t>
                </a:r>
              </a:p>
            </p:txBody>
          </p:sp>
          <p:sp>
            <p:nvSpPr>
              <p:cNvPr id="37951" name="Text Box 1087"/>
              <p:cNvSpPr txBox="1">
                <a:spLocks noChangeArrowheads="1"/>
              </p:cNvSpPr>
              <p:nvPr/>
            </p:nvSpPr>
            <p:spPr bwMode="auto">
              <a:xfrm>
                <a:off x="3414" y="1832"/>
                <a:ext cx="207"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Lst>
            </p:spPr>
            <p:txBody>
              <a:bodyPr>
                <a:spAutoFit/>
              </a:bodyPr>
              <a:lstStyle/>
              <a:p>
                <a:pPr algn="l" eaLnBrk="1" hangingPunct="1">
                  <a:spcBef>
                    <a:spcPct val="50000"/>
                  </a:spcBef>
                </a:pPr>
                <a:r>
                  <a:rPr lang="en-US" altLang="zh-CN" b="0">
                    <a:latin typeface="黑体" panose="02010609060101010101" pitchFamily="49" charset="-122"/>
                    <a:ea typeface="黑体" panose="02010609060101010101" pitchFamily="49" charset="-122"/>
                    <a:sym typeface="Symbol" panose="05050102010706020507" pitchFamily="18" charset="2"/>
                  </a:rPr>
                  <a:t>-</a:t>
                </a:r>
                <a:endParaRPr lang="en-US" altLang="zh-CN">
                  <a:latin typeface="Times New Roman" panose="02020603050405020304" pitchFamily="18" charset="0"/>
                </a:endParaRPr>
              </a:p>
            </p:txBody>
          </p:sp>
          <p:sp>
            <p:nvSpPr>
              <p:cNvPr id="37952" name="Rectangle 1088"/>
              <p:cNvSpPr>
                <a:spLocks noChangeArrowheads="1"/>
              </p:cNvSpPr>
              <p:nvPr/>
            </p:nvSpPr>
            <p:spPr bwMode="auto">
              <a:xfrm>
                <a:off x="4376" y="1663"/>
                <a:ext cx="95" cy="214"/>
              </a:xfrm>
              <a:prstGeom prst="rect">
                <a:avLst/>
              </a:prstGeom>
              <a:solidFill>
                <a:srgbClr val="F9FFE1"/>
              </a:solidFill>
              <a:ln w="31750">
                <a:solidFill>
                  <a:srgbClr val="000000"/>
                </a:solidFill>
                <a:miter lim="800000"/>
                <a:headEnd/>
                <a:tailEnd/>
              </a:ln>
            </p:spPr>
            <p:txBody>
              <a:bodyPr/>
              <a:lstStyle/>
              <a:p>
                <a:endParaRPr lang="zh-CN" altLang="en-US"/>
              </a:p>
            </p:txBody>
          </p:sp>
          <p:sp>
            <p:nvSpPr>
              <p:cNvPr id="37953" name="Line 1089"/>
              <p:cNvSpPr>
                <a:spLocks noChangeShapeType="1"/>
              </p:cNvSpPr>
              <p:nvPr/>
            </p:nvSpPr>
            <p:spPr bwMode="auto">
              <a:xfrm>
                <a:off x="4423" y="1442"/>
                <a:ext cx="1" cy="224"/>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954" name="Line 1090"/>
              <p:cNvSpPr>
                <a:spLocks noChangeShapeType="1"/>
              </p:cNvSpPr>
              <p:nvPr/>
            </p:nvSpPr>
            <p:spPr bwMode="auto">
              <a:xfrm>
                <a:off x="4423" y="1882"/>
                <a:ext cx="1" cy="212"/>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955" name="Oval 1091"/>
              <p:cNvSpPr>
                <a:spLocks noChangeArrowheads="1"/>
              </p:cNvSpPr>
              <p:nvPr/>
            </p:nvSpPr>
            <p:spPr bwMode="auto">
              <a:xfrm>
                <a:off x="3486" y="1418"/>
                <a:ext cx="53" cy="47"/>
              </a:xfrm>
              <a:prstGeom prst="ellipse">
                <a:avLst/>
              </a:prstGeom>
              <a:noFill/>
              <a:ln w="19050">
                <a:solidFill>
                  <a:schemeClr val="tx1"/>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sp>
            <p:nvSpPr>
              <p:cNvPr id="37956" name="Oval 1092"/>
              <p:cNvSpPr>
                <a:spLocks noChangeArrowheads="1"/>
              </p:cNvSpPr>
              <p:nvPr/>
            </p:nvSpPr>
            <p:spPr bwMode="auto">
              <a:xfrm>
                <a:off x="3500" y="2064"/>
                <a:ext cx="53" cy="46"/>
              </a:xfrm>
              <a:prstGeom prst="ellipse">
                <a:avLst/>
              </a:prstGeom>
              <a:noFill/>
              <a:ln w="19050">
                <a:solidFill>
                  <a:schemeClr val="tx1"/>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sp>
            <p:nvSpPr>
              <p:cNvPr id="37957" name="Oval 1093"/>
              <p:cNvSpPr>
                <a:spLocks noChangeArrowheads="1"/>
              </p:cNvSpPr>
              <p:nvPr/>
            </p:nvSpPr>
            <p:spPr bwMode="auto">
              <a:xfrm>
                <a:off x="5292" y="1423"/>
                <a:ext cx="53" cy="46"/>
              </a:xfrm>
              <a:prstGeom prst="ellipse">
                <a:avLst/>
              </a:prstGeom>
              <a:noFill/>
              <a:ln w="19050">
                <a:solidFill>
                  <a:schemeClr val="tx1"/>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sp>
            <p:nvSpPr>
              <p:cNvPr id="37958" name="Oval 1094"/>
              <p:cNvSpPr>
                <a:spLocks noChangeArrowheads="1"/>
              </p:cNvSpPr>
              <p:nvPr/>
            </p:nvSpPr>
            <p:spPr bwMode="auto">
              <a:xfrm>
                <a:off x="5311" y="2064"/>
                <a:ext cx="52" cy="46"/>
              </a:xfrm>
              <a:prstGeom prst="ellipse">
                <a:avLst/>
              </a:prstGeom>
              <a:noFill/>
              <a:ln w="19050">
                <a:solidFill>
                  <a:schemeClr val="tx1"/>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sp>
            <p:nvSpPr>
              <p:cNvPr id="37959" name="Rectangle 1095"/>
              <p:cNvSpPr>
                <a:spLocks noChangeArrowheads="1"/>
              </p:cNvSpPr>
              <p:nvPr/>
            </p:nvSpPr>
            <p:spPr bwMode="auto">
              <a:xfrm>
                <a:off x="3723" y="1182"/>
                <a:ext cx="487"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spAutoFit/>
              </a:bodyPr>
              <a:lstStyle/>
              <a:p>
                <a:pPr eaLnBrk="1" hangingPunct="1"/>
                <a:r>
                  <a:rPr lang="en-US" altLang="zh-CN">
                    <a:solidFill>
                      <a:srgbClr val="000000"/>
                    </a:solidFill>
                    <a:latin typeface="Times New Roman" panose="02020603050405020304" pitchFamily="18" charset="0"/>
                  </a:rPr>
                  <a:t> 1</a:t>
                </a:r>
                <a:r>
                  <a:rPr lang="en-US" altLang="zh-CN">
                    <a:solidFill>
                      <a:srgbClr val="000000"/>
                    </a:solidFill>
                    <a:latin typeface="Times New Roman" panose="02020603050405020304" pitchFamily="18" charset="0"/>
                    <a:sym typeface="Symbol" panose="05050102010706020507" pitchFamily="18" charset="2"/>
                  </a:rPr>
                  <a:t></a:t>
                </a:r>
                <a:endParaRPr lang="en-US" altLang="zh-CN">
                  <a:latin typeface="Times New Roman" panose="02020603050405020304" pitchFamily="18" charset="0"/>
                </a:endParaRPr>
              </a:p>
            </p:txBody>
          </p:sp>
          <p:sp>
            <p:nvSpPr>
              <p:cNvPr id="37960" name="Rectangle 1096"/>
              <p:cNvSpPr>
                <a:spLocks noChangeArrowheads="1"/>
              </p:cNvSpPr>
              <p:nvPr/>
            </p:nvSpPr>
            <p:spPr bwMode="auto">
              <a:xfrm>
                <a:off x="4685" y="1408"/>
                <a:ext cx="249" cy="77"/>
              </a:xfrm>
              <a:prstGeom prst="rect">
                <a:avLst/>
              </a:prstGeom>
              <a:solidFill>
                <a:srgbClr val="F9FFE1"/>
              </a:solidFill>
              <a:ln w="31750">
                <a:solidFill>
                  <a:srgbClr val="000000"/>
                </a:solidFill>
                <a:miter lim="800000"/>
                <a:headEnd/>
                <a:tailEnd/>
              </a:ln>
            </p:spPr>
            <p:txBody>
              <a:bodyPr/>
              <a:lstStyle/>
              <a:p>
                <a:endParaRPr lang="zh-CN" altLang="en-US"/>
              </a:p>
            </p:txBody>
          </p:sp>
          <p:sp>
            <p:nvSpPr>
              <p:cNvPr id="37961" name="Line 1097"/>
              <p:cNvSpPr>
                <a:spLocks noChangeShapeType="1"/>
              </p:cNvSpPr>
              <p:nvPr/>
            </p:nvSpPr>
            <p:spPr bwMode="auto">
              <a:xfrm>
                <a:off x="4122" y="1444"/>
                <a:ext cx="557"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37962" name="Rectangle 1098"/>
              <p:cNvSpPr>
                <a:spLocks noChangeArrowheads="1"/>
              </p:cNvSpPr>
              <p:nvPr/>
            </p:nvSpPr>
            <p:spPr bwMode="auto">
              <a:xfrm>
                <a:off x="4568" y="1188"/>
                <a:ext cx="431"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spAutoFit/>
              </a:bodyPr>
              <a:lstStyle/>
              <a:p>
                <a:pPr eaLnBrk="1" hangingPunct="1"/>
                <a:r>
                  <a:rPr lang="en-US" altLang="zh-CN">
                    <a:solidFill>
                      <a:srgbClr val="000000"/>
                    </a:solidFill>
                    <a:latin typeface="Times New Roman" panose="02020603050405020304" pitchFamily="18" charset="0"/>
                  </a:rPr>
                  <a:t> 2</a:t>
                </a:r>
                <a:r>
                  <a:rPr lang="en-US" altLang="zh-CN">
                    <a:solidFill>
                      <a:srgbClr val="000000"/>
                    </a:solidFill>
                    <a:latin typeface="Times New Roman" panose="02020603050405020304" pitchFamily="18" charset="0"/>
                    <a:sym typeface="Symbol" panose="05050102010706020507" pitchFamily="18" charset="2"/>
                  </a:rPr>
                  <a:t></a:t>
                </a:r>
                <a:endParaRPr lang="en-US" altLang="zh-CN">
                  <a:latin typeface="Times New Roman" panose="02020603050405020304" pitchFamily="18" charset="0"/>
                </a:endParaRPr>
              </a:p>
            </p:txBody>
          </p:sp>
          <p:sp>
            <p:nvSpPr>
              <p:cNvPr id="37963" name="Rectangle 1099"/>
              <p:cNvSpPr>
                <a:spLocks noChangeArrowheads="1"/>
              </p:cNvSpPr>
              <p:nvPr/>
            </p:nvSpPr>
            <p:spPr bwMode="auto">
              <a:xfrm>
                <a:off x="4452" y="1637"/>
                <a:ext cx="450"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spAutoFit/>
              </a:bodyPr>
              <a:lstStyle/>
              <a:p>
                <a:pPr eaLnBrk="1" hangingPunct="1"/>
                <a:r>
                  <a:rPr lang="en-US" altLang="zh-CN">
                    <a:solidFill>
                      <a:srgbClr val="000000"/>
                    </a:solidFill>
                    <a:latin typeface="Times New Roman" panose="02020603050405020304" pitchFamily="18" charset="0"/>
                  </a:rPr>
                  <a:t> 2</a:t>
                </a:r>
                <a:r>
                  <a:rPr lang="en-US" altLang="zh-CN">
                    <a:solidFill>
                      <a:srgbClr val="000000"/>
                    </a:solidFill>
                    <a:latin typeface="Times New Roman" panose="02020603050405020304" pitchFamily="18" charset="0"/>
                    <a:sym typeface="Symbol" panose="05050102010706020507" pitchFamily="18" charset="2"/>
                  </a:rPr>
                  <a:t></a:t>
                </a:r>
                <a:endParaRPr lang="en-US" altLang="zh-CN">
                  <a:latin typeface="Times New Roman" panose="02020603050405020304" pitchFamily="18" charset="0"/>
                </a:endParaRPr>
              </a:p>
            </p:txBody>
          </p:sp>
          <p:sp>
            <p:nvSpPr>
              <p:cNvPr id="37964" name="Text Box 1100"/>
              <p:cNvSpPr txBox="1">
                <a:spLocks noChangeArrowheads="1"/>
              </p:cNvSpPr>
              <p:nvPr/>
            </p:nvSpPr>
            <p:spPr bwMode="auto">
              <a:xfrm>
                <a:off x="3241" y="1122"/>
                <a:ext cx="59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eaLnBrk="1" hangingPunct="1">
                  <a:spcBef>
                    <a:spcPct val="50000"/>
                  </a:spcBef>
                </a:pPr>
                <a:r>
                  <a:rPr lang="en-US" altLang="zh-CN" i="1">
                    <a:latin typeface="Times New Roman" panose="02020603050405020304" pitchFamily="18" charset="0"/>
                  </a:rPr>
                  <a:t>I</a:t>
                </a:r>
                <a:r>
                  <a:rPr lang="en-US" altLang="zh-CN" baseline="-25000">
                    <a:latin typeface="Times New Roman" panose="02020603050405020304" pitchFamily="18" charset="0"/>
                  </a:rPr>
                  <a:t>1</a:t>
                </a:r>
                <a:endParaRPr lang="en-US" altLang="zh-CN">
                  <a:latin typeface="Times New Roman" panose="02020603050405020304" pitchFamily="18" charset="0"/>
                </a:endParaRPr>
              </a:p>
            </p:txBody>
          </p:sp>
          <p:sp>
            <p:nvSpPr>
              <p:cNvPr id="37965" name="Text Box 1101"/>
              <p:cNvSpPr txBox="1">
                <a:spLocks noChangeArrowheads="1"/>
              </p:cNvSpPr>
              <p:nvPr/>
            </p:nvSpPr>
            <p:spPr bwMode="auto">
              <a:xfrm>
                <a:off x="5011" y="1116"/>
                <a:ext cx="27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eaLnBrk="1" hangingPunct="1">
                  <a:spcBef>
                    <a:spcPct val="50000"/>
                  </a:spcBef>
                </a:pPr>
                <a:r>
                  <a:rPr lang="en-US" altLang="zh-CN" i="1">
                    <a:latin typeface="Times New Roman" panose="02020603050405020304" pitchFamily="18" charset="0"/>
                  </a:rPr>
                  <a:t>I</a:t>
                </a:r>
                <a:r>
                  <a:rPr lang="en-US" altLang="zh-CN" baseline="-25000">
                    <a:latin typeface="Times New Roman" panose="02020603050405020304" pitchFamily="18" charset="0"/>
                  </a:rPr>
                  <a:t>2</a:t>
                </a:r>
                <a:endParaRPr lang="en-US" altLang="zh-CN">
                  <a:latin typeface="Times New Roman" panose="02020603050405020304" pitchFamily="18" charset="0"/>
                </a:endParaRPr>
              </a:p>
            </p:txBody>
          </p:sp>
          <p:sp>
            <p:nvSpPr>
              <p:cNvPr id="37969" name="Line 1105"/>
              <p:cNvSpPr>
                <a:spLocks noChangeShapeType="1"/>
              </p:cNvSpPr>
              <p:nvPr/>
            </p:nvSpPr>
            <p:spPr bwMode="auto">
              <a:xfrm>
                <a:off x="5312" y="1442"/>
                <a:ext cx="0" cy="648"/>
              </a:xfrm>
              <a:prstGeom prst="line">
                <a:avLst/>
              </a:prstGeom>
              <a:noFill/>
              <a:ln w="31750">
                <a:solidFill>
                  <a:srgbClr val="FF33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7987" name="Line 1123"/>
              <p:cNvSpPr>
                <a:spLocks noChangeShapeType="1"/>
              </p:cNvSpPr>
              <p:nvPr/>
            </p:nvSpPr>
            <p:spPr bwMode="auto">
              <a:xfrm>
                <a:off x="3594" y="1392"/>
                <a:ext cx="216"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7988" name="Line 1124"/>
              <p:cNvSpPr>
                <a:spLocks noChangeShapeType="1"/>
              </p:cNvSpPr>
              <p:nvPr/>
            </p:nvSpPr>
            <p:spPr bwMode="auto">
              <a:xfrm flipH="1">
                <a:off x="5034" y="1404"/>
                <a:ext cx="210"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grpSp>
      <p:grpSp>
        <p:nvGrpSpPr>
          <p:cNvPr id="38000" name="Group 1136"/>
          <p:cNvGrpSpPr>
            <a:grpSpLocks/>
          </p:cNvGrpSpPr>
          <p:nvPr/>
        </p:nvGrpSpPr>
        <p:grpSpPr bwMode="auto">
          <a:xfrm>
            <a:off x="817563" y="2027238"/>
            <a:ext cx="3600450" cy="1660525"/>
            <a:chOff x="272" y="1080"/>
            <a:chExt cx="2268" cy="1046"/>
          </a:xfrm>
        </p:grpSpPr>
        <p:sp>
          <p:nvSpPr>
            <p:cNvPr id="37922" name="Line 1058"/>
            <p:cNvSpPr>
              <a:spLocks noChangeShapeType="1"/>
            </p:cNvSpPr>
            <p:nvPr/>
          </p:nvSpPr>
          <p:spPr bwMode="auto">
            <a:xfrm flipV="1">
              <a:off x="1954" y="1451"/>
              <a:ext cx="361" cy="3"/>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923" name="Line 1059"/>
            <p:cNvSpPr>
              <a:spLocks noChangeShapeType="1"/>
            </p:cNvSpPr>
            <p:nvPr/>
          </p:nvSpPr>
          <p:spPr bwMode="auto">
            <a:xfrm flipH="1" flipV="1">
              <a:off x="554" y="1449"/>
              <a:ext cx="339" cy="3"/>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924" name="Line 1060"/>
            <p:cNvSpPr>
              <a:spLocks noChangeShapeType="1"/>
            </p:cNvSpPr>
            <p:nvPr/>
          </p:nvSpPr>
          <p:spPr bwMode="auto">
            <a:xfrm>
              <a:off x="563" y="2096"/>
              <a:ext cx="1766"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925" name="Text Box 1061"/>
            <p:cNvSpPr txBox="1">
              <a:spLocks noChangeArrowheads="1"/>
            </p:cNvSpPr>
            <p:nvPr/>
          </p:nvSpPr>
          <p:spPr bwMode="auto">
            <a:xfrm>
              <a:off x="442" y="1455"/>
              <a:ext cx="207"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Lst>
          </p:spPr>
          <p:txBody>
            <a:bodyPr>
              <a:spAutoFit/>
            </a:bodyPr>
            <a:lstStyle/>
            <a:p>
              <a:pPr algn="l" eaLnBrk="1" hangingPunct="1">
                <a:spcBef>
                  <a:spcPct val="50000"/>
                </a:spcBef>
              </a:pPr>
              <a:r>
                <a:rPr lang="en-US" altLang="zh-CN">
                  <a:latin typeface="Times New Roman" panose="02020603050405020304" pitchFamily="18" charset="0"/>
                </a:rPr>
                <a:t>+</a:t>
              </a:r>
            </a:p>
          </p:txBody>
        </p:sp>
        <p:sp>
          <p:nvSpPr>
            <p:cNvPr id="37926" name="Text Box 1062"/>
            <p:cNvSpPr txBox="1">
              <a:spLocks noChangeArrowheads="1"/>
            </p:cNvSpPr>
            <p:nvPr/>
          </p:nvSpPr>
          <p:spPr bwMode="auto">
            <a:xfrm>
              <a:off x="431" y="1838"/>
              <a:ext cx="207"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Lst>
          </p:spPr>
          <p:txBody>
            <a:bodyPr>
              <a:spAutoFit/>
            </a:bodyPr>
            <a:lstStyle/>
            <a:p>
              <a:pPr algn="l" eaLnBrk="1" hangingPunct="1">
                <a:spcBef>
                  <a:spcPct val="50000"/>
                </a:spcBef>
              </a:pPr>
              <a:r>
                <a:rPr lang="en-US" altLang="zh-CN" b="0">
                  <a:latin typeface="黑体" panose="02010609060101010101" pitchFamily="49" charset="-122"/>
                  <a:ea typeface="黑体" panose="02010609060101010101" pitchFamily="49" charset="-122"/>
                  <a:sym typeface="Symbol" panose="05050102010706020507" pitchFamily="18" charset="2"/>
                </a:rPr>
                <a:t>-</a:t>
              </a:r>
              <a:endParaRPr lang="en-US" altLang="zh-CN">
                <a:latin typeface="Times New Roman" panose="02020603050405020304" pitchFamily="18" charset="0"/>
              </a:endParaRPr>
            </a:p>
          </p:txBody>
        </p:sp>
        <p:sp>
          <p:nvSpPr>
            <p:cNvPr id="37927" name="Text Box 1063"/>
            <p:cNvSpPr txBox="1">
              <a:spLocks noChangeArrowheads="1"/>
            </p:cNvSpPr>
            <p:nvPr/>
          </p:nvSpPr>
          <p:spPr bwMode="auto">
            <a:xfrm>
              <a:off x="2198" y="1459"/>
              <a:ext cx="207"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Lst>
          </p:spPr>
          <p:txBody>
            <a:bodyPr>
              <a:spAutoFit/>
            </a:bodyPr>
            <a:lstStyle/>
            <a:p>
              <a:pPr algn="l" eaLnBrk="1" hangingPunct="1">
                <a:spcBef>
                  <a:spcPct val="50000"/>
                </a:spcBef>
              </a:pPr>
              <a:r>
                <a:rPr lang="en-US" altLang="zh-CN">
                  <a:latin typeface="Times New Roman" panose="02020603050405020304" pitchFamily="18" charset="0"/>
                </a:rPr>
                <a:t>+</a:t>
              </a:r>
            </a:p>
          </p:txBody>
        </p:sp>
        <p:sp>
          <p:nvSpPr>
            <p:cNvPr id="37928" name="Text Box 1064"/>
            <p:cNvSpPr txBox="1">
              <a:spLocks noChangeArrowheads="1"/>
            </p:cNvSpPr>
            <p:nvPr/>
          </p:nvSpPr>
          <p:spPr bwMode="auto">
            <a:xfrm>
              <a:off x="2193" y="1834"/>
              <a:ext cx="206"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Lst>
          </p:spPr>
          <p:txBody>
            <a:bodyPr>
              <a:spAutoFit/>
            </a:bodyPr>
            <a:lstStyle/>
            <a:p>
              <a:pPr algn="l" eaLnBrk="1" hangingPunct="1">
                <a:spcBef>
                  <a:spcPct val="50000"/>
                </a:spcBef>
              </a:pPr>
              <a:r>
                <a:rPr lang="en-US" altLang="zh-CN" b="0">
                  <a:latin typeface="黑体" panose="02010609060101010101" pitchFamily="49" charset="-122"/>
                  <a:ea typeface="黑体" panose="02010609060101010101" pitchFamily="49" charset="-122"/>
                  <a:sym typeface="Symbol" panose="05050102010706020507" pitchFamily="18" charset="2"/>
                </a:rPr>
                <a:t>-</a:t>
              </a:r>
              <a:endParaRPr lang="en-US" altLang="zh-CN">
                <a:latin typeface="Times New Roman" panose="02020603050405020304" pitchFamily="18" charset="0"/>
              </a:endParaRPr>
            </a:p>
          </p:txBody>
        </p:sp>
        <p:sp>
          <p:nvSpPr>
            <p:cNvPr id="37930" name="Line 1066"/>
            <p:cNvSpPr>
              <a:spLocks noChangeShapeType="1"/>
            </p:cNvSpPr>
            <p:nvPr/>
          </p:nvSpPr>
          <p:spPr bwMode="auto">
            <a:xfrm>
              <a:off x="1440" y="1448"/>
              <a:ext cx="1" cy="224"/>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931" name="Line 1067"/>
            <p:cNvSpPr>
              <a:spLocks noChangeShapeType="1"/>
            </p:cNvSpPr>
            <p:nvPr/>
          </p:nvSpPr>
          <p:spPr bwMode="auto">
            <a:xfrm>
              <a:off x="1440" y="1888"/>
              <a:ext cx="1" cy="212"/>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932" name="Oval 1068"/>
            <p:cNvSpPr>
              <a:spLocks noChangeArrowheads="1"/>
            </p:cNvSpPr>
            <p:nvPr/>
          </p:nvSpPr>
          <p:spPr bwMode="auto">
            <a:xfrm>
              <a:off x="503" y="1424"/>
              <a:ext cx="53" cy="47"/>
            </a:xfrm>
            <a:prstGeom prst="ellipse">
              <a:avLst/>
            </a:prstGeom>
            <a:noFill/>
            <a:ln w="19050">
              <a:solidFill>
                <a:schemeClr val="tx1"/>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sp>
          <p:nvSpPr>
            <p:cNvPr id="37933" name="Oval 1069"/>
            <p:cNvSpPr>
              <a:spLocks noChangeArrowheads="1"/>
            </p:cNvSpPr>
            <p:nvPr/>
          </p:nvSpPr>
          <p:spPr bwMode="auto">
            <a:xfrm>
              <a:off x="517" y="2070"/>
              <a:ext cx="53" cy="46"/>
            </a:xfrm>
            <a:prstGeom prst="ellipse">
              <a:avLst/>
            </a:prstGeom>
            <a:noFill/>
            <a:ln w="19050">
              <a:solidFill>
                <a:schemeClr val="tx1"/>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sp>
          <p:nvSpPr>
            <p:cNvPr id="37934" name="Oval 1070"/>
            <p:cNvSpPr>
              <a:spLocks noChangeArrowheads="1"/>
            </p:cNvSpPr>
            <p:nvPr/>
          </p:nvSpPr>
          <p:spPr bwMode="auto">
            <a:xfrm>
              <a:off x="2309" y="1429"/>
              <a:ext cx="53" cy="46"/>
            </a:xfrm>
            <a:prstGeom prst="ellipse">
              <a:avLst/>
            </a:prstGeom>
            <a:noFill/>
            <a:ln w="19050">
              <a:solidFill>
                <a:schemeClr val="tx1"/>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sp>
          <p:nvSpPr>
            <p:cNvPr id="37935" name="Oval 1071"/>
            <p:cNvSpPr>
              <a:spLocks noChangeArrowheads="1"/>
            </p:cNvSpPr>
            <p:nvPr/>
          </p:nvSpPr>
          <p:spPr bwMode="auto">
            <a:xfrm>
              <a:off x="2328" y="2070"/>
              <a:ext cx="52" cy="46"/>
            </a:xfrm>
            <a:prstGeom prst="ellipse">
              <a:avLst/>
            </a:prstGeom>
            <a:noFill/>
            <a:ln w="19050">
              <a:solidFill>
                <a:schemeClr val="tx1"/>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sp>
          <p:nvSpPr>
            <p:cNvPr id="37936" name="Rectangle 1072"/>
            <p:cNvSpPr>
              <a:spLocks noChangeArrowheads="1"/>
            </p:cNvSpPr>
            <p:nvPr/>
          </p:nvSpPr>
          <p:spPr bwMode="auto">
            <a:xfrm>
              <a:off x="740" y="1188"/>
              <a:ext cx="487"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spAutoFit/>
            </a:bodyPr>
            <a:lstStyle/>
            <a:p>
              <a:pPr eaLnBrk="1" hangingPunct="1"/>
              <a:r>
                <a:rPr lang="en-US" altLang="zh-CN">
                  <a:solidFill>
                    <a:srgbClr val="000000"/>
                  </a:solidFill>
                  <a:latin typeface="Times New Roman" panose="02020603050405020304" pitchFamily="18" charset="0"/>
                </a:rPr>
                <a:t> 1</a:t>
              </a:r>
              <a:r>
                <a:rPr lang="en-US" altLang="zh-CN">
                  <a:solidFill>
                    <a:srgbClr val="000000"/>
                  </a:solidFill>
                  <a:latin typeface="Times New Roman" panose="02020603050405020304" pitchFamily="18" charset="0"/>
                  <a:sym typeface="Symbol" panose="05050102010706020507" pitchFamily="18" charset="2"/>
                </a:rPr>
                <a:t></a:t>
              </a:r>
              <a:endParaRPr lang="en-US" altLang="zh-CN">
                <a:latin typeface="Times New Roman" panose="02020603050405020304" pitchFamily="18" charset="0"/>
              </a:endParaRPr>
            </a:p>
          </p:txBody>
        </p:sp>
        <p:sp>
          <p:nvSpPr>
            <p:cNvPr id="37921" name="Rectangle 1057"/>
            <p:cNvSpPr>
              <a:spLocks noChangeArrowheads="1"/>
            </p:cNvSpPr>
            <p:nvPr/>
          </p:nvSpPr>
          <p:spPr bwMode="auto">
            <a:xfrm>
              <a:off x="894" y="1414"/>
              <a:ext cx="249" cy="77"/>
            </a:xfrm>
            <a:prstGeom prst="rect">
              <a:avLst/>
            </a:prstGeom>
            <a:solidFill>
              <a:srgbClr val="F9FFE1"/>
            </a:solidFill>
            <a:ln w="31750">
              <a:solidFill>
                <a:srgbClr val="000000"/>
              </a:solidFill>
              <a:miter lim="800000"/>
              <a:headEnd/>
              <a:tailEnd/>
            </a:ln>
          </p:spPr>
          <p:txBody>
            <a:bodyPr/>
            <a:lstStyle/>
            <a:p>
              <a:endParaRPr lang="zh-CN" altLang="en-US"/>
            </a:p>
          </p:txBody>
        </p:sp>
        <p:sp>
          <p:nvSpPr>
            <p:cNvPr id="37929" name="Rectangle 1065"/>
            <p:cNvSpPr>
              <a:spLocks noChangeArrowheads="1"/>
            </p:cNvSpPr>
            <p:nvPr/>
          </p:nvSpPr>
          <p:spPr bwMode="auto">
            <a:xfrm>
              <a:off x="1393" y="1669"/>
              <a:ext cx="95" cy="214"/>
            </a:xfrm>
            <a:prstGeom prst="rect">
              <a:avLst/>
            </a:prstGeom>
            <a:solidFill>
              <a:srgbClr val="F9FFE1"/>
            </a:solidFill>
            <a:ln w="31750">
              <a:solidFill>
                <a:srgbClr val="000000"/>
              </a:solidFill>
              <a:miter lim="800000"/>
              <a:headEnd/>
              <a:tailEnd/>
            </a:ln>
          </p:spPr>
          <p:txBody>
            <a:bodyPr/>
            <a:lstStyle/>
            <a:p>
              <a:endParaRPr lang="zh-CN" altLang="en-US"/>
            </a:p>
          </p:txBody>
        </p:sp>
        <p:sp>
          <p:nvSpPr>
            <p:cNvPr id="37937" name="Rectangle 1073"/>
            <p:cNvSpPr>
              <a:spLocks noChangeArrowheads="1"/>
            </p:cNvSpPr>
            <p:nvPr/>
          </p:nvSpPr>
          <p:spPr bwMode="auto">
            <a:xfrm>
              <a:off x="1702" y="1414"/>
              <a:ext cx="249" cy="77"/>
            </a:xfrm>
            <a:prstGeom prst="rect">
              <a:avLst/>
            </a:prstGeom>
            <a:solidFill>
              <a:srgbClr val="F9FFE1"/>
            </a:solidFill>
            <a:ln w="31750">
              <a:solidFill>
                <a:srgbClr val="000000"/>
              </a:solidFill>
              <a:miter lim="800000"/>
              <a:headEnd/>
              <a:tailEnd/>
            </a:ln>
          </p:spPr>
          <p:txBody>
            <a:bodyPr/>
            <a:lstStyle/>
            <a:p>
              <a:endParaRPr lang="zh-CN" altLang="en-US"/>
            </a:p>
          </p:txBody>
        </p:sp>
        <p:sp>
          <p:nvSpPr>
            <p:cNvPr id="37938" name="Line 1074"/>
            <p:cNvSpPr>
              <a:spLocks noChangeShapeType="1"/>
            </p:cNvSpPr>
            <p:nvPr/>
          </p:nvSpPr>
          <p:spPr bwMode="auto">
            <a:xfrm>
              <a:off x="1139" y="1450"/>
              <a:ext cx="557"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37939" name="Rectangle 1075"/>
            <p:cNvSpPr>
              <a:spLocks noChangeArrowheads="1"/>
            </p:cNvSpPr>
            <p:nvPr/>
          </p:nvSpPr>
          <p:spPr bwMode="auto">
            <a:xfrm>
              <a:off x="1585" y="1194"/>
              <a:ext cx="431"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spAutoFit/>
            </a:bodyPr>
            <a:lstStyle/>
            <a:p>
              <a:pPr eaLnBrk="1" hangingPunct="1"/>
              <a:r>
                <a:rPr lang="en-US" altLang="zh-CN">
                  <a:solidFill>
                    <a:srgbClr val="000000"/>
                  </a:solidFill>
                  <a:latin typeface="Times New Roman" panose="02020603050405020304" pitchFamily="18" charset="0"/>
                </a:rPr>
                <a:t> 2</a:t>
              </a:r>
              <a:r>
                <a:rPr lang="en-US" altLang="zh-CN">
                  <a:solidFill>
                    <a:srgbClr val="000000"/>
                  </a:solidFill>
                  <a:latin typeface="Times New Roman" panose="02020603050405020304" pitchFamily="18" charset="0"/>
                  <a:sym typeface="Symbol" panose="05050102010706020507" pitchFamily="18" charset="2"/>
                </a:rPr>
                <a:t></a:t>
              </a:r>
              <a:endParaRPr lang="en-US" altLang="zh-CN">
                <a:latin typeface="Times New Roman" panose="02020603050405020304" pitchFamily="18" charset="0"/>
              </a:endParaRPr>
            </a:p>
          </p:txBody>
        </p:sp>
        <p:sp>
          <p:nvSpPr>
            <p:cNvPr id="37940" name="Rectangle 1076"/>
            <p:cNvSpPr>
              <a:spLocks noChangeArrowheads="1"/>
            </p:cNvSpPr>
            <p:nvPr/>
          </p:nvSpPr>
          <p:spPr bwMode="auto">
            <a:xfrm>
              <a:off x="1469" y="1643"/>
              <a:ext cx="450"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spAutoFit/>
            </a:bodyPr>
            <a:lstStyle/>
            <a:p>
              <a:pPr eaLnBrk="1" hangingPunct="1"/>
              <a:r>
                <a:rPr lang="en-US" altLang="zh-CN">
                  <a:solidFill>
                    <a:srgbClr val="000000"/>
                  </a:solidFill>
                  <a:latin typeface="Times New Roman" panose="02020603050405020304" pitchFamily="18" charset="0"/>
                </a:rPr>
                <a:t> 2</a:t>
              </a:r>
              <a:r>
                <a:rPr lang="en-US" altLang="zh-CN">
                  <a:solidFill>
                    <a:srgbClr val="000000"/>
                  </a:solidFill>
                  <a:latin typeface="Times New Roman" panose="02020603050405020304" pitchFamily="18" charset="0"/>
                  <a:sym typeface="Symbol" panose="05050102010706020507" pitchFamily="18" charset="2"/>
                </a:rPr>
                <a:t></a:t>
              </a:r>
              <a:endParaRPr lang="en-US" altLang="zh-CN">
                <a:latin typeface="Times New Roman" panose="02020603050405020304" pitchFamily="18" charset="0"/>
              </a:endParaRPr>
            </a:p>
          </p:txBody>
        </p:sp>
        <p:sp>
          <p:nvSpPr>
            <p:cNvPr id="37941" name="Text Box 1077"/>
            <p:cNvSpPr txBox="1">
              <a:spLocks noChangeArrowheads="1"/>
            </p:cNvSpPr>
            <p:nvPr/>
          </p:nvSpPr>
          <p:spPr bwMode="auto">
            <a:xfrm>
              <a:off x="564" y="1080"/>
              <a:ext cx="27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eaLnBrk="1" hangingPunct="1">
                <a:spcBef>
                  <a:spcPct val="50000"/>
                </a:spcBef>
              </a:pPr>
              <a:r>
                <a:rPr lang="en-US" altLang="zh-CN" i="1">
                  <a:latin typeface="Times New Roman" panose="02020603050405020304" pitchFamily="18" charset="0"/>
                </a:rPr>
                <a:t>I</a:t>
              </a:r>
              <a:r>
                <a:rPr lang="en-US" altLang="zh-CN" baseline="-25000">
                  <a:latin typeface="Times New Roman" panose="02020603050405020304" pitchFamily="18" charset="0"/>
                </a:rPr>
                <a:t>1</a:t>
              </a:r>
              <a:endParaRPr lang="en-US" altLang="zh-CN">
                <a:latin typeface="Times New Roman" panose="02020603050405020304" pitchFamily="18" charset="0"/>
              </a:endParaRPr>
            </a:p>
          </p:txBody>
        </p:sp>
        <p:sp>
          <p:nvSpPr>
            <p:cNvPr id="37942" name="Text Box 1078"/>
            <p:cNvSpPr txBox="1">
              <a:spLocks noChangeArrowheads="1"/>
            </p:cNvSpPr>
            <p:nvPr/>
          </p:nvSpPr>
          <p:spPr bwMode="auto">
            <a:xfrm>
              <a:off x="272" y="1641"/>
              <a:ext cx="40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eaLnBrk="1" hangingPunct="1">
                <a:spcBef>
                  <a:spcPct val="50000"/>
                </a:spcBef>
              </a:pPr>
              <a:r>
                <a:rPr lang="en-US" altLang="zh-CN" i="1">
                  <a:latin typeface="Times New Roman" panose="02020603050405020304" pitchFamily="18" charset="0"/>
                </a:rPr>
                <a:t>U</a:t>
              </a:r>
              <a:r>
                <a:rPr lang="en-US" altLang="zh-CN" baseline="-25000">
                  <a:latin typeface="Times New Roman" panose="02020603050405020304" pitchFamily="18" charset="0"/>
                </a:rPr>
                <a:t>1</a:t>
              </a:r>
              <a:endParaRPr lang="en-US" altLang="zh-CN">
                <a:latin typeface="Times New Roman" panose="02020603050405020304" pitchFamily="18" charset="0"/>
              </a:endParaRPr>
            </a:p>
          </p:txBody>
        </p:sp>
        <p:sp>
          <p:nvSpPr>
            <p:cNvPr id="37943" name="Text Box 1079"/>
            <p:cNvSpPr txBox="1">
              <a:spLocks noChangeArrowheads="1"/>
            </p:cNvSpPr>
            <p:nvPr/>
          </p:nvSpPr>
          <p:spPr bwMode="auto">
            <a:xfrm>
              <a:off x="2093" y="1625"/>
              <a:ext cx="44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eaLnBrk="1" hangingPunct="1">
                <a:spcBef>
                  <a:spcPct val="50000"/>
                </a:spcBef>
              </a:pPr>
              <a:r>
                <a:rPr lang="en-US" altLang="zh-CN" i="1">
                  <a:latin typeface="Times New Roman" panose="02020603050405020304" pitchFamily="18" charset="0"/>
                </a:rPr>
                <a:t>U</a:t>
              </a:r>
              <a:r>
                <a:rPr lang="en-US" altLang="zh-CN" baseline="-25000">
                  <a:latin typeface="Times New Roman" panose="02020603050405020304" pitchFamily="18" charset="0"/>
                </a:rPr>
                <a:t>2</a:t>
              </a:r>
              <a:endParaRPr lang="en-US" altLang="zh-CN">
                <a:latin typeface="Times New Roman" panose="02020603050405020304" pitchFamily="18" charset="0"/>
              </a:endParaRPr>
            </a:p>
          </p:txBody>
        </p:sp>
        <p:sp>
          <p:nvSpPr>
            <p:cNvPr id="37976" name="Rectangle 1112"/>
            <p:cNvSpPr>
              <a:spLocks noChangeArrowheads="1"/>
            </p:cNvSpPr>
            <p:nvPr/>
          </p:nvSpPr>
          <p:spPr bwMode="auto">
            <a:xfrm>
              <a:off x="2021" y="1092"/>
              <a:ext cx="46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r>
                <a:rPr lang="en-US" altLang="zh-CN" i="1">
                  <a:latin typeface="Times New Roman" panose="02020603050405020304" pitchFamily="18" charset="0"/>
                </a:rPr>
                <a:t>I</a:t>
              </a:r>
              <a:r>
                <a:rPr lang="en-US" altLang="zh-CN" baseline="-25000">
                  <a:latin typeface="Times New Roman" panose="02020603050405020304" pitchFamily="18" charset="0"/>
                </a:rPr>
                <a:t>2</a:t>
              </a:r>
              <a:r>
                <a:rPr lang="en-US" altLang="zh-CN">
                  <a:latin typeface="Times New Roman" panose="02020603050405020304" pitchFamily="18" charset="0"/>
                </a:rPr>
                <a:t>=0</a:t>
              </a:r>
            </a:p>
          </p:txBody>
        </p:sp>
        <p:sp>
          <p:nvSpPr>
            <p:cNvPr id="37991" name="Line 1127"/>
            <p:cNvSpPr>
              <a:spLocks noChangeShapeType="1"/>
            </p:cNvSpPr>
            <p:nvPr/>
          </p:nvSpPr>
          <p:spPr bwMode="auto">
            <a:xfrm>
              <a:off x="588" y="1386"/>
              <a:ext cx="210"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7992" name="Line 1128"/>
            <p:cNvSpPr>
              <a:spLocks noChangeShapeType="1"/>
            </p:cNvSpPr>
            <p:nvPr/>
          </p:nvSpPr>
          <p:spPr bwMode="auto">
            <a:xfrm flipH="1">
              <a:off x="2046" y="1398"/>
              <a:ext cx="216"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
        <p:nvSpPr>
          <p:cNvPr id="38005" name="AutoShape 1141">
            <a:hlinkClick r:id="" action="ppaction://hlinkshowjump?jump=previousslide" highlightClick="1"/>
          </p:cNvPr>
          <p:cNvSpPr>
            <a:spLocks noChangeArrowheads="1"/>
          </p:cNvSpPr>
          <p:nvPr/>
        </p:nvSpPr>
        <p:spPr bwMode="auto">
          <a:xfrm>
            <a:off x="8439150" y="6462713"/>
            <a:ext cx="344488" cy="395287"/>
          </a:xfrm>
          <a:prstGeom prst="actionButtonBackPrevious">
            <a:avLst/>
          </a:prstGeom>
          <a:solidFill>
            <a:srgbClr val="D5FFFF"/>
          </a:solidFill>
          <a:ln w="9525">
            <a:solidFill>
              <a:srgbClr val="F1FFE1"/>
            </a:solidFill>
            <a:miter lim="800000"/>
            <a:headEnd/>
            <a:tailEnd/>
          </a:ln>
        </p:spPr>
        <p:txBody>
          <a:bodyPr wrap="none" anchor="ctr"/>
          <a:lstStyle/>
          <a:p>
            <a:endParaRPr lang="zh-CN" altLang="en-US"/>
          </a:p>
        </p:txBody>
      </p:sp>
      <p:sp>
        <p:nvSpPr>
          <p:cNvPr id="38006" name="AutoShape 1142">
            <a:hlinkClick r:id="" action="ppaction://hlinkshowjump?jump=nextslide" highlightClick="1"/>
          </p:cNvPr>
          <p:cNvSpPr>
            <a:spLocks noChangeArrowheads="1"/>
          </p:cNvSpPr>
          <p:nvPr/>
        </p:nvSpPr>
        <p:spPr bwMode="auto">
          <a:xfrm>
            <a:off x="8807450" y="6462713"/>
            <a:ext cx="336550" cy="395287"/>
          </a:xfrm>
          <a:prstGeom prst="actionButtonForwardNext">
            <a:avLst/>
          </a:prstGeom>
          <a:solidFill>
            <a:srgbClr val="D5FFFF"/>
          </a:solidFill>
          <a:ln w="9525">
            <a:solidFill>
              <a:srgbClr val="F1FFE1"/>
            </a:solidFill>
            <a:miter lim="800000"/>
            <a:headEnd/>
            <a:tailEnd/>
          </a:ln>
        </p:spPr>
        <p:txBody>
          <a:bodyPr wrap="none" anchor="ct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288" fill="hold" nodeType="clickEffect">
                                  <p:stCondLst>
                                    <p:cond delay="0"/>
                                  </p:stCondLst>
                                  <p:childTnLst>
                                    <p:set>
                                      <p:cBhvr>
                                        <p:cTn id="6" dur="1" fill="hold">
                                          <p:stCondLst>
                                            <p:cond delay="0"/>
                                          </p:stCondLst>
                                        </p:cTn>
                                        <p:tgtEl>
                                          <p:spTgt spid="38001"/>
                                        </p:tgtEl>
                                        <p:attrNameLst>
                                          <p:attrName>style.visibility</p:attrName>
                                        </p:attrNameLst>
                                      </p:cBhvr>
                                      <p:to>
                                        <p:strVal val="visible"/>
                                      </p:to>
                                    </p:set>
                                    <p:anim calcmode="lin" valueType="num">
                                      <p:cBhvr>
                                        <p:cTn id="7" dur="500" fill="hold"/>
                                        <p:tgtEl>
                                          <p:spTgt spid="38001"/>
                                        </p:tgtEl>
                                        <p:attrNameLst>
                                          <p:attrName>ppt_w</p:attrName>
                                        </p:attrNameLst>
                                      </p:cBhvr>
                                      <p:tavLst>
                                        <p:tav tm="0">
                                          <p:val>
                                            <p:strVal val="4/3*#ppt_w"/>
                                          </p:val>
                                        </p:tav>
                                        <p:tav tm="100000">
                                          <p:val>
                                            <p:strVal val="#ppt_w"/>
                                          </p:val>
                                        </p:tav>
                                      </p:tavLst>
                                    </p:anim>
                                    <p:anim calcmode="lin" valueType="num">
                                      <p:cBhvr>
                                        <p:cTn id="8" dur="500" fill="hold"/>
                                        <p:tgtEl>
                                          <p:spTgt spid="38001"/>
                                        </p:tgtEl>
                                        <p:attrNameLst>
                                          <p:attrName>ppt_h</p:attrName>
                                        </p:attrNameLst>
                                      </p:cBhvr>
                                      <p:tavLst>
                                        <p:tav tm="0">
                                          <p:val>
                                            <p:strVal val="4/3*#ppt_h"/>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37974">
                                            <p:txEl>
                                              <p:pRg st="0" end="0"/>
                                            </p:txEl>
                                          </p:spTgt>
                                        </p:tgtEl>
                                        <p:attrNameLst>
                                          <p:attrName>style.visibility</p:attrName>
                                        </p:attrNameLst>
                                      </p:cBhvr>
                                      <p:to>
                                        <p:strVal val="visible"/>
                                      </p:to>
                                    </p:set>
                                    <p:animEffect transition="in" filter="wipe(left)">
                                      <p:cBhvr>
                                        <p:cTn id="13" dur="500"/>
                                        <p:tgtEl>
                                          <p:spTgt spid="37974">
                                            <p:txEl>
                                              <p:pRg st="0" end="0"/>
                                            </p:txEl>
                                          </p:spTgt>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3" presetClass="entr" presetSubtype="288" fill="hold" nodeType="clickEffect">
                                  <p:stCondLst>
                                    <p:cond delay="0"/>
                                  </p:stCondLst>
                                  <p:childTnLst>
                                    <p:set>
                                      <p:cBhvr>
                                        <p:cTn id="17" dur="1" fill="hold">
                                          <p:stCondLst>
                                            <p:cond delay="0"/>
                                          </p:stCondLst>
                                        </p:cTn>
                                        <p:tgtEl>
                                          <p:spTgt spid="38000"/>
                                        </p:tgtEl>
                                        <p:attrNameLst>
                                          <p:attrName>style.visibility</p:attrName>
                                        </p:attrNameLst>
                                      </p:cBhvr>
                                      <p:to>
                                        <p:strVal val="visible"/>
                                      </p:to>
                                    </p:set>
                                    <p:anim calcmode="lin" valueType="num">
                                      <p:cBhvr>
                                        <p:cTn id="18" dur="500" fill="hold"/>
                                        <p:tgtEl>
                                          <p:spTgt spid="38000"/>
                                        </p:tgtEl>
                                        <p:attrNameLst>
                                          <p:attrName>ppt_w</p:attrName>
                                        </p:attrNameLst>
                                      </p:cBhvr>
                                      <p:tavLst>
                                        <p:tav tm="0">
                                          <p:val>
                                            <p:strVal val="4/3*#ppt_w"/>
                                          </p:val>
                                        </p:tav>
                                        <p:tav tm="100000">
                                          <p:val>
                                            <p:strVal val="#ppt_w"/>
                                          </p:val>
                                        </p:tav>
                                      </p:tavLst>
                                    </p:anim>
                                    <p:anim calcmode="lin" valueType="num">
                                      <p:cBhvr>
                                        <p:cTn id="19" dur="500" fill="hold"/>
                                        <p:tgtEl>
                                          <p:spTgt spid="38000"/>
                                        </p:tgtEl>
                                        <p:attrNameLst>
                                          <p:attrName>ppt_h</p:attrName>
                                        </p:attrNameLst>
                                      </p:cBhvr>
                                      <p:tavLst>
                                        <p:tav tm="0">
                                          <p:val>
                                            <p:strVal val="4/3*#ppt_h"/>
                                          </p:val>
                                        </p:tav>
                                        <p:tav tm="100000">
                                          <p:val>
                                            <p:strVal val="#ppt_h"/>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22" presetClass="entr" presetSubtype="8" fill="hold" nodeType="clickEffect">
                                  <p:stCondLst>
                                    <p:cond delay="0"/>
                                  </p:stCondLst>
                                  <p:childTnLst>
                                    <p:set>
                                      <p:cBhvr>
                                        <p:cTn id="23" dur="1" fill="hold">
                                          <p:stCondLst>
                                            <p:cond delay="0"/>
                                          </p:stCondLst>
                                        </p:cTn>
                                        <p:tgtEl>
                                          <p:spTgt spid="37919"/>
                                        </p:tgtEl>
                                        <p:attrNameLst>
                                          <p:attrName>style.visibility</p:attrName>
                                        </p:attrNameLst>
                                      </p:cBhvr>
                                      <p:to>
                                        <p:strVal val="visible"/>
                                      </p:to>
                                    </p:set>
                                    <p:animEffect transition="in" filter="wipe(left)">
                                      <p:cBhvr>
                                        <p:cTn id="24" dur="500"/>
                                        <p:tgtEl>
                                          <p:spTgt spid="37919"/>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22" presetClass="entr" presetSubtype="8" fill="hold" nodeType="clickEffect">
                                  <p:stCondLst>
                                    <p:cond delay="0"/>
                                  </p:stCondLst>
                                  <p:childTnLst>
                                    <p:set>
                                      <p:cBhvr>
                                        <p:cTn id="28" dur="1" fill="hold">
                                          <p:stCondLst>
                                            <p:cond delay="0"/>
                                          </p:stCondLst>
                                        </p:cTn>
                                        <p:tgtEl>
                                          <p:spTgt spid="37970"/>
                                        </p:tgtEl>
                                        <p:attrNameLst>
                                          <p:attrName>style.visibility</p:attrName>
                                        </p:attrNameLst>
                                      </p:cBhvr>
                                      <p:to>
                                        <p:strVal val="visible"/>
                                      </p:to>
                                    </p:set>
                                    <p:animEffect transition="in" filter="wipe(left)">
                                      <p:cBhvr>
                                        <p:cTn id="29" dur="500"/>
                                        <p:tgtEl>
                                          <p:spTgt spid="37970"/>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3" presetClass="entr" presetSubtype="288" fill="hold" nodeType="clickEffect">
                                  <p:stCondLst>
                                    <p:cond delay="0"/>
                                  </p:stCondLst>
                                  <p:childTnLst>
                                    <p:set>
                                      <p:cBhvr>
                                        <p:cTn id="33" dur="1" fill="hold">
                                          <p:stCondLst>
                                            <p:cond delay="0"/>
                                          </p:stCondLst>
                                        </p:cTn>
                                        <p:tgtEl>
                                          <p:spTgt spid="38002"/>
                                        </p:tgtEl>
                                        <p:attrNameLst>
                                          <p:attrName>style.visibility</p:attrName>
                                        </p:attrNameLst>
                                      </p:cBhvr>
                                      <p:to>
                                        <p:strVal val="visible"/>
                                      </p:to>
                                    </p:set>
                                    <p:anim calcmode="lin" valueType="num">
                                      <p:cBhvr>
                                        <p:cTn id="34" dur="500" fill="hold"/>
                                        <p:tgtEl>
                                          <p:spTgt spid="38002"/>
                                        </p:tgtEl>
                                        <p:attrNameLst>
                                          <p:attrName>ppt_w</p:attrName>
                                        </p:attrNameLst>
                                      </p:cBhvr>
                                      <p:tavLst>
                                        <p:tav tm="0">
                                          <p:val>
                                            <p:strVal val="4/3*#ppt_w"/>
                                          </p:val>
                                        </p:tav>
                                        <p:tav tm="100000">
                                          <p:val>
                                            <p:strVal val="#ppt_w"/>
                                          </p:val>
                                        </p:tav>
                                      </p:tavLst>
                                    </p:anim>
                                    <p:anim calcmode="lin" valueType="num">
                                      <p:cBhvr>
                                        <p:cTn id="35" dur="500" fill="hold"/>
                                        <p:tgtEl>
                                          <p:spTgt spid="38002"/>
                                        </p:tgtEl>
                                        <p:attrNameLst>
                                          <p:attrName>ppt_h</p:attrName>
                                        </p:attrNameLst>
                                      </p:cBhvr>
                                      <p:tavLst>
                                        <p:tav tm="0">
                                          <p:val>
                                            <p:strVal val="4/3*#ppt_h"/>
                                          </p:val>
                                        </p:tav>
                                        <p:tav tm="100000">
                                          <p:val>
                                            <p:strVal val="#ppt_h"/>
                                          </p:val>
                                        </p:tav>
                                      </p:tavLst>
                                    </p:anim>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8" fill="hold" nodeType="clickEffect">
                                  <p:stCondLst>
                                    <p:cond delay="0"/>
                                  </p:stCondLst>
                                  <p:childTnLst>
                                    <p:set>
                                      <p:cBhvr>
                                        <p:cTn id="39" dur="1" fill="hold">
                                          <p:stCondLst>
                                            <p:cond delay="0"/>
                                          </p:stCondLst>
                                        </p:cTn>
                                        <p:tgtEl>
                                          <p:spTgt spid="37971"/>
                                        </p:tgtEl>
                                        <p:attrNameLst>
                                          <p:attrName>style.visibility</p:attrName>
                                        </p:attrNameLst>
                                      </p:cBhvr>
                                      <p:to>
                                        <p:strVal val="visible"/>
                                      </p:to>
                                    </p:set>
                                    <p:animEffect transition="in" filter="wipe(left)">
                                      <p:cBhvr>
                                        <p:cTn id="40" dur="500"/>
                                        <p:tgtEl>
                                          <p:spTgt spid="37971"/>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8" fill="hold" nodeType="clickEffect">
                                  <p:stCondLst>
                                    <p:cond delay="0"/>
                                  </p:stCondLst>
                                  <p:childTnLst>
                                    <p:set>
                                      <p:cBhvr>
                                        <p:cTn id="44" dur="1" fill="hold">
                                          <p:stCondLst>
                                            <p:cond delay="0"/>
                                          </p:stCondLst>
                                        </p:cTn>
                                        <p:tgtEl>
                                          <p:spTgt spid="37891"/>
                                        </p:tgtEl>
                                        <p:attrNameLst>
                                          <p:attrName>style.visibility</p:attrName>
                                        </p:attrNameLst>
                                      </p:cBhvr>
                                      <p:to>
                                        <p:strVal val="visible"/>
                                      </p:to>
                                    </p:set>
                                    <p:animEffect transition="in" filter="wipe(left)">
                                      <p:cBhvr>
                                        <p:cTn id="45" dur="500"/>
                                        <p:tgtEl>
                                          <p:spTgt spid="378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974" grpId="0" build="p" autoUpdateAnimBg="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3010" name="Object 2"/>
          <p:cNvGraphicFramePr>
            <a:graphicFrameLocks noChangeAspect="1"/>
          </p:cNvGraphicFramePr>
          <p:nvPr/>
        </p:nvGraphicFramePr>
        <p:xfrm>
          <a:off x="3900488" y="3187700"/>
          <a:ext cx="2595562" cy="935038"/>
        </p:xfrm>
        <a:graphic>
          <a:graphicData uri="http://schemas.openxmlformats.org/presentationml/2006/ole">
            <mc:AlternateContent xmlns:mc="http://schemas.openxmlformats.org/markup-compatibility/2006">
              <mc:Choice xmlns:v="urn:schemas-microsoft-com:vml" Requires="v">
                <p:oleObj spid="_x0000_s193666" name="Equation" r:id="rId3" imgW="1269720" imgH="457200" progId="Equation.3">
                  <p:embed/>
                </p:oleObj>
              </mc:Choice>
              <mc:Fallback>
                <p:oleObj name="Equation" r:id="rId3" imgW="1269720" imgH="45720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00488" y="3187700"/>
                        <a:ext cx="2595562" cy="935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3011" name="Text Box 3"/>
          <p:cNvSpPr txBox="1">
            <a:spLocks noChangeArrowheads="1"/>
          </p:cNvSpPr>
          <p:nvPr/>
        </p:nvSpPr>
        <p:spPr bwMode="auto">
          <a:xfrm>
            <a:off x="6611938" y="3454400"/>
            <a:ext cx="2836862"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spcBef>
                <a:spcPct val="50000"/>
              </a:spcBef>
            </a:pPr>
            <a:r>
              <a:rPr lang="zh-CN" altLang="en-US">
                <a:solidFill>
                  <a:srgbClr val="FF3300"/>
                </a:solidFill>
                <a:latin typeface="Times New Roman" panose="02020603050405020304" pitchFamily="18" charset="0"/>
              </a:rPr>
              <a:t>，</a:t>
            </a:r>
            <a:r>
              <a:rPr lang="en-US" altLang="zh-CN" i="1">
                <a:solidFill>
                  <a:srgbClr val="FF3300"/>
                </a:solidFill>
                <a:latin typeface="Times New Roman" panose="02020603050405020304" pitchFamily="18" charset="0"/>
              </a:rPr>
              <a:t>Z</a:t>
            </a:r>
            <a:r>
              <a:rPr lang="zh-CN" altLang="en-US">
                <a:solidFill>
                  <a:srgbClr val="FF3300"/>
                </a:solidFill>
                <a:latin typeface="Times New Roman" panose="02020603050405020304" pitchFamily="18" charset="0"/>
              </a:rPr>
              <a:t>参数 不存在。   </a:t>
            </a:r>
          </a:p>
        </p:txBody>
      </p:sp>
      <p:graphicFrame>
        <p:nvGraphicFramePr>
          <p:cNvPr id="43012" name="Object 4"/>
          <p:cNvGraphicFramePr>
            <a:graphicFrameLocks noChangeAspect="1"/>
          </p:cNvGraphicFramePr>
          <p:nvPr/>
        </p:nvGraphicFramePr>
        <p:xfrm>
          <a:off x="4216400" y="4903788"/>
          <a:ext cx="1735138" cy="890587"/>
        </p:xfrm>
        <a:graphic>
          <a:graphicData uri="http://schemas.openxmlformats.org/presentationml/2006/ole">
            <mc:AlternateContent xmlns:mc="http://schemas.openxmlformats.org/markup-compatibility/2006">
              <mc:Choice xmlns:v="urn:schemas-microsoft-com:vml" Requires="v">
                <p:oleObj spid="_x0000_s193667" name="Equation" r:id="rId5" imgW="888840" imgH="457200" progId="Equation.3">
                  <p:embed/>
                </p:oleObj>
              </mc:Choice>
              <mc:Fallback>
                <p:oleObj name="Equation" r:id="rId5" imgW="888840" imgH="457200" progId="Equation.3">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216400" y="4903788"/>
                        <a:ext cx="1735138" cy="8905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3013" name="Text Box 5"/>
          <p:cNvSpPr txBox="1">
            <a:spLocks noChangeArrowheads="1"/>
          </p:cNvSpPr>
          <p:nvPr/>
        </p:nvSpPr>
        <p:spPr bwMode="auto">
          <a:xfrm>
            <a:off x="6154738" y="5048250"/>
            <a:ext cx="2989262"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spcBef>
                <a:spcPct val="50000"/>
              </a:spcBef>
            </a:pPr>
            <a:r>
              <a:rPr lang="zh-CN" altLang="en-US">
                <a:solidFill>
                  <a:srgbClr val="FF3300"/>
                </a:solidFill>
                <a:latin typeface="Times New Roman" panose="02020603050405020304" pitchFamily="18" charset="0"/>
              </a:rPr>
              <a:t>，</a:t>
            </a:r>
            <a:r>
              <a:rPr lang="en-US" altLang="zh-CN" i="1">
                <a:solidFill>
                  <a:srgbClr val="FF3300"/>
                </a:solidFill>
                <a:latin typeface="Times New Roman" panose="02020603050405020304" pitchFamily="18" charset="0"/>
              </a:rPr>
              <a:t>Y</a:t>
            </a:r>
            <a:r>
              <a:rPr lang="en-US" altLang="zh-CN">
                <a:solidFill>
                  <a:srgbClr val="FF3300"/>
                </a:solidFill>
                <a:latin typeface="Times New Roman" panose="02020603050405020304" pitchFamily="18" charset="0"/>
              </a:rPr>
              <a:t> </a:t>
            </a:r>
            <a:r>
              <a:rPr lang="zh-CN" altLang="en-US">
                <a:solidFill>
                  <a:srgbClr val="FF3300"/>
                </a:solidFill>
                <a:latin typeface="Times New Roman" panose="02020603050405020304" pitchFamily="18" charset="0"/>
              </a:rPr>
              <a:t>参数不存在。</a:t>
            </a:r>
          </a:p>
        </p:txBody>
      </p:sp>
      <p:sp>
        <p:nvSpPr>
          <p:cNvPr id="43059" name="Text Box 51"/>
          <p:cNvSpPr txBox="1">
            <a:spLocks noChangeArrowheads="1"/>
          </p:cNvSpPr>
          <p:nvPr/>
        </p:nvSpPr>
        <p:spPr bwMode="auto">
          <a:xfrm>
            <a:off x="427038" y="130175"/>
            <a:ext cx="1177925"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eaLnBrk="1" hangingPunct="1"/>
            <a:r>
              <a:rPr lang="zh-CN" altLang="en-US">
                <a:solidFill>
                  <a:srgbClr val="FF3300"/>
                </a:solidFill>
                <a:latin typeface="Times New Roman" panose="02020603050405020304" pitchFamily="18" charset="0"/>
              </a:rPr>
              <a:t>小结     </a:t>
            </a:r>
            <a:endParaRPr lang="zh-CN" altLang="en-US" b="0">
              <a:latin typeface="Times New Roman" panose="02020603050405020304" pitchFamily="18" charset="0"/>
            </a:endParaRPr>
          </a:p>
        </p:txBody>
      </p:sp>
      <p:sp>
        <p:nvSpPr>
          <p:cNvPr id="43060" name="Text Box 52"/>
          <p:cNvSpPr txBox="1">
            <a:spLocks noChangeArrowheads="1"/>
          </p:cNvSpPr>
          <p:nvPr/>
        </p:nvSpPr>
        <p:spPr bwMode="auto">
          <a:xfrm>
            <a:off x="981075" y="522288"/>
            <a:ext cx="749935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spcBef>
                <a:spcPct val="50000"/>
              </a:spcBef>
            </a:pPr>
            <a:r>
              <a:rPr lang="zh-CN" altLang="en-US">
                <a:latin typeface="Times New Roman" panose="02020603050405020304" pitchFamily="18" charset="0"/>
              </a:rPr>
              <a:t>（</a:t>
            </a:r>
            <a:r>
              <a:rPr lang="en-US" altLang="zh-CN">
                <a:latin typeface="Times New Roman" panose="02020603050405020304" pitchFamily="18" charset="0"/>
              </a:rPr>
              <a:t>1</a:t>
            </a:r>
            <a:r>
              <a:rPr lang="zh-CN" altLang="en-US">
                <a:latin typeface="Times New Roman" panose="02020603050405020304" pitchFamily="18" charset="0"/>
              </a:rPr>
              <a:t>）</a:t>
            </a:r>
            <a:r>
              <a:rPr lang="zh-CN" altLang="zh-CN">
                <a:latin typeface="Times New Roman" panose="02020603050405020304" pitchFamily="18" charset="0"/>
              </a:rPr>
              <a:t>六</a:t>
            </a:r>
            <a:r>
              <a:rPr lang="zh-CN" altLang="en-US">
                <a:latin typeface="Times New Roman" panose="02020603050405020304" pitchFamily="18" charset="0"/>
              </a:rPr>
              <a:t>套参数，还有</a:t>
            </a:r>
            <a:r>
              <a:rPr lang="zh-CN" altLang="en-US">
                <a:solidFill>
                  <a:srgbClr val="0000CC"/>
                </a:solidFill>
                <a:latin typeface="Times New Roman" panose="02020603050405020304" pitchFamily="18" charset="0"/>
              </a:rPr>
              <a:t>逆传输参数</a:t>
            </a:r>
            <a:r>
              <a:rPr lang="zh-CN" altLang="en-US">
                <a:solidFill>
                  <a:srgbClr val="0000CC"/>
                </a:solidFill>
                <a:latin typeface="Times New Roman" panose="02020603050405020304" pitchFamily="18" charset="0"/>
                <a:sym typeface="Symbol" panose="05050102010706020507" pitchFamily="18" charset="2"/>
              </a:rPr>
              <a:t> </a:t>
            </a:r>
            <a:r>
              <a:rPr lang="zh-CN" altLang="en-US">
                <a:solidFill>
                  <a:srgbClr val="0000CC"/>
                </a:solidFill>
                <a:latin typeface="Times New Roman" panose="02020603050405020304" pitchFamily="18" charset="0"/>
              </a:rPr>
              <a:t>和逆混合参数。  </a:t>
            </a:r>
          </a:p>
        </p:txBody>
      </p:sp>
      <p:sp>
        <p:nvSpPr>
          <p:cNvPr id="43061" name="Text Box 53"/>
          <p:cNvSpPr txBox="1">
            <a:spLocks noChangeArrowheads="1"/>
          </p:cNvSpPr>
          <p:nvPr/>
        </p:nvSpPr>
        <p:spPr bwMode="auto">
          <a:xfrm>
            <a:off x="960438" y="1017588"/>
            <a:ext cx="61341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r>
              <a:rPr lang="zh-CN" altLang="en-US">
                <a:latin typeface="Times New Roman" panose="02020603050405020304" pitchFamily="18" charset="0"/>
              </a:rPr>
              <a:t>（</a:t>
            </a:r>
            <a:r>
              <a:rPr lang="en-US" altLang="zh-CN">
                <a:latin typeface="Times New Roman" panose="02020603050405020304" pitchFamily="18" charset="0"/>
              </a:rPr>
              <a:t>2</a:t>
            </a:r>
            <a:r>
              <a:rPr lang="zh-CN" altLang="en-US">
                <a:latin typeface="Times New Roman" panose="02020603050405020304" pitchFamily="18" charset="0"/>
              </a:rPr>
              <a:t>）为什么用这么多参数表示？</a:t>
            </a:r>
            <a:endParaRPr lang="zh-CN" altLang="en-US" b="0">
              <a:latin typeface="Times New Roman" panose="02020603050405020304" pitchFamily="18" charset="0"/>
            </a:endParaRPr>
          </a:p>
        </p:txBody>
      </p:sp>
      <p:sp>
        <p:nvSpPr>
          <p:cNvPr id="43062" name="Text Box 54"/>
          <p:cNvSpPr txBox="1">
            <a:spLocks noChangeArrowheads="1"/>
          </p:cNvSpPr>
          <p:nvPr/>
        </p:nvSpPr>
        <p:spPr bwMode="auto">
          <a:xfrm>
            <a:off x="1420813" y="1514475"/>
            <a:ext cx="5313362"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eaLnBrk="1" hangingPunct="1"/>
            <a:r>
              <a:rPr lang="zh-CN" altLang="en-US">
                <a:latin typeface="Times New Roman" panose="02020603050405020304" pitchFamily="18" charset="0"/>
              </a:rPr>
              <a:t>（</a:t>
            </a:r>
            <a:r>
              <a:rPr lang="en-US" altLang="zh-CN">
                <a:latin typeface="Times New Roman" panose="02020603050405020304" pitchFamily="18" charset="0"/>
              </a:rPr>
              <a:t>a</a:t>
            </a:r>
            <a:r>
              <a:rPr lang="zh-CN" altLang="en-US">
                <a:latin typeface="Times New Roman" panose="02020603050405020304" pitchFamily="18" charset="0"/>
              </a:rPr>
              <a:t>）为描述电路方便，测量方便。     </a:t>
            </a:r>
            <a:endParaRPr lang="zh-CN" altLang="en-US" b="0">
              <a:latin typeface="Times New Roman" panose="02020603050405020304" pitchFamily="18" charset="0"/>
            </a:endParaRPr>
          </a:p>
        </p:txBody>
      </p:sp>
      <p:sp>
        <p:nvSpPr>
          <p:cNvPr id="43063" name="Text Box 55"/>
          <p:cNvSpPr txBox="1">
            <a:spLocks noChangeArrowheads="1"/>
          </p:cNvSpPr>
          <p:nvPr/>
        </p:nvSpPr>
        <p:spPr bwMode="auto">
          <a:xfrm>
            <a:off x="1431925" y="2073275"/>
            <a:ext cx="5559425"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eaLnBrk="1" hangingPunct="1"/>
            <a:r>
              <a:rPr lang="zh-CN" altLang="en-US">
                <a:latin typeface="Times New Roman" panose="02020603050405020304" pitchFamily="18" charset="0"/>
              </a:rPr>
              <a:t>（</a:t>
            </a:r>
            <a:r>
              <a:rPr lang="en-US" altLang="zh-CN">
                <a:latin typeface="Times New Roman" panose="02020603050405020304" pitchFamily="18" charset="0"/>
              </a:rPr>
              <a:t>b</a:t>
            </a:r>
            <a:r>
              <a:rPr lang="zh-CN" altLang="en-US">
                <a:latin typeface="Times New Roman" panose="02020603050405020304" pitchFamily="18" charset="0"/>
              </a:rPr>
              <a:t>）有些电路只存在某几种参数。        </a:t>
            </a:r>
            <a:endParaRPr lang="zh-CN" altLang="en-US" b="0">
              <a:latin typeface="Times New Roman" panose="02020603050405020304" pitchFamily="18" charset="0"/>
            </a:endParaRPr>
          </a:p>
        </p:txBody>
      </p:sp>
      <p:grpSp>
        <p:nvGrpSpPr>
          <p:cNvPr id="43076" name="Group 68"/>
          <p:cNvGrpSpPr>
            <a:grpSpLocks/>
          </p:cNvGrpSpPr>
          <p:nvPr/>
        </p:nvGrpSpPr>
        <p:grpSpPr bwMode="auto">
          <a:xfrm>
            <a:off x="542925" y="2540000"/>
            <a:ext cx="3209925" cy="1763713"/>
            <a:chOff x="342" y="1582"/>
            <a:chExt cx="2022" cy="1111"/>
          </a:xfrm>
        </p:grpSpPr>
        <p:graphicFrame>
          <p:nvGraphicFramePr>
            <p:cNvPr id="43017" name="Object 9"/>
            <p:cNvGraphicFramePr>
              <a:graphicFrameLocks noChangeAspect="1"/>
            </p:cNvGraphicFramePr>
            <p:nvPr/>
          </p:nvGraphicFramePr>
          <p:xfrm>
            <a:off x="818" y="1582"/>
            <a:ext cx="208" cy="290"/>
          </p:xfrm>
          <a:graphic>
            <a:graphicData uri="http://schemas.openxmlformats.org/presentationml/2006/ole">
              <mc:AlternateContent xmlns:mc="http://schemas.openxmlformats.org/markup-compatibility/2006">
                <mc:Choice xmlns:v="urn:schemas-microsoft-com:vml" Requires="v">
                  <p:oleObj spid="_x0000_s193668" name="Equation" r:id="rId7" imgW="164880" imgH="228600" progId="Equation.3">
                    <p:embed/>
                  </p:oleObj>
                </mc:Choice>
                <mc:Fallback>
                  <p:oleObj name="Equation" r:id="rId7" imgW="164880" imgH="228600" progId="Equation.3">
                    <p:embed/>
                    <p:pic>
                      <p:nvPicPr>
                        <p:cNvPr id="0" name="Object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18" y="1582"/>
                          <a:ext cx="208" cy="290"/>
                        </a:xfrm>
                        <a:prstGeom prst="rect">
                          <a:avLst/>
                        </a:prstGeom>
                        <a:noFill/>
                        <a:ln>
                          <a:noFill/>
                        </a:ln>
                        <a:effectLst/>
                        <a:extLst>
                          <a:ext uri="{909E8E84-426E-40DD-AFC4-6F175D3DCCD1}">
                            <a14:hiddenFill xmlns:a14="http://schemas.microsoft.com/office/drawing/2010/main">
                              <a:solidFill>
                                <a:srgbClr val="F9FFE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3018" name="Object 10"/>
            <p:cNvGraphicFramePr>
              <a:graphicFrameLocks noChangeAspect="1"/>
            </p:cNvGraphicFramePr>
            <p:nvPr/>
          </p:nvGraphicFramePr>
          <p:xfrm>
            <a:off x="1666" y="1594"/>
            <a:ext cx="224" cy="290"/>
          </p:xfrm>
          <a:graphic>
            <a:graphicData uri="http://schemas.openxmlformats.org/presentationml/2006/ole">
              <mc:AlternateContent xmlns:mc="http://schemas.openxmlformats.org/markup-compatibility/2006">
                <mc:Choice xmlns:v="urn:schemas-microsoft-com:vml" Requires="v">
                  <p:oleObj spid="_x0000_s193669" name="Equation" r:id="rId9" imgW="177480" imgH="228600" progId="Equation.3">
                    <p:embed/>
                  </p:oleObj>
                </mc:Choice>
                <mc:Fallback>
                  <p:oleObj name="Equation" r:id="rId9" imgW="177480" imgH="228600" progId="Equation.3">
                    <p:embed/>
                    <p:pic>
                      <p:nvPicPr>
                        <p:cNvPr id="0" name="Object 1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666" y="1594"/>
                          <a:ext cx="224" cy="290"/>
                        </a:xfrm>
                        <a:prstGeom prst="rect">
                          <a:avLst/>
                        </a:prstGeom>
                        <a:noFill/>
                        <a:ln>
                          <a:noFill/>
                        </a:ln>
                        <a:effectLst/>
                        <a:extLst>
                          <a:ext uri="{909E8E84-426E-40DD-AFC4-6F175D3DCCD1}">
                            <a14:hiddenFill xmlns:a14="http://schemas.microsoft.com/office/drawing/2010/main">
                              <a:solidFill>
                                <a:srgbClr val="F9FFE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3015" name="Line 7"/>
            <p:cNvSpPr>
              <a:spLocks noChangeShapeType="1"/>
            </p:cNvSpPr>
            <p:nvPr/>
          </p:nvSpPr>
          <p:spPr bwMode="auto">
            <a:xfrm flipH="1">
              <a:off x="701" y="1975"/>
              <a:ext cx="955" cy="1"/>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016" name="Rectangle 8"/>
            <p:cNvSpPr>
              <a:spLocks noChangeArrowheads="1"/>
            </p:cNvSpPr>
            <p:nvPr/>
          </p:nvSpPr>
          <p:spPr bwMode="auto">
            <a:xfrm>
              <a:off x="1147" y="1642"/>
              <a:ext cx="294" cy="230"/>
            </a:xfrm>
            <a:prstGeom prst="rect">
              <a:avLst/>
            </a:prstGeom>
            <a:noFill/>
            <a:ln>
              <a:noFill/>
            </a:ln>
            <a:extLst>
              <a:ext uri="{909E8E84-426E-40DD-AFC4-6F175D3DCCD1}">
                <a14:hiddenFill xmlns:a14="http://schemas.microsoft.com/office/drawing/2010/main">
                  <a:solidFill>
                    <a:srgbClr val="F9FFE1"/>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eaLnBrk="1" hangingPunct="1"/>
              <a:r>
                <a:rPr lang="en-US" altLang="zh-CN">
                  <a:solidFill>
                    <a:srgbClr val="000000"/>
                  </a:solidFill>
                  <a:latin typeface="Times New Roman" panose="02020603050405020304" pitchFamily="18" charset="0"/>
                </a:rPr>
                <a:t> </a:t>
              </a:r>
              <a:r>
                <a:rPr lang="en-US" altLang="zh-CN">
                  <a:solidFill>
                    <a:srgbClr val="000000"/>
                  </a:solidFill>
                  <a:latin typeface="CG Times" pitchFamily="18" charset="0"/>
                </a:rPr>
                <a:t>2</a:t>
              </a:r>
              <a:r>
                <a:rPr lang="en-US" altLang="zh-CN">
                  <a:solidFill>
                    <a:srgbClr val="000000"/>
                  </a:solidFill>
                  <a:latin typeface="CG Times" pitchFamily="18" charset="0"/>
                  <a:sym typeface="Symbol" panose="05050102010706020507" pitchFamily="18" charset="2"/>
                </a:rPr>
                <a:t></a:t>
              </a:r>
              <a:endParaRPr lang="en-US" altLang="zh-CN">
                <a:latin typeface="Times New Roman" panose="02020603050405020304" pitchFamily="18" charset="0"/>
              </a:endParaRPr>
            </a:p>
          </p:txBody>
        </p:sp>
        <p:sp>
          <p:nvSpPr>
            <p:cNvPr id="43019" name="Oval 11"/>
            <p:cNvSpPr>
              <a:spLocks noChangeArrowheads="1"/>
            </p:cNvSpPr>
            <p:nvPr/>
          </p:nvSpPr>
          <p:spPr bwMode="auto">
            <a:xfrm>
              <a:off x="636" y="1940"/>
              <a:ext cx="68" cy="68"/>
            </a:xfrm>
            <a:prstGeom prst="ellipse">
              <a:avLst/>
            </a:prstGeom>
            <a:solidFill>
              <a:srgbClr val="F9FFE1"/>
            </a:solidFill>
            <a:ln w="19050">
              <a:solidFill>
                <a:schemeClr val="tx1"/>
              </a:solidFill>
              <a:round/>
              <a:headEnd/>
              <a:tailEnd/>
            </a:ln>
          </p:spPr>
          <p:txBody>
            <a:bodyPr wrap="none" anchor="ctr"/>
            <a:lstStyle/>
            <a:p>
              <a:endParaRPr lang="zh-CN" altLang="en-US"/>
            </a:p>
          </p:txBody>
        </p:sp>
        <p:grpSp>
          <p:nvGrpSpPr>
            <p:cNvPr id="43020" name="Group 12"/>
            <p:cNvGrpSpPr>
              <a:grpSpLocks/>
            </p:cNvGrpSpPr>
            <p:nvPr/>
          </p:nvGrpSpPr>
          <p:grpSpPr bwMode="auto">
            <a:xfrm>
              <a:off x="670" y="2538"/>
              <a:ext cx="1331" cy="68"/>
              <a:chOff x="416" y="2829"/>
              <a:chExt cx="1331" cy="68"/>
            </a:xfrm>
          </p:grpSpPr>
          <p:sp>
            <p:nvSpPr>
              <p:cNvPr id="43021" name="Line 13"/>
              <p:cNvSpPr>
                <a:spLocks noChangeShapeType="1"/>
              </p:cNvSpPr>
              <p:nvPr/>
            </p:nvSpPr>
            <p:spPr bwMode="auto">
              <a:xfrm>
                <a:off x="475" y="2867"/>
                <a:ext cx="1212"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022" name="Oval 14"/>
              <p:cNvSpPr>
                <a:spLocks noChangeArrowheads="1"/>
              </p:cNvSpPr>
              <p:nvPr/>
            </p:nvSpPr>
            <p:spPr bwMode="auto">
              <a:xfrm>
                <a:off x="416" y="2829"/>
                <a:ext cx="68" cy="68"/>
              </a:xfrm>
              <a:prstGeom prst="ellipse">
                <a:avLst/>
              </a:prstGeom>
              <a:solidFill>
                <a:srgbClr val="F9FFE1"/>
              </a:solidFill>
              <a:ln w="19050">
                <a:solidFill>
                  <a:schemeClr val="tx1"/>
                </a:solidFill>
                <a:round/>
                <a:headEnd/>
                <a:tailEnd/>
              </a:ln>
            </p:spPr>
            <p:txBody>
              <a:bodyPr wrap="none" anchor="ctr"/>
              <a:lstStyle/>
              <a:p>
                <a:endParaRPr lang="zh-CN" altLang="en-US"/>
              </a:p>
            </p:txBody>
          </p:sp>
          <p:sp>
            <p:nvSpPr>
              <p:cNvPr id="43023" name="Oval 15"/>
              <p:cNvSpPr>
                <a:spLocks noChangeArrowheads="1"/>
              </p:cNvSpPr>
              <p:nvPr/>
            </p:nvSpPr>
            <p:spPr bwMode="auto">
              <a:xfrm>
                <a:off x="1679" y="2829"/>
                <a:ext cx="68" cy="68"/>
              </a:xfrm>
              <a:prstGeom prst="ellipse">
                <a:avLst/>
              </a:prstGeom>
              <a:solidFill>
                <a:srgbClr val="F9FFE1"/>
              </a:solidFill>
              <a:ln w="19050">
                <a:solidFill>
                  <a:schemeClr val="tx1"/>
                </a:solidFill>
                <a:round/>
                <a:headEnd/>
                <a:tailEnd/>
              </a:ln>
            </p:spPr>
            <p:txBody>
              <a:bodyPr wrap="none" anchor="ctr"/>
              <a:lstStyle/>
              <a:p>
                <a:endParaRPr lang="zh-CN" altLang="en-US"/>
              </a:p>
            </p:txBody>
          </p:sp>
        </p:grpSp>
        <p:sp>
          <p:nvSpPr>
            <p:cNvPr id="43024" name="Line 16"/>
            <p:cNvSpPr>
              <a:spLocks noChangeShapeType="1"/>
            </p:cNvSpPr>
            <p:nvPr/>
          </p:nvSpPr>
          <p:spPr bwMode="auto">
            <a:xfrm>
              <a:off x="1490" y="1969"/>
              <a:ext cx="478" cy="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026" name="Text Box 18"/>
            <p:cNvSpPr txBox="1">
              <a:spLocks noChangeArrowheads="1"/>
            </p:cNvSpPr>
            <p:nvPr/>
          </p:nvSpPr>
          <p:spPr bwMode="auto">
            <a:xfrm>
              <a:off x="2097" y="2405"/>
              <a:ext cx="267" cy="288"/>
            </a:xfrm>
            <a:prstGeom prst="rect">
              <a:avLst/>
            </a:prstGeom>
            <a:noFill/>
            <a:ln>
              <a:noFill/>
            </a:ln>
            <a:extLst>
              <a:ext uri="{909E8E84-426E-40DD-AFC4-6F175D3DCCD1}">
                <a14:hiddenFill xmlns:a14="http://schemas.microsoft.com/office/drawing/2010/main">
                  <a:solidFill>
                    <a:srgbClr val="F9FFE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spcBef>
                  <a:spcPct val="50000"/>
                </a:spcBef>
              </a:pPr>
              <a:r>
                <a:rPr lang="en-US" altLang="zh-CN" b="0">
                  <a:latin typeface="黑体" panose="02010609060101010101" pitchFamily="49" charset="-122"/>
                  <a:ea typeface="黑体" panose="02010609060101010101" pitchFamily="49" charset="-122"/>
                  <a:sym typeface="Symbol" panose="05050102010706020507" pitchFamily="18" charset="2"/>
                </a:rPr>
                <a:t>-</a:t>
              </a:r>
              <a:endParaRPr lang="en-US" altLang="zh-CN">
                <a:latin typeface="Times New Roman" panose="02020603050405020304" pitchFamily="18" charset="0"/>
              </a:endParaRPr>
            </a:p>
          </p:txBody>
        </p:sp>
        <p:sp>
          <p:nvSpPr>
            <p:cNvPr id="43027" name="Text Box 19"/>
            <p:cNvSpPr txBox="1">
              <a:spLocks noChangeArrowheads="1"/>
            </p:cNvSpPr>
            <p:nvPr/>
          </p:nvSpPr>
          <p:spPr bwMode="auto">
            <a:xfrm>
              <a:off x="2088" y="1827"/>
              <a:ext cx="268" cy="288"/>
            </a:xfrm>
            <a:prstGeom prst="rect">
              <a:avLst/>
            </a:prstGeom>
            <a:noFill/>
            <a:ln>
              <a:noFill/>
            </a:ln>
            <a:extLst>
              <a:ext uri="{909E8E84-426E-40DD-AFC4-6F175D3DCCD1}">
                <a14:hiddenFill xmlns:a14="http://schemas.microsoft.com/office/drawing/2010/main">
                  <a:solidFill>
                    <a:srgbClr val="F9FFE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spcBef>
                  <a:spcPct val="50000"/>
                </a:spcBef>
              </a:pPr>
              <a:r>
                <a:rPr lang="en-US" altLang="zh-CN">
                  <a:latin typeface="Times New Roman" panose="02020603050405020304" pitchFamily="18" charset="0"/>
                </a:rPr>
                <a:t>+</a:t>
              </a:r>
            </a:p>
          </p:txBody>
        </p:sp>
        <p:graphicFrame>
          <p:nvGraphicFramePr>
            <p:cNvPr id="43028" name="Object 20"/>
            <p:cNvGraphicFramePr>
              <a:graphicFrameLocks noChangeAspect="1"/>
            </p:cNvGraphicFramePr>
            <p:nvPr/>
          </p:nvGraphicFramePr>
          <p:xfrm>
            <a:off x="2070" y="2083"/>
            <a:ext cx="256" cy="290"/>
          </p:xfrm>
          <a:graphic>
            <a:graphicData uri="http://schemas.openxmlformats.org/presentationml/2006/ole">
              <mc:AlternateContent xmlns:mc="http://schemas.openxmlformats.org/markup-compatibility/2006">
                <mc:Choice xmlns:v="urn:schemas-microsoft-com:vml" Requires="v">
                  <p:oleObj spid="_x0000_s193670" name="Equation" r:id="rId11" imgW="203040" imgH="228600" progId="Equation.3">
                    <p:embed/>
                  </p:oleObj>
                </mc:Choice>
                <mc:Fallback>
                  <p:oleObj name="Equation" r:id="rId11" imgW="203040" imgH="228600" progId="Equation.3">
                    <p:embed/>
                    <p:pic>
                      <p:nvPicPr>
                        <p:cNvPr id="0" name="Object 20"/>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070" y="2083"/>
                          <a:ext cx="256" cy="290"/>
                        </a:xfrm>
                        <a:prstGeom prst="rect">
                          <a:avLst/>
                        </a:prstGeom>
                        <a:noFill/>
                        <a:ln>
                          <a:noFill/>
                        </a:ln>
                        <a:effectLst/>
                        <a:extLst>
                          <a:ext uri="{909E8E84-426E-40DD-AFC4-6F175D3DCCD1}">
                            <a14:hiddenFill xmlns:a14="http://schemas.microsoft.com/office/drawing/2010/main">
                              <a:solidFill>
                                <a:srgbClr val="F9FFE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3029" name="Oval 21"/>
            <p:cNvSpPr>
              <a:spLocks noChangeArrowheads="1"/>
            </p:cNvSpPr>
            <p:nvPr/>
          </p:nvSpPr>
          <p:spPr bwMode="auto">
            <a:xfrm>
              <a:off x="1959" y="1940"/>
              <a:ext cx="68" cy="68"/>
            </a:xfrm>
            <a:prstGeom prst="ellipse">
              <a:avLst/>
            </a:prstGeom>
            <a:solidFill>
              <a:srgbClr val="F9FFE1"/>
            </a:solidFill>
            <a:ln w="19050">
              <a:solidFill>
                <a:schemeClr val="tx1"/>
              </a:solidFill>
              <a:round/>
              <a:headEnd/>
              <a:tailEnd/>
            </a:ln>
          </p:spPr>
          <p:txBody>
            <a:bodyPr wrap="none" anchor="ctr"/>
            <a:lstStyle/>
            <a:p>
              <a:endParaRPr lang="zh-CN" altLang="en-US"/>
            </a:p>
          </p:txBody>
        </p:sp>
        <p:sp>
          <p:nvSpPr>
            <p:cNvPr id="43032" name="Text Box 24"/>
            <p:cNvSpPr txBox="1">
              <a:spLocks noChangeArrowheads="1"/>
            </p:cNvSpPr>
            <p:nvPr/>
          </p:nvSpPr>
          <p:spPr bwMode="auto">
            <a:xfrm>
              <a:off x="369" y="2405"/>
              <a:ext cx="267" cy="288"/>
            </a:xfrm>
            <a:prstGeom prst="rect">
              <a:avLst/>
            </a:prstGeom>
            <a:noFill/>
            <a:ln>
              <a:noFill/>
            </a:ln>
            <a:extLst>
              <a:ext uri="{909E8E84-426E-40DD-AFC4-6F175D3DCCD1}">
                <a14:hiddenFill xmlns:a14="http://schemas.microsoft.com/office/drawing/2010/main">
                  <a:solidFill>
                    <a:srgbClr val="F9FFE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spcBef>
                  <a:spcPct val="50000"/>
                </a:spcBef>
              </a:pPr>
              <a:r>
                <a:rPr lang="en-US" altLang="zh-CN" b="0">
                  <a:latin typeface="黑体" panose="02010609060101010101" pitchFamily="49" charset="-122"/>
                  <a:ea typeface="黑体" panose="02010609060101010101" pitchFamily="49" charset="-122"/>
                  <a:sym typeface="Symbol" panose="05050102010706020507" pitchFamily="18" charset="2"/>
                </a:rPr>
                <a:t>-</a:t>
              </a:r>
              <a:endParaRPr lang="en-US" altLang="zh-CN">
                <a:latin typeface="Times New Roman" panose="02020603050405020304" pitchFamily="18" charset="0"/>
              </a:endParaRPr>
            </a:p>
          </p:txBody>
        </p:sp>
        <p:sp>
          <p:nvSpPr>
            <p:cNvPr id="43033" name="Text Box 25"/>
            <p:cNvSpPr txBox="1">
              <a:spLocks noChangeArrowheads="1"/>
            </p:cNvSpPr>
            <p:nvPr/>
          </p:nvSpPr>
          <p:spPr bwMode="auto">
            <a:xfrm>
              <a:off x="360" y="1827"/>
              <a:ext cx="268" cy="288"/>
            </a:xfrm>
            <a:prstGeom prst="rect">
              <a:avLst/>
            </a:prstGeom>
            <a:noFill/>
            <a:ln>
              <a:noFill/>
            </a:ln>
            <a:extLst>
              <a:ext uri="{909E8E84-426E-40DD-AFC4-6F175D3DCCD1}">
                <a14:hiddenFill xmlns:a14="http://schemas.microsoft.com/office/drawing/2010/main">
                  <a:solidFill>
                    <a:srgbClr val="F9FFE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spcBef>
                  <a:spcPct val="50000"/>
                </a:spcBef>
              </a:pPr>
              <a:r>
                <a:rPr lang="en-US" altLang="zh-CN">
                  <a:latin typeface="Times New Roman" panose="02020603050405020304" pitchFamily="18" charset="0"/>
                </a:rPr>
                <a:t>+</a:t>
              </a:r>
            </a:p>
          </p:txBody>
        </p:sp>
        <p:graphicFrame>
          <p:nvGraphicFramePr>
            <p:cNvPr id="43034" name="Object 26"/>
            <p:cNvGraphicFramePr>
              <a:graphicFrameLocks noChangeAspect="1"/>
            </p:cNvGraphicFramePr>
            <p:nvPr/>
          </p:nvGraphicFramePr>
          <p:xfrm>
            <a:off x="342" y="2083"/>
            <a:ext cx="256" cy="290"/>
          </p:xfrm>
          <a:graphic>
            <a:graphicData uri="http://schemas.openxmlformats.org/presentationml/2006/ole">
              <mc:AlternateContent xmlns:mc="http://schemas.openxmlformats.org/markup-compatibility/2006">
                <mc:Choice xmlns:v="urn:schemas-microsoft-com:vml" Requires="v">
                  <p:oleObj spid="_x0000_s193671" name="Equation" r:id="rId13" imgW="203040" imgH="228600" progId="Equation.3">
                    <p:embed/>
                  </p:oleObj>
                </mc:Choice>
                <mc:Fallback>
                  <p:oleObj name="Equation" r:id="rId13" imgW="203040" imgH="228600" progId="Equation.3">
                    <p:embed/>
                    <p:pic>
                      <p:nvPicPr>
                        <p:cNvPr id="0" name="Object 26"/>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42" y="2083"/>
                          <a:ext cx="256" cy="290"/>
                        </a:xfrm>
                        <a:prstGeom prst="rect">
                          <a:avLst/>
                        </a:prstGeom>
                        <a:noFill/>
                        <a:ln>
                          <a:noFill/>
                        </a:ln>
                        <a:effectLst/>
                        <a:extLst>
                          <a:ext uri="{909E8E84-426E-40DD-AFC4-6F175D3DCCD1}">
                            <a14:hiddenFill xmlns:a14="http://schemas.microsoft.com/office/drawing/2010/main">
                              <a:solidFill>
                                <a:srgbClr val="F9FFE1"/>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3035" name="Rectangle 27"/>
            <p:cNvSpPr>
              <a:spLocks noChangeArrowheads="1"/>
            </p:cNvSpPr>
            <p:nvPr/>
          </p:nvSpPr>
          <p:spPr bwMode="auto">
            <a:xfrm>
              <a:off x="1168" y="1924"/>
              <a:ext cx="322" cy="114"/>
            </a:xfrm>
            <a:prstGeom prst="rect">
              <a:avLst/>
            </a:prstGeom>
            <a:solidFill>
              <a:srgbClr val="F9FFE1"/>
            </a:solidFill>
            <a:ln w="31750">
              <a:solidFill>
                <a:srgbClr val="000000"/>
              </a:solidFill>
              <a:miter lim="800000"/>
              <a:headEnd/>
              <a:tailEnd/>
            </a:ln>
          </p:spPr>
          <p:txBody>
            <a:bodyPr/>
            <a:lstStyle/>
            <a:p>
              <a:endParaRPr lang="zh-CN" altLang="en-US"/>
            </a:p>
          </p:txBody>
        </p:sp>
        <p:sp>
          <p:nvSpPr>
            <p:cNvPr id="43070" name="Line 62"/>
            <p:cNvSpPr>
              <a:spLocks noChangeShapeType="1"/>
            </p:cNvSpPr>
            <p:nvPr/>
          </p:nvSpPr>
          <p:spPr bwMode="auto">
            <a:xfrm>
              <a:off x="798" y="1920"/>
              <a:ext cx="234"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43071" name="Line 63"/>
            <p:cNvSpPr>
              <a:spLocks noChangeShapeType="1"/>
            </p:cNvSpPr>
            <p:nvPr/>
          </p:nvSpPr>
          <p:spPr bwMode="auto">
            <a:xfrm flipH="1">
              <a:off x="1632" y="1926"/>
              <a:ext cx="228"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grpSp>
        <p:nvGrpSpPr>
          <p:cNvPr id="43077" name="Group 69"/>
          <p:cNvGrpSpPr>
            <a:grpSpLocks/>
          </p:cNvGrpSpPr>
          <p:nvPr/>
        </p:nvGrpSpPr>
        <p:grpSpPr bwMode="auto">
          <a:xfrm>
            <a:off x="606425" y="4279900"/>
            <a:ext cx="3209925" cy="1839913"/>
            <a:chOff x="309" y="2706"/>
            <a:chExt cx="2022" cy="1159"/>
          </a:xfrm>
        </p:grpSpPr>
        <p:graphicFrame>
          <p:nvGraphicFramePr>
            <p:cNvPr id="43040" name="Object 32"/>
            <p:cNvGraphicFramePr>
              <a:graphicFrameLocks noChangeAspect="1"/>
            </p:cNvGraphicFramePr>
            <p:nvPr/>
          </p:nvGraphicFramePr>
          <p:xfrm>
            <a:off x="785" y="2706"/>
            <a:ext cx="208" cy="289"/>
          </p:xfrm>
          <a:graphic>
            <a:graphicData uri="http://schemas.openxmlformats.org/presentationml/2006/ole">
              <mc:AlternateContent xmlns:mc="http://schemas.openxmlformats.org/markup-compatibility/2006">
                <mc:Choice xmlns:v="urn:schemas-microsoft-com:vml" Requires="v">
                  <p:oleObj spid="_x0000_s193672" name="Equation" r:id="rId15" imgW="164880" imgH="228600" progId="Equation.3">
                    <p:embed/>
                  </p:oleObj>
                </mc:Choice>
                <mc:Fallback>
                  <p:oleObj name="Equation" r:id="rId15" imgW="164880" imgH="228600" progId="Equation.3">
                    <p:embed/>
                    <p:pic>
                      <p:nvPicPr>
                        <p:cNvPr id="0" name="Object 32"/>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785" y="2706"/>
                          <a:ext cx="208" cy="289"/>
                        </a:xfrm>
                        <a:prstGeom prst="rect">
                          <a:avLst/>
                        </a:prstGeom>
                        <a:noFill/>
                        <a:ln>
                          <a:noFill/>
                        </a:ln>
                        <a:effectLst/>
                        <a:extLst>
                          <a:ext uri="{909E8E84-426E-40DD-AFC4-6F175D3DCCD1}">
                            <a14:hiddenFill xmlns:a14="http://schemas.microsoft.com/office/drawing/2010/main">
                              <a:solidFill>
                                <a:srgbClr val="F9FFE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3041" name="Object 33"/>
            <p:cNvGraphicFramePr>
              <a:graphicFrameLocks noChangeAspect="1"/>
            </p:cNvGraphicFramePr>
            <p:nvPr/>
          </p:nvGraphicFramePr>
          <p:xfrm>
            <a:off x="1633" y="2718"/>
            <a:ext cx="224" cy="289"/>
          </p:xfrm>
          <a:graphic>
            <a:graphicData uri="http://schemas.openxmlformats.org/presentationml/2006/ole">
              <mc:AlternateContent xmlns:mc="http://schemas.openxmlformats.org/markup-compatibility/2006">
                <mc:Choice xmlns:v="urn:schemas-microsoft-com:vml" Requires="v">
                  <p:oleObj spid="_x0000_s193673" name="Equation" r:id="rId17" imgW="177480" imgH="228600" progId="Equation.3">
                    <p:embed/>
                  </p:oleObj>
                </mc:Choice>
                <mc:Fallback>
                  <p:oleObj name="Equation" r:id="rId17" imgW="177480" imgH="228600" progId="Equation.3">
                    <p:embed/>
                    <p:pic>
                      <p:nvPicPr>
                        <p:cNvPr id="0" name="Object 33"/>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633" y="2718"/>
                          <a:ext cx="224" cy="289"/>
                        </a:xfrm>
                        <a:prstGeom prst="rect">
                          <a:avLst/>
                        </a:prstGeom>
                        <a:noFill/>
                        <a:ln>
                          <a:noFill/>
                        </a:ln>
                        <a:effectLst/>
                        <a:extLst>
                          <a:ext uri="{909E8E84-426E-40DD-AFC4-6F175D3DCCD1}">
                            <a14:hiddenFill xmlns:a14="http://schemas.microsoft.com/office/drawing/2010/main">
                              <a:solidFill>
                                <a:srgbClr val="F9FFE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3037" name="Line 29"/>
            <p:cNvSpPr>
              <a:spLocks noChangeShapeType="1"/>
            </p:cNvSpPr>
            <p:nvPr/>
          </p:nvSpPr>
          <p:spPr bwMode="auto">
            <a:xfrm>
              <a:off x="1295" y="3141"/>
              <a:ext cx="0" cy="60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3038" name="Line 30"/>
            <p:cNvSpPr>
              <a:spLocks noChangeShapeType="1"/>
            </p:cNvSpPr>
            <p:nvPr/>
          </p:nvSpPr>
          <p:spPr bwMode="auto">
            <a:xfrm flipH="1">
              <a:off x="668" y="3147"/>
              <a:ext cx="1267" cy="1"/>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039" name="Rectangle 31"/>
            <p:cNvSpPr>
              <a:spLocks noChangeArrowheads="1"/>
            </p:cNvSpPr>
            <p:nvPr/>
          </p:nvSpPr>
          <p:spPr bwMode="auto">
            <a:xfrm>
              <a:off x="1408" y="3343"/>
              <a:ext cx="294" cy="230"/>
            </a:xfrm>
            <a:prstGeom prst="rect">
              <a:avLst/>
            </a:prstGeom>
            <a:noFill/>
            <a:ln>
              <a:noFill/>
            </a:ln>
            <a:extLst>
              <a:ext uri="{909E8E84-426E-40DD-AFC4-6F175D3DCCD1}">
                <a14:hiddenFill xmlns:a14="http://schemas.microsoft.com/office/drawing/2010/main">
                  <a:solidFill>
                    <a:srgbClr val="F9FFE1"/>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eaLnBrk="1" hangingPunct="1"/>
              <a:r>
                <a:rPr lang="en-US" altLang="zh-CN">
                  <a:solidFill>
                    <a:srgbClr val="000000"/>
                  </a:solidFill>
                  <a:latin typeface="Times New Roman" panose="02020603050405020304" pitchFamily="18" charset="0"/>
                </a:rPr>
                <a:t> </a:t>
              </a:r>
              <a:r>
                <a:rPr lang="en-US" altLang="zh-CN">
                  <a:solidFill>
                    <a:srgbClr val="000000"/>
                  </a:solidFill>
                  <a:latin typeface="CG Times" pitchFamily="18" charset="0"/>
                </a:rPr>
                <a:t>2</a:t>
              </a:r>
              <a:r>
                <a:rPr lang="en-US" altLang="zh-CN">
                  <a:solidFill>
                    <a:srgbClr val="000000"/>
                  </a:solidFill>
                  <a:latin typeface="CG Times" pitchFamily="18" charset="0"/>
                  <a:sym typeface="Symbol" panose="05050102010706020507" pitchFamily="18" charset="2"/>
                </a:rPr>
                <a:t></a:t>
              </a:r>
              <a:endParaRPr lang="en-US" altLang="zh-CN">
                <a:latin typeface="Times New Roman" panose="02020603050405020304" pitchFamily="18" charset="0"/>
              </a:endParaRPr>
            </a:p>
          </p:txBody>
        </p:sp>
        <p:sp>
          <p:nvSpPr>
            <p:cNvPr id="43042" name="Oval 34"/>
            <p:cNvSpPr>
              <a:spLocks noChangeArrowheads="1"/>
            </p:cNvSpPr>
            <p:nvPr/>
          </p:nvSpPr>
          <p:spPr bwMode="auto">
            <a:xfrm>
              <a:off x="603" y="3112"/>
              <a:ext cx="68" cy="68"/>
            </a:xfrm>
            <a:prstGeom prst="ellipse">
              <a:avLst/>
            </a:prstGeom>
            <a:solidFill>
              <a:srgbClr val="F9FFE1"/>
            </a:solidFill>
            <a:ln w="19050">
              <a:solidFill>
                <a:schemeClr val="tx1"/>
              </a:solidFill>
              <a:round/>
              <a:headEnd/>
              <a:tailEnd/>
            </a:ln>
          </p:spPr>
          <p:txBody>
            <a:bodyPr wrap="none" anchor="ctr"/>
            <a:lstStyle/>
            <a:p>
              <a:endParaRPr lang="zh-CN" altLang="en-US"/>
            </a:p>
          </p:txBody>
        </p:sp>
        <p:grpSp>
          <p:nvGrpSpPr>
            <p:cNvPr id="43043" name="Group 35"/>
            <p:cNvGrpSpPr>
              <a:grpSpLocks/>
            </p:cNvGrpSpPr>
            <p:nvPr/>
          </p:nvGrpSpPr>
          <p:grpSpPr bwMode="auto">
            <a:xfrm>
              <a:off x="637" y="3710"/>
              <a:ext cx="1331" cy="68"/>
              <a:chOff x="416" y="2829"/>
              <a:chExt cx="1331" cy="68"/>
            </a:xfrm>
          </p:grpSpPr>
          <p:sp>
            <p:nvSpPr>
              <p:cNvPr id="43044" name="Line 36"/>
              <p:cNvSpPr>
                <a:spLocks noChangeShapeType="1"/>
              </p:cNvSpPr>
              <p:nvPr/>
            </p:nvSpPr>
            <p:spPr bwMode="auto">
              <a:xfrm>
                <a:off x="475" y="2867"/>
                <a:ext cx="1212"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045" name="Oval 37"/>
              <p:cNvSpPr>
                <a:spLocks noChangeArrowheads="1"/>
              </p:cNvSpPr>
              <p:nvPr/>
            </p:nvSpPr>
            <p:spPr bwMode="auto">
              <a:xfrm>
                <a:off x="416" y="2829"/>
                <a:ext cx="68" cy="68"/>
              </a:xfrm>
              <a:prstGeom prst="ellipse">
                <a:avLst/>
              </a:prstGeom>
              <a:solidFill>
                <a:srgbClr val="F9FFE1"/>
              </a:solidFill>
              <a:ln w="19050">
                <a:solidFill>
                  <a:schemeClr val="tx1"/>
                </a:solidFill>
                <a:round/>
                <a:headEnd/>
                <a:tailEnd/>
              </a:ln>
            </p:spPr>
            <p:txBody>
              <a:bodyPr wrap="none" anchor="ctr"/>
              <a:lstStyle/>
              <a:p>
                <a:endParaRPr lang="zh-CN" altLang="en-US"/>
              </a:p>
            </p:txBody>
          </p:sp>
          <p:sp>
            <p:nvSpPr>
              <p:cNvPr id="43046" name="Oval 38"/>
              <p:cNvSpPr>
                <a:spLocks noChangeArrowheads="1"/>
              </p:cNvSpPr>
              <p:nvPr/>
            </p:nvSpPr>
            <p:spPr bwMode="auto">
              <a:xfrm>
                <a:off x="1679" y="2829"/>
                <a:ext cx="68" cy="68"/>
              </a:xfrm>
              <a:prstGeom prst="ellipse">
                <a:avLst/>
              </a:prstGeom>
              <a:solidFill>
                <a:srgbClr val="F9FFE1"/>
              </a:solidFill>
              <a:ln w="19050">
                <a:solidFill>
                  <a:schemeClr val="tx1"/>
                </a:solidFill>
                <a:round/>
                <a:headEnd/>
                <a:tailEnd/>
              </a:ln>
            </p:spPr>
            <p:txBody>
              <a:bodyPr wrap="none" anchor="ctr"/>
              <a:lstStyle/>
              <a:p>
                <a:endParaRPr lang="zh-CN" altLang="en-US"/>
              </a:p>
            </p:txBody>
          </p:sp>
        </p:grpSp>
        <p:sp>
          <p:nvSpPr>
            <p:cNvPr id="43049" name="Text Box 41"/>
            <p:cNvSpPr txBox="1">
              <a:spLocks noChangeArrowheads="1"/>
            </p:cNvSpPr>
            <p:nvPr/>
          </p:nvSpPr>
          <p:spPr bwMode="auto">
            <a:xfrm>
              <a:off x="2064" y="3577"/>
              <a:ext cx="267" cy="288"/>
            </a:xfrm>
            <a:prstGeom prst="rect">
              <a:avLst/>
            </a:prstGeom>
            <a:noFill/>
            <a:ln>
              <a:noFill/>
            </a:ln>
            <a:extLst>
              <a:ext uri="{909E8E84-426E-40DD-AFC4-6F175D3DCCD1}">
                <a14:hiddenFill xmlns:a14="http://schemas.microsoft.com/office/drawing/2010/main">
                  <a:solidFill>
                    <a:srgbClr val="F9FFE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spcBef>
                  <a:spcPct val="50000"/>
                </a:spcBef>
              </a:pPr>
              <a:r>
                <a:rPr lang="en-US" altLang="zh-CN" b="0">
                  <a:latin typeface="黑体" panose="02010609060101010101" pitchFamily="49" charset="-122"/>
                  <a:ea typeface="黑体" panose="02010609060101010101" pitchFamily="49" charset="-122"/>
                  <a:sym typeface="Symbol" panose="05050102010706020507" pitchFamily="18" charset="2"/>
                </a:rPr>
                <a:t>-</a:t>
              </a:r>
              <a:endParaRPr lang="en-US" altLang="zh-CN">
                <a:latin typeface="Times New Roman" panose="02020603050405020304" pitchFamily="18" charset="0"/>
              </a:endParaRPr>
            </a:p>
          </p:txBody>
        </p:sp>
        <p:sp>
          <p:nvSpPr>
            <p:cNvPr id="43050" name="Text Box 42"/>
            <p:cNvSpPr txBox="1">
              <a:spLocks noChangeArrowheads="1"/>
            </p:cNvSpPr>
            <p:nvPr/>
          </p:nvSpPr>
          <p:spPr bwMode="auto">
            <a:xfrm>
              <a:off x="2055" y="2999"/>
              <a:ext cx="268" cy="288"/>
            </a:xfrm>
            <a:prstGeom prst="rect">
              <a:avLst/>
            </a:prstGeom>
            <a:noFill/>
            <a:ln>
              <a:noFill/>
            </a:ln>
            <a:extLst>
              <a:ext uri="{909E8E84-426E-40DD-AFC4-6F175D3DCCD1}">
                <a14:hiddenFill xmlns:a14="http://schemas.microsoft.com/office/drawing/2010/main">
                  <a:solidFill>
                    <a:srgbClr val="F9FFE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spcBef>
                  <a:spcPct val="50000"/>
                </a:spcBef>
              </a:pPr>
              <a:r>
                <a:rPr lang="en-US" altLang="zh-CN">
                  <a:latin typeface="Times New Roman" panose="02020603050405020304" pitchFamily="18" charset="0"/>
                </a:rPr>
                <a:t>+</a:t>
              </a:r>
            </a:p>
          </p:txBody>
        </p:sp>
        <p:graphicFrame>
          <p:nvGraphicFramePr>
            <p:cNvPr id="43051" name="Object 43"/>
            <p:cNvGraphicFramePr>
              <a:graphicFrameLocks noChangeAspect="1"/>
            </p:cNvGraphicFramePr>
            <p:nvPr/>
          </p:nvGraphicFramePr>
          <p:xfrm>
            <a:off x="2037" y="3255"/>
            <a:ext cx="256" cy="290"/>
          </p:xfrm>
          <a:graphic>
            <a:graphicData uri="http://schemas.openxmlformats.org/presentationml/2006/ole">
              <mc:AlternateContent xmlns:mc="http://schemas.openxmlformats.org/markup-compatibility/2006">
                <mc:Choice xmlns:v="urn:schemas-microsoft-com:vml" Requires="v">
                  <p:oleObj spid="_x0000_s193674" name="Equation" r:id="rId19" imgW="203040" imgH="228600" progId="Equation.3">
                    <p:embed/>
                  </p:oleObj>
                </mc:Choice>
                <mc:Fallback>
                  <p:oleObj name="Equation" r:id="rId19" imgW="203040" imgH="228600" progId="Equation.3">
                    <p:embed/>
                    <p:pic>
                      <p:nvPicPr>
                        <p:cNvPr id="0" name="Object 43"/>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2037" y="3255"/>
                          <a:ext cx="256" cy="290"/>
                        </a:xfrm>
                        <a:prstGeom prst="rect">
                          <a:avLst/>
                        </a:prstGeom>
                        <a:noFill/>
                        <a:ln>
                          <a:noFill/>
                        </a:ln>
                        <a:effectLst/>
                        <a:extLst>
                          <a:ext uri="{909E8E84-426E-40DD-AFC4-6F175D3DCCD1}">
                            <a14:hiddenFill xmlns:a14="http://schemas.microsoft.com/office/drawing/2010/main">
                              <a:solidFill>
                                <a:srgbClr val="F9FFE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3052" name="Oval 44"/>
            <p:cNvSpPr>
              <a:spLocks noChangeArrowheads="1"/>
            </p:cNvSpPr>
            <p:nvPr/>
          </p:nvSpPr>
          <p:spPr bwMode="auto">
            <a:xfrm>
              <a:off x="1926" y="3112"/>
              <a:ext cx="68" cy="68"/>
            </a:xfrm>
            <a:prstGeom prst="ellipse">
              <a:avLst/>
            </a:prstGeom>
            <a:solidFill>
              <a:srgbClr val="F9FFE1"/>
            </a:solidFill>
            <a:ln w="19050">
              <a:solidFill>
                <a:schemeClr val="tx1"/>
              </a:solidFill>
              <a:round/>
              <a:headEnd/>
              <a:tailEnd/>
            </a:ln>
          </p:spPr>
          <p:txBody>
            <a:bodyPr wrap="none" anchor="ctr"/>
            <a:lstStyle/>
            <a:p>
              <a:endParaRPr lang="zh-CN" altLang="en-US"/>
            </a:p>
          </p:txBody>
        </p:sp>
        <p:sp>
          <p:nvSpPr>
            <p:cNvPr id="43055" name="Text Box 47"/>
            <p:cNvSpPr txBox="1">
              <a:spLocks noChangeArrowheads="1"/>
            </p:cNvSpPr>
            <p:nvPr/>
          </p:nvSpPr>
          <p:spPr bwMode="auto">
            <a:xfrm>
              <a:off x="336" y="3577"/>
              <a:ext cx="267" cy="288"/>
            </a:xfrm>
            <a:prstGeom prst="rect">
              <a:avLst/>
            </a:prstGeom>
            <a:noFill/>
            <a:ln>
              <a:noFill/>
            </a:ln>
            <a:extLst>
              <a:ext uri="{909E8E84-426E-40DD-AFC4-6F175D3DCCD1}">
                <a14:hiddenFill xmlns:a14="http://schemas.microsoft.com/office/drawing/2010/main">
                  <a:solidFill>
                    <a:srgbClr val="F9FFE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spcBef>
                  <a:spcPct val="50000"/>
                </a:spcBef>
              </a:pPr>
              <a:r>
                <a:rPr lang="en-US" altLang="zh-CN" b="0">
                  <a:latin typeface="黑体" panose="02010609060101010101" pitchFamily="49" charset="-122"/>
                  <a:ea typeface="黑体" panose="02010609060101010101" pitchFamily="49" charset="-122"/>
                  <a:sym typeface="Symbol" panose="05050102010706020507" pitchFamily="18" charset="2"/>
                </a:rPr>
                <a:t>-</a:t>
              </a:r>
              <a:endParaRPr lang="en-US" altLang="zh-CN">
                <a:latin typeface="Times New Roman" panose="02020603050405020304" pitchFamily="18" charset="0"/>
              </a:endParaRPr>
            </a:p>
          </p:txBody>
        </p:sp>
        <p:sp>
          <p:nvSpPr>
            <p:cNvPr id="43056" name="Text Box 48"/>
            <p:cNvSpPr txBox="1">
              <a:spLocks noChangeArrowheads="1"/>
            </p:cNvSpPr>
            <p:nvPr/>
          </p:nvSpPr>
          <p:spPr bwMode="auto">
            <a:xfrm>
              <a:off x="327" y="2999"/>
              <a:ext cx="268" cy="288"/>
            </a:xfrm>
            <a:prstGeom prst="rect">
              <a:avLst/>
            </a:prstGeom>
            <a:noFill/>
            <a:ln>
              <a:noFill/>
            </a:ln>
            <a:extLst>
              <a:ext uri="{909E8E84-426E-40DD-AFC4-6F175D3DCCD1}">
                <a14:hiddenFill xmlns:a14="http://schemas.microsoft.com/office/drawing/2010/main">
                  <a:solidFill>
                    <a:srgbClr val="F9FFE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spcBef>
                  <a:spcPct val="50000"/>
                </a:spcBef>
              </a:pPr>
              <a:r>
                <a:rPr lang="en-US" altLang="zh-CN">
                  <a:latin typeface="Times New Roman" panose="02020603050405020304" pitchFamily="18" charset="0"/>
                </a:rPr>
                <a:t>+</a:t>
              </a:r>
            </a:p>
          </p:txBody>
        </p:sp>
        <p:graphicFrame>
          <p:nvGraphicFramePr>
            <p:cNvPr id="43057" name="Object 49"/>
            <p:cNvGraphicFramePr>
              <a:graphicFrameLocks noChangeAspect="1"/>
            </p:cNvGraphicFramePr>
            <p:nvPr/>
          </p:nvGraphicFramePr>
          <p:xfrm>
            <a:off x="309" y="3255"/>
            <a:ext cx="256" cy="290"/>
          </p:xfrm>
          <a:graphic>
            <a:graphicData uri="http://schemas.openxmlformats.org/presentationml/2006/ole">
              <mc:AlternateContent xmlns:mc="http://schemas.openxmlformats.org/markup-compatibility/2006">
                <mc:Choice xmlns:v="urn:schemas-microsoft-com:vml" Requires="v">
                  <p:oleObj spid="_x0000_s193675" name="Equation" r:id="rId21" imgW="203040" imgH="228600" progId="Equation.3">
                    <p:embed/>
                  </p:oleObj>
                </mc:Choice>
                <mc:Fallback>
                  <p:oleObj name="Equation" r:id="rId21" imgW="203040" imgH="228600" progId="Equation.3">
                    <p:embed/>
                    <p:pic>
                      <p:nvPicPr>
                        <p:cNvPr id="0" name="Object 49"/>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309" y="3255"/>
                          <a:ext cx="256" cy="290"/>
                        </a:xfrm>
                        <a:prstGeom prst="rect">
                          <a:avLst/>
                        </a:prstGeom>
                        <a:noFill/>
                        <a:ln>
                          <a:noFill/>
                        </a:ln>
                        <a:effectLst/>
                        <a:extLst>
                          <a:ext uri="{909E8E84-426E-40DD-AFC4-6F175D3DCCD1}">
                            <a14:hiddenFill xmlns:a14="http://schemas.microsoft.com/office/drawing/2010/main">
                              <a:solidFill>
                                <a:srgbClr val="F9FFE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3058" name="Rectangle 50"/>
            <p:cNvSpPr>
              <a:spLocks noChangeArrowheads="1"/>
            </p:cNvSpPr>
            <p:nvPr/>
          </p:nvSpPr>
          <p:spPr bwMode="auto">
            <a:xfrm rot="5400000">
              <a:off x="1135" y="3375"/>
              <a:ext cx="322" cy="114"/>
            </a:xfrm>
            <a:prstGeom prst="rect">
              <a:avLst/>
            </a:prstGeom>
            <a:solidFill>
              <a:srgbClr val="F9FFE1"/>
            </a:solidFill>
            <a:ln w="31750">
              <a:solidFill>
                <a:srgbClr val="000000"/>
              </a:solidFill>
              <a:miter lim="800000"/>
              <a:headEnd/>
              <a:tailEnd/>
            </a:ln>
          </p:spPr>
          <p:txBody>
            <a:bodyPr/>
            <a:lstStyle/>
            <a:p>
              <a:endParaRPr lang="zh-CN" altLang="en-US"/>
            </a:p>
          </p:txBody>
        </p:sp>
        <p:sp>
          <p:nvSpPr>
            <p:cNvPr id="43073" name="Line 65"/>
            <p:cNvSpPr>
              <a:spLocks noChangeShapeType="1"/>
            </p:cNvSpPr>
            <p:nvPr/>
          </p:nvSpPr>
          <p:spPr bwMode="auto">
            <a:xfrm>
              <a:off x="744" y="3084"/>
              <a:ext cx="336"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43074" name="Line 66"/>
            <p:cNvSpPr>
              <a:spLocks noChangeShapeType="1"/>
            </p:cNvSpPr>
            <p:nvPr/>
          </p:nvSpPr>
          <p:spPr bwMode="auto">
            <a:xfrm flipH="1">
              <a:off x="1560" y="3084"/>
              <a:ext cx="270"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3060">
                                            <p:txEl>
                                              <p:pRg st="0" end="0"/>
                                            </p:txEl>
                                          </p:spTgt>
                                        </p:tgtEl>
                                        <p:attrNameLst>
                                          <p:attrName>style.visibility</p:attrName>
                                        </p:attrNameLst>
                                      </p:cBhvr>
                                      <p:to>
                                        <p:strVal val="visible"/>
                                      </p:to>
                                    </p:set>
                                    <p:animEffect transition="in" filter="wipe(left)">
                                      <p:cBhvr>
                                        <p:cTn id="7" dur="500"/>
                                        <p:tgtEl>
                                          <p:spTgt spid="43060">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3061">
                                            <p:txEl>
                                              <p:pRg st="0" end="0"/>
                                            </p:txEl>
                                          </p:spTgt>
                                        </p:tgtEl>
                                        <p:attrNameLst>
                                          <p:attrName>style.visibility</p:attrName>
                                        </p:attrNameLst>
                                      </p:cBhvr>
                                      <p:to>
                                        <p:strVal val="visible"/>
                                      </p:to>
                                    </p:set>
                                    <p:animEffect transition="in" filter="wipe(left)">
                                      <p:cBhvr>
                                        <p:cTn id="12" dur="500"/>
                                        <p:tgtEl>
                                          <p:spTgt spid="43061">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3062">
                                            <p:txEl>
                                              <p:pRg st="0" end="0"/>
                                            </p:txEl>
                                          </p:spTgt>
                                        </p:tgtEl>
                                        <p:attrNameLst>
                                          <p:attrName>style.visibility</p:attrName>
                                        </p:attrNameLst>
                                      </p:cBhvr>
                                      <p:to>
                                        <p:strVal val="visible"/>
                                      </p:to>
                                    </p:set>
                                    <p:animEffect transition="in" filter="wipe(left)">
                                      <p:cBhvr>
                                        <p:cTn id="17" dur="500"/>
                                        <p:tgtEl>
                                          <p:spTgt spid="43062">
                                            <p:txEl>
                                              <p:pRg st="0" end="0"/>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43063">
                                            <p:txEl>
                                              <p:pRg st="0" end="0"/>
                                            </p:txEl>
                                          </p:spTgt>
                                        </p:tgtEl>
                                        <p:attrNameLst>
                                          <p:attrName>style.visibility</p:attrName>
                                        </p:attrNameLst>
                                      </p:cBhvr>
                                      <p:to>
                                        <p:strVal val="visible"/>
                                      </p:to>
                                    </p:set>
                                    <p:animEffect transition="in" filter="wipe(left)">
                                      <p:cBhvr>
                                        <p:cTn id="22" dur="500"/>
                                        <p:tgtEl>
                                          <p:spTgt spid="43063">
                                            <p:txEl>
                                              <p:pRg st="0" end="0"/>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3" presetClass="entr" presetSubtype="272" fill="hold" nodeType="clickEffect">
                                  <p:stCondLst>
                                    <p:cond delay="0"/>
                                  </p:stCondLst>
                                  <p:childTnLst>
                                    <p:set>
                                      <p:cBhvr>
                                        <p:cTn id="26" dur="1" fill="hold">
                                          <p:stCondLst>
                                            <p:cond delay="0"/>
                                          </p:stCondLst>
                                        </p:cTn>
                                        <p:tgtEl>
                                          <p:spTgt spid="43076"/>
                                        </p:tgtEl>
                                        <p:attrNameLst>
                                          <p:attrName>style.visibility</p:attrName>
                                        </p:attrNameLst>
                                      </p:cBhvr>
                                      <p:to>
                                        <p:strVal val="visible"/>
                                      </p:to>
                                    </p:set>
                                    <p:anim calcmode="lin" valueType="num">
                                      <p:cBhvr>
                                        <p:cTn id="27" dur="500" fill="hold"/>
                                        <p:tgtEl>
                                          <p:spTgt spid="43076"/>
                                        </p:tgtEl>
                                        <p:attrNameLst>
                                          <p:attrName>ppt_w</p:attrName>
                                        </p:attrNameLst>
                                      </p:cBhvr>
                                      <p:tavLst>
                                        <p:tav tm="0">
                                          <p:val>
                                            <p:strVal val="2/3*#ppt_w"/>
                                          </p:val>
                                        </p:tav>
                                        <p:tav tm="100000">
                                          <p:val>
                                            <p:strVal val="#ppt_w"/>
                                          </p:val>
                                        </p:tav>
                                      </p:tavLst>
                                    </p:anim>
                                    <p:anim calcmode="lin" valueType="num">
                                      <p:cBhvr>
                                        <p:cTn id="28" dur="500" fill="hold"/>
                                        <p:tgtEl>
                                          <p:spTgt spid="43076"/>
                                        </p:tgtEl>
                                        <p:attrNameLst>
                                          <p:attrName>ppt_h</p:attrName>
                                        </p:attrNameLst>
                                      </p:cBhvr>
                                      <p:tavLst>
                                        <p:tav tm="0">
                                          <p:val>
                                            <p:strVal val="2/3*#ppt_h"/>
                                          </p:val>
                                        </p:tav>
                                        <p:tav tm="100000">
                                          <p:val>
                                            <p:strVal val="#ppt_h"/>
                                          </p:val>
                                        </p:tav>
                                      </p:tavLst>
                                    </p:anim>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8" fill="hold" nodeType="clickEffect">
                                  <p:stCondLst>
                                    <p:cond delay="0"/>
                                  </p:stCondLst>
                                  <p:childTnLst>
                                    <p:set>
                                      <p:cBhvr>
                                        <p:cTn id="32" dur="1" fill="hold">
                                          <p:stCondLst>
                                            <p:cond delay="0"/>
                                          </p:stCondLst>
                                        </p:cTn>
                                        <p:tgtEl>
                                          <p:spTgt spid="43010"/>
                                        </p:tgtEl>
                                        <p:attrNameLst>
                                          <p:attrName>style.visibility</p:attrName>
                                        </p:attrNameLst>
                                      </p:cBhvr>
                                      <p:to>
                                        <p:strVal val="visible"/>
                                      </p:to>
                                    </p:set>
                                    <p:animEffect transition="in" filter="wipe(left)">
                                      <p:cBhvr>
                                        <p:cTn id="33" dur="500"/>
                                        <p:tgtEl>
                                          <p:spTgt spid="43010"/>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43011">
                                            <p:txEl>
                                              <p:pRg st="0" end="0"/>
                                            </p:txEl>
                                          </p:spTgt>
                                        </p:tgtEl>
                                        <p:attrNameLst>
                                          <p:attrName>style.visibility</p:attrName>
                                        </p:attrNameLst>
                                      </p:cBhvr>
                                      <p:to>
                                        <p:strVal val="visible"/>
                                      </p:to>
                                    </p:set>
                                    <p:animEffect transition="in" filter="wipe(left)">
                                      <p:cBhvr>
                                        <p:cTn id="38" dur="500"/>
                                        <p:tgtEl>
                                          <p:spTgt spid="43011">
                                            <p:txEl>
                                              <p:pRg st="0" end="0"/>
                                            </p:txEl>
                                          </p:spTgt>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4" fill="hold" nodeType="clickEffect">
                                  <p:stCondLst>
                                    <p:cond delay="0"/>
                                  </p:stCondLst>
                                  <p:childTnLst>
                                    <p:set>
                                      <p:cBhvr>
                                        <p:cTn id="42" dur="1" fill="hold">
                                          <p:stCondLst>
                                            <p:cond delay="0"/>
                                          </p:stCondLst>
                                        </p:cTn>
                                        <p:tgtEl>
                                          <p:spTgt spid="43077"/>
                                        </p:tgtEl>
                                        <p:attrNameLst>
                                          <p:attrName>style.visibility</p:attrName>
                                        </p:attrNameLst>
                                      </p:cBhvr>
                                      <p:to>
                                        <p:strVal val="visible"/>
                                      </p:to>
                                    </p:set>
                                    <p:anim calcmode="lin" valueType="num">
                                      <p:cBhvr additive="base">
                                        <p:cTn id="43" dur="500" fill="hold"/>
                                        <p:tgtEl>
                                          <p:spTgt spid="43077"/>
                                        </p:tgtEl>
                                        <p:attrNameLst>
                                          <p:attrName>ppt_x</p:attrName>
                                        </p:attrNameLst>
                                      </p:cBhvr>
                                      <p:tavLst>
                                        <p:tav tm="0">
                                          <p:val>
                                            <p:strVal val="#ppt_x"/>
                                          </p:val>
                                        </p:tav>
                                        <p:tav tm="100000">
                                          <p:val>
                                            <p:strVal val="#ppt_x"/>
                                          </p:val>
                                        </p:tav>
                                      </p:tavLst>
                                    </p:anim>
                                    <p:anim calcmode="lin" valueType="num">
                                      <p:cBhvr additive="base">
                                        <p:cTn id="44" dur="500" fill="hold"/>
                                        <p:tgtEl>
                                          <p:spTgt spid="43077"/>
                                        </p:tgtEl>
                                        <p:attrNameLst>
                                          <p:attrName>ppt_y</p:attrName>
                                        </p:attrNameLst>
                                      </p:cBhvr>
                                      <p:tavLst>
                                        <p:tav tm="0">
                                          <p:val>
                                            <p:strVal val="1+#ppt_h/2"/>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2" presetClass="entr" presetSubtype="8" fill="hold" nodeType="clickEffect">
                                  <p:stCondLst>
                                    <p:cond delay="0"/>
                                  </p:stCondLst>
                                  <p:childTnLst>
                                    <p:set>
                                      <p:cBhvr>
                                        <p:cTn id="48" dur="1" fill="hold">
                                          <p:stCondLst>
                                            <p:cond delay="0"/>
                                          </p:stCondLst>
                                        </p:cTn>
                                        <p:tgtEl>
                                          <p:spTgt spid="43012"/>
                                        </p:tgtEl>
                                        <p:attrNameLst>
                                          <p:attrName>style.visibility</p:attrName>
                                        </p:attrNameLst>
                                      </p:cBhvr>
                                      <p:to>
                                        <p:strVal val="visible"/>
                                      </p:to>
                                    </p:set>
                                    <p:animEffect transition="in" filter="wipe(left)">
                                      <p:cBhvr>
                                        <p:cTn id="49" dur="500"/>
                                        <p:tgtEl>
                                          <p:spTgt spid="43012"/>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22" presetClass="entr" presetSubtype="8" fill="hold" grpId="0" nodeType="clickEffect">
                                  <p:stCondLst>
                                    <p:cond delay="0"/>
                                  </p:stCondLst>
                                  <p:childTnLst>
                                    <p:set>
                                      <p:cBhvr>
                                        <p:cTn id="53" dur="1" fill="hold">
                                          <p:stCondLst>
                                            <p:cond delay="0"/>
                                          </p:stCondLst>
                                        </p:cTn>
                                        <p:tgtEl>
                                          <p:spTgt spid="43013">
                                            <p:txEl>
                                              <p:pRg st="0" end="0"/>
                                            </p:txEl>
                                          </p:spTgt>
                                        </p:tgtEl>
                                        <p:attrNameLst>
                                          <p:attrName>style.visibility</p:attrName>
                                        </p:attrNameLst>
                                      </p:cBhvr>
                                      <p:to>
                                        <p:strVal val="visible"/>
                                      </p:to>
                                    </p:set>
                                    <p:animEffect transition="in" filter="wipe(left)">
                                      <p:cBhvr>
                                        <p:cTn id="54" dur="500"/>
                                        <p:tgtEl>
                                          <p:spTgt spid="4301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1" grpId="0" build="p" autoUpdateAnimBg="0"/>
      <p:bldP spid="43013" grpId="0" build="p" autoUpdateAnimBg="0"/>
      <p:bldP spid="43060" grpId="0" build="p" autoUpdateAnimBg="0"/>
      <p:bldP spid="43061" grpId="0" build="p" autoUpdateAnimBg="0"/>
      <p:bldP spid="43062" grpId="0" build="p" autoUpdateAnimBg="0"/>
      <p:bldP spid="43063" grpId="0" build="p" autoUpdateAnimBg="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ext Box 2"/>
          <p:cNvSpPr txBox="1">
            <a:spLocks noChangeArrowheads="1"/>
          </p:cNvSpPr>
          <p:nvPr/>
        </p:nvSpPr>
        <p:spPr bwMode="auto">
          <a:xfrm>
            <a:off x="633413" y="2092325"/>
            <a:ext cx="8329612"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r>
              <a:rPr lang="zh-CN" altLang="en-US">
                <a:latin typeface="Times New Roman" panose="02020603050405020304" pitchFamily="18" charset="0"/>
              </a:rPr>
              <a:t>（</a:t>
            </a:r>
            <a:r>
              <a:rPr lang="en-US" altLang="zh-CN">
                <a:latin typeface="Times New Roman" panose="02020603050405020304" pitchFamily="18" charset="0"/>
              </a:rPr>
              <a:t>3</a:t>
            </a:r>
            <a:r>
              <a:rPr lang="zh-CN" altLang="en-US">
                <a:latin typeface="Times New Roman" panose="02020603050405020304" pitchFamily="18" charset="0"/>
              </a:rPr>
              <a:t>）可用不同的参数来表示以不同的方式联接的二端口。</a:t>
            </a:r>
            <a:endParaRPr lang="zh-CN" altLang="en-US" b="0">
              <a:latin typeface="Times New Roman" panose="02020603050405020304" pitchFamily="18" charset="0"/>
            </a:endParaRPr>
          </a:p>
        </p:txBody>
      </p:sp>
      <p:sp>
        <p:nvSpPr>
          <p:cNvPr id="44035" name="Text Box 3"/>
          <p:cNvSpPr txBox="1">
            <a:spLocks noChangeArrowheads="1"/>
          </p:cNvSpPr>
          <p:nvPr/>
        </p:nvSpPr>
        <p:spPr bwMode="auto">
          <a:xfrm>
            <a:off x="614362" y="2638425"/>
            <a:ext cx="7645515" cy="46166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algn="l" eaLnBrk="1" hangingPunct="1"/>
            <a:r>
              <a:rPr lang="zh-CN" altLang="en-US" dirty="0">
                <a:latin typeface="Times New Roman" panose="02020603050405020304" pitchFamily="18" charset="0"/>
              </a:rPr>
              <a:t>（</a:t>
            </a:r>
            <a:r>
              <a:rPr lang="en-US" altLang="zh-CN" dirty="0">
                <a:latin typeface="Times New Roman" panose="02020603050405020304" pitchFamily="18" charset="0"/>
              </a:rPr>
              <a:t>4</a:t>
            </a:r>
            <a:r>
              <a:rPr lang="zh-CN" altLang="en-US" dirty="0">
                <a:latin typeface="Times New Roman" panose="02020603050405020304" pitchFamily="18" charset="0"/>
              </a:rPr>
              <a:t>）线性无源二端口为互易二端口网络</a:t>
            </a:r>
            <a:endParaRPr lang="zh-CN" altLang="en-US" b="0" dirty="0">
              <a:latin typeface="Times New Roman" panose="02020603050405020304" pitchFamily="18" charset="0"/>
            </a:endParaRPr>
          </a:p>
        </p:txBody>
      </p:sp>
      <p:sp>
        <p:nvSpPr>
          <p:cNvPr id="44037" name="Text Box 5"/>
          <p:cNvSpPr txBox="1">
            <a:spLocks noChangeArrowheads="1"/>
          </p:cNvSpPr>
          <p:nvPr/>
        </p:nvSpPr>
        <p:spPr bwMode="auto">
          <a:xfrm>
            <a:off x="614362" y="3255963"/>
            <a:ext cx="6780213"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r>
              <a:rPr lang="zh-CN" altLang="en-US" dirty="0">
                <a:latin typeface="Times New Roman" panose="02020603050405020304" pitchFamily="18" charset="0"/>
              </a:rPr>
              <a:t>（</a:t>
            </a:r>
            <a:r>
              <a:rPr lang="en-US" altLang="zh-CN" dirty="0">
                <a:latin typeface="Times New Roman" panose="02020603050405020304" pitchFamily="18" charset="0"/>
              </a:rPr>
              <a:t>5</a:t>
            </a:r>
            <a:r>
              <a:rPr lang="zh-CN" altLang="en-US" dirty="0">
                <a:latin typeface="Times New Roman" panose="02020603050405020304" pitchFamily="18" charset="0"/>
              </a:rPr>
              <a:t>）含有受控源的电路有四个独立参数。</a:t>
            </a:r>
          </a:p>
        </p:txBody>
      </p:sp>
      <p:sp>
        <p:nvSpPr>
          <p:cNvPr id="44038" name="Text Box 6"/>
          <p:cNvSpPr txBox="1">
            <a:spLocks noChangeArrowheads="1"/>
          </p:cNvSpPr>
          <p:nvPr/>
        </p:nvSpPr>
        <p:spPr bwMode="auto">
          <a:xfrm>
            <a:off x="4400550" y="838200"/>
            <a:ext cx="3671888" cy="10048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spcBef>
                <a:spcPct val="50000"/>
              </a:spcBef>
            </a:pPr>
            <a:r>
              <a:rPr lang="zh-CN" altLang="en-US">
                <a:solidFill>
                  <a:srgbClr val="FF3300"/>
                </a:solidFill>
                <a:latin typeface="Times New Roman" panose="02020603050405020304" pitchFamily="18" charset="0"/>
              </a:rPr>
              <a:t>存在</a:t>
            </a:r>
            <a:r>
              <a:rPr lang="en-US" altLang="zh-CN" i="1">
                <a:solidFill>
                  <a:srgbClr val="FF3300"/>
                </a:solidFill>
                <a:latin typeface="Times New Roman" panose="02020603050405020304" pitchFamily="18" charset="0"/>
              </a:rPr>
              <a:t>T</a:t>
            </a:r>
            <a:r>
              <a:rPr lang="zh-CN" altLang="en-US">
                <a:solidFill>
                  <a:srgbClr val="FF3300"/>
                </a:solidFill>
                <a:latin typeface="Times New Roman" panose="02020603050405020304" pitchFamily="18" charset="0"/>
              </a:rPr>
              <a:t>参数，</a:t>
            </a:r>
            <a:r>
              <a:rPr lang="en-US" altLang="zh-CN" i="1">
                <a:solidFill>
                  <a:srgbClr val="FF3300"/>
                </a:solidFill>
                <a:latin typeface="Times New Roman" panose="02020603050405020304" pitchFamily="18" charset="0"/>
              </a:rPr>
              <a:t>H</a:t>
            </a:r>
            <a:r>
              <a:rPr lang="zh-CN" altLang="en-US">
                <a:solidFill>
                  <a:srgbClr val="FF3300"/>
                </a:solidFill>
                <a:latin typeface="Times New Roman" panose="02020603050405020304" pitchFamily="18" charset="0"/>
              </a:rPr>
              <a:t>参数。 </a:t>
            </a:r>
            <a:endParaRPr lang="zh-CN" altLang="en-US" i="1">
              <a:solidFill>
                <a:srgbClr val="FF3300"/>
              </a:solidFill>
              <a:latin typeface="Times New Roman" panose="02020603050405020304" pitchFamily="18" charset="0"/>
            </a:endParaRPr>
          </a:p>
          <a:p>
            <a:pPr algn="l" eaLnBrk="1" hangingPunct="1">
              <a:spcBef>
                <a:spcPct val="50000"/>
              </a:spcBef>
            </a:pPr>
            <a:r>
              <a:rPr lang="en-US" altLang="zh-CN" i="1">
                <a:solidFill>
                  <a:srgbClr val="FF3300"/>
                </a:solidFill>
                <a:latin typeface="Times New Roman" panose="02020603050405020304" pitchFamily="18" charset="0"/>
              </a:rPr>
              <a:t>Z </a:t>
            </a:r>
            <a:r>
              <a:rPr lang="en-US" altLang="zh-CN">
                <a:solidFill>
                  <a:srgbClr val="FF3300"/>
                </a:solidFill>
                <a:latin typeface="Times New Roman" panose="02020603050405020304" pitchFamily="18" charset="0"/>
              </a:rPr>
              <a:t>, </a:t>
            </a:r>
            <a:r>
              <a:rPr lang="en-US" altLang="zh-CN" i="1">
                <a:solidFill>
                  <a:srgbClr val="FF3300"/>
                </a:solidFill>
                <a:latin typeface="Times New Roman" panose="02020603050405020304" pitchFamily="18" charset="0"/>
              </a:rPr>
              <a:t>Y </a:t>
            </a:r>
            <a:r>
              <a:rPr lang="zh-CN" altLang="en-US">
                <a:solidFill>
                  <a:srgbClr val="FF3300"/>
                </a:solidFill>
                <a:latin typeface="Times New Roman" panose="02020603050405020304" pitchFamily="18" charset="0"/>
              </a:rPr>
              <a:t>均不存在。</a:t>
            </a:r>
          </a:p>
        </p:txBody>
      </p:sp>
      <p:grpSp>
        <p:nvGrpSpPr>
          <p:cNvPr id="44056" name="Group 24"/>
          <p:cNvGrpSpPr>
            <a:grpSpLocks/>
          </p:cNvGrpSpPr>
          <p:nvPr/>
        </p:nvGrpSpPr>
        <p:grpSpPr bwMode="auto">
          <a:xfrm>
            <a:off x="1276350" y="390525"/>
            <a:ext cx="2290763" cy="1566863"/>
            <a:chOff x="804" y="246"/>
            <a:chExt cx="1443" cy="987"/>
          </a:xfrm>
        </p:grpSpPr>
        <p:sp>
          <p:nvSpPr>
            <p:cNvPr id="44040" name="Line 8"/>
            <p:cNvSpPr>
              <a:spLocks noChangeShapeType="1"/>
            </p:cNvSpPr>
            <p:nvPr/>
          </p:nvSpPr>
          <p:spPr bwMode="auto">
            <a:xfrm flipV="1">
              <a:off x="1650" y="548"/>
              <a:ext cx="1" cy="12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41" name="Line 9"/>
            <p:cNvSpPr>
              <a:spLocks noChangeShapeType="1"/>
            </p:cNvSpPr>
            <p:nvPr/>
          </p:nvSpPr>
          <p:spPr bwMode="auto">
            <a:xfrm flipV="1">
              <a:off x="1650" y="1097"/>
              <a:ext cx="1" cy="112"/>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42" name="Freeform 10"/>
            <p:cNvSpPr>
              <a:spLocks/>
            </p:cNvSpPr>
            <p:nvPr/>
          </p:nvSpPr>
          <p:spPr bwMode="auto">
            <a:xfrm>
              <a:off x="1594" y="656"/>
              <a:ext cx="56" cy="441"/>
            </a:xfrm>
            <a:custGeom>
              <a:avLst/>
              <a:gdLst>
                <a:gd name="T0" fmla="*/ 56 w 56"/>
                <a:gd name="T1" fmla="*/ 441 h 441"/>
                <a:gd name="T2" fmla="*/ 36 w 56"/>
                <a:gd name="T3" fmla="*/ 438 h 441"/>
                <a:gd name="T4" fmla="*/ 18 w 56"/>
                <a:gd name="T5" fmla="*/ 426 h 441"/>
                <a:gd name="T6" fmla="*/ 6 w 56"/>
                <a:gd name="T7" fmla="*/ 409 h 441"/>
                <a:gd name="T8" fmla="*/ 0 w 56"/>
                <a:gd name="T9" fmla="*/ 388 h 441"/>
                <a:gd name="T10" fmla="*/ 6 w 56"/>
                <a:gd name="T11" fmla="*/ 365 h 441"/>
                <a:gd name="T12" fmla="*/ 18 w 56"/>
                <a:gd name="T13" fmla="*/ 347 h 441"/>
                <a:gd name="T14" fmla="*/ 36 w 56"/>
                <a:gd name="T15" fmla="*/ 335 h 441"/>
                <a:gd name="T16" fmla="*/ 56 w 56"/>
                <a:gd name="T17" fmla="*/ 332 h 441"/>
                <a:gd name="T18" fmla="*/ 36 w 56"/>
                <a:gd name="T19" fmla="*/ 326 h 441"/>
                <a:gd name="T20" fmla="*/ 18 w 56"/>
                <a:gd name="T21" fmla="*/ 315 h 441"/>
                <a:gd name="T22" fmla="*/ 6 w 56"/>
                <a:gd name="T23" fmla="*/ 297 h 441"/>
                <a:gd name="T24" fmla="*/ 0 w 56"/>
                <a:gd name="T25" fmla="*/ 276 h 441"/>
                <a:gd name="T26" fmla="*/ 6 w 56"/>
                <a:gd name="T27" fmla="*/ 256 h 441"/>
                <a:gd name="T28" fmla="*/ 18 w 56"/>
                <a:gd name="T29" fmla="*/ 238 h 441"/>
                <a:gd name="T30" fmla="*/ 36 w 56"/>
                <a:gd name="T31" fmla="*/ 227 h 441"/>
                <a:gd name="T32" fmla="*/ 56 w 56"/>
                <a:gd name="T33" fmla="*/ 221 h 441"/>
                <a:gd name="T34" fmla="*/ 36 w 56"/>
                <a:gd name="T35" fmla="*/ 218 h 441"/>
                <a:gd name="T36" fmla="*/ 18 w 56"/>
                <a:gd name="T37" fmla="*/ 206 h 441"/>
                <a:gd name="T38" fmla="*/ 6 w 56"/>
                <a:gd name="T39" fmla="*/ 188 h 441"/>
                <a:gd name="T40" fmla="*/ 0 w 56"/>
                <a:gd name="T41" fmla="*/ 168 h 441"/>
                <a:gd name="T42" fmla="*/ 6 w 56"/>
                <a:gd name="T43" fmla="*/ 147 h 441"/>
                <a:gd name="T44" fmla="*/ 18 w 56"/>
                <a:gd name="T45" fmla="*/ 127 h 441"/>
                <a:gd name="T46" fmla="*/ 36 w 56"/>
                <a:gd name="T47" fmla="*/ 115 h 441"/>
                <a:gd name="T48" fmla="*/ 56 w 56"/>
                <a:gd name="T49" fmla="*/ 112 h 441"/>
                <a:gd name="T50" fmla="*/ 36 w 56"/>
                <a:gd name="T51" fmla="*/ 109 h 441"/>
                <a:gd name="T52" fmla="*/ 18 w 56"/>
                <a:gd name="T53" fmla="*/ 94 h 441"/>
                <a:gd name="T54" fmla="*/ 6 w 56"/>
                <a:gd name="T55" fmla="*/ 77 h 441"/>
                <a:gd name="T56" fmla="*/ 0 w 56"/>
                <a:gd name="T57" fmla="*/ 56 h 441"/>
                <a:gd name="T58" fmla="*/ 6 w 56"/>
                <a:gd name="T59" fmla="*/ 36 h 441"/>
                <a:gd name="T60" fmla="*/ 18 w 56"/>
                <a:gd name="T61" fmla="*/ 18 h 441"/>
                <a:gd name="T62" fmla="*/ 36 w 56"/>
                <a:gd name="T63" fmla="*/ 6 h 441"/>
                <a:gd name="T64" fmla="*/ 56 w 56"/>
                <a:gd name="T65" fmla="*/ 0 h 4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56" h="441">
                  <a:moveTo>
                    <a:pt x="56" y="441"/>
                  </a:moveTo>
                  <a:lnTo>
                    <a:pt x="36" y="438"/>
                  </a:lnTo>
                  <a:lnTo>
                    <a:pt x="18" y="426"/>
                  </a:lnTo>
                  <a:lnTo>
                    <a:pt x="6" y="409"/>
                  </a:lnTo>
                  <a:lnTo>
                    <a:pt x="0" y="388"/>
                  </a:lnTo>
                  <a:lnTo>
                    <a:pt x="6" y="365"/>
                  </a:lnTo>
                  <a:lnTo>
                    <a:pt x="18" y="347"/>
                  </a:lnTo>
                  <a:lnTo>
                    <a:pt x="36" y="335"/>
                  </a:lnTo>
                  <a:lnTo>
                    <a:pt x="56" y="332"/>
                  </a:lnTo>
                  <a:lnTo>
                    <a:pt x="36" y="326"/>
                  </a:lnTo>
                  <a:lnTo>
                    <a:pt x="18" y="315"/>
                  </a:lnTo>
                  <a:lnTo>
                    <a:pt x="6" y="297"/>
                  </a:lnTo>
                  <a:lnTo>
                    <a:pt x="0" y="276"/>
                  </a:lnTo>
                  <a:lnTo>
                    <a:pt x="6" y="256"/>
                  </a:lnTo>
                  <a:lnTo>
                    <a:pt x="18" y="238"/>
                  </a:lnTo>
                  <a:lnTo>
                    <a:pt x="36" y="227"/>
                  </a:lnTo>
                  <a:lnTo>
                    <a:pt x="56" y="221"/>
                  </a:lnTo>
                  <a:lnTo>
                    <a:pt x="36" y="218"/>
                  </a:lnTo>
                  <a:lnTo>
                    <a:pt x="18" y="206"/>
                  </a:lnTo>
                  <a:lnTo>
                    <a:pt x="6" y="188"/>
                  </a:lnTo>
                  <a:lnTo>
                    <a:pt x="0" y="168"/>
                  </a:lnTo>
                  <a:lnTo>
                    <a:pt x="6" y="147"/>
                  </a:lnTo>
                  <a:lnTo>
                    <a:pt x="18" y="127"/>
                  </a:lnTo>
                  <a:lnTo>
                    <a:pt x="36" y="115"/>
                  </a:lnTo>
                  <a:lnTo>
                    <a:pt x="56" y="112"/>
                  </a:lnTo>
                  <a:lnTo>
                    <a:pt x="36" y="109"/>
                  </a:lnTo>
                  <a:lnTo>
                    <a:pt x="18" y="94"/>
                  </a:lnTo>
                  <a:lnTo>
                    <a:pt x="6" y="77"/>
                  </a:lnTo>
                  <a:lnTo>
                    <a:pt x="0" y="56"/>
                  </a:lnTo>
                  <a:lnTo>
                    <a:pt x="6" y="36"/>
                  </a:lnTo>
                  <a:lnTo>
                    <a:pt x="18" y="18"/>
                  </a:lnTo>
                  <a:lnTo>
                    <a:pt x="36" y="6"/>
                  </a:lnTo>
                  <a:lnTo>
                    <a:pt x="56" y="0"/>
                  </a:lnTo>
                </a:path>
              </a:pathLst>
            </a:custGeom>
            <a:noFill/>
            <a:ln w="31750" cmpd="sng">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4043" name="Line 11"/>
            <p:cNvSpPr>
              <a:spLocks noChangeShapeType="1"/>
            </p:cNvSpPr>
            <p:nvPr/>
          </p:nvSpPr>
          <p:spPr bwMode="auto">
            <a:xfrm>
              <a:off x="1404" y="1097"/>
              <a:ext cx="1" cy="112"/>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44" name="Line 12"/>
            <p:cNvSpPr>
              <a:spLocks noChangeShapeType="1"/>
            </p:cNvSpPr>
            <p:nvPr/>
          </p:nvSpPr>
          <p:spPr bwMode="auto">
            <a:xfrm>
              <a:off x="1404" y="548"/>
              <a:ext cx="1" cy="12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45" name="Freeform 13"/>
            <p:cNvSpPr>
              <a:spLocks/>
            </p:cNvSpPr>
            <p:nvPr/>
          </p:nvSpPr>
          <p:spPr bwMode="auto">
            <a:xfrm>
              <a:off x="1404" y="656"/>
              <a:ext cx="52" cy="441"/>
            </a:xfrm>
            <a:custGeom>
              <a:avLst/>
              <a:gdLst>
                <a:gd name="T0" fmla="*/ 0 w 52"/>
                <a:gd name="T1" fmla="*/ 0 h 441"/>
                <a:gd name="T2" fmla="*/ 20 w 52"/>
                <a:gd name="T3" fmla="*/ 6 h 441"/>
                <a:gd name="T4" fmla="*/ 38 w 52"/>
                <a:gd name="T5" fmla="*/ 18 h 441"/>
                <a:gd name="T6" fmla="*/ 49 w 52"/>
                <a:gd name="T7" fmla="*/ 36 h 441"/>
                <a:gd name="T8" fmla="*/ 52 w 52"/>
                <a:gd name="T9" fmla="*/ 56 h 441"/>
                <a:gd name="T10" fmla="*/ 49 w 52"/>
                <a:gd name="T11" fmla="*/ 77 h 441"/>
                <a:gd name="T12" fmla="*/ 38 w 52"/>
                <a:gd name="T13" fmla="*/ 94 h 441"/>
                <a:gd name="T14" fmla="*/ 20 w 52"/>
                <a:gd name="T15" fmla="*/ 109 h 441"/>
                <a:gd name="T16" fmla="*/ 0 w 52"/>
                <a:gd name="T17" fmla="*/ 112 h 441"/>
                <a:gd name="T18" fmla="*/ 20 w 52"/>
                <a:gd name="T19" fmla="*/ 115 h 441"/>
                <a:gd name="T20" fmla="*/ 38 w 52"/>
                <a:gd name="T21" fmla="*/ 127 h 441"/>
                <a:gd name="T22" fmla="*/ 49 w 52"/>
                <a:gd name="T23" fmla="*/ 147 h 441"/>
                <a:gd name="T24" fmla="*/ 52 w 52"/>
                <a:gd name="T25" fmla="*/ 168 h 441"/>
                <a:gd name="T26" fmla="*/ 49 w 52"/>
                <a:gd name="T27" fmla="*/ 188 h 441"/>
                <a:gd name="T28" fmla="*/ 38 w 52"/>
                <a:gd name="T29" fmla="*/ 206 h 441"/>
                <a:gd name="T30" fmla="*/ 20 w 52"/>
                <a:gd name="T31" fmla="*/ 218 h 441"/>
                <a:gd name="T32" fmla="*/ 0 w 52"/>
                <a:gd name="T33" fmla="*/ 221 h 441"/>
                <a:gd name="T34" fmla="*/ 20 w 52"/>
                <a:gd name="T35" fmla="*/ 227 h 441"/>
                <a:gd name="T36" fmla="*/ 38 w 52"/>
                <a:gd name="T37" fmla="*/ 238 h 441"/>
                <a:gd name="T38" fmla="*/ 49 w 52"/>
                <a:gd name="T39" fmla="*/ 256 h 441"/>
                <a:gd name="T40" fmla="*/ 52 w 52"/>
                <a:gd name="T41" fmla="*/ 276 h 441"/>
                <a:gd name="T42" fmla="*/ 49 w 52"/>
                <a:gd name="T43" fmla="*/ 297 h 441"/>
                <a:gd name="T44" fmla="*/ 38 w 52"/>
                <a:gd name="T45" fmla="*/ 315 h 441"/>
                <a:gd name="T46" fmla="*/ 20 w 52"/>
                <a:gd name="T47" fmla="*/ 326 h 441"/>
                <a:gd name="T48" fmla="*/ 0 w 52"/>
                <a:gd name="T49" fmla="*/ 332 h 441"/>
                <a:gd name="T50" fmla="*/ 20 w 52"/>
                <a:gd name="T51" fmla="*/ 335 h 441"/>
                <a:gd name="T52" fmla="*/ 38 w 52"/>
                <a:gd name="T53" fmla="*/ 347 h 441"/>
                <a:gd name="T54" fmla="*/ 49 w 52"/>
                <a:gd name="T55" fmla="*/ 365 h 441"/>
                <a:gd name="T56" fmla="*/ 52 w 52"/>
                <a:gd name="T57" fmla="*/ 388 h 441"/>
                <a:gd name="T58" fmla="*/ 49 w 52"/>
                <a:gd name="T59" fmla="*/ 409 h 441"/>
                <a:gd name="T60" fmla="*/ 38 w 52"/>
                <a:gd name="T61" fmla="*/ 426 h 441"/>
                <a:gd name="T62" fmla="*/ 20 w 52"/>
                <a:gd name="T63" fmla="*/ 438 h 441"/>
                <a:gd name="T64" fmla="*/ 0 w 52"/>
                <a:gd name="T65" fmla="*/ 441 h 4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52" h="441">
                  <a:moveTo>
                    <a:pt x="0" y="0"/>
                  </a:moveTo>
                  <a:lnTo>
                    <a:pt x="20" y="6"/>
                  </a:lnTo>
                  <a:lnTo>
                    <a:pt x="38" y="18"/>
                  </a:lnTo>
                  <a:lnTo>
                    <a:pt x="49" y="36"/>
                  </a:lnTo>
                  <a:lnTo>
                    <a:pt x="52" y="56"/>
                  </a:lnTo>
                  <a:lnTo>
                    <a:pt x="49" y="77"/>
                  </a:lnTo>
                  <a:lnTo>
                    <a:pt x="38" y="94"/>
                  </a:lnTo>
                  <a:lnTo>
                    <a:pt x="20" y="109"/>
                  </a:lnTo>
                  <a:lnTo>
                    <a:pt x="0" y="112"/>
                  </a:lnTo>
                  <a:lnTo>
                    <a:pt x="20" y="115"/>
                  </a:lnTo>
                  <a:lnTo>
                    <a:pt x="38" y="127"/>
                  </a:lnTo>
                  <a:lnTo>
                    <a:pt x="49" y="147"/>
                  </a:lnTo>
                  <a:lnTo>
                    <a:pt x="52" y="168"/>
                  </a:lnTo>
                  <a:lnTo>
                    <a:pt x="49" y="188"/>
                  </a:lnTo>
                  <a:lnTo>
                    <a:pt x="38" y="206"/>
                  </a:lnTo>
                  <a:lnTo>
                    <a:pt x="20" y="218"/>
                  </a:lnTo>
                  <a:lnTo>
                    <a:pt x="0" y="221"/>
                  </a:lnTo>
                  <a:lnTo>
                    <a:pt x="20" y="227"/>
                  </a:lnTo>
                  <a:lnTo>
                    <a:pt x="38" y="238"/>
                  </a:lnTo>
                  <a:lnTo>
                    <a:pt x="49" y="256"/>
                  </a:lnTo>
                  <a:lnTo>
                    <a:pt x="52" y="276"/>
                  </a:lnTo>
                  <a:lnTo>
                    <a:pt x="49" y="297"/>
                  </a:lnTo>
                  <a:lnTo>
                    <a:pt x="38" y="315"/>
                  </a:lnTo>
                  <a:lnTo>
                    <a:pt x="20" y="326"/>
                  </a:lnTo>
                  <a:lnTo>
                    <a:pt x="0" y="332"/>
                  </a:lnTo>
                  <a:lnTo>
                    <a:pt x="20" y="335"/>
                  </a:lnTo>
                  <a:lnTo>
                    <a:pt x="38" y="347"/>
                  </a:lnTo>
                  <a:lnTo>
                    <a:pt x="49" y="365"/>
                  </a:lnTo>
                  <a:lnTo>
                    <a:pt x="52" y="388"/>
                  </a:lnTo>
                  <a:lnTo>
                    <a:pt x="49" y="409"/>
                  </a:lnTo>
                  <a:lnTo>
                    <a:pt x="38" y="426"/>
                  </a:lnTo>
                  <a:lnTo>
                    <a:pt x="20" y="438"/>
                  </a:lnTo>
                  <a:lnTo>
                    <a:pt x="0" y="441"/>
                  </a:lnTo>
                </a:path>
              </a:pathLst>
            </a:custGeom>
            <a:noFill/>
            <a:ln w="31750" cmpd="sng">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4046" name="Line 14"/>
            <p:cNvSpPr>
              <a:spLocks noChangeShapeType="1"/>
            </p:cNvSpPr>
            <p:nvPr/>
          </p:nvSpPr>
          <p:spPr bwMode="auto">
            <a:xfrm>
              <a:off x="1648" y="548"/>
              <a:ext cx="552" cy="1"/>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47" name="Line 15"/>
            <p:cNvSpPr>
              <a:spLocks noChangeShapeType="1"/>
            </p:cNvSpPr>
            <p:nvPr/>
          </p:nvSpPr>
          <p:spPr bwMode="auto">
            <a:xfrm>
              <a:off x="1642" y="1209"/>
              <a:ext cx="552" cy="1"/>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48" name="Line 16"/>
            <p:cNvSpPr>
              <a:spLocks noChangeShapeType="1"/>
            </p:cNvSpPr>
            <p:nvPr/>
          </p:nvSpPr>
          <p:spPr bwMode="auto">
            <a:xfrm flipH="1">
              <a:off x="860" y="1209"/>
              <a:ext cx="549" cy="1"/>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49" name="Line 17"/>
            <p:cNvSpPr>
              <a:spLocks noChangeShapeType="1"/>
            </p:cNvSpPr>
            <p:nvPr/>
          </p:nvSpPr>
          <p:spPr bwMode="auto">
            <a:xfrm flipH="1">
              <a:off x="860" y="548"/>
              <a:ext cx="549" cy="1"/>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50" name="Rectangle 18"/>
            <p:cNvSpPr>
              <a:spLocks noChangeArrowheads="1"/>
            </p:cNvSpPr>
            <p:nvPr/>
          </p:nvSpPr>
          <p:spPr bwMode="auto">
            <a:xfrm>
              <a:off x="1350" y="246"/>
              <a:ext cx="339"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spAutoFit/>
            </a:bodyPr>
            <a:lstStyle/>
            <a:p>
              <a:pPr eaLnBrk="1" hangingPunct="1"/>
              <a:r>
                <a:rPr lang="en-US" altLang="zh-CN" i="1">
                  <a:solidFill>
                    <a:srgbClr val="000000"/>
                  </a:solidFill>
                  <a:latin typeface="Times New Roman" panose="02020603050405020304" pitchFamily="18" charset="0"/>
                </a:rPr>
                <a:t>n</a:t>
              </a:r>
              <a:r>
                <a:rPr lang="en-US" altLang="zh-CN">
                  <a:solidFill>
                    <a:srgbClr val="000000"/>
                  </a:solidFill>
                  <a:latin typeface="Times New Roman" panose="02020603050405020304" pitchFamily="18" charset="0"/>
                </a:rPr>
                <a:t>:1</a:t>
              </a:r>
              <a:endParaRPr lang="en-US" altLang="zh-CN">
                <a:latin typeface="Times New Roman" panose="02020603050405020304" pitchFamily="18" charset="0"/>
              </a:endParaRPr>
            </a:p>
          </p:txBody>
        </p:sp>
        <p:sp>
          <p:nvSpPr>
            <p:cNvPr id="44051" name="Oval 19"/>
            <p:cNvSpPr>
              <a:spLocks noChangeArrowheads="1"/>
            </p:cNvSpPr>
            <p:nvPr/>
          </p:nvSpPr>
          <p:spPr bwMode="auto">
            <a:xfrm>
              <a:off x="804" y="522"/>
              <a:ext cx="45" cy="45"/>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44052" name="Oval 20"/>
            <p:cNvSpPr>
              <a:spLocks noChangeArrowheads="1"/>
            </p:cNvSpPr>
            <p:nvPr/>
          </p:nvSpPr>
          <p:spPr bwMode="auto">
            <a:xfrm>
              <a:off x="810" y="1188"/>
              <a:ext cx="45" cy="45"/>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44053" name="Oval 21"/>
            <p:cNvSpPr>
              <a:spLocks noChangeArrowheads="1"/>
            </p:cNvSpPr>
            <p:nvPr/>
          </p:nvSpPr>
          <p:spPr bwMode="auto">
            <a:xfrm>
              <a:off x="2202" y="516"/>
              <a:ext cx="45" cy="45"/>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44054" name="Oval 22"/>
            <p:cNvSpPr>
              <a:spLocks noChangeArrowheads="1"/>
            </p:cNvSpPr>
            <p:nvPr/>
          </p:nvSpPr>
          <p:spPr bwMode="auto">
            <a:xfrm>
              <a:off x="2196" y="1182"/>
              <a:ext cx="45" cy="45"/>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4038">
                                            <p:txEl>
                                              <p:pRg st="0" end="0"/>
                                            </p:txEl>
                                          </p:spTgt>
                                        </p:tgtEl>
                                        <p:attrNameLst>
                                          <p:attrName>style.visibility</p:attrName>
                                        </p:attrNameLst>
                                      </p:cBhvr>
                                      <p:to>
                                        <p:strVal val="visible"/>
                                      </p:to>
                                    </p:set>
                                    <p:animEffect transition="in" filter="wipe(left)">
                                      <p:cBhvr>
                                        <p:cTn id="7" dur="500"/>
                                        <p:tgtEl>
                                          <p:spTgt spid="44038">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4038">
                                            <p:txEl>
                                              <p:pRg st="1" end="1"/>
                                            </p:txEl>
                                          </p:spTgt>
                                        </p:tgtEl>
                                        <p:attrNameLst>
                                          <p:attrName>style.visibility</p:attrName>
                                        </p:attrNameLst>
                                      </p:cBhvr>
                                      <p:to>
                                        <p:strVal val="visible"/>
                                      </p:to>
                                    </p:set>
                                    <p:animEffect transition="in" filter="wipe(left)">
                                      <p:cBhvr>
                                        <p:cTn id="12" dur="500"/>
                                        <p:tgtEl>
                                          <p:spTgt spid="44038">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4034">
                                            <p:txEl>
                                              <p:pRg st="0" end="0"/>
                                            </p:txEl>
                                          </p:spTgt>
                                        </p:tgtEl>
                                        <p:attrNameLst>
                                          <p:attrName>style.visibility</p:attrName>
                                        </p:attrNameLst>
                                      </p:cBhvr>
                                      <p:to>
                                        <p:strVal val="visible"/>
                                      </p:to>
                                    </p:set>
                                    <p:animEffect transition="in" filter="wipe(left)">
                                      <p:cBhvr>
                                        <p:cTn id="17" dur="500"/>
                                        <p:tgtEl>
                                          <p:spTgt spid="44034">
                                            <p:txEl>
                                              <p:pRg st="0" end="0"/>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44035">
                                            <p:txEl>
                                              <p:pRg st="0" end="0"/>
                                            </p:txEl>
                                          </p:spTgt>
                                        </p:tgtEl>
                                        <p:attrNameLst>
                                          <p:attrName>style.visibility</p:attrName>
                                        </p:attrNameLst>
                                      </p:cBhvr>
                                      <p:to>
                                        <p:strVal val="visible"/>
                                      </p:to>
                                    </p:set>
                                    <p:animEffect transition="in" filter="wipe(left)">
                                      <p:cBhvr>
                                        <p:cTn id="22" dur="500"/>
                                        <p:tgtEl>
                                          <p:spTgt spid="44035">
                                            <p:txEl>
                                              <p:pRg st="0" end="0"/>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44037">
                                            <p:txEl>
                                              <p:pRg st="0" end="0"/>
                                            </p:txEl>
                                          </p:spTgt>
                                        </p:tgtEl>
                                        <p:attrNameLst>
                                          <p:attrName>style.visibility</p:attrName>
                                        </p:attrNameLst>
                                      </p:cBhvr>
                                      <p:to>
                                        <p:strVal val="visible"/>
                                      </p:to>
                                    </p:set>
                                    <p:animEffect transition="in" filter="wipe(left)">
                                      <p:cBhvr>
                                        <p:cTn id="27" dur="500"/>
                                        <p:tgtEl>
                                          <p:spTgt spid="4403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34" grpId="0" build="p" autoUpdateAnimBg="0"/>
      <p:bldP spid="44035" grpId="0" build="p" autoUpdateAnimBg="0"/>
      <p:bldP spid="44037" grpId="0" build="p" autoUpdateAnimBg="0"/>
      <p:bldP spid="44038" grpId="0" build="p" autoUpdateAnimBg="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ChangeArrowheads="1"/>
          </p:cNvSpPr>
          <p:nvPr/>
        </p:nvSpPr>
        <p:spPr bwMode="auto">
          <a:xfrm>
            <a:off x="2109788" y="317500"/>
            <a:ext cx="4197350" cy="523220"/>
          </a:xfrm>
          <a:prstGeom prst="rect">
            <a:avLst/>
          </a:prstGeom>
          <a:noFill/>
          <a:ln w="12700" algn="ctr">
            <a:solidFill>
              <a:srgbClr val="FFFFAF"/>
            </a:solidFill>
            <a:miter lim="800000"/>
            <a:headEnd/>
            <a:tailEnd/>
          </a:ln>
          <a:effectLst>
            <a:prstShdw prst="shdw17" dist="17961" dir="2700000">
              <a:srgbClr val="FFFFAF">
                <a:gamma/>
                <a:shade val="60000"/>
                <a:invGamma/>
              </a:srgbClr>
            </a:prstShdw>
          </a:effectLst>
          <a:extLst>
            <a:ext uri="{909E8E84-426E-40DD-AFC4-6F175D3DCCD1}">
              <a14:hiddenFill xmlns:a14="http://schemas.microsoft.com/office/drawing/2010/main">
                <a:solidFill>
                  <a:srgbClr val="CCFFFF"/>
                </a:solidFill>
              </a14:hiddenFill>
            </a:ext>
          </a:extLst>
        </p:spPr>
        <p:txBody>
          <a:bodyPr anchor="ctr">
            <a:spAutoFit/>
          </a:bodyPr>
          <a:lstStyle>
            <a:lvl1pPr>
              <a:defRPr kumimoji="1" sz="4400">
                <a:solidFill>
                  <a:schemeClr val="tx2"/>
                </a:solidFill>
                <a:latin typeface="Times New Roman" panose="02020603050405020304" pitchFamily="18" charset="0"/>
                <a:ea typeface="宋体" panose="02010600030101010101" pitchFamily="2" charset="-122"/>
              </a:defRPr>
            </a:lvl1pPr>
            <a:lvl2pPr>
              <a:defRPr kumimoji="1" sz="4400">
                <a:solidFill>
                  <a:schemeClr val="tx2"/>
                </a:solidFill>
                <a:latin typeface="Times New Roman" panose="02020603050405020304" pitchFamily="18" charset="0"/>
                <a:ea typeface="宋体" panose="02010600030101010101" pitchFamily="2" charset="-122"/>
              </a:defRPr>
            </a:lvl2pPr>
            <a:lvl3pPr>
              <a:defRPr kumimoji="1" sz="4400">
                <a:solidFill>
                  <a:schemeClr val="tx2"/>
                </a:solidFill>
                <a:latin typeface="Times New Roman" panose="02020603050405020304" pitchFamily="18" charset="0"/>
                <a:ea typeface="宋体" panose="02010600030101010101" pitchFamily="2" charset="-122"/>
              </a:defRPr>
            </a:lvl3pPr>
            <a:lvl4pPr>
              <a:defRPr kumimoji="1" sz="4400">
                <a:solidFill>
                  <a:schemeClr val="tx2"/>
                </a:solidFill>
                <a:latin typeface="Times New Roman" panose="02020603050405020304" pitchFamily="18" charset="0"/>
                <a:ea typeface="宋体" panose="02010600030101010101" pitchFamily="2" charset="-122"/>
              </a:defRPr>
            </a:lvl4pPr>
            <a:lvl5pPr>
              <a:defRPr kumimoji="1" sz="4400">
                <a:solidFill>
                  <a:schemeClr val="tx2"/>
                </a:solidFill>
                <a:latin typeface="Times New Roman" panose="02020603050405020304" pitchFamily="18" charset="0"/>
                <a:ea typeface="宋体" panose="02010600030101010101" pitchFamily="2" charset="-122"/>
              </a:defRPr>
            </a:lvl5pPr>
            <a:lvl6pPr marL="457200" algn="ctr"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algn="just">
              <a:spcBef>
                <a:spcPct val="50000"/>
              </a:spcBef>
            </a:pPr>
            <a:r>
              <a:rPr lang="en-US" altLang="zh-CN" sz="2800" dirty="0">
                <a:latin typeface="楷体_GB2312" pitchFamily="49" charset="-122"/>
                <a:ea typeface="楷体_GB2312" pitchFamily="49" charset="-122"/>
              </a:rPr>
              <a:t>16.4  </a:t>
            </a:r>
            <a:r>
              <a:rPr lang="zh-CN" altLang="en-US" sz="2800" dirty="0">
                <a:latin typeface="楷体_GB2312" pitchFamily="49" charset="-122"/>
                <a:ea typeface="楷体_GB2312" pitchFamily="49" charset="-122"/>
              </a:rPr>
              <a:t>二端口的电路模型    </a:t>
            </a:r>
          </a:p>
        </p:txBody>
      </p:sp>
      <p:sp>
        <p:nvSpPr>
          <p:cNvPr id="45060" name="Text Box 4"/>
          <p:cNvSpPr txBox="1">
            <a:spLocks noChangeArrowheads="1"/>
          </p:cNvSpPr>
          <p:nvPr/>
        </p:nvSpPr>
        <p:spPr bwMode="auto">
          <a:xfrm>
            <a:off x="681038" y="2636838"/>
            <a:ext cx="4887912"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r>
              <a:rPr lang="zh-CN" altLang="en-US">
                <a:solidFill>
                  <a:srgbClr val="CC0066"/>
                </a:solidFill>
                <a:latin typeface="Times New Roman" panose="02020603050405020304" pitchFamily="18" charset="0"/>
              </a:rPr>
              <a:t>一、由</a:t>
            </a:r>
            <a:r>
              <a:rPr lang="en-US" altLang="zh-CN" i="1">
                <a:solidFill>
                  <a:srgbClr val="CC0066"/>
                </a:solidFill>
                <a:latin typeface="Times New Roman" panose="02020603050405020304" pitchFamily="18" charset="0"/>
              </a:rPr>
              <a:t>Z</a:t>
            </a:r>
            <a:r>
              <a:rPr lang="zh-CN" altLang="en-US">
                <a:solidFill>
                  <a:srgbClr val="CC0066"/>
                </a:solidFill>
                <a:latin typeface="Times New Roman" panose="02020603050405020304" pitchFamily="18" charset="0"/>
              </a:rPr>
              <a:t>参数方程作等效电路           </a:t>
            </a:r>
          </a:p>
        </p:txBody>
      </p:sp>
      <p:graphicFrame>
        <p:nvGraphicFramePr>
          <p:cNvPr id="45061" name="Object 5"/>
          <p:cNvGraphicFramePr>
            <a:graphicFrameLocks noChangeAspect="1"/>
          </p:cNvGraphicFramePr>
          <p:nvPr/>
        </p:nvGraphicFramePr>
        <p:xfrm>
          <a:off x="1330325" y="3446463"/>
          <a:ext cx="2359025" cy="960437"/>
        </p:xfrm>
        <a:graphic>
          <a:graphicData uri="http://schemas.openxmlformats.org/presentationml/2006/ole">
            <mc:AlternateContent xmlns:mc="http://schemas.openxmlformats.org/markup-compatibility/2006">
              <mc:Choice xmlns:v="urn:schemas-microsoft-com:vml" Requires="v">
                <p:oleObj spid="_x0000_s194651" name="公式" r:id="rId3" imgW="1180800" imgH="482400" progId="Equation.3">
                  <p:embed/>
                </p:oleObj>
              </mc:Choice>
              <mc:Fallback>
                <p:oleObj name="公式" r:id="rId3" imgW="1180800" imgH="482400"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30325" y="3446463"/>
                        <a:ext cx="2359025" cy="960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5096" name="Text Box 40"/>
          <p:cNvSpPr txBox="1">
            <a:spLocks noChangeArrowheads="1"/>
          </p:cNvSpPr>
          <p:nvPr/>
        </p:nvSpPr>
        <p:spPr bwMode="auto">
          <a:xfrm>
            <a:off x="574675" y="1355725"/>
            <a:ext cx="8258175" cy="8223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r>
              <a:rPr lang="en-US" altLang="zh-CN">
                <a:latin typeface="Times New Roman" panose="02020603050405020304" pitchFamily="18" charset="0"/>
              </a:rPr>
              <a:t>        </a:t>
            </a:r>
            <a:r>
              <a:rPr lang="zh-CN" altLang="en-US">
                <a:latin typeface="Times New Roman" panose="02020603050405020304" pitchFamily="18" charset="0"/>
              </a:rPr>
              <a:t>两个二端口等效是指对外电路而言，端口的电压、</a:t>
            </a:r>
            <a:br>
              <a:rPr lang="zh-CN" altLang="en-US">
                <a:latin typeface="Times New Roman" panose="02020603050405020304" pitchFamily="18" charset="0"/>
              </a:rPr>
            </a:br>
            <a:r>
              <a:rPr lang="zh-CN" altLang="en-US">
                <a:latin typeface="Times New Roman" panose="02020603050405020304" pitchFamily="18" charset="0"/>
              </a:rPr>
              <a:t>电流关系相同。  </a:t>
            </a:r>
          </a:p>
        </p:txBody>
      </p:sp>
      <p:grpSp>
        <p:nvGrpSpPr>
          <p:cNvPr id="45100" name="Group 44"/>
          <p:cNvGrpSpPr>
            <a:grpSpLocks/>
          </p:cNvGrpSpPr>
          <p:nvPr/>
        </p:nvGrpSpPr>
        <p:grpSpPr bwMode="auto">
          <a:xfrm>
            <a:off x="3898900" y="3184525"/>
            <a:ext cx="4689475" cy="2190750"/>
            <a:chOff x="2401" y="2088"/>
            <a:chExt cx="2954" cy="1380"/>
          </a:xfrm>
        </p:grpSpPr>
        <p:sp>
          <p:nvSpPr>
            <p:cNvPr id="45063" name="AutoShape 7"/>
            <p:cNvSpPr>
              <a:spLocks noChangeArrowheads="1"/>
            </p:cNvSpPr>
            <p:nvPr/>
          </p:nvSpPr>
          <p:spPr bwMode="auto">
            <a:xfrm>
              <a:off x="3944" y="2760"/>
              <a:ext cx="216" cy="384"/>
            </a:xfrm>
            <a:prstGeom prst="diamond">
              <a:avLst/>
            </a:prstGeom>
            <a:solidFill>
              <a:schemeClr val="accent1"/>
            </a:solidFill>
            <a:ln w="31750">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45064" name="AutoShape 8"/>
            <p:cNvSpPr>
              <a:spLocks noChangeArrowheads="1"/>
            </p:cNvSpPr>
            <p:nvPr/>
          </p:nvSpPr>
          <p:spPr bwMode="auto">
            <a:xfrm>
              <a:off x="3476" y="2760"/>
              <a:ext cx="216" cy="384"/>
            </a:xfrm>
            <a:prstGeom prst="diamond">
              <a:avLst/>
            </a:prstGeom>
            <a:solidFill>
              <a:schemeClr val="accent1"/>
            </a:solidFill>
            <a:ln w="31750">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graphicFrame>
          <p:nvGraphicFramePr>
            <p:cNvPr id="45065" name="Object 9"/>
            <p:cNvGraphicFramePr>
              <a:graphicFrameLocks noChangeAspect="1"/>
            </p:cNvGraphicFramePr>
            <p:nvPr/>
          </p:nvGraphicFramePr>
          <p:xfrm>
            <a:off x="2596" y="2088"/>
            <a:ext cx="208" cy="290"/>
          </p:xfrm>
          <a:graphic>
            <a:graphicData uri="http://schemas.openxmlformats.org/presentationml/2006/ole">
              <mc:AlternateContent xmlns:mc="http://schemas.openxmlformats.org/markup-compatibility/2006">
                <mc:Choice xmlns:v="urn:schemas-microsoft-com:vml" Requires="v">
                  <p:oleObj spid="_x0000_s194652" name="Equation" r:id="rId5" imgW="164880" imgH="228600" progId="Equation.3">
                    <p:embed/>
                  </p:oleObj>
                </mc:Choice>
                <mc:Fallback>
                  <p:oleObj name="Equation" r:id="rId5" imgW="164880" imgH="228600" progId="Equation.3">
                    <p:embed/>
                    <p:pic>
                      <p:nvPicPr>
                        <p:cNvPr id="0" name="Object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96" y="2088"/>
                          <a:ext cx="208" cy="2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5066" name="Object 10"/>
            <p:cNvGraphicFramePr>
              <a:graphicFrameLocks noChangeAspect="1"/>
            </p:cNvGraphicFramePr>
            <p:nvPr/>
          </p:nvGraphicFramePr>
          <p:xfrm>
            <a:off x="4864" y="2108"/>
            <a:ext cx="224" cy="289"/>
          </p:xfrm>
          <a:graphic>
            <a:graphicData uri="http://schemas.openxmlformats.org/presentationml/2006/ole">
              <mc:AlternateContent xmlns:mc="http://schemas.openxmlformats.org/markup-compatibility/2006">
                <mc:Choice xmlns:v="urn:schemas-microsoft-com:vml" Requires="v">
                  <p:oleObj spid="_x0000_s194653" name="Equation" r:id="rId7" imgW="177480" imgH="228600" progId="Equation.3">
                    <p:embed/>
                  </p:oleObj>
                </mc:Choice>
                <mc:Fallback>
                  <p:oleObj name="Equation" r:id="rId7" imgW="177480" imgH="228600" progId="Equation.3">
                    <p:embed/>
                    <p:pic>
                      <p:nvPicPr>
                        <p:cNvPr id="0" name="Object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864" y="2108"/>
                          <a:ext cx="224" cy="28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5067" name="Line 11"/>
            <p:cNvSpPr>
              <a:spLocks noChangeShapeType="1"/>
            </p:cNvSpPr>
            <p:nvPr/>
          </p:nvSpPr>
          <p:spPr bwMode="auto">
            <a:xfrm flipV="1">
              <a:off x="4067" y="2501"/>
              <a:ext cx="346" cy="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5068" name="Line 12"/>
            <p:cNvSpPr>
              <a:spLocks noChangeShapeType="1"/>
            </p:cNvSpPr>
            <p:nvPr/>
          </p:nvSpPr>
          <p:spPr bwMode="auto">
            <a:xfrm flipH="1" flipV="1">
              <a:off x="3253" y="2488"/>
              <a:ext cx="337" cy="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5069" name="Line 13"/>
            <p:cNvSpPr>
              <a:spLocks noChangeShapeType="1"/>
            </p:cNvSpPr>
            <p:nvPr/>
          </p:nvSpPr>
          <p:spPr bwMode="auto">
            <a:xfrm>
              <a:off x="2551" y="3438"/>
              <a:ext cx="2625" cy="1"/>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5070" name="Text Box 14"/>
            <p:cNvSpPr txBox="1">
              <a:spLocks noChangeArrowheads="1"/>
            </p:cNvSpPr>
            <p:nvPr/>
          </p:nvSpPr>
          <p:spPr bwMode="auto">
            <a:xfrm>
              <a:off x="2401" y="2503"/>
              <a:ext cx="267"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Lst>
          </p:spPr>
          <p:txBody>
            <a:bodyPr>
              <a:spAutoFit/>
            </a:bodyPr>
            <a:lstStyle/>
            <a:p>
              <a:pPr algn="l" eaLnBrk="1" hangingPunct="1">
                <a:spcBef>
                  <a:spcPct val="50000"/>
                </a:spcBef>
              </a:pPr>
              <a:r>
                <a:rPr lang="en-US" altLang="zh-CN">
                  <a:latin typeface="Times New Roman" panose="02020603050405020304" pitchFamily="18" charset="0"/>
                </a:rPr>
                <a:t>+</a:t>
              </a:r>
            </a:p>
          </p:txBody>
        </p:sp>
        <p:sp>
          <p:nvSpPr>
            <p:cNvPr id="45071" name="Text Box 15"/>
            <p:cNvSpPr txBox="1">
              <a:spLocks noChangeArrowheads="1"/>
            </p:cNvSpPr>
            <p:nvPr/>
          </p:nvSpPr>
          <p:spPr bwMode="auto">
            <a:xfrm>
              <a:off x="2418" y="3125"/>
              <a:ext cx="267"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Lst>
          </p:spPr>
          <p:txBody>
            <a:bodyPr>
              <a:spAutoFit/>
            </a:bodyPr>
            <a:lstStyle/>
            <a:p>
              <a:pPr algn="l" eaLnBrk="1" hangingPunct="1">
                <a:spcBef>
                  <a:spcPct val="50000"/>
                </a:spcBef>
              </a:pPr>
              <a:r>
                <a:rPr lang="en-US" altLang="zh-CN" b="0">
                  <a:latin typeface="黑体" panose="02010609060101010101" pitchFamily="49" charset="-122"/>
                  <a:ea typeface="黑体" panose="02010609060101010101" pitchFamily="49" charset="-122"/>
                  <a:sym typeface="Symbol" panose="05050102010706020507" pitchFamily="18" charset="2"/>
                </a:rPr>
                <a:t>-</a:t>
              </a:r>
              <a:endParaRPr lang="en-US" altLang="zh-CN">
                <a:latin typeface="Times New Roman" panose="02020603050405020304" pitchFamily="18" charset="0"/>
              </a:endParaRPr>
            </a:p>
          </p:txBody>
        </p:sp>
        <p:sp>
          <p:nvSpPr>
            <p:cNvPr id="45072" name="Text Box 16"/>
            <p:cNvSpPr txBox="1">
              <a:spLocks noChangeArrowheads="1"/>
            </p:cNvSpPr>
            <p:nvPr/>
          </p:nvSpPr>
          <p:spPr bwMode="auto">
            <a:xfrm>
              <a:off x="5083" y="2509"/>
              <a:ext cx="267"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Lst>
          </p:spPr>
          <p:txBody>
            <a:bodyPr>
              <a:spAutoFit/>
            </a:bodyPr>
            <a:lstStyle/>
            <a:p>
              <a:pPr algn="l" eaLnBrk="1" hangingPunct="1">
                <a:spcBef>
                  <a:spcPct val="50000"/>
                </a:spcBef>
              </a:pPr>
              <a:r>
                <a:rPr lang="en-US" altLang="zh-CN">
                  <a:latin typeface="Times New Roman" panose="02020603050405020304" pitchFamily="18" charset="0"/>
                </a:rPr>
                <a:t>+</a:t>
              </a:r>
            </a:p>
          </p:txBody>
        </p:sp>
        <p:sp>
          <p:nvSpPr>
            <p:cNvPr id="45073" name="Text Box 17"/>
            <p:cNvSpPr txBox="1">
              <a:spLocks noChangeArrowheads="1"/>
            </p:cNvSpPr>
            <p:nvPr/>
          </p:nvSpPr>
          <p:spPr bwMode="auto">
            <a:xfrm>
              <a:off x="5088" y="3131"/>
              <a:ext cx="267"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Lst>
          </p:spPr>
          <p:txBody>
            <a:bodyPr>
              <a:spAutoFit/>
            </a:bodyPr>
            <a:lstStyle/>
            <a:p>
              <a:pPr algn="l" eaLnBrk="1" hangingPunct="1">
                <a:spcBef>
                  <a:spcPct val="50000"/>
                </a:spcBef>
              </a:pPr>
              <a:r>
                <a:rPr lang="en-US" altLang="zh-CN" b="0">
                  <a:latin typeface="黑体" panose="02010609060101010101" pitchFamily="49" charset="-122"/>
                  <a:ea typeface="黑体" panose="02010609060101010101" pitchFamily="49" charset="-122"/>
                  <a:sym typeface="Symbol" panose="05050102010706020507" pitchFamily="18" charset="2"/>
                </a:rPr>
                <a:t>-</a:t>
              </a:r>
              <a:endParaRPr lang="en-US" altLang="zh-CN">
                <a:latin typeface="Times New Roman" panose="02020603050405020304" pitchFamily="18" charset="0"/>
              </a:endParaRPr>
            </a:p>
          </p:txBody>
        </p:sp>
        <p:graphicFrame>
          <p:nvGraphicFramePr>
            <p:cNvPr id="45074" name="Object 18"/>
            <p:cNvGraphicFramePr>
              <a:graphicFrameLocks noChangeAspect="1"/>
            </p:cNvGraphicFramePr>
            <p:nvPr/>
          </p:nvGraphicFramePr>
          <p:xfrm>
            <a:off x="2408" y="2786"/>
            <a:ext cx="256" cy="290"/>
          </p:xfrm>
          <a:graphic>
            <a:graphicData uri="http://schemas.openxmlformats.org/presentationml/2006/ole">
              <mc:AlternateContent xmlns:mc="http://schemas.openxmlformats.org/markup-compatibility/2006">
                <mc:Choice xmlns:v="urn:schemas-microsoft-com:vml" Requires="v">
                  <p:oleObj spid="_x0000_s194654" name="Equation" r:id="rId9" imgW="203040" imgH="228600" progId="Equation.3">
                    <p:embed/>
                  </p:oleObj>
                </mc:Choice>
                <mc:Fallback>
                  <p:oleObj name="Equation" r:id="rId9" imgW="203040" imgH="228600" progId="Equation.3">
                    <p:embed/>
                    <p:pic>
                      <p:nvPicPr>
                        <p:cNvPr id="0" name="Object 1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408" y="2786"/>
                          <a:ext cx="256" cy="2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5075" name="Object 19"/>
            <p:cNvGraphicFramePr>
              <a:graphicFrameLocks noChangeAspect="1"/>
            </p:cNvGraphicFramePr>
            <p:nvPr/>
          </p:nvGraphicFramePr>
          <p:xfrm>
            <a:off x="5090" y="2798"/>
            <a:ext cx="256" cy="290"/>
          </p:xfrm>
          <a:graphic>
            <a:graphicData uri="http://schemas.openxmlformats.org/presentationml/2006/ole">
              <mc:AlternateContent xmlns:mc="http://schemas.openxmlformats.org/markup-compatibility/2006">
                <mc:Choice xmlns:v="urn:schemas-microsoft-com:vml" Requires="v">
                  <p:oleObj spid="_x0000_s194655" name="Equation" r:id="rId11" imgW="203040" imgH="228600" progId="Equation.3">
                    <p:embed/>
                  </p:oleObj>
                </mc:Choice>
                <mc:Fallback>
                  <p:oleObj name="Equation" r:id="rId11" imgW="203040" imgH="228600" progId="Equation.3">
                    <p:embed/>
                    <p:pic>
                      <p:nvPicPr>
                        <p:cNvPr id="0" name="Object 1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090" y="2798"/>
                          <a:ext cx="256" cy="2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5076" name="Rectangle 20"/>
            <p:cNvSpPr>
              <a:spLocks noChangeArrowheads="1"/>
            </p:cNvSpPr>
            <p:nvPr/>
          </p:nvSpPr>
          <p:spPr bwMode="auto">
            <a:xfrm rot="5400000">
              <a:off x="4506" y="2350"/>
              <a:ext cx="123" cy="313"/>
            </a:xfrm>
            <a:prstGeom prst="rect">
              <a:avLst/>
            </a:prstGeom>
            <a:solidFill>
              <a:srgbClr val="FFFFCC"/>
            </a:solidFill>
            <a:ln w="31750">
              <a:solidFill>
                <a:srgbClr val="000000"/>
              </a:solidFill>
              <a:miter lim="800000"/>
              <a:headEnd/>
              <a:tailEnd/>
            </a:ln>
          </p:spPr>
          <p:txBody>
            <a:bodyPr/>
            <a:lstStyle/>
            <a:p>
              <a:endParaRPr lang="zh-CN" altLang="en-US"/>
            </a:p>
          </p:txBody>
        </p:sp>
        <p:sp>
          <p:nvSpPr>
            <p:cNvPr id="45077" name="Line 21"/>
            <p:cNvSpPr>
              <a:spLocks noChangeShapeType="1"/>
            </p:cNvSpPr>
            <p:nvPr/>
          </p:nvSpPr>
          <p:spPr bwMode="auto">
            <a:xfrm rot="5400000">
              <a:off x="4945" y="2277"/>
              <a:ext cx="1" cy="449"/>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5078" name="Line 22"/>
            <p:cNvSpPr>
              <a:spLocks noChangeShapeType="1"/>
            </p:cNvSpPr>
            <p:nvPr/>
          </p:nvSpPr>
          <p:spPr bwMode="auto">
            <a:xfrm rot="5400000" flipV="1">
              <a:off x="2750" y="2305"/>
              <a:ext cx="5" cy="36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5079" name="Rectangle 23"/>
            <p:cNvSpPr>
              <a:spLocks noChangeArrowheads="1"/>
            </p:cNvSpPr>
            <p:nvPr/>
          </p:nvSpPr>
          <p:spPr bwMode="auto">
            <a:xfrm rot="5400000">
              <a:off x="3030" y="2332"/>
              <a:ext cx="123" cy="313"/>
            </a:xfrm>
            <a:prstGeom prst="rect">
              <a:avLst/>
            </a:prstGeom>
            <a:solidFill>
              <a:srgbClr val="FFFFCC"/>
            </a:solidFill>
            <a:ln w="31750">
              <a:solidFill>
                <a:srgbClr val="000000"/>
              </a:solidFill>
              <a:miter lim="800000"/>
              <a:headEnd/>
              <a:tailEnd/>
            </a:ln>
          </p:spPr>
          <p:txBody>
            <a:bodyPr/>
            <a:lstStyle/>
            <a:p>
              <a:endParaRPr lang="zh-CN" altLang="en-US"/>
            </a:p>
          </p:txBody>
        </p:sp>
        <p:sp>
          <p:nvSpPr>
            <p:cNvPr id="45080" name="Line 24"/>
            <p:cNvSpPr>
              <a:spLocks noChangeShapeType="1"/>
            </p:cNvSpPr>
            <p:nvPr/>
          </p:nvSpPr>
          <p:spPr bwMode="auto">
            <a:xfrm>
              <a:off x="3589" y="2491"/>
              <a:ext cx="1" cy="953"/>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5081" name="Oval 25"/>
            <p:cNvSpPr>
              <a:spLocks noChangeArrowheads="1"/>
            </p:cNvSpPr>
            <p:nvPr/>
          </p:nvSpPr>
          <p:spPr bwMode="auto">
            <a:xfrm>
              <a:off x="2504" y="2452"/>
              <a:ext cx="68" cy="68"/>
            </a:xfrm>
            <a:prstGeom prst="ellipse">
              <a:avLst/>
            </a:prstGeom>
            <a:noFill/>
            <a:ln w="19050">
              <a:solidFill>
                <a:schemeClr val="tx1"/>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sp>
          <p:nvSpPr>
            <p:cNvPr id="45082" name="Oval 26"/>
            <p:cNvSpPr>
              <a:spLocks noChangeArrowheads="1"/>
            </p:cNvSpPr>
            <p:nvPr/>
          </p:nvSpPr>
          <p:spPr bwMode="auto">
            <a:xfrm>
              <a:off x="2492" y="3394"/>
              <a:ext cx="68" cy="68"/>
            </a:xfrm>
            <a:prstGeom prst="ellipse">
              <a:avLst/>
            </a:prstGeom>
            <a:noFill/>
            <a:ln w="19050">
              <a:solidFill>
                <a:schemeClr val="tx1"/>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sp>
          <p:nvSpPr>
            <p:cNvPr id="45083" name="Oval 27"/>
            <p:cNvSpPr>
              <a:spLocks noChangeArrowheads="1"/>
            </p:cNvSpPr>
            <p:nvPr/>
          </p:nvSpPr>
          <p:spPr bwMode="auto">
            <a:xfrm>
              <a:off x="5162" y="2464"/>
              <a:ext cx="68" cy="68"/>
            </a:xfrm>
            <a:prstGeom prst="ellipse">
              <a:avLst/>
            </a:prstGeom>
            <a:noFill/>
            <a:ln w="19050">
              <a:solidFill>
                <a:schemeClr val="tx1"/>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sp>
          <p:nvSpPr>
            <p:cNvPr id="45084" name="Oval 28"/>
            <p:cNvSpPr>
              <a:spLocks noChangeArrowheads="1"/>
            </p:cNvSpPr>
            <p:nvPr/>
          </p:nvSpPr>
          <p:spPr bwMode="auto">
            <a:xfrm>
              <a:off x="5174" y="3400"/>
              <a:ext cx="68" cy="68"/>
            </a:xfrm>
            <a:prstGeom prst="ellipse">
              <a:avLst/>
            </a:prstGeom>
            <a:noFill/>
            <a:ln w="19050">
              <a:solidFill>
                <a:schemeClr val="tx1"/>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sp>
          <p:nvSpPr>
            <p:cNvPr id="45085" name="Rectangle 29"/>
            <p:cNvSpPr>
              <a:spLocks noChangeArrowheads="1"/>
            </p:cNvSpPr>
            <p:nvPr/>
          </p:nvSpPr>
          <p:spPr bwMode="auto">
            <a:xfrm>
              <a:off x="4423" y="2160"/>
              <a:ext cx="294"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spAutoFit/>
            </a:bodyPr>
            <a:lstStyle/>
            <a:p>
              <a:pPr eaLnBrk="1" hangingPunct="1"/>
              <a:r>
                <a:rPr lang="en-US" altLang="zh-CN">
                  <a:solidFill>
                    <a:srgbClr val="000000"/>
                  </a:solidFill>
                  <a:latin typeface="Times New Roman" panose="02020603050405020304" pitchFamily="18" charset="0"/>
                </a:rPr>
                <a:t> </a:t>
              </a:r>
              <a:r>
                <a:rPr lang="en-US" altLang="zh-CN" i="1">
                  <a:solidFill>
                    <a:srgbClr val="000000"/>
                  </a:solidFill>
                  <a:latin typeface="Times New Roman" panose="02020603050405020304" pitchFamily="18" charset="0"/>
                </a:rPr>
                <a:t>Z</a:t>
              </a:r>
              <a:r>
                <a:rPr lang="en-US" altLang="zh-CN" baseline="-25000">
                  <a:solidFill>
                    <a:srgbClr val="000000"/>
                  </a:solidFill>
                  <a:latin typeface="Times New Roman" panose="02020603050405020304" pitchFamily="18" charset="0"/>
                </a:rPr>
                <a:t>22</a:t>
              </a:r>
              <a:endParaRPr lang="en-US" altLang="zh-CN">
                <a:latin typeface="Times New Roman" panose="02020603050405020304" pitchFamily="18" charset="0"/>
              </a:endParaRPr>
            </a:p>
          </p:txBody>
        </p:sp>
        <p:sp>
          <p:nvSpPr>
            <p:cNvPr id="45086" name="Line 30"/>
            <p:cNvSpPr>
              <a:spLocks noChangeShapeType="1"/>
            </p:cNvSpPr>
            <p:nvPr/>
          </p:nvSpPr>
          <p:spPr bwMode="auto">
            <a:xfrm flipH="1">
              <a:off x="4060" y="2502"/>
              <a:ext cx="0" cy="94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graphicFrame>
          <p:nvGraphicFramePr>
            <p:cNvPr id="45087" name="Object 31"/>
            <p:cNvGraphicFramePr>
              <a:graphicFrameLocks noChangeAspect="1"/>
            </p:cNvGraphicFramePr>
            <p:nvPr/>
          </p:nvGraphicFramePr>
          <p:xfrm>
            <a:off x="4181" y="2775"/>
            <a:ext cx="418" cy="288"/>
          </p:xfrm>
          <a:graphic>
            <a:graphicData uri="http://schemas.openxmlformats.org/presentationml/2006/ole">
              <mc:AlternateContent xmlns:mc="http://schemas.openxmlformats.org/markup-compatibility/2006">
                <mc:Choice xmlns:v="urn:schemas-microsoft-com:vml" Requires="v">
                  <p:oleObj spid="_x0000_s194656" name="Equation" r:id="rId13" imgW="330120" imgH="228600" progId="Equation.3">
                    <p:embed/>
                  </p:oleObj>
                </mc:Choice>
                <mc:Fallback>
                  <p:oleObj name="Equation" r:id="rId13" imgW="330120" imgH="228600" progId="Equation.3">
                    <p:embed/>
                    <p:pic>
                      <p:nvPicPr>
                        <p:cNvPr id="0" name="Object 31"/>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181" y="2775"/>
                          <a:ext cx="418"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5088" name="Text Box 32"/>
            <p:cNvSpPr txBox="1">
              <a:spLocks noChangeArrowheads="1"/>
            </p:cNvSpPr>
            <p:nvPr/>
          </p:nvSpPr>
          <p:spPr bwMode="auto">
            <a:xfrm>
              <a:off x="3379" y="2509"/>
              <a:ext cx="267"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Lst>
          </p:spPr>
          <p:txBody>
            <a:bodyPr>
              <a:spAutoFit/>
            </a:bodyPr>
            <a:lstStyle/>
            <a:p>
              <a:pPr algn="l" eaLnBrk="1" hangingPunct="1">
                <a:spcBef>
                  <a:spcPct val="50000"/>
                </a:spcBef>
              </a:pPr>
              <a:r>
                <a:rPr lang="en-US" altLang="zh-CN">
                  <a:latin typeface="Times New Roman" panose="02020603050405020304" pitchFamily="18" charset="0"/>
                </a:rPr>
                <a:t>+</a:t>
              </a:r>
            </a:p>
          </p:txBody>
        </p:sp>
        <p:sp>
          <p:nvSpPr>
            <p:cNvPr id="45089" name="Text Box 33"/>
            <p:cNvSpPr txBox="1">
              <a:spLocks noChangeArrowheads="1"/>
            </p:cNvSpPr>
            <p:nvPr/>
          </p:nvSpPr>
          <p:spPr bwMode="auto">
            <a:xfrm>
              <a:off x="3384" y="3089"/>
              <a:ext cx="267"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Lst>
          </p:spPr>
          <p:txBody>
            <a:bodyPr>
              <a:spAutoFit/>
            </a:bodyPr>
            <a:lstStyle/>
            <a:p>
              <a:pPr algn="l" eaLnBrk="1" hangingPunct="1">
                <a:spcBef>
                  <a:spcPct val="50000"/>
                </a:spcBef>
              </a:pPr>
              <a:r>
                <a:rPr lang="en-US" altLang="zh-CN" b="0">
                  <a:latin typeface="黑体" panose="02010609060101010101" pitchFamily="49" charset="-122"/>
                  <a:ea typeface="黑体" panose="02010609060101010101" pitchFamily="49" charset="-122"/>
                  <a:sym typeface="Symbol" panose="05050102010706020507" pitchFamily="18" charset="2"/>
                </a:rPr>
                <a:t>-</a:t>
              </a:r>
              <a:endParaRPr lang="en-US" altLang="zh-CN">
                <a:latin typeface="Times New Roman" panose="02020603050405020304" pitchFamily="18" charset="0"/>
              </a:endParaRPr>
            </a:p>
          </p:txBody>
        </p:sp>
        <p:graphicFrame>
          <p:nvGraphicFramePr>
            <p:cNvPr id="45090" name="Object 34"/>
            <p:cNvGraphicFramePr>
              <a:graphicFrameLocks noChangeAspect="1"/>
            </p:cNvGraphicFramePr>
            <p:nvPr/>
          </p:nvGraphicFramePr>
          <p:xfrm>
            <a:off x="3019" y="2763"/>
            <a:ext cx="450" cy="289"/>
          </p:xfrm>
          <a:graphic>
            <a:graphicData uri="http://schemas.openxmlformats.org/presentationml/2006/ole">
              <mc:AlternateContent xmlns:mc="http://schemas.openxmlformats.org/markup-compatibility/2006">
                <mc:Choice xmlns:v="urn:schemas-microsoft-com:vml" Requires="v">
                  <p:oleObj spid="_x0000_s194657" name="Equation" r:id="rId15" imgW="355320" imgH="228600" progId="Equation.3">
                    <p:embed/>
                  </p:oleObj>
                </mc:Choice>
                <mc:Fallback>
                  <p:oleObj name="Equation" r:id="rId15" imgW="355320" imgH="228600" progId="Equation.3">
                    <p:embed/>
                    <p:pic>
                      <p:nvPicPr>
                        <p:cNvPr id="0" name="Object 34"/>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019" y="2763"/>
                          <a:ext cx="450" cy="28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5091" name="Text Box 35"/>
            <p:cNvSpPr txBox="1">
              <a:spLocks noChangeArrowheads="1"/>
            </p:cNvSpPr>
            <p:nvPr/>
          </p:nvSpPr>
          <p:spPr bwMode="auto">
            <a:xfrm>
              <a:off x="4045" y="2545"/>
              <a:ext cx="267"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Lst>
          </p:spPr>
          <p:txBody>
            <a:bodyPr>
              <a:spAutoFit/>
            </a:bodyPr>
            <a:lstStyle/>
            <a:p>
              <a:pPr algn="l" eaLnBrk="1" hangingPunct="1">
                <a:spcBef>
                  <a:spcPct val="50000"/>
                </a:spcBef>
              </a:pPr>
              <a:r>
                <a:rPr lang="en-US" altLang="zh-CN">
                  <a:latin typeface="Times New Roman" panose="02020603050405020304" pitchFamily="18" charset="0"/>
                </a:rPr>
                <a:t>+</a:t>
              </a:r>
            </a:p>
          </p:txBody>
        </p:sp>
        <p:sp>
          <p:nvSpPr>
            <p:cNvPr id="45092" name="Text Box 36"/>
            <p:cNvSpPr txBox="1">
              <a:spLocks noChangeArrowheads="1"/>
            </p:cNvSpPr>
            <p:nvPr/>
          </p:nvSpPr>
          <p:spPr bwMode="auto">
            <a:xfrm>
              <a:off x="4044" y="3089"/>
              <a:ext cx="267"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Lst>
          </p:spPr>
          <p:txBody>
            <a:bodyPr>
              <a:spAutoFit/>
            </a:bodyPr>
            <a:lstStyle/>
            <a:p>
              <a:pPr algn="l" eaLnBrk="1" hangingPunct="1">
                <a:spcBef>
                  <a:spcPct val="50000"/>
                </a:spcBef>
              </a:pPr>
              <a:r>
                <a:rPr lang="en-US" altLang="zh-CN" b="0">
                  <a:latin typeface="黑体" panose="02010609060101010101" pitchFamily="49" charset="-122"/>
                  <a:ea typeface="黑体" panose="02010609060101010101" pitchFamily="49" charset="-122"/>
                  <a:sym typeface="Symbol" panose="05050102010706020507" pitchFamily="18" charset="2"/>
                </a:rPr>
                <a:t>-</a:t>
              </a:r>
              <a:endParaRPr lang="en-US" altLang="zh-CN">
                <a:latin typeface="Times New Roman" panose="02020603050405020304" pitchFamily="18" charset="0"/>
              </a:endParaRPr>
            </a:p>
          </p:txBody>
        </p:sp>
        <p:sp>
          <p:nvSpPr>
            <p:cNvPr id="45093" name="Rectangle 37"/>
            <p:cNvSpPr>
              <a:spLocks noChangeArrowheads="1"/>
            </p:cNvSpPr>
            <p:nvPr/>
          </p:nvSpPr>
          <p:spPr bwMode="auto">
            <a:xfrm>
              <a:off x="2959" y="2142"/>
              <a:ext cx="294"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spAutoFit/>
            </a:bodyPr>
            <a:lstStyle/>
            <a:p>
              <a:pPr eaLnBrk="1" hangingPunct="1"/>
              <a:r>
                <a:rPr lang="en-US" altLang="zh-CN">
                  <a:solidFill>
                    <a:srgbClr val="000000"/>
                  </a:solidFill>
                  <a:latin typeface="Times New Roman" panose="02020603050405020304" pitchFamily="18" charset="0"/>
                </a:rPr>
                <a:t> </a:t>
              </a:r>
              <a:r>
                <a:rPr lang="en-US" altLang="zh-CN" i="1">
                  <a:solidFill>
                    <a:srgbClr val="000000"/>
                  </a:solidFill>
                  <a:latin typeface="Times New Roman" panose="02020603050405020304" pitchFamily="18" charset="0"/>
                </a:rPr>
                <a:t>Z</a:t>
              </a:r>
              <a:r>
                <a:rPr lang="en-US" altLang="zh-CN" baseline="-25000">
                  <a:solidFill>
                    <a:srgbClr val="000000"/>
                  </a:solidFill>
                  <a:latin typeface="Times New Roman" panose="02020603050405020304" pitchFamily="18" charset="0"/>
                </a:rPr>
                <a:t>11</a:t>
              </a:r>
              <a:endParaRPr lang="en-US" altLang="zh-CN">
                <a:latin typeface="Times New Roman" panose="02020603050405020304" pitchFamily="18" charset="0"/>
              </a:endParaRPr>
            </a:p>
          </p:txBody>
        </p:sp>
        <p:sp>
          <p:nvSpPr>
            <p:cNvPr id="45097" name="Line 41"/>
            <p:cNvSpPr>
              <a:spLocks noChangeShapeType="1"/>
            </p:cNvSpPr>
            <p:nvPr/>
          </p:nvSpPr>
          <p:spPr bwMode="auto">
            <a:xfrm>
              <a:off x="2628" y="2430"/>
              <a:ext cx="228"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45098" name="Line 42"/>
            <p:cNvSpPr>
              <a:spLocks noChangeShapeType="1"/>
            </p:cNvSpPr>
            <p:nvPr/>
          </p:nvSpPr>
          <p:spPr bwMode="auto">
            <a:xfrm flipH="1">
              <a:off x="4854" y="2442"/>
              <a:ext cx="246"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5096">
                                            <p:txEl>
                                              <p:pRg st="0" end="0"/>
                                            </p:txEl>
                                          </p:spTgt>
                                        </p:tgtEl>
                                        <p:attrNameLst>
                                          <p:attrName>style.visibility</p:attrName>
                                        </p:attrNameLst>
                                      </p:cBhvr>
                                      <p:to>
                                        <p:strVal val="visible"/>
                                      </p:to>
                                    </p:set>
                                    <p:animEffect transition="in" filter="wipe(left)">
                                      <p:cBhvr>
                                        <p:cTn id="7" dur="500"/>
                                        <p:tgtEl>
                                          <p:spTgt spid="45096">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5060">
                                            <p:txEl>
                                              <p:pRg st="0" end="0"/>
                                            </p:txEl>
                                          </p:spTgt>
                                        </p:tgtEl>
                                        <p:attrNameLst>
                                          <p:attrName>style.visibility</p:attrName>
                                        </p:attrNameLst>
                                      </p:cBhvr>
                                      <p:to>
                                        <p:strVal val="visible"/>
                                      </p:to>
                                    </p:set>
                                    <p:animEffect transition="in" filter="wipe(left)">
                                      <p:cBhvr>
                                        <p:cTn id="12" dur="500"/>
                                        <p:tgtEl>
                                          <p:spTgt spid="45060">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45061"/>
                                        </p:tgtEl>
                                        <p:attrNameLst>
                                          <p:attrName>style.visibility</p:attrName>
                                        </p:attrNameLst>
                                      </p:cBhvr>
                                      <p:to>
                                        <p:strVal val="visible"/>
                                      </p:to>
                                    </p:set>
                                    <p:animEffect transition="in" filter="dissolve">
                                      <p:cBhvr>
                                        <p:cTn id="17" dur="500"/>
                                        <p:tgtEl>
                                          <p:spTgt spid="4506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 presetClass="entr" presetSubtype="6" fill="hold" nodeType="clickEffect">
                                  <p:stCondLst>
                                    <p:cond delay="0"/>
                                  </p:stCondLst>
                                  <p:childTnLst>
                                    <p:set>
                                      <p:cBhvr>
                                        <p:cTn id="21" dur="1" fill="hold">
                                          <p:stCondLst>
                                            <p:cond delay="0"/>
                                          </p:stCondLst>
                                        </p:cTn>
                                        <p:tgtEl>
                                          <p:spTgt spid="45100"/>
                                        </p:tgtEl>
                                        <p:attrNameLst>
                                          <p:attrName>style.visibility</p:attrName>
                                        </p:attrNameLst>
                                      </p:cBhvr>
                                      <p:to>
                                        <p:strVal val="visible"/>
                                      </p:to>
                                    </p:set>
                                    <p:anim calcmode="lin" valueType="num">
                                      <p:cBhvr additive="base">
                                        <p:cTn id="22" dur="500" fill="hold"/>
                                        <p:tgtEl>
                                          <p:spTgt spid="45100"/>
                                        </p:tgtEl>
                                        <p:attrNameLst>
                                          <p:attrName>ppt_x</p:attrName>
                                        </p:attrNameLst>
                                      </p:cBhvr>
                                      <p:tavLst>
                                        <p:tav tm="0">
                                          <p:val>
                                            <p:strVal val="1+#ppt_w/2"/>
                                          </p:val>
                                        </p:tav>
                                        <p:tav tm="100000">
                                          <p:val>
                                            <p:strVal val="#ppt_x"/>
                                          </p:val>
                                        </p:tav>
                                      </p:tavLst>
                                    </p:anim>
                                    <p:anim calcmode="lin" valueType="num">
                                      <p:cBhvr additive="base">
                                        <p:cTn id="23" dur="500" fill="hold"/>
                                        <p:tgtEl>
                                          <p:spTgt spid="4510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60" grpId="0" build="p" autoUpdateAnimBg="0"/>
      <p:bldP spid="45096" grpId="0" build="p" autoUpdateAnimBg="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6082" name="Group 2"/>
          <p:cNvGrpSpPr>
            <a:grpSpLocks/>
          </p:cNvGrpSpPr>
          <p:nvPr/>
        </p:nvGrpSpPr>
        <p:grpSpPr bwMode="auto">
          <a:xfrm>
            <a:off x="2981325" y="1543050"/>
            <a:ext cx="5092700" cy="812800"/>
            <a:chOff x="1632" y="984"/>
            <a:chExt cx="3208" cy="512"/>
          </a:xfrm>
        </p:grpSpPr>
        <p:sp>
          <p:nvSpPr>
            <p:cNvPr id="46083" name="Rectangle 3"/>
            <p:cNvSpPr>
              <a:spLocks noChangeArrowheads="1"/>
            </p:cNvSpPr>
            <p:nvPr/>
          </p:nvSpPr>
          <p:spPr bwMode="auto">
            <a:xfrm>
              <a:off x="4272" y="984"/>
              <a:ext cx="568" cy="480"/>
            </a:xfrm>
            <a:prstGeom prst="rect">
              <a:avLst/>
            </a:prstGeom>
            <a:solidFill>
              <a:srgbClr val="FFFFCC"/>
            </a:solidFill>
            <a:ln>
              <a:noFill/>
            </a:ln>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endParaRPr lang="zh-CN" altLang="en-US"/>
            </a:p>
          </p:txBody>
        </p:sp>
        <p:sp>
          <p:nvSpPr>
            <p:cNvPr id="46084" name="Rectangle 4"/>
            <p:cNvSpPr>
              <a:spLocks noChangeArrowheads="1"/>
            </p:cNvSpPr>
            <p:nvPr/>
          </p:nvSpPr>
          <p:spPr bwMode="auto">
            <a:xfrm>
              <a:off x="1632" y="1016"/>
              <a:ext cx="568" cy="480"/>
            </a:xfrm>
            <a:prstGeom prst="rect">
              <a:avLst/>
            </a:prstGeom>
            <a:solidFill>
              <a:srgbClr val="FFFFCC"/>
            </a:solidFill>
            <a:ln>
              <a:noFill/>
            </a:ln>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endParaRPr lang="zh-CN" altLang="en-US"/>
            </a:p>
          </p:txBody>
        </p:sp>
      </p:grpSp>
      <p:grpSp>
        <p:nvGrpSpPr>
          <p:cNvPr id="46085" name="Group 5"/>
          <p:cNvGrpSpPr>
            <a:grpSpLocks/>
          </p:cNvGrpSpPr>
          <p:nvPr/>
        </p:nvGrpSpPr>
        <p:grpSpPr bwMode="auto">
          <a:xfrm>
            <a:off x="4067175" y="1689100"/>
            <a:ext cx="2946400" cy="609600"/>
            <a:chOff x="2328" y="1064"/>
            <a:chExt cx="1856" cy="384"/>
          </a:xfrm>
        </p:grpSpPr>
        <p:sp>
          <p:nvSpPr>
            <p:cNvPr id="46086" name="Rectangle 6"/>
            <p:cNvSpPr>
              <a:spLocks noChangeArrowheads="1"/>
            </p:cNvSpPr>
            <p:nvPr/>
          </p:nvSpPr>
          <p:spPr bwMode="auto">
            <a:xfrm>
              <a:off x="3544" y="1088"/>
              <a:ext cx="640" cy="360"/>
            </a:xfrm>
            <a:prstGeom prst="rect">
              <a:avLst/>
            </a:prstGeom>
            <a:solidFill>
              <a:srgbClr val="CCECFF"/>
            </a:solidFill>
            <a:ln>
              <a:noFill/>
            </a:ln>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endParaRPr lang="zh-CN" altLang="en-US"/>
            </a:p>
          </p:txBody>
        </p:sp>
        <p:sp>
          <p:nvSpPr>
            <p:cNvPr id="46087" name="Rectangle 7"/>
            <p:cNvSpPr>
              <a:spLocks noChangeArrowheads="1"/>
            </p:cNvSpPr>
            <p:nvPr/>
          </p:nvSpPr>
          <p:spPr bwMode="auto">
            <a:xfrm>
              <a:off x="2328" y="1064"/>
              <a:ext cx="552" cy="368"/>
            </a:xfrm>
            <a:prstGeom prst="rect">
              <a:avLst/>
            </a:prstGeom>
            <a:solidFill>
              <a:srgbClr val="CCECFF"/>
            </a:solidFill>
            <a:ln>
              <a:noFill/>
            </a:ln>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endParaRPr lang="zh-CN" altLang="en-US"/>
            </a:p>
          </p:txBody>
        </p:sp>
      </p:grpSp>
      <p:sp>
        <p:nvSpPr>
          <p:cNvPr id="46088" name="Rectangle 8"/>
          <p:cNvSpPr>
            <a:spLocks noChangeArrowheads="1"/>
          </p:cNvSpPr>
          <p:nvPr/>
        </p:nvSpPr>
        <p:spPr bwMode="auto">
          <a:xfrm>
            <a:off x="3063875" y="965200"/>
            <a:ext cx="1841500" cy="584200"/>
          </a:xfrm>
          <a:prstGeom prst="rect">
            <a:avLst/>
          </a:prstGeom>
          <a:solidFill>
            <a:srgbClr val="CCECFF"/>
          </a:solidFill>
          <a:ln>
            <a:noFill/>
          </a:ln>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endParaRPr lang="zh-CN" altLang="en-US"/>
          </a:p>
        </p:txBody>
      </p:sp>
      <p:sp>
        <p:nvSpPr>
          <p:cNvPr id="46089" name="Rectangle 9"/>
          <p:cNvSpPr>
            <a:spLocks noChangeArrowheads="1"/>
          </p:cNvSpPr>
          <p:nvPr/>
        </p:nvSpPr>
        <p:spPr bwMode="auto">
          <a:xfrm>
            <a:off x="4981575" y="952500"/>
            <a:ext cx="1028700" cy="520700"/>
          </a:xfrm>
          <a:prstGeom prst="rect">
            <a:avLst/>
          </a:prstGeom>
          <a:solidFill>
            <a:srgbClr val="FFFFCC"/>
          </a:solidFill>
          <a:ln>
            <a:noFill/>
          </a:ln>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endParaRPr lang="zh-CN" altLang="en-US"/>
          </a:p>
        </p:txBody>
      </p:sp>
      <p:sp>
        <p:nvSpPr>
          <p:cNvPr id="46090" name="Rectangle 10"/>
          <p:cNvSpPr>
            <a:spLocks noChangeArrowheads="1"/>
          </p:cNvSpPr>
          <p:nvPr/>
        </p:nvSpPr>
        <p:spPr bwMode="auto">
          <a:xfrm>
            <a:off x="2009775" y="965200"/>
            <a:ext cx="812800" cy="520700"/>
          </a:xfrm>
          <a:prstGeom prst="rect">
            <a:avLst/>
          </a:prstGeom>
          <a:solidFill>
            <a:srgbClr val="FFFFCC"/>
          </a:solidFill>
          <a:ln>
            <a:noFill/>
          </a:ln>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endParaRPr lang="zh-CN" altLang="en-US"/>
          </a:p>
        </p:txBody>
      </p:sp>
      <p:graphicFrame>
        <p:nvGraphicFramePr>
          <p:cNvPr id="46091" name="Object 11"/>
          <p:cNvGraphicFramePr>
            <a:graphicFrameLocks noChangeAspect="1"/>
          </p:cNvGraphicFramePr>
          <p:nvPr/>
        </p:nvGraphicFramePr>
        <p:xfrm>
          <a:off x="1298575" y="952500"/>
          <a:ext cx="2593975" cy="506413"/>
        </p:xfrm>
        <a:graphic>
          <a:graphicData uri="http://schemas.openxmlformats.org/presentationml/2006/ole">
            <mc:AlternateContent xmlns:mc="http://schemas.openxmlformats.org/markup-compatibility/2006">
              <mc:Choice xmlns:v="urn:schemas-microsoft-com:vml" Requires="v">
                <p:oleObj spid="_x0000_s195738" name="公式" r:id="rId3" imgW="1168200" imgH="228600" progId="Equation.3">
                  <p:embed/>
                </p:oleObj>
              </mc:Choice>
              <mc:Fallback>
                <p:oleObj name="公式" r:id="rId3" imgW="1168200" imgH="228600" progId="Equation.3">
                  <p:embed/>
                  <p:pic>
                    <p:nvPicPr>
                      <p:cNvPr id="0" name="Object 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98575" y="952500"/>
                        <a:ext cx="2593975" cy="506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6092" name="Text Box 12"/>
          <p:cNvSpPr txBox="1">
            <a:spLocks noChangeArrowheads="1"/>
          </p:cNvSpPr>
          <p:nvPr/>
        </p:nvSpPr>
        <p:spPr bwMode="auto">
          <a:xfrm>
            <a:off x="669925" y="409575"/>
            <a:ext cx="1408113"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eaLnBrk="1" hangingPunct="1"/>
            <a:r>
              <a:rPr lang="zh-CN" altLang="en-US">
                <a:latin typeface="Times New Roman" panose="02020603050405020304" pitchFamily="18" charset="0"/>
              </a:rPr>
              <a:t>改写为    </a:t>
            </a:r>
          </a:p>
        </p:txBody>
      </p:sp>
      <p:graphicFrame>
        <p:nvGraphicFramePr>
          <p:cNvPr id="46093" name="Object 13"/>
          <p:cNvGraphicFramePr>
            <a:graphicFrameLocks noChangeAspect="1"/>
          </p:cNvGraphicFramePr>
          <p:nvPr/>
        </p:nvGraphicFramePr>
        <p:xfrm>
          <a:off x="1328738" y="1701800"/>
          <a:ext cx="2474912" cy="477838"/>
        </p:xfrm>
        <a:graphic>
          <a:graphicData uri="http://schemas.openxmlformats.org/presentationml/2006/ole">
            <mc:AlternateContent xmlns:mc="http://schemas.openxmlformats.org/markup-compatibility/2006">
              <mc:Choice xmlns:v="urn:schemas-microsoft-com:vml" Requires="v">
                <p:oleObj spid="_x0000_s195739" name="公式" r:id="rId5" imgW="1180800" imgH="228600" progId="Equation.3">
                  <p:embed/>
                </p:oleObj>
              </mc:Choice>
              <mc:Fallback>
                <p:oleObj name="公式" r:id="rId5" imgW="1180800" imgH="228600" progId="Equation.3">
                  <p:embed/>
                  <p:pic>
                    <p:nvPicPr>
                      <p:cNvPr id="0" name="Object 1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28738" y="1701800"/>
                        <a:ext cx="2474912" cy="477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6094" name="Object 14"/>
          <p:cNvGraphicFramePr>
            <a:graphicFrameLocks noChangeAspect="1"/>
          </p:cNvGraphicFramePr>
          <p:nvPr/>
        </p:nvGraphicFramePr>
        <p:xfrm>
          <a:off x="3844925" y="952500"/>
          <a:ext cx="2120900" cy="509588"/>
        </p:xfrm>
        <a:graphic>
          <a:graphicData uri="http://schemas.openxmlformats.org/presentationml/2006/ole">
            <mc:AlternateContent xmlns:mc="http://schemas.openxmlformats.org/markup-compatibility/2006">
              <mc:Choice xmlns:v="urn:schemas-microsoft-com:vml" Requires="v">
                <p:oleObj spid="_x0000_s195740" name="Equation" r:id="rId7" imgW="952200" imgH="228600" progId="Equation.3">
                  <p:embed/>
                </p:oleObj>
              </mc:Choice>
              <mc:Fallback>
                <p:oleObj name="Equation" r:id="rId7" imgW="952200" imgH="228600" progId="Equation.3">
                  <p:embed/>
                  <p:pic>
                    <p:nvPicPr>
                      <p:cNvPr id="0" name="Object 1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844925" y="952500"/>
                        <a:ext cx="2120900" cy="5095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6095" name="Object 15"/>
          <p:cNvGraphicFramePr>
            <a:graphicFrameLocks noChangeAspect="1"/>
          </p:cNvGraphicFramePr>
          <p:nvPr/>
        </p:nvGraphicFramePr>
        <p:xfrm>
          <a:off x="3819525" y="1701800"/>
          <a:ext cx="2120900" cy="509588"/>
        </p:xfrm>
        <a:graphic>
          <a:graphicData uri="http://schemas.openxmlformats.org/presentationml/2006/ole">
            <mc:AlternateContent xmlns:mc="http://schemas.openxmlformats.org/markup-compatibility/2006">
              <mc:Choice xmlns:v="urn:schemas-microsoft-com:vml" Requires="v">
                <p:oleObj spid="_x0000_s195741" name="公式" r:id="rId9" imgW="952200" imgH="228600" progId="Equation.3">
                  <p:embed/>
                </p:oleObj>
              </mc:Choice>
              <mc:Fallback>
                <p:oleObj name="公式" r:id="rId9" imgW="952200" imgH="228600" progId="Equation.3">
                  <p:embed/>
                  <p:pic>
                    <p:nvPicPr>
                      <p:cNvPr id="0" name="Object 1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819525" y="1701800"/>
                        <a:ext cx="2120900" cy="5095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6096" name="Object 16"/>
          <p:cNvGraphicFramePr>
            <a:graphicFrameLocks noChangeAspect="1"/>
          </p:cNvGraphicFramePr>
          <p:nvPr/>
        </p:nvGraphicFramePr>
        <p:xfrm>
          <a:off x="5989638" y="1714500"/>
          <a:ext cx="2149475" cy="509588"/>
        </p:xfrm>
        <a:graphic>
          <a:graphicData uri="http://schemas.openxmlformats.org/presentationml/2006/ole">
            <mc:AlternateContent xmlns:mc="http://schemas.openxmlformats.org/markup-compatibility/2006">
              <mc:Choice xmlns:v="urn:schemas-microsoft-com:vml" Requires="v">
                <p:oleObj spid="_x0000_s195742" name="公式" r:id="rId11" imgW="965160" imgH="228600" progId="Equation.3">
                  <p:embed/>
                </p:oleObj>
              </mc:Choice>
              <mc:Fallback>
                <p:oleObj name="公式" r:id="rId11" imgW="965160" imgH="228600" progId="Equation.3">
                  <p:embed/>
                  <p:pic>
                    <p:nvPicPr>
                      <p:cNvPr id="0" name="Object 1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989638" y="1714500"/>
                        <a:ext cx="2149475" cy="5095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46142" name="Group 62"/>
          <p:cNvGrpSpPr>
            <a:grpSpLocks/>
          </p:cNvGrpSpPr>
          <p:nvPr/>
        </p:nvGrpSpPr>
        <p:grpSpPr bwMode="auto">
          <a:xfrm>
            <a:off x="6964363" y="3292475"/>
            <a:ext cx="425450" cy="1603375"/>
            <a:chOff x="4027" y="2074"/>
            <a:chExt cx="268" cy="1010"/>
          </a:xfrm>
        </p:grpSpPr>
        <p:sp>
          <p:nvSpPr>
            <p:cNvPr id="46114" name="Oval 34"/>
            <p:cNvSpPr>
              <a:spLocks noChangeArrowheads="1"/>
            </p:cNvSpPr>
            <p:nvPr/>
          </p:nvSpPr>
          <p:spPr bwMode="auto">
            <a:xfrm>
              <a:off x="4106" y="2074"/>
              <a:ext cx="68" cy="68"/>
            </a:xfrm>
            <a:prstGeom prst="ellipse">
              <a:avLst/>
            </a:prstGeom>
            <a:noFill/>
            <a:ln w="19050">
              <a:solidFill>
                <a:schemeClr val="tx1"/>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sp>
          <p:nvSpPr>
            <p:cNvPr id="46130" name="Text Box 50"/>
            <p:cNvSpPr txBox="1">
              <a:spLocks noChangeArrowheads="1"/>
            </p:cNvSpPr>
            <p:nvPr/>
          </p:nvSpPr>
          <p:spPr bwMode="auto">
            <a:xfrm>
              <a:off x="4027" y="2101"/>
              <a:ext cx="267"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Lst>
          </p:spPr>
          <p:txBody>
            <a:bodyPr>
              <a:spAutoFit/>
            </a:bodyPr>
            <a:lstStyle/>
            <a:p>
              <a:pPr algn="l" eaLnBrk="1" hangingPunct="1">
                <a:spcBef>
                  <a:spcPct val="50000"/>
                </a:spcBef>
              </a:pPr>
              <a:r>
                <a:rPr lang="en-US" altLang="zh-CN">
                  <a:latin typeface="Times New Roman" panose="02020603050405020304" pitchFamily="18" charset="0"/>
                </a:rPr>
                <a:t>+</a:t>
              </a:r>
            </a:p>
          </p:txBody>
        </p:sp>
        <p:graphicFrame>
          <p:nvGraphicFramePr>
            <p:cNvPr id="46131" name="Object 51"/>
            <p:cNvGraphicFramePr>
              <a:graphicFrameLocks noChangeAspect="1"/>
            </p:cNvGraphicFramePr>
            <p:nvPr/>
          </p:nvGraphicFramePr>
          <p:xfrm>
            <a:off x="4034" y="2390"/>
            <a:ext cx="256" cy="290"/>
          </p:xfrm>
          <a:graphic>
            <a:graphicData uri="http://schemas.openxmlformats.org/presentationml/2006/ole">
              <mc:AlternateContent xmlns:mc="http://schemas.openxmlformats.org/markup-compatibility/2006">
                <mc:Choice xmlns:v="urn:schemas-microsoft-com:vml" Requires="v">
                  <p:oleObj spid="_x0000_s195743" name="Equation" r:id="rId13" imgW="203040" imgH="228600" progId="Equation.3">
                    <p:embed/>
                  </p:oleObj>
                </mc:Choice>
                <mc:Fallback>
                  <p:oleObj name="Equation" r:id="rId13" imgW="203040" imgH="228600" progId="Equation.3">
                    <p:embed/>
                    <p:pic>
                      <p:nvPicPr>
                        <p:cNvPr id="0" name="Object 51"/>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034" y="2390"/>
                          <a:ext cx="256" cy="2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6132" name="Oval 52"/>
            <p:cNvSpPr>
              <a:spLocks noChangeArrowheads="1"/>
            </p:cNvSpPr>
            <p:nvPr/>
          </p:nvSpPr>
          <p:spPr bwMode="auto">
            <a:xfrm>
              <a:off x="4118" y="3016"/>
              <a:ext cx="68" cy="68"/>
            </a:xfrm>
            <a:prstGeom prst="ellipse">
              <a:avLst/>
            </a:prstGeom>
            <a:noFill/>
            <a:ln w="19050">
              <a:solidFill>
                <a:schemeClr val="tx1"/>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sp>
          <p:nvSpPr>
            <p:cNvPr id="46133" name="Text Box 53"/>
            <p:cNvSpPr txBox="1">
              <a:spLocks noChangeArrowheads="1"/>
            </p:cNvSpPr>
            <p:nvPr/>
          </p:nvSpPr>
          <p:spPr bwMode="auto">
            <a:xfrm>
              <a:off x="4028" y="2729"/>
              <a:ext cx="267"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Lst>
          </p:spPr>
          <p:txBody>
            <a:bodyPr>
              <a:spAutoFit/>
            </a:bodyPr>
            <a:lstStyle/>
            <a:p>
              <a:pPr algn="l" eaLnBrk="1" hangingPunct="1">
                <a:spcBef>
                  <a:spcPct val="50000"/>
                </a:spcBef>
              </a:pPr>
              <a:r>
                <a:rPr lang="en-US" altLang="zh-CN" b="0">
                  <a:latin typeface="黑体" panose="02010609060101010101" pitchFamily="49" charset="-122"/>
                  <a:ea typeface="黑体" panose="02010609060101010101" pitchFamily="49" charset="-122"/>
                  <a:sym typeface="Symbol" panose="05050102010706020507" pitchFamily="18" charset="2"/>
                </a:rPr>
                <a:t>-</a:t>
              </a:r>
              <a:endParaRPr lang="en-US" altLang="zh-CN">
                <a:latin typeface="Times New Roman" panose="02020603050405020304" pitchFamily="18" charset="0"/>
              </a:endParaRPr>
            </a:p>
          </p:txBody>
        </p:sp>
      </p:grpSp>
      <p:sp>
        <p:nvSpPr>
          <p:cNvPr id="46136" name="Text Box 56"/>
          <p:cNvSpPr txBox="1">
            <a:spLocks noChangeArrowheads="1"/>
          </p:cNvSpPr>
          <p:nvPr/>
        </p:nvSpPr>
        <p:spPr bwMode="auto">
          <a:xfrm>
            <a:off x="771525" y="5100638"/>
            <a:ext cx="7858125" cy="120032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r>
              <a:rPr lang="en-US" altLang="zh-CN" dirty="0">
                <a:latin typeface="Times New Roman" panose="02020603050405020304" pitchFamily="18" charset="0"/>
              </a:rPr>
              <a:t>        </a:t>
            </a:r>
            <a:r>
              <a:rPr lang="zh-CN" altLang="en-US" dirty="0">
                <a:latin typeface="Times New Roman" panose="02020603050405020304" pitchFamily="18" charset="0"/>
              </a:rPr>
              <a:t>同一个参数方程，可以作出结构不同的等效电路。  表明</a:t>
            </a:r>
            <a:r>
              <a:rPr lang="zh-CN" altLang="en-US" dirty="0">
                <a:solidFill>
                  <a:srgbClr val="FF0000"/>
                </a:solidFill>
                <a:latin typeface="Times New Roman" panose="02020603050405020304" pitchFamily="18" charset="0"/>
              </a:rPr>
              <a:t>等效电路不唯一</a:t>
            </a:r>
            <a:r>
              <a:rPr lang="zh-CN" altLang="en-US" dirty="0" smtClean="0">
                <a:solidFill>
                  <a:srgbClr val="FF0000"/>
                </a:solidFill>
                <a:latin typeface="Times New Roman" panose="02020603050405020304" pitchFamily="18" charset="0"/>
              </a:rPr>
              <a:t>。</a:t>
            </a:r>
            <a:endParaRPr lang="en-US" altLang="zh-CN" dirty="0" smtClean="0">
              <a:solidFill>
                <a:srgbClr val="FF0000"/>
              </a:solidFill>
              <a:latin typeface="Times New Roman" panose="02020603050405020304" pitchFamily="18" charset="0"/>
            </a:endParaRPr>
          </a:p>
          <a:p>
            <a:pPr algn="l" eaLnBrk="1" hangingPunct="1"/>
            <a:r>
              <a:rPr lang="en-US" altLang="zh-CN" dirty="0">
                <a:solidFill>
                  <a:srgbClr val="FF0000"/>
                </a:solidFill>
                <a:latin typeface="Times New Roman" panose="02020603050405020304" pitchFamily="18" charset="0"/>
              </a:rPr>
              <a:t> </a:t>
            </a:r>
            <a:r>
              <a:rPr lang="en-US" altLang="zh-CN" dirty="0" smtClean="0">
                <a:solidFill>
                  <a:srgbClr val="FF0000"/>
                </a:solidFill>
                <a:latin typeface="Times New Roman" panose="02020603050405020304" pitchFamily="18" charset="0"/>
              </a:rPr>
              <a:t>        </a:t>
            </a:r>
            <a:r>
              <a:rPr lang="zh-CN" altLang="en-US" dirty="0" smtClean="0">
                <a:solidFill>
                  <a:srgbClr val="FF0000"/>
                </a:solidFill>
                <a:latin typeface="Times New Roman" panose="02020603050405020304" pitchFamily="18" charset="0"/>
              </a:rPr>
              <a:t>上述电路模型称为二端口网络的</a:t>
            </a:r>
            <a:r>
              <a:rPr lang="en-US" altLang="zh-CN" dirty="0" smtClean="0">
                <a:solidFill>
                  <a:srgbClr val="FF0000"/>
                </a:solidFill>
                <a:latin typeface="Times New Roman" panose="02020603050405020304" pitchFamily="18" charset="0"/>
              </a:rPr>
              <a:t>T</a:t>
            </a:r>
            <a:r>
              <a:rPr lang="zh-CN" altLang="en-US" dirty="0" smtClean="0">
                <a:solidFill>
                  <a:srgbClr val="FF0000"/>
                </a:solidFill>
                <a:latin typeface="Times New Roman" panose="02020603050405020304" pitchFamily="18" charset="0"/>
              </a:rPr>
              <a:t>形电路模型。</a:t>
            </a:r>
            <a:endParaRPr lang="zh-CN" altLang="en-US" dirty="0">
              <a:solidFill>
                <a:srgbClr val="FF0000"/>
              </a:solidFill>
              <a:latin typeface="Times New Roman" panose="02020603050405020304" pitchFamily="18" charset="0"/>
            </a:endParaRPr>
          </a:p>
        </p:txBody>
      </p:sp>
      <p:grpSp>
        <p:nvGrpSpPr>
          <p:cNvPr id="46146" name="Group 66"/>
          <p:cNvGrpSpPr>
            <a:grpSpLocks/>
          </p:cNvGrpSpPr>
          <p:nvPr/>
        </p:nvGrpSpPr>
        <p:grpSpPr bwMode="auto">
          <a:xfrm>
            <a:off x="3867150" y="2695575"/>
            <a:ext cx="3260725" cy="2155825"/>
            <a:chOff x="2076" y="1698"/>
            <a:chExt cx="2054" cy="1358"/>
          </a:xfrm>
        </p:grpSpPr>
        <p:sp>
          <p:nvSpPr>
            <p:cNvPr id="46125" name="Text Box 45"/>
            <p:cNvSpPr txBox="1">
              <a:spLocks noChangeArrowheads="1"/>
            </p:cNvSpPr>
            <p:nvPr/>
          </p:nvSpPr>
          <p:spPr bwMode="auto">
            <a:xfrm>
              <a:off x="2316" y="2019"/>
              <a:ext cx="267"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Lst>
          </p:spPr>
          <p:txBody>
            <a:bodyPr>
              <a:spAutoFit/>
            </a:bodyPr>
            <a:lstStyle/>
            <a:p>
              <a:pPr algn="l" eaLnBrk="1" hangingPunct="1">
                <a:spcBef>
                  <a:spcPct val="50000"/>
                </a:spcBef>
              </a:pPr>
              <a:r>
                <a:rPr lang="en-US" altLang="zh-CN" b="0">
                  <a:latin typeface="黑体" panose="02010609060101010101" pitchFamily="49" charset="-122"/>
                  <a:ea typeface="黑体" panose="02010609060101010101" pitchFamily="49" charset="-122"/>
                  <a:sym typeface="Symbol" panose="05050102010706020507" pitchFamily="18" charset="2"/>
                </a:rPr>
                <a:t>-</a:t>
              </a:r>
              <a:endParaRPr lang="en-US" altLang="zh-CN">
                <a:latin typeface="Times New Roman" panose="02020603050405020304" pitchFamily="18" charset="0"/>
              </a:endParaRPr>
            </a:p>
          </p:txBody>
        </p:sp>
        <p:sp>
          <p:nvSpPr>
            <p:cNvPr id="46127" name="Text Box 47"/>
            <p:cNvSpPr txBox="1">
              <a:spLocks noChangeArrowheads="1"/>
            </p:cNvSpPr>
            <p:nvPr/>
          </p:nvSpPr>
          <p:spPr bwMode="auto">
            <a:xfrm>
              <a:off x="2857" y="2041"/>
              <a:ext cx="267"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Lst>
          </p:spPr>
          <p:txBody>
            <a:bodyPr>
              <a:spAutoFit/>
            </a:bodyPr>
            <a:lstStyle/>
            <a:p>
              <a:pPr algn="l" eaLnBrk="1" hangingPunct="1">
                <a:spcBef>
                  <a:spcPct val="50000"/>
                </a:spcBef>
              </a:pPr>
              <a:r>
                <a:rPr lang="en-US" altLang="zh-CN">
                  <a:latin typeface="Times New Roman" panose="02020603050405020304" pitchFamily="18" charset="0"/>
                </a:rPr>
                <a:t>+</a:t>
              </a:r>
            </a:p>
          </p:txBody>
        </p:sp>
        <p:grpSp>
          <p:nvGrpSpPr>
            <p:cNvPr id="46145" name="Group 65"/>
            <p:cNvGrpSpPr>
              <a:grpSpLocks/>
            </p:cNvGrpSpPr>
            <p:nvPr/>
          </p:nvGrpSpPr>
          <p:grpSpPr bwMode="auto">
            <a:xfrm>
              <a:off x="2076" y="1698"/>
              <a:ext cx="2054" cy="1358"/>
              <a:chOff x="2076" y="1698"/>
              <a:chExt cx="2054" cy="1358"/>
            </a:xfrm>
          </p:grpSpPr>
          <p:sp>
            <p:nvSpPr>
              <p:cNvPr id="46124" name="AutoShape 44"/>
              <p:cNvSpPr>
                <a:spLocks noChangeArrowheads="1"/>
              </p:cNvSpPr>
              <p:nvPr/>
            </p:nvSpPr>
            <p:spPr bwMode="auto">
              <a:xfrm rot="5400000">
                <a:off x="2612" y="1914"/>
                <a:ext cx="216" cy="384"/>
              </a:xfrm>
              <a:prstGeom prst="diamond">
                <a:avLst/>
              </a:prstGeom>
              <a:solidFill>
                <a:schemeClr val="accent1"/>
              </a:solidFill>
              <a:ln w="31750">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graphicFrame>
            <p:nvGraphicFramePr>
              <p:cNvPr id="46111" name="Object 31"/>
              <p:cNvGraphicFramePr>
                <a:graphicFrameLocks noChangeAspect="1"/>
              </p:cNvGraphicFramePr>
              <p:nvPr/>
            </p:nvGraphicFramePr>
            <p:xfrm>
              <a:off x="3808" y="1700"/>
              <a:ext cx="224" cy="289"/>
            </p:xfrm>
            <a:graphic>
              <a:graphicData uri="http://schemas.openxmlformats.org/presentationml/2006/ole">
                <mc:AlternateContent xmlns:mc="http://schemas.openxmlformats.org/markup-compatibility/2006">
                  <mc:Choice xmlns:v="urn:schemas-microsoft-com:vml" Requires="v">
                    <p:oleObj spid="_x0000_s195744" name="Equation" r:id="rId15" imgW="177480" imgH="228600" progId="Equation.3">
                      <p:embed/>
                    </p:oleObj>
                  </mc:Choice>
                  <mc:Fallback>
                    <p:oleObj name="Equation" r:id="rId15" imgW="177480" imgH="228600" progId="Equation.3">
                      <p:embed/>
                      <p:pic>
                        <p:nvPicPr>
                          <p:cNvPr id="0" name="Object 31"/>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808" y="1700"/>
                            <a:ext cx="224" cy="28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6112" name="Rectangle 32"/>
              <p:cNvSpPr>
                <a:spLocks noChangeArrowheads="1"/>
              </p:cNvSpPr>
              <p:nvPr/>
            </p:nvSpPr>
            <p:spPr bwMode="auto">
              <a:xfrm rot="5400000">
                <a:off x="3474" y="1946"/>
                <a:ext cx="123" cy="313"/>
              </a:xfrm>
              <a:prstGeom prst="rect">
                <a:avLst/>
              </a:prstGeom>
              <a:solidFill>
                <a:srgbClr val="FFFFCC"/>
              </a:solidFill>
              <a:ln w="31750">
                <a:solidFill>
                  <a:srgbClr val="000000"/>
                </a:solidFill>
                <a:miter lim="800000"/>
                <a:headEnd/>
                <a:tailEnd/>
              </a:ln>
            </p:spPr>
            <p:txBody>
              <a:bodyPr/>
              <a:lstStyle/>
              <a:p>
                <a:endParaRPr lang="zh-CN" altLang="en-US"/>
              </a:p>
            </p:txBody>
          </p:sp>
          <p:sp>
            <p:nvSpPr>
              <p:cNvPr id="46113" name="Line 33"/>
              <p:cNvSpPr>
                <a:spLocks noChangeShapeType="1"/>
              </p:cNvSpPr>
              <p:nvPr/>
            </p:nvSpPr>
            <p:spPr bwMode="auto">
              <a:xfrm rot="5400000">
                <a:off x="3905" y="1885"/>
                <a:ext cx="1" cy="449"/>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15" name="Rectangle 35"/>
              <p:cNvSpPr>
                <a:spLocks noChangeArrowheads="1"/>
              </p:cNvSpPr>
              <p:nvPr/>
            </p:nvSpPr>
            <p:spPr bwMode="auto">
              <a:xfrm>
                <a:off x="3111" y="1744"/>
                <a:ext cx="662"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spAutoFit/>
              </a:bodyPr>
              <a:lstStyle/>
              <a:p>
                <a:pPr eaLnBrk="1" hangingPunct="1"/>
                <a:r>
                  <a:rPr lang="en-US" altLang="zh-CN">
                    <a:solidFill>
                      <a:srgbClr val="000000"/>
                    </a:solidFill>
                    <a:latin typeface="Times New Roman" panose="02020603050405020304" pitchFamily="18" charset="0"/>
                  </a:rPr>
                  <a:t> </a:t>
                </a:r>
                <a:r>
                  <a:rPr lang="en-US" altLang="zh-CN" i="1">
                    <a:solidFill>
                      <a:srgbClr val="000000"/>
                    </a:solidFill>
                    <a:latin typeface="Times New Roman" panose="02020603050405020304" pitchFamily="18" charset="0"/>
                  </a:rPr>
                  <a:t>Z</a:t>
                </a:r>
                <a:r>
                  <a:rPr lang="en-US" altLang="zh-CN" baseline="-25000">
                    <a:solidFill>
                      <a:srgbClr val="000000"/>
                    </a:solidFill>
                    <a:latin typeface="Times New Roman" panose="02020603050405020304" pitchFamily="18" charset="0"/>
                  </a:rPr>
                  <a:t>22</a:t>
                </a:r>
                <a:r>
                  <a:rPr lang="en-US" altLang="zh-CN" b="0">
                    <a:solidFill>
                      <a:srgbClr val="000000"/>
                    </a:solidFill>
                    <a:latin typeface="黑体" panose="02010609060101010101" pitchFamily="49" charset="-122"/>
                    <a:ea typeface="黑体" panose="02010609060101010101" pitchFamily="49" charset="-122"/>
                  </a:rPr>
                  <a:t>-</a:t>
                </a:r>
                <a:r>
                  <a:rPr lang="en-US" altLang="zh-CN" i="1">
                    <a:solidFill>
                      <a:srgbClr val="000000"/>
                    </a:solidFill>
                    <a:latin typeface="Times New Roman" panose="02020603050405020304" pitchFamily="18" charset="0"/>
                  </a:rPr>
                  <a:t>Z</a:t>
                </a:r>
                <a:r>
                  <a:rPr lang="en-US" altLang="zh-CN" baseline="-25000">
                    <a:solidFill>
                      <a:srgbClr val="000000"/>
                    </a:solidFill>
                    <a:latin typeface="Times New Roman" panose="02020603050405020304" pitchFamily="18" charset="0"/>
                  </a:rPr>
                  <a:t>12</a:t>
                </a:r>
                <a:endParaRPr lang="en-US" altLang="zh-CN">
                  <a:latin typeface="Times New Roman" panose="02020603050405020304" pitchFamily="18" charset="0"/>
                </a:endParaRPr>
              </a:p>
            </p:txBody>
          </p:sp>
          <p:graphicFrame>
            <p:nvGraphicFramePr>
              <p:cNvPr id="46126" name="Object 46"/>
              <p:cNvGraphicFramePr>
                <a:graphicFrameLocks noChangeAspect="1"/>
              </p:cNvGraphicFramePr>
              <p:nvPr/>
            </p:nvGraphicFramePr>
            <p:xfrm>
              <a:off x="2076" y="1698"/>
              <a:ext cx="1065" cy="291"/>
            </p:xfrm>
            <a:graphic>
              <a:graphicData uri="http://schemas.openxmlformats.org/presentationml/2006/ole">
                <mc:AlternateContent xmlns:mc="http://schemas.openxmlformats.org/markup-compatibility/2006">
                  <mc:Choice xmlns:v="urn:schemas-microsoft-com:vml" Requires="v">
                    <p:oleObj spid="_x0000_s195745" name="公式" r:id="rId17" imgW="838080" imgH="228600" progId="Equation.3">
                      <p:embed/>
                    </p:oleObj>
                  </mc:Choice>
                  <mc:Fallback>
                    <p:oleObj name="公式" r:id="rId17" imgW="838080" imgH="228600" progId="Equation.3">
                      <p:embed/>
                      <p:pic>
                        <p:nvPicPr>
                          <p:cNvPr id="0" name="Object 46"/>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076" y="1698"/>
                            <a:ext cx="1065"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6128" name="Line 48"/>
              <p:cNvSpPr>
                <a:spLocks noChangeShapeType="1"/>
              </p:cNvSpPr>
              <p:nvPr/>
            </p:nvSpPr>
            <p:spPr bwMode="auto">
              <a:xfrm>
                <a:off x="2196" y="2108"/>
                <a:ext cx="1192"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6134" name="Line 54"/>
              <p:cNvSpPr>
                <a:spLocks noChangeShapeType="1"/>
              </p:cNvSpPr>
              <p:nvPr/>
            </p:nvSpPr>
            <p:spPr bwMode="auto">
              <a:xfrm>
                <a:off x="3424" y="3056"/>
                <a:ext cx="688"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6135" name="Arc 55"/>
              <p:cNvSpPr>
                <a:spLocks/>
              </p:cNvSpPr>
              <p:nvPr/>
            </p:nvSpPr>
            <p:spPr bwMode="auto">
              <a:xfrm flipH="1">
                <a:off x="2673" y="2247"/>
                <a:ext cx="1082" cy="723"/>
              </a:xfrm>
              <a:custGeom>
                <a:avLst/>
                <a:gdLst>
                  <a:gd name="G0" fmla="+- 8354 0 0"/>
                  <a:gd name="G1" fmla="+- 21600 0 0"/>
                  <a:gd name="G2" fmla="+- 21600 0 0"/>
                  <a:gd name="T0" fmla="*/ 0 w 29954"/>
                  <a:gd name="T1" fmla="*/ 1681 h 43002"/>
                  <a:gd name="T2" fmla="*/ 11273 w 29954"/>
                  <a:gd name="T3" fmla="*/ 43002 h 43002"/>
                  <a:gd name="T4" fmla="*/ 8354 w 29954"/>
                  <a:gd name="T5" fmla="*/ 21600 h 43002"/>
                </a:gdLst>
                <a:ahLst/>
                <a:cxnLst>
                  <a:cxn ang="0">
                    <a:pos x="T0" y="T1"/>
                  </a:cxn>
                  <a:cxn ang="0">
                    <a:pos x="T2" y="T3"/>
                  </a:cxn>
                  <a:cxn ang="0">
                    <a:pos x="T4" y="T5"/>
                  </a:cxn>
                </a:cxnLst>
                <a:rect l="0" t="0" r="r" b="b"/>
                <a:pathLst>
                  <a:path w="29954" h="43002" fill="none" extrusionOk="0">
                    <a:moveTo>
                      <a:pt x="-1" y="1680"/>
                    </a:moveTo>
                    <a:cubicBezTo>
                      <a:pt x="2645" y="571"/>
                      <a:pt x="5485" y="0"/>
                      <a:pt x="8354" y="0"/>
                    </a:cubicBezTo>
                    <a:cubicBezTo>
                      <a:pt x="20283" y="0"/>
                      <a:pt x="29954" y="9670"/>
                      <a:pt x="29954" y="21600"/>
                    </a:cubicBezTo>
                    <a:cubicBezTo>
                      <a:pt x="29954" y="32401"/>
                      <a:pt x="21975" y="41542"/>
                      <a:pt x="11272" y="43001"/>
                    </a:cubicBezTo>
                  </a:path>
                  <a:path w="29954" h="43002" stroke="0" extrusionOk="0">
                    <a:moveTo>
                      <a:pt x="-1" y="1680"/>
                    </a:moveTo>
                    <a:cubicBezTo>
                      <a:pt x="2645" y="571"/>
                      <a:pt x="5485" y="0"/>
                      <a:pt x="8354" y="0"/>
                    </a:cubicBezTo>
                    <a:cubicBezTo>
                      <a:pt x="20283" y="0"/>
                      <a:pt x="29954" y="9670"/>
                      <a:pt x="29954" y="21600"/>
                    </a:cubicBezTo>
                    <a:cubicBezTo>
                      <a:pt x="29954" y="32401"/>
                      <a:pt x="21975" y="41542"/>
                      <a:pt x="11272" y="43001"/>
                    </a:cubicBezTo>
                    <a:lnTo>
                      <a:pt x="8354" y="21600"/>
                    </a:lnTo>
                    <a:close/>
                  </a:path>
                </a:pathLst>
              </a:custGeom>
              <a:noFill/>
              <a:ln w="28575">
                <a:solidFill>
                  <a:srgbClr val="FF0000"/>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sp>
            <p:nvSpPr>
              <p:cNvPr id="46139" name="Line 59"/>
              <p:cNvSpPr>
                <a:spLocks noChangeShapeType="1"/>
              </p:cNvSpPr>
              <p:nvPr/>
            </p:nvSpPr>
            <p:spPr bwMode="auto">
              <a:xfrm flipH="1">
                <a:off x="3798" y="2046"/>
                <a:ext cx="252"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grpSp>
      <p:grpSp>
        <p:nvGrpSpPr>
          <p:cNvPr id="46144" name="Group 64"/>
          <p:cNvGrpSpPr>
            <a:grpSpLocks/>
          </p:cNvGrpSpPr>
          <p:nvPr/>
        </p:nvGrpSpPr>
        <p:grpSpPr bwMode="auto">
          <a:xfrm>
            <a:off x="1639888" y="2705100"/>
            <a:ext cx="4405312" cy="2181225"/>
            <a:chOff x="673" y="1704"/>
            <a:chExt cx="2775" cy="1374"/>
          </a:xfrm>
        </p:grpSpPr>
        <p:sp>
          <p:nvSpPr>
            <p:cNvPr id="46100" name="Line 20"/>
            <p:cNvSpPr>
              <a:spLocks noChangeShapeType="1"/>
            </p:cNvSpPr>
            <p:nvPr/>
          </p:nvSpPr>
          <p:spPr bwMode="auto">
            <a:xfrm>
              <a:off x="823" y="3054"/>
              <a:ext cx="2625" cy="1"/>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46141" name="Group 61"/>
            <p:cNvGrpSpPr>
              <a:grpSpLocks/>
            </p:cNvGrpSpPr>
            <p:nvPr/>
          </p:nvGrpSpPr>
          <p:grpSpPr bwMode="auto">
            <a:xfrm>
              <a:off x="673" y="1704"/>
              <a:ext cx="1969" cy="1374"/>
              <a:chOff x="673" y="1704"/>
              <a:chExt cx="1969" cy="1374"/>
            </a:xfrm>
          </p:grpSpPr>
          <p:graphicFrame>
            <p:nvGraphicFramePr>
              <p:cNvPr id="46098" name="Object 18"/>
              <p:cNvGraphicFramePr>
                <a:graphicFrameLocks noChangeAspect="1"/>
              </p:cNvGraphicFramePr>
              <p:nvPr/>
            </p:nvGraphicFramePr>
            <p:xfrm>
              <a:off x="908" y="1704"/>
              <a:ext cx="208" cy="290"/>
            </p:xfrm>
            <a:graphic>
              <a:graphicData uri="http://schemas.openxmlformats.org/presentationml/2006/ole">
                <mc:AlternateContent xmlns:mc="http://schemas.openxmlformats.org/markup-compatibility/2006">
                  <mc:Choice xmlns:v="urn:schemas-microsoft-com:vml" Requires="v">
                    <p:oleObj spid="_x0000_s195746" name="Equation" r:id="rId19" imgW="164880" imgH="228600" progId="Equation.3">
                      <p:embed/>
                    </p:oleObj>
                  </mc:Choice>
                  <mc:Fallback>
                    <p:oleObj name="Equation" r:id="rId19" imgW="164880" imgH="228600" progId="Equation.3">
                      <p:embed/>
                      <p:pic>
                        <p:nvPicPr>
                          <p:cNvPr id="0" name="Object 18"/>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908" y="1704"/>
                            <a:ext cx="208" cy="2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6099" name="Line 19"/>
              <p:cNvSpPr>
                <a:spLocks noChangeShapeType="1"/>
              </p:cNvSpPr>
              <p:nvPr/>
            </p:nvSpPr>
            <p:spPr bwMode="auto">
              <a:xfrm flipH="1">
                <a:off x="1525" y="2101"/>
                <a:ext cx="705" cy="3"/>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01" name="Text Box 21"/>
              <p:cNvSpPr txBox="1">
                <a:spLocks noChangeArrowheads="1"/>
              </p:cNvSpPr>
              <p:nvPr/>
            </p:nvSpPr>
            <p:spPr bwMode="auto">
              <a:xfrm>
                <a:off x="673" y="2119"/>
                <a:ext cx="267"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Lst>
            </p:spPr>
            <p:txBody>
              <a:bodyPr>
                <a:spAutoFit/>
              </a:bodyPr>
              <a:lstStyle/>
              <a:p>
                <a:pPr algn="l" eaLnBrk="1" hangingPunct="1">
                  <a:spcBef>
                    <a:spcPct val="50000"/>
                  </a:spcBef>
                </a:pPr>
                <a:r>
                  <a:rPr lang="en-US" altLang="zh-CN">
                    <a:latin typeface="Times New Roman" panose="02020603050405020304" pitchFamily="18" charset="0"/>
                  </a:rPr>
                  <a:t>+</a:t>
                </a:r>
              </a:p>
            </p:txBody>
          </p:sp>
          <p:sp>
            <p:nvSpPr>
              <p:cNvPr id="46102" name="Text Box 22"/>
              <p:cNvSpPr txBox="1">
                <a:spLocks noChangeArrowheads="1"/>
              </p:cNvSpPr>
              <p:nvPr/>
            </p:nvSpPr>
            <p:spPr bwMode="auto">
              <a:xfrm>
                <a:off x="690" y="2741"/>
                <a:ext cx="267"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Lst>
            </p:spPr>
            <p:txBody>
              <a:bodyPr>
                <a:spAutoFit/>
              </a:bodyPr>
              <a:lstStyle/>
              <a:p>
                <a:pPr algn="l" eaLnBrk="1" hangingPunct="1">
                  <a:spcBef>
                    <a:spcPct val="50000"/>
                  </a:spcBef>
                </a:pPr>
                <a:r>
                  <a:rPr lang="en-US" altLang="zh-CN" b="0">
                    <a:latin typeface="黑体" panose="02010609060101010101" pitchFamily="49" charset="-122"/>
                    <a:ea typeface="黑体" panose="02010609060101010101" pitchFamily="49" charset="-122"/>
                    <a:sym typeface="Symbol" panose="05050102010706020507" pitchFamily="18" charset="2"/>
                  </a:rPr>
                  <a:t>-</a:t>
                </a:r>
                <a:endParaRPr lang="en-US" altLang="zh-CN">
                  <a:latin typeface="Times New Roman" panose="02020603050405020304" pitchFamily="18" charset="0"/>
                </a:endParaRPr>
              </a:p>
            </p:txBody>
          </p:sp>
          <p:graphicFrame>
            <p:nvGraphicFramePr>
              <p:cNvPr id="46103" name="Object 23"/>
              <p:cNvGraphicFramePr>
                <a:graphicFrameLocks noChangeAspect="1"/>
              </p:cNvGraphicFramePr>
              <p:nvPr/>
            </p:nvGraphicFramePr>
            <p:xfrm>
              <a:off x="680" y="2402"/>
              <a:ext cx="256" cy="290"/>
            </p:xfrm>
            <a:graphic>
              <a:graphicData uri="http://schemas.openxmlformats.org/presentationml/2006/ole">
                <mc:AlternateContent xmlns:mc="http://schemas.openxmlformats.org/markup-compatibility/2006">
                  <mc:Choice xmlns:v="urn:schemas-microsoft-com:vml" Requires="v">
                    <p:oleObj spid="_x0000_s195747" name="Equation" r:id="rId21" imgW="203040" imgH="228600" progId="Equation.3">
                      <p:embed/>
                    </p:oleObj>
                  </mc:Choice>
                  <mc:Fallback>
                    <p:oleObj name="Equation" r:id="rId21" imgW="203040" imgH="228600" progId="Equation.3">
                      <p:embed/>
                      <p:pic>
                        <p:nvPicPr>
                          <p:cNvPr id="0" name="Object 23"/>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680" y="2402"/>
                            <a:ext cx="256" cy="2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6104" name="Line 24"/>
              <p:cNvSpPr>
                <a:spLocks noChangeShapeType="1"/>
              </p:cNvSpPr>
              <p:nvPr/>
            </p:nvSpPr>
            <p:spPr bwMode="auto">
              <a:xfrm rot="5400000" flipV="1">
                <a:off x="1078" y="1865"/>
                <a:ext cx="5" cy="47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05" name="Rectangle 25"/>
              <p:cNvSpPr>
                <a:spLocks noChangeArrowheads="1"/>
              </p:cNvSpPr>
              <p:nvPr/>
            </p:nvSpPr>
            <p:spPr bwMode="auto">
              <a:xfrm rot="5400000">
                <a:off x="1406" y="1948"/>
                <a:ext cx="123" cy="313"/>
              </a:xfrm>
              <a:prstGeom prst="rect">
                <a:avLst/>
              </a:prstGeom>
              <a:solidFill>
                <a:srgbClr val="FFFFCC"/>
              </a:solidFill>
              <a:ln w="31750">
                <a:solidFill>
                  <a:srgbClr val="000000"/>
                </a:solidFill>
                <a:miter lim="800000"/>
                <a:headEnd/>
                <a:tailEnd/>
              </a:ln>
            </p:spPr>
            <p:txBody>
              <a:bodyPr/>
              <a:lstStyle/>
              <a:p>
                <a:endParaRPr lang="zh-CN" altLang="en-US"/>
              </a:p>
            </p:txBody>
          </p:sp>
          <p:sp>
            <p:nvSpPr>
              <p:cNvPr id="46106" name="Oval 26"/>
              <p:cNvSpPr>
                <a:spLocks noChangeArrowheads="1"/>
              </p:cNvSpPr>
              <p:nvPr/>
            </p:nvSpPr>
            <p:spPr bwMode="auto">
              <a:xfrm>
                <a:off x="776" y="2068"/>
                <a:ext cx="68" cy="68"/>
              </a:xfrm>
              <a:prstGeom prst="ellipse">
                <a:avLst/>
              </a:prstGeom>
              <a:noFill/>
              <a:ln w="19050">
                <a:solidFill>
                  <a:schemeClr val="tx1"/>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sp>
            <p:nvSpPr>
              <p:cNvPr id="46107" name="Oval 27"/>
              <p:cNvSpPr>
                <a:spLocks noChangeArrowheads="1"/>
              </p:cNvSpPr>
              <p:nvPr/>
            </p:nvSpPr>
            <p:spPr bwMode="auto">
              <a:xfrm>
                <a:off x="764" y="3010"/>
                <a:ext cx="68" cy="68"/>
              </a:xfrm>
              <a:prstGeom prst="ellipse">
                <a:avLst/>
              </a:prstGeom>
              <a:noFill/>
              <a:ln w="19050">
                <a:solidFill>
                  <a:schemeClr val="tx1"/>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sp>
            <p:nvSpPr>
              <p:cNvPr id="46108" name="Rectangle 28"/>
              <p:cNvSpPr>
                <a:spLocks noChangeArrowheads="1"/>
              </p:cNvSpPr>
              <p:nvPr/>
            </p:nvSpPr>
            <p:spPr bwMode="auto">
              <a:xfrm>
                <a:off x="1047" y="1742"/>
                <a:ext cx="894"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spAutoFit/>
              </a:bodyPr>
              <a:lstStyle/>
              <a:p>
                <a:pPr eaLnBrk="1" hangingPunct="1"/>
                <a:r>
                  <a:rPr lang="en-US" altLang="zh-CN">
                    <a:solidFill>
                      <a:srgbClr val="000000"/>
                    </a:solidFill>
                    <a:latin typeface="Times New Roman" panose="02020603050405020304" pitchFamily="18" charset="0"/>
                  </a:rPr>
                  <a:t> </a:t>
                </a:r>
                <a:r>
                  <a:rPr lang="en-US" altLang="zh-CN" i="1">
                    <a:solidFill>
                      <a:srgbClr val="000000"/>
                    </a:solidFill>
                    <a:latin typeface="Times New Roman" panose="02020603050405020304" pitchFamily="18" charset="0"/>
                  </a:rPr>
                  <a:t>Z</a:t>
                </a:r>
                <a:r>
                  <a:rPr lang="en-US" altLang="zh-CN" baseline="-25000">
                    <a:solidFill>
                      <a:srgbClr val="000000"/>
                    </a:solidFill>
                    <a:latin typeface="Times New Roman" panose="02020603050405020304" pitchFamily="18" charset="0"/>
                  </a:rPr>
                  <a:t>11</a:t>
                </a:r>
                <a:r>
                  <a:rPr lang="en-US" altLang="zh-CN" b="0">
                    <a:solidFill>
                      <a:srgbClr val="000000"/>
                    </a:solidFill>
                    <a:latin typeface="黑体" panose="02010609060101010101" pitchFamily="49" charset="-122"/>
                    <a:ea typeface="黑体" panose="02010609060101010101" pitchFamily="49" charset="-122"/>
                  </a:rPr>
                  <a:t>-</a:t>
                </a:r>
                <a:r>
                  <a:rPr lang="en-US" altLang="zh-CN" i="1">
                    <a:solidFill>
                      <a:srgbClr val="000000"/>
                    </a:solidFill>
                    <a:latin typeface="Times New Roman" panose="02020603050405020304" pitchFamily="18" charset="0"/>
                  </a:rPr>
                  <a:t>Z</a:t>
                </a:r>
                <a:r>
                  <a:rPr lang="en-US" altLang="zh-CN" baseline="-25000">
                    <a:solidFill>
                      <a:srgbClr val="000000"/>
                    </a:solidFill>
                    <a:latin typeface="Times New Roman" panose="02020603050405020304" pitchFamily="18" charset="0"/>
                  </a:rPr>
                  <a:t>12</a:t>
                </a:r>
              </a:p>
            </p:txBody>
          </p:sp>
          <p:sp>
            <p:nvSpPr>
              <p:cNvPr id="46109" name="Line 29"/>
              <p:cNvSpPr>
                <a:spLocks noChangeShapeType="1"/>
              </p:cNvSpPr>
              <p:nvPr/>
            </p:nvSpPr>
            <p:spPr bwMode="auto">
              <a:xfrm>
                <a:off x="944" y="2026"/>
                <a:ext cx="210" cy="0"/>
              </a:xfrm>
              <a:prstGeom prst="line">
                <a:avLst/>
              </a:prstGeom>
              <a:noFill/>
              <a:ln w="19050">
                <a:solidFill>
                  <a:schemeClr val="tx1"/>
                </a:solidFill>
                <a:round/>
                <a:headEnd/>
                <a:tailEnd type="stealth"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6118" name="Line 38"/>
              <p:cNvSpPr>
                <a:spLocks noChangeShapeType="1"/>
              </p:cNvSpPr>
              <p:nvPr/>
            </p:nvSpPr>
            <p:spPr bwMode="auto">
              <a:xfrm>
                <a:off x="1992" y="2096"/>
                <a:ext cx="0" cy="95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6119" name="Rectangle 39"/>
              <p:cNvSpPr>
                <a:spLocks noChangeArrowheads="1"/>
              </p:cNvSpPr>
              <p:nvPr/>
            </p:nvSpPr>
            <p:spPr bwMode="auto">
              <a:xfrm rot="10800000">
                <a:off x="1938" y="2502"/>
                <a:ext cx="123" cy="313"/>
              </a:xfrm>
              <a:prstGeom prst="rect">
                <a:avLst/>
              </a:prstGeom>
              <a:solidFill>
                <a:srgbClr val="FFFFCC"/>
              </a:solidFill>
              <a:ln w="31750">
                <a:solidFill>
                  <a:srgbClr val="000000"/>
                </a:solidFill>
                <a:miter lim="800000"/>
                <a:headEnd/>
                <a:tailEnd/>
              </a:ln>
            </p:spPr>
            <p:txBody>
              <a:bodyPr/>
              <a:lstStyle/>
              <a:p>
                <a:endParaRPr lang="zh-CN" altLang="en-US"/>
              </a:p>
            </p:txBody>
          </p:sp>
          <p:sp>
            <p:nvSpPr>
              <p:cNvPr id="46120" name="Text Box 40"/>
              <p:cNvSpPr txBox="1">
                <a:spLocks noChangeArrowheads="1"/>
              </p:cNvSpPr>
              <p:nvPr/>
            </p:nvSpPr>
            <p:spPr bwMode="auto">
              <a:xfrm>
                <a:off x="1510" y="2514"/>
                <a:ext cx="361"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r>
                  <a:rPr lang="en-US" altLang="zh-CN" i="1">
                    <a:solidFill>
                      <a:srgbClr val="000000"/>
                    </a:solidFill>
                    <a:latin typeface="Times New Roman" panose="02020603050405020304" pitchFamily="18" charset="0"/>
                  </a:rPr>
                  <a:t>Z</a:t>
                </a:r>
                <a:r>
                  <a:rPr lang="en-US" altLang="zh-CN" baseline="-25000">
                    <a:solidFill>
                      <a:srgbClr val="000000"/>
                    </a:solidFill>
                    <a:latin typeface="Times New Roman" panose="02020603050405020304" pitchFamily="18" charset="0"/>
                  </a:rPr>
                  <a:t>12</a:t>
                </a:r>
                <a:endParaRPr lang="en-US" altLang="zh-CN" b="0">
                  <a:latin typeface="Times New Roman" panose="02020603050405020304" pitchFamily="18" charset="0"/>
                </a:endParaRPr>
              </a:p>
            </p:txBody>
          </p:sp>
          <p:graphicFrame>
            <p:nvGraphicFramePr>
              <p:cNvPr id="46122" name="Object 42"/>
              <p:cNvGraphicFramePr>
                <a:graphicFrameLocks noChangeAspect="1"/>
              </p:cNvGraphicFramePr>
              <p:nvPr/>
            </p:nvGraphicFramePr>
            <p:xfrm>
              <a:off x="2079" y="2188"/>
              <a:ext cx="563" cy="290"/>
            </p:xfrm>
            <a:graphic>
              <a:graphicData uri="http://schemas.openxmlformats.org/presentationml/2006/ole">
                <mc:AlternateContent xmlns:mc="http://schemas.openxmlformats.org/markup-compatibility/2006">
                  <mc:Choice xmlns:v="urn:schemas-microsoft-com:vml" Requires="v">
                    <p:oleObj spid="_x0000_s195748" name="公式" r:id="rId23" imgW="444240" imgH="228600" progId="Equation.3">
                      <p:embed/>
                    </p:oleObj>
                  </mc:Choice>
                  <mc:Fallback>
                    <p:oleObj name="公式" r:id="rId23" imgW="444240" imgH="228600" progId="Equation.3">
                      <p:embed/>
                      <p:pic>
                        <p:nvPicPr>
                          <p:cNvPr id="0" name="Object 42"/>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2079" y="2188"/>
                            <a:ext cx="563" cy="2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6140" name="Line 60"/>
              <p:cNvSpPr>
                <a:spLocks noChangeShapeType="1"/>
              </p:cNvSpPr>
              <p:nvPr/>
            </p:nvSpPr>
            <p:spPr bwMode="auto">
              <a:xfrm>
                <a:off x="2058" y="2232"/>
                <a:ext cx="0" cy="228"/>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46091"/>
                                        </p:tgtEl>
                                        <p:attrNameLst>
                                          <p:attrName>style.visibility</p:attrName>
                                        </p:attrNameLst>
                                      </p:cBhvr>
                                      <p:to>
                                        <p:strVal val="visible"/>
                                      </p:to>
                                    </p:set>
                                    <p:animEffect transition="in" filter="wipe(left)">
                                      <p:cBhvr>
                                        <p:cTn id="7" dur="500"/>
                                        <p:tgtEl>
                                          <p:spTgt spid="4609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46093"/>
                                        </p:tgtEl>
                                        <p:attrNameLst>
                                          <p:attrName>style.visibility</p:attrName>
                                        </p:attrNameLst>
                                      </p:cBhvr>
                                      <p:to>
                                        <p:strVal val="visible"/>
                                      </p:to>
                                    </p:set>
                                    <p:animEffect transition="in" filter="wipe(left)">
                                      <p:cBhvr>
                                        <p:cTn id="12" dur="500"/>
                                        <p:tgtEl>
                                          <p:spTgt spid="4609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46094"/>
                                        </p:tgtEl>
                                        <p:attrNameLst>
                                          <p:attrName>style.visibility</p:attrName>
                                        </p:attrNameLst>
                                      </p:cBhvr>
                                      <p:to>
                                        <p:strVal val="visible"/>
                                      </p:to>
                                    </p:set>
                                    <p:animEffect transition="in" filter="wipe(left)">
                                      <p:cBhvr>
                                        <p:cTn id="17" dur="500"/>
                                        <p:tgtEl>
                                          <p:spTgt spid="4609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46095"/>
                                        </p:tgtEl>
                                        <p:attrNameLst>
                                          <p:attrName>style.visibility</p:attrName>
                                        </p:attrNameLst>
                                      </p:cBhvr>
                                      <p:to>
                                        <p:strVal val="visible"/>
                                      </p:to>
                                    </p:set>
                                    <p:animEffect transition="in" filter="wipe(left)">
                                      <p:cBhvr>
                                        <p:cTn id="22" dur="500"/>
                                        <p:tgtEl>
                                          <p:spTgt spid="4609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46096"/>
                                        </p:tgtEl>
                                        <p:attrNameLst>
                                          <p:attrName>style.visibility</p:attrName>
                                        </p:attrNameLst>
                                      </p:cBhvr>
                                      <p:to>
                                        <p:strVal val="visible"/>
                                      </p:to>
                                    </p:set>
                                    <p:animEffect transition="in" filter="wipe(left)">
                                      <p:cBhvr>
                                        <p:cTn id="27" dur="500"/>
                                        <p:tgtEl>
                                          <p:spTgt spid="46096"/>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nodeType="clickEffect">
                                  <p:stCondLst>
                                    <p:cond delay="0"/>
                                  </p:stCondLst>
                                  <p:childTnLst>
                                    <p:set>
                                      <p:cBhvr>
                                        <p:cTn id="31" dur="1" fill="hold">
                                          <p:stCondLst>
                                            <p:cond delay="0"/>
                                          </p:stCondLst>
                                        </p:cTn>
                                        <p:tgtEl>
                                          <p:spTgt spid="46090"/>
                                        </p:tgtEl>
                                        <p:attrNameLst>
                                          <p:attrName>style.visibility</p:attrName>
                                        </p:attrNameLst>
                                      </p:cBhvr>
                                      <p:to>
                                        <p:strVal val="visible"/>
                                      </p:to>
                                    </p:set>
                                    <p:animEffect transition="in" filter="dissolve">
                                      <p:cBhvr>
                                        <p:cTn id="32" dur="500"/>
                                        <p:tgtEl>
                                          <p:spTgt spid="46090"/>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9" presetClass="entr" presetSubtype="0" fill="hold" nodeType="clickEffect">
                                  <p:stCondLst>
                                    <p:cond delay="0"/>
                                  </p:stCondLst>
                                  <p:childTnLst>
                                    <p:set>
                                      <p:cBhvr>
                                        <p:cTn id="36" dur="1" fill="hold">
                                          <p:stCondLst>
                                            <p:cond delay="0"/>
                                          </p:stCondLst>
                                        </p:cTn>
                                        <p:tgtEl>
                                          <p:spTgt spid="46089"/>
                                        </p:tgtEl>
                                        <p:attrNameLst>
                                          <p:attrName>style.visibility</p:attrName>
                                        </p:attrNameLst>
                                      </p:cBhvr>
                                      <p:to>
                                        <p:strVal val="visible"/>
                                      </p:to>
                                    </p:set>
                                    <p:animEffect transition="in" filter="dissolve">
                                      <p:cBhvr>
                                        <p:cTn id="37" dur="500"/>
                                        <p:tgtEl>
                                          <p:spTgt spid="46089"/>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9" presetClass="entr" presetSubtype="0" fill="hold" nodeType="clickEffect">
                                  <p:stCondLst>
                                    <p:cond delay="0"/>
                                  </p:stCondLst>
                                  <p:childTnLst>
                                    <p:set>
                                      <p:cBhvr>
                                        <p:cTn id="41" dur="1" fill="hold">
                                          <p:stCondLst>
                                            <p:cond delay="0"/>
                                          </p:stCondLst>
                                        </p:cTn>
                                        <p:tgtEl>
                                          <p:spTgt spid="46088"/>
                                        </p:tgtEl>
                                        <p:attrNameLst>
                                          <p:attrName>style.visibility</p:attrName>
                                        </p:attrNameLst>
                                      </p:cBhvr>
                                      <p:to>
                                        <p:strVal val="visible"/>
                                      </p:to>
                                    </p:set>
                                    <p:animEffect transition="in" filter="dissolve">
                                      <p:cBhvr>
                                        <p:cTn id="42" dur="500"/>
                                        <p:tgtEl>
                                          <p:spTgt spid="46088"/>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3" presetClass="entr" presetSubtype="272" fill="hold" nodeType="clickEffect">
                                  <p:stCondLst>
                                    <p:cond delay="0"/>
                                  </p:stCondLst>
                                  <p:childTnLst>
                                    <p:set>
                                      <p:cBhvr>
                                        <p:cTn id="46" dur="1" fill="hold">
                                          <p:stCondLst>
                                            <p:cond delay="0"/>
                                          </p:stCondLst>
                                        </p:cTn>
                                        <p:tgtEl>
                                          <p:spTgt spid="46144"/>
                                        </p:tgtEl>
                                        <p:attrNameLst>
                                          <p:attrName>style.visibility</p:attrName>
                                        </p:attrNameLst>
                                      </p:cBhvr>
                                      <p:to>
                                        <p:strVal val="visible"/>
                                      </p:to>
                                    </p:set>
                                    <p:anim calcmode="lin" valueType="num">
                                      <p:cBhvr>
                                        <p:cTn id="47" dur="500" fill="hold"/>
                                        <p:tgtEl>
                                          <p:spTgt spid="46144"/>
                                        </p:tgtEl>
                                        <p:attrNameLst>
                                          <p:attrName>ppt_w</p:attrName>
                                        </p:attrNameLst>
                                      </p:cBhvr>
                                      <p:tavLst>
                                        <p:tav tm="0">
                                          <p:val>
                                            <p:strVal val="2/3*#ppt_w"/>
                                          </p:val>
                                        </p:tav>
                                        <p:tav tm="100000">
                                          <p:val>
                                            <p:strVal val="#ppt_w"/>
                                          </p:val>
                                        </p:tav>
                                      </p:tavLst>
                                    </p:anim>
                                    <p:anim calcmode="lin" valueType="num">
                                      <p:cBhvr>
                                        <p:cTn id="48" dur="500" fill="hold"/>
                                        <p:tgtEl>
                                          <p:spTgt spid="46144"/>
                                        </p:tgtEl>
                                        <p:attrNameLst>
                                          <p:attrName>ppt_h</p:attrName>
                                        </p:attrNameLst>
                                      </p:cBhvr>
                                      <p:tavLst>
                                        <p:tav tm="0">
                                          <p:val>
                                            <p:strVal val="2/3*#ppt_h"/>
                                          </p:val>
                                        </p:tav>
                                        <p:tav tm="100000">
                                          <p:val>
                                            <p:strVal val="#ppt_h"/>
                                          </p:val>
                                        </p:tav>
                                      </p:tavLst>
                                    </p:anim>
                                  </p:childTnLst>
                                </p:cTn>
                              </p:par>
                            </p:childTnLst>
                          </p:cTn>
                        </p:par>
                      </p:childTnLst>
                    </p:cTn>
                  </p:par>
                  <p:par>
                    <p:cTn id="49" fill="hold" nodeType="clickPar">
                      <p:stCondLst>
                        <p:cond delay="indefinite"/>
                      </p:stCondLst>
                      <p:childTnLst>
                        <p:par>
                          <p:cTn id="50" fill="hold" nodeType="withGroup">
                            <p:stCondLst>
                              <p:cond delay="0"/>
                            </p:stCondLst>
                            <p:childTnLst>
                              <p:par>
                                <p:cTn id="51" presetID="9" presetClass="entr" presetSubtype="0" fill="hold" nodeType="clickEffect">
                                  <p:stCondLst>
                                    <p:cond delay="0"/>
                                  </p:stCondLst>
                                  <p:childTnLst>
                                    <p:set>
                                      <p:cBhvr>
                                        <p:cTn id="52" dur="1" fill="hold">
                                          <p:stCondLst>
                                            <p:cond delay="0"/>
                                          </p:stCondLst>
                                        </p:cTn>
                                        <p:tgtEl>
                                          <p:spTgt spid="46082"/>
                                        </p:tgtEl>
                                        <p:attrNameLst>
                                          <p:attrName>style.visibility</p:attrName>
                                        </p:attrNameLst>
                                      </p:cBhvr>
                                      <p:to>
                                        <p:strVal val="visible"/>
                                      </p:to>
                                    </p:set>
                                    <p:animEffect transition="in" filter="dissolve">
                                      <p:cBhvr>
                                        <p:cTn id="53" dur="500"/>
                                        <p:tgtEl>
                                          <p:spTgt spid="46082"/>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9" presetClass="entr" presetSubtype="0" fill="hold" nodeType="clickEffect">
                                  <p:stCondLst>
                                    <p:cond delay="0"/>
                                  </p:stCondLst>
                                  <p:childTnLst>
                                    <p:set>
                                      <p:cBhvr>
                                        <p:cTn id="57" dur="1" fill="hold">
                                          <p:stCondLst>
                                            <p:cond delay="0"/>
                                          </p:stCondLst>
                                        </p:cTn>
                                        <p:tgtEl>
                                          <p:spTgt spid="46085"/>
                                        </p:tgtEl>
                                        <p:attrNameLst>
                                          <p:attrName>style.visibility</p:attrName>
                                        </p:attrNameLst>
                                      </p:cBhvr>
                                      <p:to>
                                        <p:strVal val="visible"/>
                                      </p:to>
                                    </p:set>
                                    <p:animEffect transition="in" filter="dissolve">
                                      <p:cBhvr>
                                        <p:cTn id="58" dur="500"/>
                                        <p:tgtEl>
                                          <p:spTgt spid="46085"/>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23" presetClass="entr" presetSubtype="272" fill="hold" nodeType="clickEffect">
                                  <p:stCondLst>
                                    <p:cond delay="0"/>
                                  </p:stCondLst>
                                  <p:childTnLst>
                                    <p:set>
                                      <p:cBhvr>
                                        <p:cTn id="62" dur="1" fill="hold">
                                          <p:stCondLst>
                                            <p:cond delay="0"/>
                                          </p:stCondLst>
                                        </p:cTn>
                                        <p:tgtEl>
                                          <p:spTgt spid="46142"/>
                                        </p:tgtEl>
                                        <p:attrNameLst>
                                          <p:attrName>style.visibility</p:attrName>
                                        </p:attrNameLst>
                                      </p:cBhvr>
                                      <p:to>
                                        <p:strVal val="visible"/>
                                      </p:to>
                                    </p:set>
                                    <p:anim calcmode="lin" valueType="num">
                                      <p:cBhvr>
                                        <p:cTn id="63" dur="500" fill="hold"/>
                                        <p:tgtEl>
                                          <p:spTgt spid="46142"/>
                                        </p:tgtEl>
                                        <p:attrNameLst>
                                          <p:attrName>ppt_w</p:attrName>
                                        </p:attrNameLst>
                                      </p:cBhvr>
                                      <p:tavLst>
                                        <p:tav tm="0">
                                          <p:val>
                                            <p:strVal val="2/3*#ppt_w"/>
                                          </p:val>
                                        </p:tav>
                                        <p:tav tm="100000">
                                          <p:val>
                                            <p:strVal val="#ppt_w"/>
                                          </p:val>
                                        </p:tav>
                                      </p:tavLst>
                                    </p:anim>
                                    <p:anim calcmode="lin" valueType="num">
                                      <p:cBhvr>
                                        <p:cTn id="64" dur="500" fill="hold"/>
                                        <p:tgtEl>
                                          <p:spTgt spid="46142"/>
                                        </p:tgtEl>
                                        <p:attrNameLst>
                                          <p:attrName>ppt_h</p:attrName>
                                        </p:attrNameLst>
                                      </p:cBhvr>
                                      <p:tavLst>
                                        <p:tav tm="0">
                                          <p:val>
                                            <p:strVal val="2/3*#ppt_h"/>
                                          </p:val>
                                        </p:tav>
                                        <p:tav tm="100000">
                                          <p:val>
                                            <p:strVal val="#ppt_h"/>
                                          </p:val>
                                        </p:tav>
                                      </p:tavLst>
                                    </p:anim>
                                  </p:childTnLst>
                                </p:cTn>
                              </p:par>
                            </p:childTnLst>
                          </p:cTn>
                        </p:par>
                      </p:childTnLst>
                    </p:cTn>
                  </p:par>
                  <p:par>
                    <p:cTn id="65" fill="hold" nodeType="clickPar">
                      <p:stCondLst>
                        <p:cond delay="indefinite"/>
                      </p:stCondLst>
                      <p:childTnLst>
                        <p:par>
                          <p:cTn id="66" fill="hold" nodeType="withGroup">
                            <p:stCondLst>
                              <p:cond delay="0"/>
                            </p:stCondLst>
                            <p:childTnLst>
                              <p:par>
                                <p:cTn id="67" presetID="23" presetClass="entr" presetSubtype="272" fill="hold" nodeType="clickEffect">
                                  <p:stCondLst>
                                    <p:cond delay="0"/>
                                  </p:stCondLst>
                                  <p:childTnLst>
                                    <p:set>
                                      <p:cBhvr>
                                        <p:cTn id="68" dur="1" fill="hold">
                                          <p:stCondLst>
                                            <p:cond delay="0"/>
                                          </p:stCondLst>
                                        </p:cTn>
                                        <p:tgtEl>
                                          <p:spTgt spid="46146"/>
                                        </p:tgtEl>
                                        <p:attrNameLst>
                                          <p:attrName>style.visibility</p:attrName>
                                        </p:attrNameLst>
                                      </p:cBhvr>
                                      <p:to>
                                        <p:strVal val="visible"/>
                                      </p:to>
                                    </p:set>
                                    <p:anim calcmode="lin" valueType="num">
                                      <p:cBhvr>
                                        <p:cTn id="69" dur="500" fill="hold"/>
                                        <p:tgtEl>
                                          <p:spTgt spid="46146"/>
                                        </p:tgtEl>
                                        <p:attrNameLst>
                                          <p:attrName>ppt_w</p:attrName>
                                        </p:attrNameLst>
                                      </p:cBhvr>
                                      <p:tavLst>
                                        <p:tav tm="0">
                                          <p:val>
                                            <p:strVal val="2/3*#ppt_w"/>
                                          </p:val>
                                        </p:tav>
                                        <p:tav tm="100000">
                                          <p:val>
                                            <p:strVal val="#ppt_w"/>
                                          </p:val>
                                        </p:tav>
                                      </p:tavLst>
                                    </p:anim>
                                    <p:anim calcmode="lin" valueType="num">
                                      <p:cBhvr>
                                        <p:cTn id="70" dur="500" fill="hold"/>
                                        <p:tgtEl>
                                          <p:spTgt spid="46146"/>
                                        </p:tgtEl>
                                        <p:attrNameLst>
                                          <p:attrName>ppt_h</p:attrName>
                                        </p:attrNameLst>
                                      </p:cBhvr>
                                      <p:tavLst>
                                        <p:tav tm="0">
                                          <p:val>
                                            <p:strVal val="2/3*#ppt_h"/>
                                          </p:val>
                                        </p:tav>
                                        <p:tav tm="100000">
                                          <p:val>
                                            <p:strVal val="#ppt_h"/>
                                          </p:val>
                                        </p:tav>
                                      </p:tavLst>
                                    </p:anim>
                                  </p:childTnLst>
                                </p:cTn>
                              </p:par>
                            </p:childTnLst>
                          </p:cTn>
                        </p:par>
                      </p:childTnLst>
                    </p:cTn>
                  </p:par>
                  <p:par>
                    <p:cTn id="71" fill="hold" nodeType="clickPar">
                      <p:stCondLst>
                        <p:cond delay="indefinite"/>
                      </p:stCondLst>
                      <p:childTnLst>
                        <p:par>
                          <p:cTn id="72" fill="hold" nodeType="withGroup">
                            <p:stCondLst>
                              <p:cond delay="0"/>
                            </p:stCondLst>
                            <p:childTnLst>
                              <p:par>
                                <p:cTn id="73" presetID="22" presetClass="entr" presetSubtype="8" fill="hold" grpId="0" nodeType="clickEffect">
                                  <p:stCondLst>
                                    <p:cond delay="0"/>
                                  </p:stCondLst>
                                  <p:childTnLst>
                                    <p:set>
                                      <p:cBhvr>
                                        <p:cTn id="74" dur="1" fill="hold">
                                          <p:stCondLst>
                                            <p:cond delay="0"/>
                                          </p:stCondLst>
                                        </p:cTn>
                                        <p:tgtEl>
                                          <p:spTgt spid="46136">
                                            <p:txEl>
                                              <p:pRg st="0" end="0"/>
                                            </p:txEl>
                                          </p:spTgt>
                                        </p:tgtEl>
                                        <p:attrNameLst>
                                          <p:attrName>style.visibility</p:attrName>
                                        </p:attrNameLst>
                                      </p:cBhvr>
                                      <p:to>
                                        <p:strVal val="visible"/>
                                      </p:to>
                                    </p:set>
                                    <p:animEffect transition="in" filter="wipe(left)">
                                      <p:cBhvr>
                                        <p:cTn id="75" dur="500"/>
                                        <p:tgtEl>
                                          <p:spTgt spid="46136">
                                            <p:txEl>
                                              <p:pRg st="0" end="0"/>
                                            </p:txEl>
                                          </p:spTgt>
                                        </p:tgtEl>
                                      </p:cBhvr>
                                    </p:animEffect>
                                  </p:childTnLst>
                                </p:cTn>
                              </p:par>
                            </p:childTnLst>
                          </p:cTn>
                        </p:par>
                      </p:childTnLst>
                    </p:cTn>
                  </p:par>
                  <p:par>
                    <p:cTn id="76" fill="hold">
                      <p:stCondLst>
                        <p:cond delay="indefinite"/>
                      </p:stCondLst>
                      <p:childTnLst>
                        <p:par>
                          <p:cTn id="77" fill="hold">
                            <p:stCondLst>
                              <p:cond delay="0"/>
                            </p:stCondLst>
                            <p:childTnLst>
                              <p:par>
                                <p:cTn id="78" presetID="22" presetClass="entr" presetSubtype="8" fill="hold" grpId="0" nodeType="clickEffect">
                                  <p:stCondLst>
                                    <p:cond delay="0"/>
                                  </p:stCondLst>
                                  <p:childTnLst>
                                    <p:set>
                                      <p:cBhvr>
                                        <p:cTn id="79" dur="1" fill="hold">
                                          <p:stCondLst>
                                            <p:cond delay="0"/>
                                          </p:stCondLst>
                                        </p:cTn>
                                        <p:tgtEl>
                                          <p:spTgt spid="46136">
                                            <p:txEl>
                                              <p:pRg st="1" end="1"/>
                                            </p:txEl>
                                          </p:spTgt>
                                        </p:tgtEl>
                                        <p:attrNameLst>
                                          <p:attrName>style.visibility</p:attrName>
                                        </p:attrNameLst>
                                      </p:cBhvr>
                                      <p:to>
                                        <p:strVal val="visible"/>
                                      </p:to>
                                    </p:set>
                                    <p:animEffect transition="in" filter="wipe(left)">
                                      <p:cBhvr>
                                        <p:cTn id="80" dur="500"/>
                                        <p:tgtEl>
                                          <p:spTgt spid="46136">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136" grpId="0" build="p" autoUpdateAnimBg="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ext Box 2"/>
          <p:cNvSpPr txBox="1">
            <a:spLocks noChangeArrowheads="1"/>
          </p:cNvSpPr>
          <p:nvPr/>
        </p:nvSpPr>
        <p:spPr bwMode="auto">
          <a:xfrm>
            <a:off x="654050" y="1168400"/>
            <a:ext cx="2886075"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spcBef>
                <a:spcPct val="50000"/>
              </a:spcBef>
            </a:pPr>
            <a:r>
              <a:rPr lang="zh-CN" altLang="en-US">
                <a:latin typeface="Times New Roman" panose="02020603050405020304" pitchFamily="18" charset="0"/>
              </a:rPr>
              <a:t>对于互易二端口        </a:t>
            </a:r>
          </a:p>
        </p:txBody>
      </p:sp>
      <p:sp>
        <p:nvSpPr>
          <p:cNvPr id="47107" name="Text Box 3"/>
          <p:cNvSpPr txBox="1">
            <a:spLocks noChangeArrowheads="1"/>
          </p:cNvSpPr>
          <p:nvPr/>
        </p:nvSpPr>
        <p:spPr bwMode="auto">
          <a:xfrm>
            <a:off x="501650" y="4368800"/>
            <a:ext cx="8353425" cy="160659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lnSpc>
                <a:spcPct val="120000"/>
              </a:lnSpc>
              <a:spcBef>
                <a:spcPct val="50000"/>
              </a:spcBef>
            </a:pPr>
            <a:r>
              <a:rPr lang="en-US" altLang="zh-CN" dirty="0">
                <a:latin typeface="Times New Roman" panose="02020603050405020304" pitchFamily="18" charset="0"/>
              </a:rPr>
              <a:t>        </a:t>
            </a:r>
            <a:r>
              <a:rPr lang="zh-CN" altLang="en-US" dirty="0">
                <a:latin typeface="Times New Roman" panose="02020603050405020304" pitchFamily="18" charset="0"/>
              </a:rPr>
              <a:t>若二端口是对称的（</a:t>
            </a:r>
            <a:r>
              <a:rPr lang="en-US" altLang="zh-CN" i="1" dirty="0">
                <a:latin typeface="Times New Roman" panose="02020603050405020304" pitchFamily="18" charset="0"/>
              </a:rPr>
              <a:t>Z</a:t>
            </a:r>
            <a:r>
              <a:rPr lang="en-US" altLang="zh-CN" baseline="-25000" dirty="0">
                <a:latin typeface="Times New Roman" panose="02020603050405020304" pitchFamily="18" charset="0"/>
              </a:rPr>
              <a:t>12</a:t>
            </a:r>
            <a:r>
              <a:rPr lang="en-US" altLang="zh-CN" dirty="0">
                <a:latin typeface="Times New Roman" panose="02020603050405020304" pitchFamily="18" charset="0"/>
              </a:rPr>
              <a:t>=</a:t>
            </a:r>
            <a:r>
              <a:rPr lang="en-US" altLang="zh-CN" i="1" dirty="0">
                <a:latin typeface="Times New Roman" panose="02020603050405020304" pitchFamily="18" charset="0"/>
              </a:rPr>
              <a:t>Z</a:t>
            </a:r>
            <a:r>
              <a:rPr lang="en-US" altLang="zh-CN" baseline="-25000" dirty="0">
                <a:latin typeface="Times New Roman" panose="02020603050405020304" pitchFamily="18" charset="0"/>
              </a:rPr>
              <a:t>21</a:t>
            </a:r>
            <a:r>
              <a:rPr lang="en-US" altLang="zh-CN" dirty="0">
                <a:latin typeface="Times New Roman" panose="02020603050405020304" pitchFamily="18" charset="0"/>
              </a:rPr>
              <a:t> </a:t>
            </a:r>
            <a:r>
              <a:rPr lang="zh-CN" altLang="en-US" dirty="0">
                <a:latin typeface="Times New Roman" panose="02020603050405020304" pitchFamily="18" charset="0"/>
              </a:rPr>
              <a:t>，</a:t>
            </a:r>
            <a:r>
              <a:rPr lang="en-US" altLang="zh-CN" i="1" dirty="0">
                <a:latin typeface="Times New Roman" panose="02020603050405020304" pitchFamily="18" charset="0"/>
              </a:rPr>
              <a:t>Z</a:t>
            </a:r>
            <a:r>
              <a:rPr lang="en-US" altLang="zh-CN" baseline="-25000" dirty="0">
                <a:latin typeface="Times New Roman" panose="02020603050405020304" pitchFamily="18" charset="0"/>
              </a:rPr>
              <a:t>11</a:t>
            </a:r>
            <a:r>
              <a:rPr lang="en-US" altLang="zh-CN" dirty="0">
                <a:latin typeface="Times New Roman" panose="02020603050405020304" pitchFamily="18" charset="0"/>
              </a:rPr>
              <a:t>=</a:t>
            </a:r>
            <a:r>
              <a:rPr lang="en-US" altLang="zh-CN" i="1" dirty="0">
                <a:latin typeface="Times New Roman" panose="02020603050405020304" pitchFamily="18" charset="0"/>
              </a:rPr>
              <a:t>Z</a:t>
            </a:r>
            <a:r>
              <a:rPr lang="en-US" altLang="zh-CN" baseline="-25000" dirty="0">
                <a:latin typeface="Times New Roman" panose="02020603050405020304" pitchFamily="18" charset="0"/>
              </a:rPr>
              <a:t>22</a:t>
            </a:r>
            <a:r>
              <a:rPr lang="zh-CN" altLang="en-US" dirty="0">
                <a:latin typeface="Times New Roman" panose="02020603050405020304" pitchFamily="18" charset="0"/>
              </a:rPr>
              <a:t>），则等效电路  结构也对称</a:t>
            </a:r>
            <a:r>
              <a:rPr lang="zh-CN" altLang="en-US" dirty="0" smtClean="0">
                <a:latin typeface="Times New Roman" panose="02020603050405020304" pitchFamily="18" charset="0"/>
              </a:rPr>
              <a:t>。</a:t>
            </a:r>
            <a:endParaRPr lang="en-US" altLang="zh-CN" dirty="0" smtClean="0">
              <a:latin typeface="Times New Roman" panose="02020603050405020304" pitchFamily="18" charset="0"/>
            </a:endParaRPr>
          </a:p>
          <a:p>
            <a:pPr algn="l" eaLnBrk="1" hangingPunct="1">
              <a:lnSpc>
                <a:spcPct val="120000"/>
              </a:lnSpc>
              <a:spcBef>
                <a:spcPct val="50000"/>
              </a:spcBef>
            </a:pPr>
            <a:endParaRPr lang="zh-CN" altLang="en-US" dirty="0">
              <a:latin typeface="Times New Roman" panose="02020603050405020304" pitchFamily="18" charset="0"/>
            </a:endParaRPr>
          </a:p>
        </p:txBody>
      </p:sp>
      <p:sp>
        <p:nvSpPr>
          <p:cNvPr id="47148" name="Text Box 44"/>
          <p:cNvSpPr txBox="1">
            <a:spLocks noChangeArrowheads="1"/>
          </p:cNvSpPr>
          <p:nvPr/>
        </p:nvSpPr>
        <p:spPr bwMode="auto">
          <a:xfrm>
            <a:off x="1228725" y="1774825"/>
            <a:ext cx="1439863"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eaLnBrk="1" hangingPunct="1"/>
            <a:r>
              <a:rPr lang="en-US" altLang="zh-CN" i="1">
                <a:latin typeface="Times New Roman" panose="02020603050405020304" pitchFamily="18" charset="0"/>
              </a:rPr>
              <a:t>Z</a:t>
            </a:r>
            <a:r>
              <a:rPr lang="en-US" altLang="zh-CN" baseline="-25000">
                <a:latin typeface="Times New Roman" panose="02020603050405020304" pitchFamily="18" charset="0"/>
              </a:rPr>
              <a:t>12</a:t>
            </a:r>
            <a:r>
              <a:rPr lang="en-US" altLang="zh-CN">
                <a:latin typeface="Times New Roman" panose="02020603050405020304" pitchFamily="18" charset="0"/>
              </a:rPr>
              <a:t>=</a:t>
            </a:r>
            <a:r>
              <a:rPr lang="en-US" altLang="zh-CN" i="1">
                <a:latin typeface="Times New Roman" panose="02020603050405020304" pitchFamily="18" charset="0"/>
              </a:rPr>
              <a:t>Z</a:t>
            </a:r>
            <a:r>
              <a:rPr lang="en-US" altLang="zh-CN" baseline="-25000">
                <a:latin typeface="Times New Roman" panose="02020603050405020304" pitchFamily="18" charset="0"/>
              </a:rPr>
              <a:t>21      </a:t>
            </a:r>
            <a:endParaRPr lang="en-US" altLang="zh-CN" b="0">
              <a:latin typeface="Times New Roman" panose="02020603050405020304" pitchFamily="18" charset="0"/>
            </a:endParaRPr>
          </a:p>
        </p:txBody>
      </p:sp>
      <p:grpSp>
        <p:nvGrpSpPr>
          <p:cNvPr id="47184" name="Group 80"/>
          <p:cNvGrpSpPr>
            <a:grpSpLocks/>
          </p:cNvGrpSpPr>
          <p:nvPr/>
        </p:nvGrpSpPr>
        <p:grpSpPr bwMode="auto">
          <a:xfrm>
            <a:off x="3860800" y="620713"/>
            <a:ext cx="4397375" cy="2905125"/>
            <a:chOff x="2432" y="391"/>
            <a:chExt cx="2770" cy="1830"/>
          </a:xfrm>
        </p:grpSpPr>
        <p:grpSp>
          <p:nvGrpSpPr>
            <p:cNvPr id="47179" name="Group 75"/>
            <p:cNvGrpSpPr>
              <a:grpSpLocks/>
            </p:cNvGrpSpPr>
            <p:nvPr/>
          </p:nvGrpSpPr>
          <p:grpSpPr bwMode="auto">
            <a:xfrm>
              <a:off x="2432" y="391"/>
              <a:ext cx="2770" cy="1412"/>
              <a:chOff x="2432" y="391"/>
              <a:chExt cx="2770" cy="1412"/>
            </a:xfrm>
          </p:grpSpPr>
          <p:graphicFrame>
            <p:nvGraphicFramePr>
              <p:cNvPr id="47150" name="Object 46"/>
              <p:cNvGraphicFramePr>
                <a:graphicFrameLocks noChangeAspect="1"/>
              </p:cNvGraphicFramePr>
              <p:nvPr/>
            </p:nvGraphicFramePr>
            <p:xfrm>
              <a:off x="2660" y="391"/>
              <a:ext cx="224" cy="354"/>
            </p:xfrm>
            <a:graphic>
              <a:graphicData uri="http://schemas.openxmlformats.org/presentationml/2006/ole">
                <mc:AlternateContent xmlns:mc="http://schemas.openxmlformats.org/markup-compatibility/2006">
                  <mc:Choice xmlns:v="urn:schemas-microsoft-com:vml" Requires="v">
                    <p:oleObj spid="_x0000_s196664" name="公式" r:id="rId3" imgW="177480" imgH="279360" progId="Equation.3">
                      <p:embed/>
                    </p:oleObj>
                  </mc:Choice>
                  <mc:Fallback>
                    <p:oleObj name="公式" r:id="rId3" imgW="177480" imgH="279360" progId="Equation.3">
                      <p:embed/>
                      <p:pic>
                        <p:nvPicPr>
                          <p:cNvPr id="0" name="Object 4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60" y="391"/>
                            <a:ext cx="224" cy="35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7151" name="Line 47"/>
              <p:cNvSpPr>
                <a:spLocks noChangeShapeType="1"/>
              </p:cNvSpPr>
              <p:nvPr/>
            </p:nvSpPr>
            <p:spPr bwMode="auto">
              <a:xfrm flipH="1" flipV="1">
                <a:off x="3285" y="823"/>
                <a:ext cx="1001" cy="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7152" name="Text Box 48"/>
              <p:cNvSpPr txBox="1">
                <a:spLocks noChangeArrowheads="1"/>
              </p:cNvSpPr>
              <p:nvPr/>
            </p:nvSpPr>
            <p:spPr bwMode="auto">
              <a:xfrm>
                <a:off x="2433" y="838"/>
                <a:ext cx="267"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Lst>
            </p:spPr>
            <p:txBody>
              <a:bodyPr>
                <a:spAutoFit/>
              </a:bodyPr>
              <a:lstStyle/>
              <a:p>
                <a:pPr algn="l" eaLnBrk="1" hangingPunct="1">
                  <a:spcBef>
                    <a:spcPct val="50000"/>
                  </a:spcBef>
                </a:pPr>
                <a:r>
                  <a:rPr lang="en-US" altLang="zh-CN">
                    <a:latin typeface="Times New Roman" panose="02020603050405020304" pitchFamily="18" charset="0"/>
                  </a:rPr>
                  <a:t>+</a:t>
                </a:r>
              </a:p>
            </p:txBody>
          </p:sp>
          <p:sp>
            <p:nvSpPr>
              <p:cNvPr id="47153" name="Text Box 49"/>
              <p:cNvSpPr txBox="1">
                <a:spLocks noChangeArrowheads="1"/>
              </p:cNvSpPr>
              <p:nvPr/>
            </p:nvSpPr>
            <p:spPr bwMode="auto">
              <a:xfrm>
                <a:off x="2450" y="1460"/>
                <a:ext cx="267"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Lst>
            </p:spPr>
            <p:txBody>
              <a:bodyPr>
                <a:spAutoFit/>
              </a:bodyPr>
              <a:lstStyle/>
              <a:p>
                <a:pPr algn="l" eaLnBrk="1" hangingPunct="1">
                  <a:spcBef>
                    <a:spcPct val="50000"/>
                  </a:spcBef>
                </a:pPr>
                <a:r>
                  <a:rPr lang="en-US" altLang="zh-CN" b="0">
                    <a:latin typeface="黑体" panose="02010609060101010101" pitchFamily="49" charset="-122"/>
                    <a:ea typeface="黑体" panose="02010609060101010101" pitchFamily="49" charset="-122"/>
                    <a:sym typeface="Symbol" panose="05050102010706020507" pitchFamily="18" charset="2"/>
                  </a:rPr>
                  <a:t>-</a:t>
                </a:r>
              </a:p>
            </p:txBody>
          </p:sp>
          <p:graphicFrame>
            <p:nvGraphicFramePr>
              <p:cNvPr id="47154" name="Object 50"/>
              <p:cNvGraphicFramePr>
                <a:graphicFrameLocks noChangeAspect="1"/>
              </p:cNvGraphicFramePr>
              <p:nvPr/>
            </p:nvGraphicFramePr>
            <p:xfrm>
              <a:off x="2432" y="1089"/>
              <a:ext cx="272" cy="354"/>
            </p:xfrm>
            <a:graphic>
              <a:graphicData uri="http://schemas.openxmlformats.org/presentationml/2006/ole">
                <mc:AlternateContent xmlns:mc="http://schemas.openxmlformats.org/markup-compatibility/2006">
                  <mc:Choice xmlns:v="urn:schemas-microsoft-com:vml" Requires="v">
                    <p:oleObj spid="_x0000_s196665" name="公式" r:id="rId5" imgW="215640" imgH="279360" progId="Equation.3">
                      <p:embed/>
                    </p:oleObj>
                  </mc:Choice>
                  <mc:Fallback>
                    <p:oleObj name="公式" r:id="rId5" imgW="215640" imgH="279360" progId="Equation.3">
                      <p:embed/>
                      <p:pic>
                        <p:nvPicPr>
                          <p:cNvPr id="0" name="Object 5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32" y="1089"/>
                            <a:ext cx="272" cy="35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7155" name="Line 51"/>
              <p:cNvSpPr>
                <a:spLocks noChangeShapeType="1"/>
              </p:cNvSpPr>
              <p:nvPr/>
            </p:nvSpPr>
            <p:spPr bwMode="auto">
              <a:xfrm rot="5400000" flipV="1">
                <a:off x="2838" y="584"/>
                <a:ext cx="5" cy="47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7156" name="Rectangle 52"/>
              <p:cNvSpPr>
                <a:spLocks noChangeArrowheads="1"/>
              </p:cNvSpPr>
              <p:nvPr/>
            </p:nvSpPr>
            <p:spPr bwMode="auto">
              <a:xfrm rot="5400000">
                <a:off x="3166" y="667"/>
                <a:ext cx="123" cy="313"/>
              </a:xfrm>
              <a:prstGeom prst="rect">
                <a:avLst/>
              </a:prstGeom>
              <a:solidFill>
                <a:srgbClr val="FFFFCC"/>
              </a:solidFill>
              <a:ln w="31750">
                <a:solidFill>
                  <a:srgbClr val="000000"/>
                </a:solidFill>
                <a:miter lim="800000"/>
                <a:headEnd/>
                <a:tailEnd/>
              </a:ln>
            </p:spPr>
            <p:txBody>
              <a:bodyPr/>
              <a:lstStyle/>
              <a:p>
                <a:endParaRPr lang="zh-CN" altLang="en-US"/>
              </a:p>
            </p:txBody>
          </p:sp>
          <p:sp>
            <p:nvSpPr>
              <p:cNvPr id="47157" name="Oval 53"/>
              <p:cNvSpPr>
                <a:spLocks noChangeArrowheads="1"/>
              </p:cNvSpPr>
              <p:nvPr/>
            </p:nvSpPr>
            <p:spPr bwMode="auto">
              <a:xfrm>
                <a:off x="2536" y="787"/>
                <a:ext cx="68" cy="68"/>
              </a:xfrm>
              <a:prstGeom prst="ellipse">
                <a:avLst/>
              </a:prstGeom>
              <a:noFill/>
              <a:ln w="19050">
                <a:solidFill>
                  <a:schemeClr val="tx1"/>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sp>
            <p:nvSpPr>
              <p:cNvPr id="47158" name="Oval 54"/>
              <p:cNvSpPr>
                <a:spLocks noChangeArrowheads="1"/>
              </p:cNvSpPr>
              <p:nvPr/>
            </p:nvSpPr>
            <p:spPr bwMode="auto">
              <a:xfrm>
                <a:off x="2524" y="1729"/>
                <a:ext cx="68" cy="68"/>
              </a:xfrm>
              <a:prstGeom prst="ellipse">
                <a:avLst/>
              </a:prstGeom>
              <a:noFill/>
              <a:ln w="19050">
                <a:solidFill>
                  <a:schemeClr val="tx1"/>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sp>
            <p:nvSpPr>
              <p:cNvPr id="47159" name="Rectangle 55"/>
              <p:cNvSpPr>
                <a:spLocks noChangeArrowheads="1"/>
              </p:cNvSpPr>
              <p:nvPr/>
            </p:nvSpPr>
            <p:spPr bwMode="auto">
              <a:xfrm>
                <a:off x="2807" y="461"/>
                <a:ext cx="894"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spAutoFit/>
              </a:bodyPr>
              <a:lstStyle/>
              <a:p>
                <a:pPr eaLnBrk="1" hangingPunct="1"/>
                <a:r>
                  <a:rPr lang="en-US" altLang="zh-CN">
                    <a:solidFill>
                      <a:srgbClr val="000000"/>
                    </a:solidFill>
                    <a:latin typeface="Times New Roman" panose="02020603050405020304" pitchFamily="18" charset="0"/>
                  </a:rPr>
                  <a:t> </a:t>
                </a:r>
                <a:r>
                  <a:rPr lang="en-US" altLang="zh-CN" i="1">
                    <a:solidFill>
                      <a:srgbClr val="000000"/>
                    </a:solidFill>
                    <a:latin typeface="Times New Roman" panose="02020603050405020304" pitchFamily="18" charset="0"/>
                  </a:rPr>
                  <a:t>Z</a:t>
                </a:r>
                <a:r>
                  <a:rPr lang="en-US" altLang="zh-CN" baseline="-25000">
                    <a:solidFill>
                      <a:srgbClr val="000000"/>
                    </a:solidFill>
                    <a:latin typeface="Times New Roman" panose="02020603050405020304" pitchFamily="18" charset="0"/>
                  </a:rPr>
                  <a:t>11</a:t>
                </a:r>
                <a:r>
                  <a:rPr lang="en-US" altLang="zh-CN" b="0">
                    <a:solidFill>
                      <a:srgbClr val="000000"/>
                    </a:solidFill>
                    <a:latin typeface="黑体" panose="02010609060101010101" pitchFamily="49" charset="-122"/>
                    <a:ea typeface="黑体" panose="02010609060101010101" pitchFamily="49" charset="-122"/>
                  </a:rPr>
                  <a:t>-</a:t>
                </a:r>
                <a:r>
                  <a:rPr lang="en-US" altLang="zh-CN" i="1">
                    <a:solidFill>
                      <a:srgbClr val="000000"/>
                    </a:solidFill>
                    <a:latin typeface="Times New Roman" panose="02020603050405020304" pitchFamily="18" charset="0"/>
                  </a:rPr>
                  <a:t>Z</a:t>
                </a:r>
                <a:r>
                  <a:rPr lang="en-US" altLang="zh-CN" baseline="-25000">
                    <a:solidFill>
                      <a:srgbClr val="000000"/>
                    </a:solidFill>
                    <a:latin typeface="Times New Roman" panose="02020603050405020304" pitchFamily="18" charset="0"/>
                  </a:rPr>
                  <a:t>12</a:t>
                </a:r>
              </a:p>
            </p:txBody>
          </p:sp>
          <p:sp>
            <p:nvSpPr>
              <p:cNvPr id="47161" name="Line 57"/>
              <p:cNvSpPr>
                <a:spLocks noChangeShapeType="1"/>
              </p:cNvSpPr>
              <p:nvPr/>
            </p:nvSpPr>
            <p:spPr bwMode="auto">
              <a:xfrm>
                <a:off x="3764" y="827"/>
                <a:ext cx="0" cy="95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7162" name="Rectangle 58"/>
              <p:cNvSpPr>
                <a:spLocks noChangeArrowheads="1"/>
              </p:cNvSpPr>
              <p:nvPr/>
            </p:nvSpPr>
            <p:spPr bwMode="auto">
              <a:xfrm rot="10800000">
                <a:off x="3698" y="1221"/>
                <a:ext cx="123" cy="313"/>
              </a:xfrm>
              <a:prstGeom prst="rect">
                <a:avLst/>
              </a:prstGeom>
              <a:solidFill>
                <a:srgbClr val="FFFFCC"/>
              </a:solidFill>
              <a:ln w="31750">
                <a:solidFill>
                  <a:srgbClr val="000000"/>
                </a:solidFill>
                <a:miter lim="800000"/>
                <a:headEnd/>
                <a:tailEnd/>
              </a:ln>
            </p:spPr>
            <p:txBody>
              <a:bodyPr/>
              <a:lstStyle/>
              <a:p>
                <a:endParaRPr lang="zh-CN" altLang="en-US"/>
              </a:p>
            </p:txBody>
          </p:sp>
          <p:sp>
            <p:nvSpPr>
              <p:cNvPr id="47163" name="Text Box 59"/>
              <p:cNvSpPr txBox="1">
                <a:spLocks noChangeArrowheads="1"/>
              </p:cNvSpPr>
              <p:nvPr/>
            </p:nvSpPr>
            <p:spPr bwMode="auto">
              <a:xfrm>
                <a:off x="3270" y="1233"/>
                <a:ext cx="361"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r>
                  <a:rPr lang="en-US" altLang="zh-CN" i="1">
                    <a:solidFill>
                      <a:srgbClr val="000000"/>
                    </a:solidFill>
                    <a:latin typeface="Times New Roman" panose="02020603050405020304" pitchFamily="18" charset="0"/>
                  </a:rPr>
                  <a:t>Z</a:t>
                </a:r>
                <a:r>
                  <a:rPr lang="en-US" altLang="zh-CN" baseline="-25000">
                    <a:solidFill>
                      <a:srgbClr val="000000"/>
                    </a:solidFill>
                    <a:latin typeface="Times New Roman" panose="02020603050405020304" pitchFamily="18" charset="0"/>
                  </a:rPr>
                  <a:t>12</a:t>
                </a:r>
                <a:endParaRPr lang="en-US" altLang="zh-CN" b="0">
                  <a:latin typeface="Times New Roman" panose="02020603050405020304" pitchFamily="18" charset="0"/>
                </a:endParaRPr>
              </a:p>
            </p:txBody>
          </p:sp>
          <p:graphicFrame>
            <p:nvGraphicFramePr>
              <p:cNvPr id="47165" name="Object 61"/>
              <p:cNvGraphicFramePr>
                <a:graphicFrameLocks noChangeAspect="1"/>
              </p:cNvGraphicFramePr>
              <p:nvPr/>
            </p:nvGraphicFramePr>
            <p:xfrm>
              <a:off x="4712" y="395"/>
              <a:ext cx="224" cy="354"/>
            </p:xfrm>
            <a:graphic>
              <a:graphicData uri="http://schemas.openxmlformats.org/presentationml/2006/ole">
                <mc:AlternateContent xmlns:mc="http://schemas.openxmlformats.org/markup-compatibility/2006">
                  <mc:Choice xmlns:v="urn:schemas-microsoft-com:vml" Requires="v">
                    <p:oleObj spid="_x0000_s196666" name="公式" r:id="rId7" imgW="177480" imgH="279360" progId="Equation.3">
                      <p:embed/>
                    </p:oleObj>
                  </mc:Choice>
                  <mc:Fallback>
                    <p:oleObj name="公式" r:id="rId7" imgW="177480" imgH="279360" progId="Equation.3">
                      <p:embed/>
                      <p:pic>
                        <p:nvPicPr>
                          <p:cNvPr id="0" name="Object 6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712" y="395"/>
                            <a:ext cx="224" cy="35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7167" name="Line 63"/>
              <p:cNvSpPr>
                <a:spLocks noChangeShapeType="1"/>
              </p:cNvSpPr>
              <p:nvPr/>
            </p:nvSpPr>
            <p:spPr bwMode="auto">
              <a:xfrm rot="5400000">
                <a:off x="4797" y="618"/>
                <a:ext cx="1" cy="449"/>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7169" name="Rectangle 65"/>
              <p:cNvSpPr>
                <a:spLocks noChangeArrowheads="1"/>
              </p:cNvSpPr>
              <p:nvPr/>
            </p:nvSpPr>
            <p:spPr bwMode="auto">
              <a:xfrm>
                <a:off x="4015" y="471"/>
                <a:ext cx="662"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spAutoFit/>
              </a:bodyPr>
              <a:lstStyle/>
              <a:p>
                <a:pPr eaLnBrk="1" hangingPunct="1"/>
                <a:r>
                  <a:rPr lang="en-US" altLang="zh-CN">
                    <a:solidFill>
                      <a:srgbClr val="000000"/>
                    </a:solidFill>
                    <a:latin typeface="Times New Roman" panose="02020603050405020304" pitchFamily="18" charset="0"/>
                  </a:rPr>
                  <a:t> </a:t>
                </a:r>
                <a:r>
                  <a:rPr lang="en-US" altLang="zh-CN" i="1">
                    <a:solidFill>
                      <a:srgbClr val="000000"/>
                    </a:solidFill>
                    <a:latin typeface="Times New Roman" panose="02020603050405020304" pitchFamily="18" charset="0"/>
                  </a:rPr>
                  <a:t>Z</a:t>
                </a:r>
                <a:r>
                  <a:rPr lang="en-US" altLang="zh-CN" baseline="-25000">
                    <a:solidFill>
                      <a:srgbClr val="000000"/>
                    </a:solidFill>
                    <a:latin typeface="Times New Roman" panose="02020603050405020304" pitchFamily="18" charset="0"/>
                  </a:rPr>
                  <a:t>22</a:t>
                </a:r>
                <a:r>
                  <a:rPr lang="en-US" altLang="zh-CN" b="0">
                    <a:solidFill>
                      <a:srgbClr val="000000"/>
                    </a:solidFill>
                    <a:latin typeface="黑体" panose="02010609060101010101" pitchFamily="49" charset="-122"/>
                    <a:ea typeface="黑体" panose="02010609060101010101" pitchFamily="49" charset="-122"/>
                  </a:rPr>
                  <a:t>-</a:t>
                </a:r>
                <a:r>
                  <a:rPr lang="en-US" altLang="zh-CN" i="1">
                    <a:solidFill>
                      <a:srgbClr val="000000"/>
                    </a:solidFill>
                    <a:latin typeface="Times New Roman" panose="02020603050405020304" pitchFamily="18" charset="0"/>
                  </a:rPr>
                  <a:t>Z</a:t>
                </a:r>
                <a:r>
                  <a:rPr lang="en-US" altLang="zh-CN" baseline="-25000">
                    <a:solidFill>
                      <a:srgbClr val="000000"/>
                    </a:solidFill>
                    <a:latin typeface="Times New Roman" panose="02020603050405020304" pitchFamily="18" charset="0"/>
                  </a:rPr>
                  <a:t>12</a:t>
                </a:r>
                <a:endParaRPr lang="en-US" altLang="zh-CN">
                  <a:latin typeface="Times New Roman" panose="02020603050405020304" pitchFamily="18" charset="0"/>
                </a:endParaRPr>
              </a:p>
            </p:txBody>
          </p:sp>
          <p:sp>
            <p:nvSpPr>
              <p:cNvPr id="47171" name="Text Box 67"/>
              <p:cNvSpPr txBox="1">
                <a:spLocks noChangeArrowheads="1"/>
              </p:cNvSpPr>
              <p:nvPr/>
            </p:nvSpPr>
            <p:spPr bwMode="auto">
              <a:xfrm>
                <a:off x="4929" y="828"/>
                <a:ext cx="269"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Lst>
            </p:spPr>
            <p:txBody>
              <a:bodyPr>
                <a:spAutoFit/>
              </a:bodyPr>
              <a:lstStyle/>
              <a:p>
                <a:pPr algn="l" eaLnBrk="1" hangingPunct="1">
                  <a:spcBef>
                    <a:spcPct val="50000"/>
                  </a:spcBef>
                </a:pPr>
                <a:r>
                  <a:rPr lang="en-US" altLang="zh-CN">
                    <a:latin typeface="Times New Roman" panose="02020603050405020304" pitchFamily="18" charset="0"/>
                  </a:rPr>
                  <a:t>+</a:t>
                </a:r>
              </a:p>
            </p:txBody>
          </p:sp>
          <p:graphicFrame>
            <p:nvGraphicFramePr>
              <p:cNvPr id="47172" name="Object 68"/>
              <p:cNvGraphicFramePr>
                <a:graphicFrameLocks noChangeAspect="1"/>
              </p:cNvGraphicFramePr>
              <p:nvPr/>
            </p:nvGraphicFramePr>
            <p:xfrm>
              <a:off x="4928" y="1083"/>
              <a:ext cx="274" cy="351"/>
            </p:xfrm>
            <a:graphic>
              <a:graphicData uri="http://schemas.openxmlformats.org/presentationml/2006/ole">
                <mc:AlternateContent xmlns:mc="http://schemas.openxmlformats.org/markup-compatibility/2006">
                  <mc:Choice xmlns:v="urn:schemas-microsoft-com:vml" Requires="v">
                    <p:oleObj spid="_x0000_s196667" name="公式" r:id="rId9" imgW="215640" imgH="279360" progId="Equation.3">
                      <p:embed/>
                    </p:oleObj>
                  </mc:Choice>
                  <mc:Fallback>
                    <p:oleObj name="公式" r:id="rId9" imgW="215640" imgH="279360" progId="Equation.3">
                      <p:embed/>
                      <p:pic>
                        <p:nvPicPr>
                          <p:cNvPr id="0" name="Object 6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928" y="1083"/>
                            <a:ext cx="274" cy="35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7173" name="Oval 69"/>
              <p:cNvSpPr>
                <a:spLocks noChangeArrowheads="1"/>
              </p:cNvSpPr>
              <p:nvPr/>
            </p:nvSpPr>
            <p:spPr bwMode="auto">
              <a:xfrm>
                <a:off x="5020" y="1736"/>
                <a:ext cx="69" cy="67"/>
              </a:xfrm>
              <a:prstGeom prst="ellipse">
                <a:avLst/>
              </a:prstGeom>
              <a:noFill/>
              <a:ln w="19050">
                <a:solidFill>
                  <a:schemeClr val="tx1"/>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sp>
            <p:nvSpPr>
              <p:cNvPr id="47174" name="Text Box 70"/>
              <p:cNvSpPr txBox="1">
                <a:spLocks noChangeArrowheads="1"/>
              </p:cNvSpPr>
              <p:nvPr/>
            </p:nvSpPr>
            <p:spPr bwMode="auto">
              <a:xfrm>
                <a:off x="4930" y="1451"/>
                <a:ext cx="269"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Lst>
            </p:spPr>
            <p:txBody>
              <a:bodyPr>
                <a:spAutoFit/>
              </a:bodyPr>
              <a:lstStyle/>
              <a:p>
                <a:pPr algn="l" eaLnBrk="1" hangingPunct="1">
                  <a:spcBef>
                    <a:spcPct val="50000"/>
                  </a:spcBef>
                </a:pPr>
                <a:r>
                  <a:rPr lang="en-US" altLang="zh-CN" b="0">
                    <a:latin typeface="黑体" panose="02010609060101010101" pitchFamily="49" charset="-122"/>
                    <a:ea typeface="黑体" panose="02010609060101010101" pitchFamily="49" charset="-122"/>
                    <a:sym typeface="Symbol" panose="05050102010706020507" pitchFamily="18" charset="2"/>
                  </a:rPr>
                  <a:t>-</a:t>
                </a:r>
              </a:p>
            </p:txBody>
          </p:sp>
          <p:sp>
            <p:nvSpPr>
              <p:cNvPr id="47175" name="Line 71"/>
              <p:cNvSpPr>
                <a:spLocks noChangeShapeType="1"/>
              </p:cNvSpPr>
              <p:nvPr/>
            </p:nvSpPr>
            <p:spPr bwMode="auto">
              <a:xfrm flipV="1">
                <a:off x="2584" y="1775"/>
                <a:ext cx="2430" cy="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7177" name="Line 73"/>
              <p:cNvSpPr>
                <a:spLocks noChangeShapeType="1"/>
              </p:cNvSpPr>
              <p:nvPr/>
            </p:nvSpPr>
            <p:spPr bwMode="auto">
              <a:xfrm>
                <a:off x="2706" y="768"/>
                <a:ext cx="264"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47168" name="Oval 64"/>
              <p:cNvSpPr>
                <a:spLocks noChangeArrowheads="1"/>
              </p:cNvSpPr>
              <p:nvPr/>
            </p:nvSpPr>
            <p:spPr bwMode="auto">
              <a:xfrm>
                <a:off x="5010" y="801"/>
                <a:ext cx="68" cy="68"/>
              </a:xfrm>
              <a:prstGeom prst="ellipse">
                <a:avLst/>
              </a:prstGeom>
              <a:noFill/>
              <a:ln w="19050">
                <a:solidFill>
                  <a:schemeClr val="tx1"/>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sp>
            <p:nvSpPr>
              <p:cNvPr id="47166" name="Rectangle 62"/>
              <p:cNvSpPr>
                <a:spLocks noChangeArrowheads="1"/>
              </p:cNvSpPr>
              <p:nvPr/>
            </p:nvSpPr>
            <p:spPr bwMode="auto">
              <a:xfrm rot="5400000">
                <a:off x="4378" y="673"/>
                <a:ext cx="123" cy="313"/>
              </a:xfrm>
              <a:prstGeom prst="rect">
                <a:avLst/>
              </a:prstGeom>
              <a:solidFill>
                <a:srgbClr val="FFFFCC"/>
              </a:solidFill>
              <a:ln w="31750">
                <a:solidFill>
                  <a:srgbClr val="000000"/>
                </a:solidFill>
                <a:miter lim="800000"/>
                <a:headEnd/>
                <a:tailEnd/>
              </a:ln>
            </p:spPr>
            <p:txBody>
              <a:bodyPr/>
              <a:lstStyle/>
              <a:p>
                <a:endParaRPr lang="zh-CN" altLang="en-US"/>
              </a:p>
            </p:txBody>
          </p:sp>
        </p:grpSp>
        <p:sp>
          <p:nvSpPr>
            <p:cNvPr id="47183" name="Rectangle 79"/>
            <p:cNvSpPr>
              <a:spLocks noChangeArrowheads="1"/>
            </p:cNvSpPr>
            <p:nvPr/>
          </p:nvSpPr>
          <p:spPr bwMode="auto">
            <a:xfrm>
              <a:off x="2867" y="1933"/>
              <a:ext cx="2091" cy="288"/>
            </a:xfrm>
            <a:prstGeom prst="rect">
              <a:avLst/>
            </a:prstGeom>
            <a:noFill/>
            <a:ln>
              <a:noFill/>
            </a:ln>
            <a:effectLst/>
            <a:extLst>
              <a:ext uri="{909E8E84-426E-40DD-AFC4-6F175D3DCCD1}">
                <a14:hiddenFill xmlns:a14="http://schemas.microsoft.com/office/drawing/2010/main">
                  <a:solidFill>
                    <a:srgbClr val="FFFFCC">
                      <a:alpha val="50000"/>
                    </a:srgbClr>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spAutoFit/>
            </a:bodyPr>
            <a:lstStyle/>
            <a:p>
              <a:pPr algn="l"/>
              <a:r>
                <a:rPr lang="zh-CN" altLang="en-US">
                  <a:latin typeface="Times New Roman" panose="02020603050405020304" pitchFamily="18" charset="0"/>
                </a:rPr>
                <a:t>互易二端口等效电路     </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7148">
                                            <p:txEl>
                                              <p:pRg st="0" end="0"/>
                                            </p:txEl>
                                          </p:spTgt>
                                        </p:tgtEl>
                                        <p:attrNameLst>
                                          <p:attrName>style.visibility</p:attrName>
                                        </p:attrNameLst>
                                      </p:cBhvr>
                                      <p:to>
                                        <p:strVal val="visible"/>
                                      </p:to>
                                    </p:set>
                                    <p:animEffect transition="in" filter="wipe(left)">
                                      <p:cBhvr>
                                        <p:cTn id="7" dur="500"/>
                                        <p:tgtEl>
                                          <p:spTgt spid="47148">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2" fill="hold" nodeType="clickEffect">
                                  <p:stCondLst>
                                    <p:cond delay="0"/>
                                  </p:stCondLst>
                                  <p:childTnLst>
                                    <p:set>
                                      <p:cBhvr>
                                        <p:cTn id="11" dur="1" fill="hold">
                                          <p:stCondLst>
                                            <p:cond delay="0"/>
                                          </p:stCondLst>
                                        </p:cTn>
                                        <p:tgtEl>
                                          <p:spTgt spid="47184"/>
                                        </p:tgtEl>
                                        <p:attrNameLst>
                                          <p:attrName>style.visibility</p:attrName>
                                        </p:attrNameLst>
                                      </p:cBhvr>
                                      <p:to>
                                        <p:strVal val="visible"/>
                                      </p:to>
                                    </p:set>
                                    <p:anim calcmode="lin" valueType="num">
                                      <p:cBhvr additive="base">
                                        <p:cTn id="12" dur="500" fill="hold"/>
                                        <p:tgtEl>
                                          <p:spTgt spid="47184"/>
                                        </p:tgtEl>
                                        <p:attrNameLst>
                                          <p:attrName>ppt_x</p:attrName>
                                        </p:attrNameLst>
                                      </p:cBhvr>
                                      <p:tavLst>
                                        <p:tav tm="0">
                                          <p:val>
                                            <p:strVal val="1+#ppt_w/2"/>
                                          </p:val>
                                        </p:tav>
                                        <p:tav tm="100000">
                                          <p:val>
                                            <p:strVal val="#ppt_x"/>
                                          </p:val>
                                        </p:tav>
                                      </p:tavLst>
                                    </p:anim>
                                    <p:anim calcmode="lin" valueType="num">
                                      <p:cBhvr additive="base">
                                        <p:cTn id="13" dur="500" fill="hold"/>
                                        <p:tgtEl>
                                          <p:spTgt spid="47184"/>
                                        </p:tgtEl>
                                        <p:attrNameLst>
                                          <p:attrName>ppt_y</p:attrName>
                                        </p:attrNameLst>
                                      </p:cBhvr>
                                      <p:tavLst>
                                        <p:tav tm="0">
                                          <p:val>
                                            <p:strVal val="#ppt_y"/>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47107">
                                            <p:txEl>
                                              <p:pRg st="0" end="0"/>
                                            </p:txEl>
                                          </p:spTgt>
                                        </p:tgtEl>
                                        <p:attrNameLst>
                                          <p:attrName>style.visibility</p:attrName>
                                        </p:attrNameLst>
                                      </p:cBhvr>
                                      <p:to>
                                        <p:strVal val="visible"/>
                                      </p:to>
                                    </p:set>
                                    <p:animEffect transition="in" filter="wipe(left)">
                                      <p:cBhvr>
                                        <p:cTn id="18" dur="500"/>
                                        <p:tgtEl>
                                          <p:spTgt spid="4710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07" grpId="0" build="p" autoUpdateAnimBg="0"/>
      <p:bldP spid="47148" grpId="0" build="p" autoUpdateAnimBg="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8130" name="Object 2"/>
          <p:cNvGraphicFramePr>
            <a:graphicFrameLocks noChangeAspect="1"/>
          </p:cNvGraphicFramePr>
          <p:nvPr/>
        </p:nvGraphicFramePr>
        <p:xfrm>
          <a:off x="1012825" y="758825"/>
          <a:ext cx="2516188" cy="1016000"/>
        </p:xfrm>
        <a:graphic>
          <a:graphicData uri="http://schemas.openxmlformats.org/presentationml/2006/ole">
            <mc:AlternateContent xmlns:mc="http://schemas.openxmlformats.org/markup-compatibility/2006">
              <mc:Choice xmlns:v="urn:schemas-microsoft-com:vml" Requires="v">
                <p:oleObj spid="_x0000_s197800" name="公式" r:id="rId3" imgW="1257120" imgH="507960" progId="Equation.3">
                  <p:embed/>
                </p:oleObj>
              </mc:Choice>
              <mc:Fallback>
                <p:oleObj name="公式" r:id="rId3" imgW="1257120" imgH="50796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12825" y="758825"/>
                        <a:ext cx="2516188" cy="1016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8131" name="Text Box 3"/>
          <p:cNvSpPr txBox="1">
            <a:spLocks noChangeArrowheads="1"/>
          </p:cNvSpPr>
          <p:nvPr/>
        </p:nvSpPr>
        <p:spPr bwMode="auto">
          <a:xfrm>
            <a:off x="377825" y="254000"/>
            <a:ext cx="4949825"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r>
              <a:rPr lang="zh-CN" altLang="en-US">
                <a:solidFill>
                  <a:srgbClr val="CC0066"/>
                </a:solidFill>
                <a:latin typeface="Times New Roman" panose="02020603050405020304" pitchFamily="18" charset="0"/>
              </a:rPr>
              <a:t>二、由</a:t>
            </a:r>
            <a:r>
              <a:rPr lang="en-US" altLang="zh-CN" i="1">
                <a:solidFill>
                  <a:srgbClr val="CC0066"/>
                </a:solidFill>
                <a:latin typeface="Times New Roman" panose="02020603050405020304" pitchFamily="18" charset="0"/>
              </a:rPr>
              <a:t>Y</a:t>
            </a:r>
            <a:r>
              <a:rPr lang="zh-CN" altLang="en-US">
                <a:solidFill>
                  <a:srgbClr val="CC0066"/>
                </a:solidFill>
                <a:latin typeface="Times New Roman" panose="02020603050405020304" pitchFamily="18" charset="0"/>
              </a:rPr>
              <a:t>参数方程作等效电路                  </a:t>
            </a:r>
          </a:p>
        </p:txBody>
      </p:sp>
      <p:sp>
        <p:nvSpPr>
          <p:cNvPr id="48207" name="Text Box 79"/>
          <p:cNvSpPr txBox="1">
            <a:spLocks noChangeArrowheads="1"/>
          </p:cNvSpPr>
          <p:nvPr/>
        </p:nvSpPr>
        <p:spPr bwMode="auto">
          <a:xfrm>
            <a:off x="669925" y="4300538"/>
            <a:ext cx="2097088"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eaLnBrk="1" hangingPunct="1"/>
            <a:r>
              <a:rPr lang="zh-CN" altLang="en-US">
                <a:latin typeface="Times New Roman" panose="02020603050405020304" pitchFamily="18" charset="0"/>
              </a:rPr>
              <a:t>另一种形式     </a:t>
            </a:r>
            <a:endParaRPr lang="zh-CN" altLang="en-US" b="0">
              <a:latin typeface="Times New Roman" panose="02020603050405020304" pitchFamily="18" charset="0"/>
            </a:endParaRPr>
          </a:p>
        </p:txBody>
      </p:sp>
      <p:grpSp>
        <p:nvGrpSpPr>
          <p:cNvPr id="48221" name="Group 93"/>
          <p:cNvGrpSpPr>
            <a:grpSpLocks/>
          </p:cNvGrpSpPr>
          <p:nvPr/>
        </p:nvGrpSpPr>
        <p:grpSpPr bwMode="auto">
          <a:xfrm>
            <a:off x="3224213" y="1652588"/>
            <a:ext cx="5195887" cy="2143125"/>
            <a:chOff x="1903" y="656"/>
            <a:chExt cx="3273" cy="1350"/>
          </a:xfrm>
        </p:grpSpPr>
        <p:graphicFrame>
          <p:nvGraphicFramePr>
            <p:cNvPr id="48133" name="Object 5"/>
            <p:cNvGraphicFramePr>
              <a:graphicFrameLocks noChangeAspect="1"/>
            </p:cNvGraphicFramePr>
            <p:nvPr/>
          </p:nvGraphicFramePr>
          <p:xfrm>
            <a:off x="2162" y="656"/>
            <a:ext cx="208" cy="289"/>
          </p:xfrm>
          <a:graphic>
            <a:graphicData uri="http://schemas.openxmlformats.org/presentationml/2006/ole">
              <mc:AlternateContent xmlns:mc="http://schemas.openxmlformats.org/markup-compatibility/2006">
                <mc:Choice xmlns:v="urn:schemas-microsoft-com:vml" Requires="v">
                  <p:oleObj spid="_x0000_s197801" name="Equation" r:id="rId5" imgW="164880" imgH="228600" progId="Equation.3">
                    <p:embed/>
                  </p:oleObj>
                </mc:Choice>
                <mc:Fallback>
                  <p:oleObj name="Equation" r:id="rId5" imgW="164880" imgH="228600" progId="Equation.3">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62" y="656"/>
                          <a:ext cx="208" cy="28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8134" name="Object 6"/>
            <p:cNvGraphicFramePr>
              <a:graphicFrameLocks noChangeAspect="1"/>
            </p:cNvGraphicFramePr>
            <p:nvPr/>
          </p:nvGraphicFramePr>
          <p:xfrm>
            <a:off x="4678" y="664"/>
            <a:ext cx="224" cy="290"/>
          </p:xfrm>
          <a:graphic>
            <a:graphicData uri="http://schemas.openxmlformats.org/presentationml/2006/ole">
              <mc:AlternateContent xmlns:mc="http://schemas.openxmlformats.org/markup-compatibility/2006">
                <mc:Choice xmlns:v="urn:schemas-microsoft-com:vml" Requires="v">
                  <p:oleObj spid="_x0000_s197802" name="Equation" r:id="rId7" imgW="177480" imgH="228600" progId="Equation.3">
                    <p:embed/>
                  </p:oleObj>
                </mc:Choice>
                <mc:Fallback>
                  <p:oleObj name="Equation" r:id="rId7" imgW="177480" imgH="228600" progId="Equation.3">
                    <p:embed/>
                    <p:pic>
                      <p:nvPicPr>
                        <p:cNvPr id="0"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678" y="664"/>
                          <a:ext cx="224" cy="2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8135" name="Line 7"/>
            <p:cNvSpPr>
              <a:spLocks noChangeShapeType="1"/>
            </p:cNvSpPr>
            <p:nvPr/>
          </p:nvSpPr>
          <p:spPr bwMode="auto">
            <a:xfrm flipV="1">
              <a:off x="3775" y="1032"/>
              <a:ext cx="1198" cy="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36" name="Line 8"/>
            <p:cNvSpPr>
              <a:spLocks noChangeShapeType="1"/>
            </p:cNvSpPr>
            <p:nvPr/>
          </p:nvSpPr>
          <p:spPr bwMode="auto">
            <a:xfrm flipH="1" flipV="1">
              <a:off x="2047" y="1026"/>
              <a:ext cx="1279" cy="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37" name="Line 9"/>
            <p:cNvSpPr>
              <a:spLocks noChangeShapeType="1"/>
            </p:cNvSpPr>
            <p:nvPr/>
          </p:nvSpPr>
          <p:spPr bwMode="auto">
            <a:xfrm flipV="1">
              <a:off x="2077" y="1971"/>
              <a:ext cx="2931" cy="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38" name="Text Box 10"/>
            <p:cNvSpPr txBox="1">
              <a:spLocks noChangeArrowheads="1"/>
            </p:cNvSpPr>
            <p:nvPr/>
          </p:nvSpPr>
          <p:spPr bwMode="auto">
            <a:xfrm>
              <a:off x="1903" y="1035"/>
              <a:ext cx="267"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Lst>
          </p:spPr>
          <p:txBody>
            <a:bodyPr>
              <a:spAutoFit/>
            </a:bodyPr>
            <a:lstStyle/>
            <a:p>
              <a:pPr algn="l" eaLnBrk="1" hangingPunct="1">
                <a:spcBef>
                  <a:spcPct val="50000"/>
                </a:spcBef>
              </a:pPr>
              <a:r>
                <a:rPr lang="en-US" altLang="zh-CN">
                  <a:latin typeface="Times New Roman" panose="02020603050405020304" pitchFamily="18" charset="0"/>
                </a:rPr>
                <a:t>+</a:t>
              </a:r>
            </a:p>
          </p:txBody>
        </p:sp>
        <p:sp>
          <p:nvSpPr>
            <p:cNvPr id="48139" name="Text Box 11"/>
            <p:cNvSpPr txBox="1">
              <a:spLocks noChangeArrowheads="1"/>
            </p:cNvSpPr>
            <p:nvPr/>
          </p:nvSpPr>
          <p:spPr bwMode="auto">
            <a:xfrm>
              <a:off x="1920" y="1657"/>
              <a:ext cx="267"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Lst>
          </p:spPr>
          <p:txBody>
            <a:bodyPr>
              <a:spAutoFit/>
            </a:bodyPr>
            <a:lstStyle/>
            <a:p>
              <a:pPr algn="l" eaLnBrk="1" hangingPunct="1">
                <a:spcBef>
                  <a:spcPct val="50000"/>
                </a:spcBef>
              </a:pPr>
              <a:r>
                <a:rPr lang="en-US" altLang="zh-CN" b="0">
                  <a:latin typeface="黑体" panose="02010609060101010101" pitchFamily="49" charset="-122"/>
                  <a:ea typeface="黑体" panose="02010609060101010101" pitchFamily="49" charset="-122"/>
                  <a:sym typeface="Symbol" panose="05050102010706020507" pitchFamily="18" charset="2"/>
                </a:rPr>
                <a:t>-</a:t>
              </a:r>
            </a:p>
          </p:txBody>
        </p:sp>
        <p:sp>
          <p:nvSpPr>
            <p:cNvPr id="48140" name="Text Box 12"/>
            <p:cNvSpPr txBox="1">
              <a:spLocks noChangeArrowheads="1"/>
            </p:cNvSpPr>
            <p:nvPr/>
          </p:nvSpPr>
          <p:spPr bwMode="auto">
            <a:xfrm>
              <a:off x="4909" y="1041"/>
              <a:ext cx="267"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Lst>
          </p:spPr>
          <p:txBody>
            <a:bodyPr>
              <a:spAutoFit/>
            </a:bodyPr>
            <a:lstStyle/>
            <a:p>
              <a:pPr algn="l" eaLnBrk="1" hangingPunct="1">
                <a:spcBef>
                  <a:spcPct val="50000"/>
                </a:spcBef>
              </a:pPr>
              <a:r>
                <a:rPr lang="en-US" altLang="zh-CN">
                  <a:latin typeface="Times New Roman" panose="02020603050405020304" pitchFamily="18" charset="0"/>
                </a:rPr>
                <a:t>+</a:t>
              </a:r>
            </a:p>
          </p:txBody>
        </p:sp>
        <p:sp>
          <p:nvSpPr>
            <p:cNvPr id="48141" name="Text Box 13"/>
            <p:cNvSpPr txBox="1">
              <a:spLocks noChangeArrowheads="1"/>
            </p:cNvSpPr>
            <p:nvPr/>
          </p:nvSpPr>
          <p:spPr bwMode="auto">
            <a:xfrm>
              <a:off x="4908" y="1663"/>
              <a:ext cx="267"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Lst>
          </p:spPr>
          <p:txBody>
            <a:bodyPr>
              <a:spAutoFit/>
            </a:bodyPr>
            <a:lstStyle/>
            <a:p>
              <a:pPr algn="l" eaLnBrk="1" hangingPunct="1">
                <a:spcBef>
                  <a:spcPct val="50000"/>
                </a:spcBef>
              </a:pPr>
              <a:r>
                <a:rPr lang="en-US" altLang="zh-CN" b="0">
                  <a:latin typeface="黑体" panose="02010609060101010101" pitchFamily="49" charset="-122"/>
                  <a:ea typeface="黑体" panose="02010609060101010101" pitchFamily="49" charset="-122"/>
                  <a:sym typeface="Symbol" panose="05050102010706020507" pitchFamily="18" charset="2"/>
                </a:rPr>
                <a:t>-</a:t>
              </a:r>
            </a:p>
          </p:txBody>
        </p:sp>
        <p:graphicFrame>
          <p:nvGraphicFramePr>
            <p:cNvPr id="48142" name="Object 14"/>
            <p:cNvGraphicFramePr>
              <a:graphicFrameLocks noChangeAspect="1"/>
            </p:cNvGraphicFramePr>
            <p:nvPr/>
          </p:nvGraphicFramePr>
          <p:xfrm>
            <a:off x="1910" y="1318"/>
            <a:ext cx="256" cy="290"/>
          </p:xfrm>
          <a:graphic>
            <a:graphicData uri="http://schemas.openxmlformats.org/presentationml/2006/ole">
              <mc:AlternateContent xmlns:mc="http://schemas.openxmlformats.org/markup-compatibility/2006">
                <mc:Choice xmlns:v="urn:schemas-microsoft-com:vml" Requires="v">
                  <p:oleObj spid="_x0000_s197803" name="Equation" r:id="rId9" imgW="203040" imgH="228600" progId="Equation.3">
                    <p:embed/>
                  </p:oleObj>
                </mc:Choice>
                <mc:Fallback>
                  <p:oleObj name="Equation" r:id="rId9" imgW="203040" imgH="228600" progId="Equation.3">
                    <p:embed/>
                    <p:pic>
                      <p:nvPicPr>
                        <p:cNvPr id="0" name="Object 1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910" y="1318"/>
                          <a:ext cx="256" cy="2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8143" name="Object 15"/>
            <p:cNvGraphicFramePr>
              <a:graphicFrameLocks noChangeAspect="1"/>
            </p:cNvGraphicFramePr>
            <p:nvPr/>
          </p:nvGraphicFramePr>
          <p:xfrm>
            <a:off x="4904" y="1330"/>
            <a:ext cx="256" cy="290"/>
          </p:xfrm>
          <a:graphic>
            <a:graphicData uri="http://schemas.openxmlformats.org/presentationml/2006/ole">
              <mc:AlternateContent xmlns:mc="http://schemas.openxmlformats.org/markup-compatibility/2006">
                <mc:Choice xmlns:v="urn:schemas-microsoft-com:vml" Requires="v">
                  <p:oleObj spid="_x0000_s197804" name="Equation" r:id="rId11" imgW="203040" imgH="228600" progId="Equation.3">
                    <p:embed/>
                  </p:oleObj>
                </mc:Choice>
                <mc:Fallback>
                  <p:oleObj name="Equation" r:id="rId11" imgW="203040" imgH="228600" progId="Equation.3">
                    <p:embed/>
                    <p:pic>
                      <p:nvPicPr>
                        <p:cNvPr id="0" name="Object 15"/>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904" y="1330"/>
                          <a:ext cx="256" cy="2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8144" name="Rectangle 16"/>
            <p:cNvSpPr>
              <a:spLocks noChangeArrowheads="1"/>
            </p:cNvSpPr>
            <p:nvPr/>
          </p:nvSpPr>
          <p:spPr bwMode="auto">
            <a:xfrm>
              <a:off x="4404" y="1344"/>
              <a:ext cx="123" cy="313"/>
            </a:xfrm>
            <a:prstGeom prst="rect">
              <a:avLst/>
            </a:prstGeom>
            <a:solidFill>
              <a:srgbClr val="FFFF99"/>
            </a:solidFill>
            <a:ln w="31750">
              <a:solidFill>
                <a:srgbClr val="000000"/>
              </a:solidFill>
              <a:miter lim="800000"/>
              <a:headEnd/>
              <a:tailEnd/>
            </a:ln>
          </p:spPr>
          <p:txBody>
            <a:bodyPr/>
            <a:lstStyle/>
            <a:p>
              <a:endParaRPr lang="zh-CN" altLang="en-US"/>
            </a:p>
          </p:txBody>
        </p:sp>
        <p:sp>
          <p:nvSpPr>
            <p:cNvPr id="48145" name="Line 17"/>
            <p:cNvSpPr>
              <a:spLocks noChangeShapeType="1"/>
            </p:cNvSpPr>
            <p:nvPr/>
          </p:nvSpPr>
          <p:spPr bwMode="auto">
            <a:xfrm>
              <a:off x="4465" y="1037"/>
              <a:ext cx="1" cy="30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46" name="Line 18"/>
            <p:cNvSpPr>
              <a:spLocks noChangeShapeType="1"/>
            </p:cNvSpPr>
            <p:nvPr/>
          </p:nvSpPr>
          <p:spPr bwMode="auto">
            <a:xfrm>
              <a:off x="4465" y="1665"/>
              <a:ext cx="1" cy="311"/>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47" name="Rectangle 19"/>
            <p:cNvSpPr>
              <a:spLocks noChangeArrowheads="1"/>
            </p:cNvSpPr>
            <p:nvPr/>
          </p:nvSpPr>
          <p:spPr bwMode="auto">
            <a:xfrm>
              <a:off x="2562" y="1338"/>
              <a:ext cx="123" cy="313"/>
            </a:xfrm>
            <a:prstGeom prst="rect">
              <a:avLst/>
            </a:prstGeom>
            <a:solidFill>
              <a:srgbClr val="FFFF99"/>
            </a:solidFill>
            <a:ln w="31750">
              <a:solidFill>
                <a:srgbClr val="000000"/>
              </a:solidFill>
              <a:miter lim="800000"/>
              <a:headEnd/>
              <a:tailEnd/>
            </a:ln>
          </p:spPr>
          <p:txBody>
            <a:bodyPr/>
            <a:lstStyle/>
            <a:p>
              <a:endParaRPr lang="zh-CN" altLang="en-US"/>
            </a:p>
          </p:txBody>
        </p:sp>
        <p:sp>
          <p:nvSpPr>
            <p:cNvPr id="48148" name="Line 20"/>
            <p:cNvSpPr>
              <a:spLocks noChangeShapeType="1"/>
            </p:cNvSpPr>
            <p:nvPr/>
          </p:nvSpPr>
          <p:spPr bwMode="auto">
            <a:xfrm>
              <a:off x="2623" y="1031"/>
              <a:ext cx="1" cy="30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49" name="Line 21"/>
            <p:cNvSpPr>
              <a:spLocks noChangeShapeType="1"/>
            </p:cNvSpPr>
            <p:nvPr/>
          </p:nvSpPr>
          <p:spPr bwMode="auto">
            <a:xfrm>
              <a:off x="2623" y="1659"/>
              <a:ext cx="1" cy="311"/>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50" name="Oval 22"/>
            <p:cNvSpPr>
              <a:spLocks noChangeArrowheads="1"/>
            </p:cNvSpPr>
            <p:nvPr/>
          </p:nvSpPr>
          <p:spPr bwMode="auto">
            <a:xfrm>
              <a:off x="1982" y="990"/>
              <a:ext cx="68" cy="68"/>
            </a:xfrm>
            <a:prstGeom prst="ellipse">
              <a:avLst/>
            </a:prstGeom>
            <a:noFill/>
            <a:ln w="19050">
              <a:solidFill>
                <a:schemeClr val="tx1"/>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sp>
          <p:nvSpPr>
            <p:cNvPr id="48151" name="Oval 23"/>
            <p:cNvSpPr>
              <a:spLocks noChangeArrowheads="1"/>
            </p:cNvSpPr>
            <p:nvPr/>
          </p:nvSpPr>
          <p:spPr bwMode="auto">
            <a:xfrm>
              <a:off x="2000" y="1938"/>
              <a:ext cx="68" cy="68"/>
            </a:xfrm>
            <a:prstGeom prst="ellipse">
              <a:avLst/>
            </a:prstGeom>
            <a:noFill/>
            <a:ln w="19050">
              <a:solidFill>
                <a:schemeClr val="tx1"/>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sp>
          <p:nvSpPr>
            <p:cNvPr id="48152" name="Oval 24"/>
            <p:cNvSpPr>
              <a:spLocks noChangeArrowheads="1"/>
            </p:cNvSpPr>
            <p:nvPr/>
          </p:nvSpPr>
          <p:spPr bwMode="auto">
            <a:xfrm>
              <a:off x="4976" y="996"/>
              <a:ext cx="68" cy="68"/>
            </a:xfrm>
            <a:prstGeom prst="ellipse">
              <a:avLst/>
            </a:prstGeom>
            <a:noFill/>
            <a:ln w="19050">
              <a:solidFill>
                <a:schemeClr val="tx1"/>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sp>
          <p:nvSpPr>
            <p:cNvPr id="48153" name="Oval 25"/>
            <p:cNvSpPr>
              <a:spLocks noChangeArrowheads="1"/>
            </p:cNvSpPr>
            <p:nvPr/>
          </p:nvSpPr>
          <p:spPr bwMode="auto">
            <a:xfrm>
              <a:off x="5000" y="1938"/>
              <a:ext cx="68" cy="68"/>
            </a:xfrm>
            <a:prstGeom prst="ellipse">
              <a:avLst/>
            </a:prstGeom>
            <a:noFill/>
            <a:ln w="19050">
              <a:solidFill>
                <a:schemeClr val="tx1"/>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sp>
          <p:nvSpPr>
            <p:cNvPr id="48154" name="Rectangle 26"/>
            <p:cNvSpPr>
              <a:spLocks noChangeArrowheads="1"/>
            </p:cNvSpPr>
            <p:nvPr/>
          </p:nvSpPr>
          <p:spPr bwMode="auto">
            <a:xfrm>
              <a:off x="2251" y="1364"/>
              <a:ext cx="294"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spAutoFit/>
            </a:bodyPr>
            <a:lstStyle/>
            <a:p>
              <a:pPr eaLnBrk="1" hangingPunct="1"/>
              <a:r>
                <a:rPr lang="en-US" altLang="zh-CN">
                  <a:solidFill>
                    <a:srgbClr val="000000"/>
                  </a:solidFill>
                  <a:latin typeface="Times New Roman" panose="02020603050405020304" pitchFamily="18" charset="0"/>
                </a:rPr>
                <a:t> </a:t>
              </a:r>
              <a:r>
                <a:rPr lang="en-US" altLang="zh-CN" i="1">
                  <a:solidFill>
                    <a:srgbClr val="000000"/>
                  </a:solidFill>
                  <a:latin typeface="Times New Roman" panose="02020603050405020304" pitchFamily="18" charset="0"/>
                </a:rPr>
                <a:t>Y</a:t>
              </a:r>
              <a:r>
                <a:rPr lang="en-US" altLang="zh-CN" baseline="-25000">
                  <a:solidFill>
                    <a:srgbClr val="000000"/>
                  </a:solidFill>
                  <a:latin typeface="Times New Roman" panose="02020603050405020304" pitchFamily="18" charset="0"/>
                </a:rPr>
                <a:t>11</a:t>
              </a:r>
              <a:endParaRPr lang="en-US" altLang="zh-CN">
                <a:latin typeface="Times New Roman" panose="02020603050405020304" pitchFamily="18" charset="0"/>
              </a:endParaRPr>
            </a:p>
          </p:txBody>
        </p:sp>
        <p:sp>
          <p:nvSpPr>
            <p:cNvPr id="48155" name="Rectangle 27"/>
            <p:cNvSpPr>
              <a:spLocks noChangeArrowheads="1"/>
            </p:cNvSpPr>
            <p:nvPr/>
          </p:nvSpPr>
          <p:spPr bwMode="auto">
            <a:xfrm>
              <a:off x="4495" y="1382"/>
              <a:ext cx="294"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spAutoFit/>
            </a:bodyPr>
            <a:lstStyle/>
            <a:p>
              <a:pPr eaLnBrk="1" hangingPunct="1"/>
              <a:r>
                <a:rPr lang="en-US" altLang="zh-CN">
                  <a:solidFill>
                    <a:srgbClr val="000000"/>
                  </a:solidFill>
                  <a:latin typeface="Times New Roman" panose="02020603050405020304" pitchFamily="18" charset="0"/>
                </a:rPr>
                <a:t> </a:t>
              </a:r>
              <a:r>
                <a:rPr lang="en-US" altLang="zh-CN" i="1">
                  <a:solidFill>
                    <a:srgbClr val="000000"/>
                  </a:solidFill>
                  <a:latin typeface="Times New Roman" panose="02020603050405020304" pitchFamily="18" charset="0"/>
                </a:rPr>
                <a:t>Y</a:t>
              </a:r>
              <a:r>
                <a:rPr lang="en-US" altLang="zh-CN" baseline="-25000">
                  <a:solidFill>
                    <a:srgbClr val="000000"/>
                  </a:solidFill>
                  <a:latin typeface="Times New Roman" panose="02020603050405020304" pitchFamily="18" charset="0"/>
                </a:rPr>
                <a:t>22</a:t>
              </a:r>
              <a:endParaRPr lang="en-US" altLang="zh-CN">
                <a:latin typeface="Times New Roman" panose="02020603050405020304" pitchFamily="18" charset="0"/>
              </a:endParaRPr>
            </a:p>
          </p:txBody>
        </p:sp>
        <p:sp>
          <p:nvSpPr>
            <p:cNvPr id="48156" name="AutoShape 28"/>
            <p:cNvSpPr>
              <a:spLocks noChangeArrowheads="1"/>
            </p:cNvSpPr>
            <p:nvPr/>
          </p:nvSpPr>
          <p:spPr bwMode="auto">
            <a:xfrm>
              <a:off x="3674" y="1292"/>
              <a:ext cx="216" cy="384"/>
            </a:xfrm>
            <a:prstGeom prst="diamond">
              <a:avLst/>
            </a:prstGeom>
            <a:solidFill>
              <a:srgbClr val="FFFF99"/>
            </a:solidFill>
            <a:ln w="31750">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48157" name="Line 29"/>
            <p:cNvSpPr>
              <a:spLocks noChangeShapeType="1"/>
            </p:cNvSpPr>
            <p:nvPr/>
          </p:nvSpPr>
          <p:spPr bwMode="auto">
            <a:xfrm>
              <a:off x="3680" y="1490"/>
              <a:ext cx="210"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sp>
          <p:nvSpPr>
            <p:cNvPr id="48158" name="Line 30"/>
            <p:cNvSpPr>
              <a:spLocks noChangeShapeType="1"/>
            </p:cNvSpPr>
            <p:nvPr/>
          </p:nvSpPr>
          <p:spPr bwMode="auto">
            <a:xfrm>
              <a:off x="3782" y="1028"/>
              <a:ext cx="0" cy="31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sp>
          <p:nvSpPr>
            <p:cNvPr id="48159" name="Line 31"/>
            <p:cNvSpPr>
              <a:spLocks noChangeShapeType="1"/>
            </p:cNvSpPr>
            <p:nvPr/>
          </p:nvSpPr>
          <p:spPr bwMode="auto">
            <a:xfrm>
              <a:off x="3790" y="1664"/>
              <a:ext cx="0" cy="31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graphicFrame>
          <p:nvGraphicFramePr>
            <p:cNvPr id="48160" name="Object 32"/>
            <p:cNvGraphicFramePr>
              <a:graphicFrameLocks noChangeAspect="1"/>
            </p:cNvGraphicFramePr>
            <p:nvPr/>
          </p:nvGraphicFramePr>
          <p:xfrm>
            <a:off x="3854" y="1535"/>
            <a:ext cx="481" cy="288"/>
          </p:xfrm>
          <a:graphic>
            <a:graphicData uri="http://schemas.openxmlformats.org/presentationml/2006/ole">
              <mc:AlternateContent xmlns:mc="http://schemas.openxmlformats.org/markup-compatibility/2006">
                <mc:Choice xmlns:v="urn:schemas-microsoft-com:vml" Requires="v">
                  <p:oleObj spid="_x0000_s197805" name="Equation" r:id="rId13" imgW="380880" imgH="228600" progId="Equation.3">
                    <p:embed/>
                  </p:oleObj>
                </mc:Choice>
                <mc:Fallback>
                  <p:oleObj name="Equation" r:id="rId13" imgW="380880" imgH="228600" progId="Equation.3">
                    <p:embed/>
                    <p:pic>
                      <p:nvPicPr>
                        <p:cNvPr id="0" name="Object 32"/>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854" y="1535"/>
                          <a:ext cx="481"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8161" name="Line 33"/>
            <p:cNvSpPr>
              <a:spLocks noChangeShapeType="1"/>
            </p:cNvSpPr>
            <p:nvPr/>
          </p:nvSpPr>
          <p:spPr bwMode="auto">
            <a:xfrm flipH="1">
              <a:off x="3326" y="1028"/>
              <a:ext cx="0" cy="42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sp>
          <p:nvSpPr>
            <p:cNvPr id="48162" name="Line 34"/>
            <p:cNvSpPr>
              <a:spLocks noChangeShapeType="1"/>
            </p:cNvSpPr>
            <p:nvPr/>
          </p:nvSpPr>
          <p:spPr bwMode="auto">
            <a:xfrm>
              <a:off x="3322" y="1664"/>
              <a:ext cx="0" cy="31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graphicFrame>
          <p:nvGraphicFramePr>
            <p:cNvPr id="48163" name="Object 35"/>
            <p:cNvGraphicFramePr>
              <a:graphicFrameLocks noChangeAspect="1"/>
            </p:cNvGraphicFramePr>
            <p:nvPr/>
          </p:nvGraphicFramePr>
          <p:xfrm>
            <a:off x="2758" y="1481"/>
            <a:ext cx="481" cy="288"/>
          </p:xfrm>
          <a:graphic>
            <a:graphicData uri="http://schemas.openxmlformats.org/presentationml/2006/ole">
              <mc:AlternateContent xmlns:mc="http://schemas.openxmlformats.org/markup-compatibility/2006">
                <mc:Choice xmlns:v="urn:schemas-microsoft-com:vml" Requires="v">
                  <p:oleObj spid="_x0000_s197806" name="Equation" r:id="rId15" imgW="380880" imgH="228600" progId="Equation.3">
                    <p:embed/>
                  </p:oleObj>
                </mc:Choice>
                <mc:Fallback>
                  <p:oleObj name="Equation" r:id="rId15" imgW="380880" imgH="228600" progId="Equation.3">
                    <p:embed/>
                    <p:pic>
                      <p:nvPicPr>
                        <p:cNvPr id="0" name="Object 35"/>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758" y="1481"/>
                          <a:ext cx="481"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48168" name="Group 40"/>
            <p:cNvGrpSpPr>
              <a:grpSpLocks/>
            </p:cNvGrpSpPr>
            <p:nvPr/>
          </p:nvGrpSpPr>
          <p:grpSpPr bwMode="auto">
            <a:xfrm>
              <a:off x="3212" y="1282"/>
              <a:ext cx="222" cy="384"/>
              <a:chOff x="3596" y="1346"/>
              <a:chExt cx="222" cy="384"/>
            </a:xfrm>
          </p:grpSpPr>
          <p:sp>
            <p:nvSpPr>
              <p:cNvPr id="48169" name="AutoShape 41"/>
              <p:cNvSpPr>
                <a:spLocks noChangeArrowheads="1"/>
              </p:cNvSpPr>
              <p:nvPr/>
            </p:nvSpPr>
            <p:spPr bwMode="auto">
              <a:xfrm>
                <a:off x="3596" y="1346"/>
                <a:ext cx="216" cy="384"/>
              </a:xfrm>
              <a:prstGeom prst="diamond">
                <a:avLst/>
              </a:prstGeom>
              <a:solidFill>
                <a:srgbClr val="FFFF99"/>
              </a:solidFill>
              <a:ln w="31750">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48170" name="Line 42"/>
              <p:cNvSpPr>
                <a:spLocks noChangeShapeType="1"/>
              </p:cNvSpPr>
              <p:nvPr/>
            </p:nvSpPr>
            <p:spPr bwMode="auto">
              <a:xfrm>
                <a:off x="3608" y="1550"/>
                <a:ext cx="210"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grpSp>
        <p:sp>
          <p:nvSpPr>
            <p:cNvPr id="48208" name="Line 80"/>
            <p:cNvSpPr>
              <a:spLocks noChangeShapeType="1"/>
            </p:cNvSpPr>
            <p:nvPr/>
          </p:nvSpPr>
          <p:spPr bwMode="auto">
            <a:xfrm>
              <a:off x="2232" y="972"/>
              <a:ext cx="306"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48209" name="Line 81"/>
            <p:cNvSpPr>
              <a:spLocks noChangeShapeType="1"/>
            </p:cNvSpPr>
            <p:nvPr/>
          </p:nvSpPr>
          <p:spPr bwMode="auto">
            <a:xfrm flipH="1">
              <a:off x="4590" y="978"/>
              <a:ext cx="240"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48210" name="Line 82"/>
            <p:cNvSpPr>
              <a:spLocks noChangeShapeType="1"/>
            </p:cNvSpPr>
            <p:nvPr/>
          </p:nvSpPr>
          <p:spPr bwMode="auto">
            <a:xfrm>
              <a:off x="3270" y="1698"/>
              <a:ext cx="0" cy="216"/>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48211" name="Line 83"/>
            <p:cNvSpPr>
              <a:spLocks noChangeShapeType="1"/>
            </p:cNvSpPr>
            <p:nvPr/>
          </p:nvSpPr>
          <p:spPr bwMode="auto">
            <a:xfrm>
              <a:off x="3846" y="1692"/>
              <a:ext cx="0" cy="216"/>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grpSp>
        <p:nvGrpSpPr>
          <p:cNvPr id="48222" name="Group 94"/>
          <p:cNvGrpSpPr>
            <a:grpSpLocks/>
          </p:cNvGrpSpPr>
          <p:nvPr/>
        </p:nvGrpSpPr>
        <p:grpSpPr bwMode="auto">
          <a:xfrm>
            <a:off x="3232150" y="3940175"/>
            <a:ext cx="5222875" cy="2206625"/>
            <a:chOff x="1186" y="2266"/>
            <a:chExt cx="3290" cy="1390"/>
          </a:xfrm>
        </p:grpSpPr>
        <p:sp>
          <p:nvSpPr>
            <p:cNvPr id="48172" name="Line 44"/>
            <p:cNvSpPr>
              <a:spLocks noChangeShapeType="1"/>
            </p:cNvSpPr>
            <p:nvPr/>
          </p:nvSpPr>
          <p:spPr bwMode="auto">
            <a:xfrm>
              <a:off x="3393" y="2675"/>
              <a:ext cx="892" cy="1"/>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73" name="Line 45"/>
            <p:cNvSpPr>
              <a:spLocks noChangeShapeType="1"/>
            </p:cNvSpPr>
            <p:nvPr/>
          </p:nvSpPr>
          <p:spPr bwMode="auto">
            <a:xfrm flipH="1">
              <a:off x="1341" y="2671"/>
              <a:ext cx="2075" cy="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74" name="Line 46"/>
            <p:cNvSpPr>
              <a:spLocks noChangeShapeType="1"/>
            </p:cNvSpPr>
            <p:nvPr/>
          </p:nvSpPr>
          <p:spPr bwMode="auto">
            <a:xfrm>
              <a:off x="1353" y="3614"/>
              <a:ext cx="2949" cy="1"/>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75" name="Rectangle 47"/>
            <p:cNvSpPr>
              <a:spLocks noChangeArrowheads="1"/>
            </p:cNvSpPr>
            <p:nvPr/>
          </p:nvSpPr>
          <p:spPr bwMode="auto">
            <a:xfrm>
              <a:off x="1831" y="2350"/>
              <a:ext cx="542"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spAutoFit/>
            </a:bodyPr>
            <a:lstStyle/>
            <a:p>
              <a:pPr eaLnBrk="1" hangingPunct="1"/>
              <a:r>
                <a:rPr lang="en-US" altLang="zh-CN" b="0">
                  <a:latin typeface="黑体" panose="02010609060101010101" pitchFamily="49" charset="-122"/>
                  <a:ea typeface="黑体" panose="02010609060101010101" pitchFamily="49" charset="-122"/>
                  <a:sym typeface="Symbol" panose="05050102010706020507" pitchFamily="18" charset="2"/>
                </a:rPr>
                <a:t>-</a:t>
              </a:r>
              <a:r>
                <a:rPr lang="en-US" altLang="zh-CN" i="1">
                  <a:solidFill>
                    <a:srgbClr val="000000"/>
                  </a:solidFill>
                  <a:latin typeface="Times New Roman" panose="02020603050405020304" pitchFamily="18" charset="0"/>
                </a:rPr>
                <a:t> Y</a:t>
              </a:r>
              <a:r>
                <a:rPr lang="en-US" altLang="zh-CN" baseline="-25000">
                  <a:solidFill>
                    <a:srgbClr val="000000"/>
                  </a:solidFill>
                  <a:latin typeface="Times New Roman" panose="02020603050405020304" pitchFamily="18" charset="0"/>
                </a:rPr>
                <a:t>12</a:t>
              </a:r>
            </a:p>
          </p:txBody>
        </p:sp>
        <p:sp>
          <p:nvSpPr>
            <p:cNvPr id="48176" name="Text Box 48"/>
            <p:cNvSpPr txBox="1">
              <a:spLocks noChangeArrowheads="1"/>
            </p:cNvSpPr>
            <p:nvPr/>
          </p:nvSpPr>
          <p:spPr bwMode="auto">
            <a:xfrm>
              <a:off x="1197" y="2685"/>
              <a:ext cx="267"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Lst>
          </p:spPr>
          <p:txBody>
            <a:bodyPr>
              <a:spAutoFit/>
            </a:bodyPr>
            <a:lstStyle/>
            <a:p>
              <a:pPr algn="l" eaLnBrk="1" hangingPunct="1">
                <a:spcBef>
                  <a:spcPct val="50000"/>
                </a:spcBef>
              </a:pPr>
              <a:r>
                <a:rPr lang="en-US" altLang="zh-CN">
                  <a:latin typeface="Times New Roman" panose="02020603050405020304" pitchFamily="18" charset="0"/>
                </a:rPr>
                <a:t>+</a:t>
              </a:r>
            </a:p>
          </p:txBody>
        </p:sp>
        <p:sp>
          <p:nvSpPr>
            <p:cNvPr id="48177" name="Text Box 49"/>
            <p:cNvSpPr txBox="1">
              <a:spLocks noChangeArrowheads="1"/>
            </p:cNvSpPr>
            <p:nvPr/>
          </p:nvSpPr>
          <p:spPr bwMode="auto">
            <a:xfrm>
              <a:off x="1214" y="3307"/>
              <a:ext cx="267"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Lst>
          </p:spPr>
          <p:txBody>
            <a:bodyPr>
              <a:spAutoFit/>
            </a:bodyPr>
            <a:lstStyle/>
            <a:p>
              <a:pPr algn="l" eaLnBrk="1" hangingPunct="1">
                <a:spcBef>
                  <a:spcPct val="50000"/>
                </a:spcBef>
              </a:pPr>
              <a:r>
                <a:rPr lang="en-US" altLang="zh-CN" b="0">
                  <a:latin typeface="黑体" panose="02010609060101010101" pitchFamily="49" charset="-122"/>
                  <a:ea typeface="黑体" panose="02010609060101010101" pitchFamily="49" charset="-122"/>
                  <a:sym typeface="Symbol" panose="05050102010706020507" pitchFamily="18" charset="2"/>
                </a:rPr>
                <a:t>-</a:t>
              </a:r>
            </a:p>
          </p:txBody>
        </p:sp>
        <p:sp>
          <p:nvSpPr>
            <p:cNvPr id="48178" name="Text Box 50"/>
            <p:cNvSpPr txBox="1">
              <a:spLocks noChangeArrowheads="1"/>
            </p:cNvSpPr>
            <p:nvPr/>
          </p:nvSpPr>
          <p:spPr bwMode="auto">
            <a:xfrm>
              <a:off x="4209" y="2691"/>
              <a:ext cx="267"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Lst>
          </p:spPr>
          <p:txBody>
            <a:bodyPr>
              <a:spAutoFit/>
            </a:bodyPr>
            <a:lstStyle/>
            <a:p>
              <a:pPr algn="l" eaLnBrk="1" hangingPunct="1">
                <a:spcBef>
                  <a:spcPct val="50000"/>
                </a:spcBef>
              </a:pPr>
              <a:r>
                <a:rPr lang="en-US" altLang="zh-CN">
                  <a:latin typeface="Times New Roman" panose="02020603050405020304" pitchFamily="18" charset="0"/>
                </a:rPr>
                <a:t>+</a:t>
              </a:r>
            </a:p>
          </p:txBody>
        </p:sp>
        <p:sp>
          <p:nvSpPr>
            <p:cNvPr id="48179" name="Text Box 51"/>
            <p:cNvSpPr txBox="1">
              <a:spLocks noChangeArrowheads="1"/>
            </p:cNvSpPr>
            <p:nvPr/>
          </p:nvSpPr>
          <p:spPr bwMode="auto">
            <a:xfrm>
              <a:off x="4202" y="3313"/>
              <a:ext cx="267"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Lst>
          </p:spPr>
          <p:txBody>
            <a:bodyPr>
              <a:spAutoFit/>
            </a:bodyPr>
            <a:lstStyle/>
            <a:p>
              <a:pPr algn="l" eaLnBrk="1" hangingPunct="1">
                <a:spcBef>
                  <a:spcPct val="50000"/>
                </a:spcBef>
              </a:pPr>
              <a:r>
                <a:rPr lang="en-US" altLang="zh-CN" b="0">
                  <a:latin typeface="黑体" panose="02010609060101010101" pitchFamily="49" charset="-122"/>
                  <a:ea typeface="黑体" panose="02010609060101010101" pitchFamily="49" charset="-122"/>
                  <a:sym typeface="Symbol" panose="05050102010706020507" pitchFamily="18" charset="2"/>
                </a:rPr>
                <a:t>-</a:t>
              </a:r>
            </a:p>
          </p:txBody>
        </p:sp>
        <p:graphicFrame>
          <p:nvGraphicFramePr>
            <p:cNvPr id="48180" name="Object 52"/>
            <p:cNvGraphicFramePr>
              <a:graphicFrameLocks noChangeAspect="1"/>
            </p:cNvGraphicFramePr>
            <p:nvPr/>
          </p:nvGraphicFramePr>
          <p:xfrm>
            <a:off x="1186" y="2968"/>
            <a:ext cx="256" cy="290"/>
          </p:xfrm>
          <a:graphic>
            <a:graphicData uri="http://schemas.openxmlformats.org/presentationml/2006/ole">
              <mc:AlternateContent xmlns:mc="http://schemas.openxmlformats.org/markup-compatibility/2006">
                <mc:Choice xmlns:v="urn:schemas-microsoft-com:vml" Requires="v">
                  <p:oleObj spid="_x0000_s197807" name="Equation" r:id="rId17" imgW="203040" imgH="228600" progId="Equation.3">
                    <p:embed/>
                  </p:oleObj>
                </mc:Choice>
                <mc:Fallback>
                  <p:oleObj name="Equation" r:id="rId17" imgW="203040" imgH="228600" progId="Equation.3">
                    <p:embed/>
                    <p:pic>
                      <p:nvPicPr>
                        <p:cNvPr id="0" name="Object 52"/>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186" y="2968"/>
                          <a:ext cx="256" cy="2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8181" name="Object 53"/>
            <p:cNvGraphicFramePr>
              <a:graphicFrameLocks noChangeAspect="1"/>
            </p:cNvGraphicFramePr>
            <p:nvPr/>
          </p:nvGraphicFramePr>
          <p:xfrm>
            <a:off x="1402" y="2276"/>
            <a:ext cx="208" cy="290"/>
          </p:xfrm>
          <a:graphic>
            <a:graphicData uri="http://schemas.openxmlformats.org/presentationml/2006/ole">
              <mc:AlternateContent xmlns:mc="http://schemas.openxmlformats.org/markup-compatibility/2006">
                <mc:Choice xmlns:v="urn:schemas-microsoft-com:vml" Requires="v">
                  <p:oleObj spid="_x0000_s197808" name="Equation" r:id="rId19" imgW="164880" imgH="228600" progId="Equation.3">
                    <p:embed/>
                  </p:oleObj>
                </mc:Choice>
                <mc:Fallback>
                  <p:oleObj name="Equation" r:id="rId19" imgW="164880" imgH="228600" progId="Equation.3">
                    <p:embed/>
                    <p:pic>
                      <p:nvPicPr>
                        <p:cNvPr id="0" name="Object 53"/>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402" y="2276"/>
                          <a:ext cx="208" cy="2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8182" name="Object 54"/>
            <p:cNvGraphicFramePr>
              <a:graphicFrameLocks noChangeAspect="1"/>
            </p:cNvGraphicFramePr>
            <p:nvPr/>
          </p:nvGraphicFramePr>
          <p:xfrm>
            <a:off x="4070" y="2266"/>
            <a:ext cx="224" cy="289"/>
          </p:xfrm>
          <a:graphic>
            <a:graphicData uri="http://schemas.openxmlformats.org/presentationml/2006/ole">
              <mc:AlternateContent xmlns:mc="http://schemas.openxmlformats.org/markup-compatibility/2006">
                <mc:Choice xmlns:v="urn:schemas-microsoft-com:vml" Requires="v">
                  <p:oleObj spid="_x0000_s197809" name="Equation" r:id="rId21" imgW="177480" imgH="228600" progId="Equation.3">
                    <p:embed/>
                  </p:oleObj>
                </mc:Choice>
                <mc:Fallback>
                  <p:oleObj name="Equation" r:id="rId21" imgW="177480" imgH="228600" progId="Equation.3">
                    <p:embed/>
                    <p:pic>
                      <p:nvPicPr>
                        <p:cNvPr id="0" name="Object 54"/>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4070" y="2266"/>
                          <a:ext cx="224" cy="28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8183" name="Object 55"/>
            <p:cNvGraphicFramePr>
              <a:graphicFrameLocks noChangeAspect="1"/>
            </p:cNvGraphicFramePr>
            <p:nvPr/>
          </p:nvGraphicFramePr>
          <p:xfrm>
            <a:off x="4216" y="2980"/>
            <a:ext cx="256" cy="290"/>
          </p:xfrm>
          <a:graphic>
            <a:graphicData uri="http://schemas.openxmlformats.org/presentationml/2006/ole">
              <mc:AlternateContent xmlns:mc="http://schemas.openxmlformats.org/markup-compatibility/2006">
                <mc:Choice xmlns:v="urn:schemas-microsoft-com:vml" Requires="v">
                  <p:oleObj spid="_x0000_s197810" name="Equation" r:id="rId23" imgW="203040" imgH="228600" progId="Equation.3">
                    <p:embed/>
                  </p:oleObj>
                </mc:Choice>
                <mc:Fallback>
                  <p:oleObj name="Equation" r:id="rId23" imgW="203040" imgH="228600" progId="Equation.3">
                    <p:embed/>
                    <p:pic>
                      <p:nvPicPr>
                        <p:cNvPr id="0" name="Object 55"/>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4216" y="2980"/>
                          <a:ext cx="256" cy="2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8185" name="Rectangle 57"/>
            <p:cNvSpPr>
              <a:spLocks noChangeArrowheads="1"/>
            </p:cNvSpPr>
            <p:nvPr/>
          </p:nvSpPr>
          <p:spPr bwMode="auto">
            <a:xfrm>
              <a:off x="2874" y="2988"/>
              <a:ext cx="123" cy="313"/>
            </a:xfrm>
            <a:prstGeom prst="rect">
              <a:avLst/>
            </a:prstGeom>
            <a:solidFill>
              <a:srgbClr val="FFFF99"/>
            </a:solidFill>
            <a:ln w="31750">
              <a:solidFill>
                <a:srgbClr val="000000"/>
              </a:solidFill>
              <a:miter lim="800000"/>
              <a:headEnd/>
              <a:tailEnd/>
            </a:ln>
          </p:spPr>
          <p:txBody>
            <a:bodyPr/>
            <a:lstStyle/>
            <a:p>
              <a:endParaRPr lang="zh-CN" altLang="en-US"/>
            </a:p>
          </p:txBody>
        </p:sp>
        <p:sp>
          <p:nvSpPr>
            <p:cNvPr id="48186" name="Line 58"/>
            <p:cNvSpPr>
              <a:spLocks noChangeShapeType="1"/>
            </p:cNvSpPr>
            <p:nvPr/>
          </p:nvSpPr>
          <p:spPr bwMode="auto">
            <a:xfrm>
              <a:off x="2935" y="2681"/>
              <a:ext cx="1" cy="30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87" name="Line 59"/>
            <p:cNvSpPr>
              <a:spLocks noChangeShapeType="1"/>
            </p:cNvSpPr>
            <p:nvPr/>
          </p:nvSpPr>
          <p:spPr bwMode="auto">
            <a:xfrm>
              <a:off x="2935" y="3309"/>
              <a:ext cx="1" cy="311"/>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88" name="Oval 60"/>
            <p:cNvSpPr>
              <a:spLocks noChangeArrowheads="1"/>
            </p:cNvSpPr>
            <p:nvPr/>
          </p:nvSpPr>
          <p:spPr bwMode="auto">
            <a:xfrm>
              <a:off x="1276" y="2640"/>
              <a:ext cx="68" cy="68"/>
            </a:xfrm>
            <a:prstGeom prst="ellipse">
              <a:avLst/>
            </a:prstGeom>
            <a:noFill/>
            <a:ln w="19050">
              <a:solidFill>
                <a:schemeClr val="tx1"/>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sp>
          <p:nvSpPr>
            <p:cNvPr id="48189" name="Oval 61"/>
            <p:cNvSpPr>
              <a:spLocks noChangeArrowheads="1"/>
            </p:cNvSpPr>
            <p:nvPr/>
          </p:nvSpPr>
          <p:spPr bwMode="auto">
            <a:xfrm>
              <a:off x="1294" y="3576"/>
              <a:ext cx="68" cy="68"/>
            </a:xfrm>
            <a:prstGeom prst="ellipse">
              <a:avLst/>
            </a:prstGeom>
            <a:noFill/>
            <a:ln w="19050">
              <a:solidFill>
                <a:schemeClr val="tx1"/>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sp>
          <p:nvSpPr>
            <p:cNvPr id="48190" name="Oval 62"/>
            <p:cNvSpPr>
              <a:spLocks noChangeArrowheads="1"/>
            </p:cNvSpPr>
            <p:nvPr/>
          </p:nvSpPr>
          <p:spPr bwMode="auto">
            <a:xfrm>
              <a:off x="4282" y="2646"/>
              <a:ext cx="68" cy="68"/>
            </a:xfrm>
            <a:prstGeom prst="ellipse">
              <a:avLst/>
            </a:prstGeom>
            <a:noFill/>
            <a:ln w="19050">
              <a:solidFill>
                <a:schemeClr val="tx1"/>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sp>
          <p:nvSpPr>
            <p:cNvPr id="48191" name="Oval 63"/>
            <p:cNvSpPr>
              <a:spLocks noChangeArrowheads="1"/>
            </p:cNvSpPr>
            <p:nvPr/>
          </p:nvSpPr>
          <p:spPr bwMode="auto">
            <a:xfrm>
              <a:off x="4294" y="3588"/>
              <a:ext cx="68" cy="68"/>
            </a:xfrm>
            <a:prstGeom prst="ellipse">
              <a:avLst/>
            </a:prstGeom>
            <a:noFill/>
            <a:ln w="19050">
              <a:solidFill>
                <a:schemeClr val="tx1"/>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graphicFrame>
          <p:nvGraphicFramePr>
            <p:cNvPr id="48192" name="Object 64"/>
            <p:cNvGraphicFramePr>
              <a:graphicFrameLocks noChangeAspect="1"/>
            </p:cNvGraphicFramePr>
            <p:nvPr/>
          </p:nvGraphicFramePr>
          <p:xfrm>
            <a:off x="3300" y="3283"/>
            <a:ext cx="907" cy="261"/>
          </p:xfrm>
          <a:graphic>
            <a:graphicData uri="http://schemas.openxmlformats.org/presentationml/2006/ole">
              <mc:AlternateContent xmlns:mc="http://schemas.openxmlformats.org/markup-compatibility/2006">
                <mc:Choice xmlns:v="urn:schemas-microsoft-com:vml" Requires="v">
                  <p:oleObj spid="_x0000_s197811" name="Equation" r:id="rId25" imgW="799920" imgH="228600" progId="Equation.3">
                    <p:embed/>
                  </p:oleObj>
                </mc:Choice>
                <mc:Fallback>
                  <p:oleObj name="Equation" r:id="rId25" imgW="799920" imgH="228600" progId="Equation.3">
                    <p:embed/>
                    <p:pic>
                      <p:nvPicPr>
                        <p:cNvPr id="0" name="Object 64"/>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3300" y="3283"/>
                          <a:ext cx="907" cy="26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8194" name="Rectangle 66"/>
            <p:cNvSpPr>
              <a:spLocks noChangeArrowheads="1"/>
            </p:cNvSpPr>
            <p:nvPr/>
          </p:nvSpPr>
          <p:spPr bwMode="auto">
            <a:xfrm>
              <a:off x="1622" y="2994"/>
              <a:ext cx="123" cy="313"/>
            </a:xfrm>
            <a:prstGeom prst="rect">
              <a:avLst/>
            </a:prstGeom>
            <a:solidFill>
              <a:srgbClr val="FFFF99"/>
            </a:solidFill>
            <a:ln w="31750">
              <a:solidFill>
                <a:srgbClr val="000000"/>
              </a:solidFill>
              <a:miter lim="800000"/>
              <a:headEnd/>
              <a:tailEnd/>
            </a:ln>
          </p:spPr>
          <p:txBody>
            <a:bodyPr/>
            <a:lstStyle/>
            <a:p>
              <a:endParaRPr lang="zh-CN" altLang="en-US"/>
            </a:p>
          </p:txBody>
        </p:sp>
        <p:sp>
          <p:nvSpPr>
            <p:cNvPr id="48195" name="Line 67"/>
            <p:cNvSpPr>
              <a:spLocks noChangeShapeType="1"/>
            </p:cNvSpPr>
            <p:nvPr/>
          </p:nvSpPr>
          <p:spPr bwMode="auto">
            <a:xfrm>
              <a:off x="1683" y="2669"/>
              <a:ext cx="1" cy="323"/>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96" name="Line 68"/>
            <p:cNvSpPr>
              <a:spLocks noChangeShapeType="1"/>
            </p:cNvSpPr>
            <p:nvPr/>
          </p:nvSpPr>
          <p:spPr bwMode="auto">
            <a:xfrm>
              <a:off x="1683" y="3309"/>
              <a:ext cx="1" cy="311"/>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98" name="AutoShape 70"/>
            <p:cNvSpPr>
              <a:spLocks noChangeArrowheads="1"/>
            </p:cNvSpPr>
            <p:nvPr/>
          </p:nvSpPr>
          <p:spPr bwMode="auto">
            <a:xfrm rot="5400000">
              <a:off x="3058" y="3016"/>
              <a:ext cx="396" cy="222"/>
            </a:xfrm>
            <a:prstGeom prst="diamond">
              <a:avLst/>
            </a:prstGeom>
            <a:solidFill>
              <a:srgbClr val="FFFF99"/>
            </a:solidFill>
            <a:ln w="31750">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48199" name="Line 71"/>
            <p:cNvSpPr>
              <a:spLocks noChangeShapeType="1"/>
            </p:cNvSpPr>
            <p:nvPr/>
          </p:nvSpPr>
          <p:spPr bwMode="auto">
            <a:xfrm>
              <a:off x="3255" y="2665"/>
              <a:ext cx="1" cy="30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200" name="Line 72"/>
            <p:cNvSpPr>
              <a:spLocks noChangeShapeType="1"/>
            </p:cNvSpPr>
            <p:nvPr/>
          </p:nvSpPr>
          <p:spPr bwMode="auto">
            <a:xfrm>
              <a:off x="3261" y="3299"/>
              <a:ext cx="1" cy="311"/>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201" name="Line 73"/>
            <p:cNvSpPr>
              <a:spLocks noChangeShapeType="1"/>
            </p:cNvSpPr>
            <p:nvPr/>
          </p:nvSpPr>
          <p:spPr bwMode="auto">
            <a:xfrm>
              <a:off x="3136" y="3130"/>
              <a:ext cx="228"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48202" name="Rectangle 74"/>
            <p:cNvSpPr>
              <a:spLocks noChangeArrowheads="1"/>
            </p:cNvSpPr>
            <p:nvPr/>
          </p:nvSpPr>
          <p:spPr bwMode="auto">
            <a:xfrm>
              <a:off x="2037" y="2624"/>
              <a:ext cx="322" cy="114"/>
            </a:xfrm>
            <a:prstGeom prst="rect">
              <a:avLst/>
            </a:prstGeom>
            <a:solidFill>
              <a:srgbClr val="FFFF99"/>
            </a:solidFill>
            <a:ln w="31750">
              <a:solidFill>
                <a:srgbClr val="000000"/>
              </a:solidFill>
              <a:miter lim="800000"/>
              <a:headEnd/>
              <a:tailEnd/>
            </a:ln>
          </p:spPr>
          <p:txBody>
            <a:bodyPr/>
            <a:lstStyle/>
            <a:p>
              <a:endParaRPr lang="zh-CN" altLang="en-US"/>
            </a:p>
          </p:txBody>
        </p:sp>
        <p:sp>
          <p:nvSpPr>
            <p:cNvPr id="48205" name="Rectangle 77"/>
            <p:cNvSpPr>
              <a:spLocks noChangeArrowheads="1"/>
            </p:cNvSpPr>
            <p:nvPr/>
          </p:nvSpPr>
          <p:spPr bwMode="auto">
            <a:xfrm>
              <a:off x="1719" y="2910"/>
              <a:ext cx="758"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spAutoFit/>
            </a:bodyPr>
            <a:lstStyle/>
            <a:p>
              <a:pPr eaLnBrk="1" hangingPunct="1"/>
              <a:r>
                <a:rPr lang="en-US" altLang="zh-CN">
                  <a:solidFill>
                    <a:srgbClr val="000000"/>
                  </a:solidFill>
                  <a:latin typeface="Times New Roman" panose="02020603050405020304" pitchFamily="18" charset="0"/>
                </a:rPr>
                <a:t> </a:t>
              </a:r>
              <a:r>
                <a:rPr lang="en-US" altLang="zh-CN" i="1">
                  <a:solidFill>
                    <a:srgbClr val="000000"/>
                  </a:solidFill>
                  <a:latin typeface="Times New Roman" panose="02020603050405020304" pitchFamily="18" charset="0"/>
                </a:rPr>
                <a:t>Y</a:t>
              </a:r>
              <a:r>
                <a:rPr lang="en-US" altLang="zh-CN" baseline="-25000">
                  <a:solidFill>
                    <a:srgbClr val="000000"/>
                  </a:solidFill>
                  <a:latin typeface="Times New Roman" panose="02020603050405020304" pitchFamily="18" charset="0"/>
                </a:rPr>
                <a:t>11</a:t>
              </a:r>
              <a:r>
                <a:rPr lang="en-US" altLang="zh-CN">
                  <a:solidFill>
                    <a:srgbClr val="000000"/>
                  </a:solidFill>
                  <a:latin typeface="Times New Roman" panose="02020603050405020304" pitchFamily="18" charset="0"/>
                </a:rPr>
                <a:t> </a:t>
              </a:r>
              <a:r>
                <a:rPr lang="en-US" altLang="zh-CN" i="1">
                  <a:solidFill>
                    <a:srgbClr val="000000"/>
                  </a:solidFill>
                  <a:latin typeface="Times New Roman" panose="02020603050405020304" pitchFamily="18" charset="0"/>
                </a:rPr>
                <a:t>+Y</a:t>
              </a:r>
              <a:r>
                <a:rPr lang="en-US" altLang="zh-CN" baseline="-25000">
                  <a:solidFill>
                    <a:srgbClr val="000000"/>
                  </a:solidFill>
                  <a:latin typeface="Times New Roman" panose="02020603050405020304" pitchFamily="18" charset="0"/>
                </a:rPr>
                <a:t>12</a:t>
              </a:r>
            </a:p>
          </p:txBody>
        </p:sp>
        <p:sp>
          <p:nvSpPr>
            <p:cNvPr id="48206" name="Rectangle 78"/>
            <p:cNvSpPr>
              <a:spLocks noChangeArrowheads="1"/>
            </p:cNvSpPr>
            <p:nvPr/>
          </p:nvSpPr>
          <p:spPr bwMode="auto">
            <a:xfrm>
              <a:off x="2095" y="3214"/>
              <a:ext cx="758"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spAutoFit/>
            </a:bodyPr>
            <a:lstStyle/>
            <a:p>
              <a:pPr eaLnBrk="1" hangingPunct="1"/>
              <a:r>
                <a:rPr lang="en-US" altLang="zh-CN">
                  <a:solidFill>
                    <a:srgbClr val="000000"/>
                  </a:solidFill>
                  <a:latin typeface="Times New Roman" panose="02020603050405020304" pitchFamily="18" charset="0"/>
                </a:rPr>
                <a:t> </a:t>
              </a:r>
              <a:r>
                <a:rPr lang="en-US" altLang="zh-CN" i="1">
                  <a:solidFill>
                    <a:srgbClr val="000000"/>
                  </a:solidFill>
                  <a:latin typeface="Times New Roman" panose="02020603050405020304" pitchFamily="18" charset="0"/>
                </a:rPr>
                <a:t>Y</a:t>
              </a:r>
              <a:r>
                <a:rPr lang="en-US" altLang="zh-CN" baseline="-25000">
                  <a:solidFill>
                    <a:srgbClr val="000000"/>
                  </a:solidFill>
                  <a:latin typeface="Times New Roman" panose="02020603050405020304" pitchFamily="18" charset="0"/>
                </a:rPr>
                <a:t>22</a:t>
              </a:r>
              <a:r>
                <a:rPr lang="en-US" altLang="zh-CN">
                  <a:solidFill>
                    <a:srgbClr val="000000"/>
                  </a:solidFill>
                  <a:latin typeface="Times New Roman" panose="02020603050405020304" pitchFamily="18" charset="0"/>
                </a:rPr>
                <a:t> </a:t>
              </a:r>
              <a:r>
                <a:rPr lang="en-US" altLang="zh-CN" i="1">
                  <a:solidFill>
                    <a:srgbClr val="000000"/>
                  </a:solidFill>
                  <a:latin typeface="Times New Roman" panose="02020603050405020304" pitchFamily="18" charset="0"/>
                </a:rPr>
                <a:t>+Y</a:t>
              </a:r>
              <a:r>
                <a:rPr lang="en-US" altLang="zh-CN" baseline="-25000">
                  <a:solidFill>
                    <a:srgbClr val="000000"/>
                  </a:solidFill>
                  <a:latin typeface="Times New Roman" panose="02020603050405020304" pitchFamily="18" charset="0"/>
                </a:rPr>
                <a:t>12</a:t>
              </a:r>
            </a:p>
          </p:txBody>
        </p:sp>
        <p:sp>
          <p:nvSpPr>
            <p:cNvPr id="48213" name="Line 85"/>
            <p:cNvSpPr>
              <a:spLocks noChangeShapeType="1"/>
            </p:cNvSpPr>
            <p:nvPr/>
          </p:nvSpPr>
          <p:spPr bwMode="auto">
            <a:xfrm>
              <a:off x="1392" y="2604"/>
              <a:ext cx="246"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48214" name="Line 86"/>
            <p:cNvSpPr>
              <a:spLocks noChangeShapeType="1"/>
            </p:cNvSpPr>
            <p:nvPr/>
          </p:nvSpPr>
          <p:spPr bwMode="auto">
            <a:xfrm flipH="1">
              <a:off x="3996" y="2610"/>
              <a:ext cx="210"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48215" name="Line 87"/>
            <p:cNvSpPr>
              <a:spLocks noChangeShapeType="1"/>
            </p:cNvSpPr>
            <p:nvPr/>
          </p:nvSpPr>
          <p:spPr bwMode="auto">
            <a:xfrm>
              <a:off x="3300" y="3348"/>
              <a:ext cx="0" cy="198"/>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48130"/>
                                        </p:tgtEl>
                                        <p:attrNameLst>
                                          <p:attrName>style.visibility</p:attrName>
                                        </p:attrNameLst>
                                      </p:cBhvr>
                                      <p:to>
                                        <p:strVal val="visible"/>
                                      </p:to>
                                    </p:set>
                                    <p:animEffect transition="in" filter="wipe(left)">
                                      <p:cBhvr>
                                        <p:cTn id="7" dur="500"/>
                                        <p:tgtEl>
                                          <p:spTgt spid="4813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2" fill="hold" nodeType="clickEffect">
                                  <p:stCondLst>
                                    <p:cond delay="0"/>
                                  </p:stCondLst>
                                  <p:childTnLst>
                                    <p:set>
                                      <p:cBhvr>
                                        <p:cTn id="11" dur="1" fill="hold">
                                          <p:stCondLst>
                                            <p:cond delay="0"/>
                                          </p:stCondLst>
                                        </p:cTn>
                                        <p:tgtEl>
                                          <p:spTgt spid="48221"/>
                                        </p:tgtEl>
                                        <p:attrNameLst>
                                          <p:attrName>style.visibility</p:attrName>
                                        </p:attrNameLst>
                                      </p:cBhvr>
                                      <p:to>
                                        <p:strVal val="visible"/>
                                      </p:to>
                                    </p:set>
                                    <p:anim calcmode="lin" valueType="num">
                                      <p:cBhvr additive="base">
                                        <p:cTn id="12" dur="500" fill="hold"/>
                                        <p:tgtEl>
                                          <p:spTgt spid="48221"/>
                                        </p:tgtEl>
                                        <p:attrNameLst>
                                          <p:attrName>ppt_x</p:attrName>
                                        </p:attrNameLst>
                                      </p:cBhvr>
                                      <p:tavLst>
                                        <p:tav tm="0">
                                          <p:val>
                                            <p:strVal val="1+#ppt_w/2"/>
                                          </p:val>
                                        </p:tav>
                                        <p:tav tm="100000">
                                          <p:val>
                                            <p:strVal val="#ppt_x"/>
                                          </p:val>
                                        </p:tav>
                                      </p:tavLst>
                                    </p:anim>
                                    <p:anim calcmode="lin" valueType="num">
                                      <p:cBhvr additive="base">
                                        <p:cTn id="13" dur="500" fill="hold"/>
                                        <p:tgtEl>
                                          <p:spTgt spid="48221"/>
                                        </p:tgtEl>
                                        <p:attrNameLst>
                                          <p:attrName>ppt_y</p:attrName>
                                        </p:attrNameLst>
                                      </p:cBhvr>
                                      <p:tavLst>
                                        <p:tav tm="0">
                                          <p:val>
                                            <p:strVal val="#ppt_y"/>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48207">
                                            <p:txEl>
                                              <p:pRg st="0" end="0"/>
                                            </p:txEl>
                                          </p:spTgt>
                                        </p:tgtEl>
                                        <p:attrNameLst>
                                          <p:attrName>style.visibility</p:attrName>
                                        </p:attrNameLst>
                                      </p:cBhvr>
                                      <p:to>
                                        <p:strVal val="visible"/>
                                      </p:to>
                                    </p:set>
                                    <p:animEffect transition="in" filter="wipe(left)">
                                      <p:cBhvr>
                                        <p:cTn id="18" dur="500"/>
                                        <p:tgtEl>
                                          <p:spTgt spid="48207">
                                            <p:txEl>
                                              <p:pRg st="0" end="0"/>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4" fill="hold" nodeType="clickEffect">
                                  <p:stCondLst>
                                    <p:cond delay="0"/>
                                  </p:stCondLst>
                                  <p:childTnLst>
                                    <p:set>
                                      <p:cBhvr>
                                        <p:cTn id="22" dur="1" fill="hold">
                                          <p:stCondLst>
                                            <p:cond delay="0"/>
                                          </p:stCondLst>
                                        </p:cTn>
                                        <p:tgtEl>
                                          <p:spTgt spid="48222"/>
                                        </p:tgtEl>
                                        <p:attrNameLst>
                                          <p:attrName>style.visibility</p:attrName>
                                        </p:attrNameLst>
                                      </p:cBhvr>
                                      <p:to>
                                        <p:strVal val="visible"/>
                                      </p:to>
                                    </p:set>
                                    <p:anim calcmode="lin" valueType="num">
                                      <p:cBhvr additive="base">
                                        <p:cTn id="23" dur="500" fill="hold"/>
                                        <p:tgtEl>
                                          <p:spTgt spid="48222"/>
                                        </p:tgtEl>
                                        <p:attrNameLst>
                                          <p:attrName>ppt_x</p:attrName>
                                        </p:attrNameLst>
                                      </p:cBhvr>
                                      <p:tavLst>
                                        <p:tav tm="0">
                                          <p:val>
                                            <p:strVal val="#ppt_x"/>
                                          </p:val>
                                        </p:tav>
                                        <p:tav tm="100000">
                                          <p:val>
                                            <p:strVal val="#ppt_x"/>
                                          </p:val>
                                        </p:tav>
                                      </p:tavLst>
                                    </p:anim>
                                    <p:anim calcmode="lin" valueType="num">
                                      <p:cBhvr additive="base">
                                        <p:cTn id="24" dur="500" fill="hold"/>
                                        <p:tgtEl>
                                          <p:spTgt spid="4822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207" grpId="0" build="p" autoUpdateAnimBg="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Text Box 1026"/>
          <p:cNvSpPr txBox="1">
            <a:spLocks noChangeArrowheads="1"/>
          </p:cNvSpPr>
          <p:nvPr/>
        </p:nvSpPr>
        <p:spPr bwMode="auto">
          <a:xfrm>
            <a:off x="565150" y="1187450"/>
            <a:ext cx="227965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spcBef>
                <a:spcPct val="50000"/>
              </a:spcBef>
            </a:pPr>
            <a:r>
              <a:rPr lang="zh-CN" altLang="en-US">
                <a:latin typeface="Times New Roman" panose="02020603050405020304" pitchFamily="18" charset="0"/>
              </a:rPr>
              <a:t>互易二端口    </a:t>
            </a:r>
          </a:p>
        </p:txBody>
      </p:sp>
      <p:sp>
        <p:nvSpPr>
          <p:cNvPr id="154627" name="Text Box 1027"/>
          <p:cNvSpPr txBox="1">
            <a:spLocks noChangeArrowheads="1"/>
          </p:cNvSpPr>
          <p:nvPr/>
        </p:nvSpPr>
        <p:spPr bwMode="auto">
          <a:xfrm>
            <a:off x="609600" y="4349750"/>
            <a:ext cx="8283575" cy="201285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spcBef>
                <a:spcPct val="50000"/>
              </a:spcBef>
            </a:pPr>
            <a:r>
              <a:rPr lang="en-US" altLang="zh-CN" dirty="0">
                <a:latin typeface="Times New Roman" panose="02020603050405020304" pitchFamily="18" charset="0"/>
              </a:rPr>
              <a:t>        </a:t>
            </a:r>
            <a:r>
              <a:rPr lang="zh-CN" altLang="en-US" dirty="0">
                <a:latin typeface="Times New Roman" panose="02020603050405020304" pitchFamily="18" charset="0"/>
              </a:rPr>
              <a:t>若二端口是对称的（</a:t>
            </a:r>
            <a:r>
              <a:rPr lang="en-US" altLang="zh-CN" i="1" dirty="0">
                <a:latin typeface="Times New Roman" panose="02020603050405020304" pitchFamily="18" charset="0"/>
              </a:rPr>
              <a:t>Y</a:t>
            </a:r>
            <a:r>
              <a:rPr lang="en-US" altLang="zh-CN" baseline="-25000" dirty="0">
                <a:latin typeface="Times New Roman" panose="02020603050405020304" pitchFamily="18" charset="0"/>
              </a:rPr>
              <a:t>12</a:t>
            </a:r>
            <a:r>
              <a:rPr lang="en-US" altLang="zh-CN" dirty="0">
                <a:latin typeface="Times New Roman" panose="02020603050405020304" pitchFamily="18" charset="0"/>
              </a:rPr>
              <a:t>=</a:t>
            </a:r>
            <a:r>
              <a:rPr lang="en-US" altLang="zh-CN" i="1" dirty="0">
                <a:latin typeface="Times New Roman" panose="02020603050405020304" pitchFamily="18" charset="0"/>
              </a:rPr>
              <a:t>Y</a:t>
            </a:r>
            <a:r>
              <a:rPr lang="en-US" altLang="zh-CN" baseline="-25000" dirty="0">
                <a:latin typeface="Times New Roman" panose="02020603050405020304" pitchFamily="18" charset="0"/>
              </a:rPr>
              <a:t>21</a:t>
            </a:r>
            <a:r>
              <a:rPr lang="zh-CN" altLang="en-US" dirty="0">
                <a:latin typeface="Times New Roman" panose="02020603050405020304" pitchFamily="18" charset="0"/>
              </a:rPr>
              <a:t>，</a:t>
            </a:r>
            <a:r>
              <a:rPr lang="en-US" altLang="zh-CN" i="1" dirty="0">
                <a:latin typeface="Times New Roman" panose="02020603050405020304" pitchFamily="18" charset="0"/>
              </a:rPr>
              <a:t>Y</a:t>
            </a:r>
            <a:r>
              <a:rPr lang="en-US" altLang="zh-CN" baseline="-25000" dirty="0">
                <a:latin typeface="Times New Roman" panose="02020603050405020304" pitchFamily="18" charset="0"/>
              </a:rPr>
              <a:t>11</a:t>
            </a:r>
            <a:r>
              <a:rPr lang="en-US" altLang="zh-CN" dirty="0">
                <a:latin typeface="Times New Roman" panose="02020603050405020304" pitchFamily="18" charset="0"/>
              </a:rPr>
              <a:t>=</a:t>
            </a:r>
            <a:r>
              <a:rPr lang="en-US" altLang="zh-CN" i="1" dirty="0">
                <a:latin typeface="Times New Roman" panose="02020603050405020304" pitchFamily="18" charset="0"/>
              </a:rPr>
              <a:t>Y</a:t>
            </a:r>
            <a:r>
              <a:rPr lang="en-US" altLang="zh-CN" baseline="-25000" dirty="0">
                <a:latin typeface="Times New Roman" panose="02020603050405020304" pitchFamily="18" charset="0"/>
              </a:rPr>
              <a:t>22</a:t>
            </a:r>
            <a:r>
              <a:rPr lang="zh-CN" altLang="en-US" dirty="0">
                <a:latin typeface="Times New Roman" panose="02020603050405020304" pitchFamily="18" charset="0"/>
              </a:rPr>
              <a:t>），则等效电路    结构也对称</a:t>
            </a:r>
            <a:r>
              <a:rPr lang="zh-CN" altLang="en-US" dirty="0" smtClean="0">
                <a:latin typeface="Times New Roman" panose="02020603050405020304" pitchFamily="18" charset="0"/>
              </a:rPr>
              <a:t>。</a:t>
            </a:r>
            <a:endParaRPr lang="en-US" altLang="zh-CN" dirty="0" smtClean="0">
              <a:latin typeface="Times New Roman" panose="02020603050405020304" pitchFamily="18" charset="0"/>
            </a:endParaRPr>
          </a:p>
          <a:p>
            <a:pPr algn="l" eaLnBrk="1" hangingPunct="1">
              <a:spcBef>
                <a:spcPct val="50000"/>
              </a:spcBef>
            </a:pPr>
            <a:r>
              <a:rPr lang="zh-CN" altLang="en-US" dirty="0" smtClean="0">
                <a:solidFill>
                  <a:srgbClr val="FF0000"/>
                </a:solidFill>
                <a:latin typeface="Times New Roman" panose="02020603050405020304" pitchFamily="18" charset="0"/>
              </a:rPr>
              <a:t>        上述</a:t>
            </a:r>
            <a:r>
              <a:rPr lang="zh-CN" altLang="en-US" dirty="0">
                <a:solidFill>
                  <a:srgbClr val="FF0000"/>
                </a:solidFill>
                <a:latin typeface="Times New Roman" panose="02020603050405020304" pitchFamily="18" charset="0"/>
              </a:rPr>
              <a:t>电路模型称为二端口网络</a:t>
            </a:r>
            <a:r>
              <a:rPr lang="zh-CN" altLang="en-US" dirty="0" smtClean="0">
                <a:solidFill>
                  <a:srgbClr val="FF0000"/>
                </a:solidFill>
                <a:latin typeface="Times New Roman" panose="02020603050405020304" pitchFamily="18" charset="0"/>
              </a:rPr>
              <a:t>的</a:t>
            </a:r>
            <a:r>
              <a:rPr lang="en-US" altLang="zh-CN" dirty="0" smtClean="0">
                <a:solidFill>
                  <a:srgbClr val="FF0000"/>
                </a:solidFill>
                <a:latin typeface="Times New Roman" panose="02020603050405020304" pitchFamily="18" charset="0"/>
              </a:rPr>
              <a:t>Π</a:t>
            </a:r>
            <a:r>
              <a:rPr lang="zh-CN" altLang="en-US" dirty="0" smtClean="0">
                <a:solidFill>
                  <a:srgbClr val="FF0000"/>
                </a:solidFill>
                <a:latin typeface="Times New Roman" panose="02020603050405020304" pitchFamily="18" charset="0"/>
              </a:rPr>
              <a:t>形</a:t>
            </a:r>
            <a:r>
              <a:rPr lang="zh-CN" altLang="en-US" dirty="0">
                <a:solidFill>
                  <a:srgbClr val="FF0000"/>
                </a:solidFill>
                <a:latin typeface="Times New Roman" panose="02020603050405020304" pitchFamily="18" charset="0"/>
              </a:rPr>
              <a:t>电路模型。</a:t>
            </a:r>
          </a:p>
          <a:p>
            <a:pPr algn="l" eaLnBrk="1" hangingPunct="1">
              <a:spcBef>
                <a:spcPct val="50000"/>
              </a:spcBef>
            </a:pPr>
            <a:endParaRPr lang="zh-CN" altLang="en-US" dirty="0">
              <a:latin typeface="Times New Roman" panose="02020603050405020304" pitchFamily="18" charset="0"/>
            </a:endParaRPr>
          </a:p>
        </p:txBody>
      </p:sp>
      <p:sp>
        <p:nvSpPr>
          <p:cNvPr id="154628" name="Text Box 1028"/>
          <p:cNvSpPr txBox="1">
            <a:spLocks noChangeArrowheads="1"/>
          </p:cNvSpPr>
          <p:nvPr/>
        </p:nvSpPr>
        <p:spPr bwMode="auto">
          <a:xfrm>
            <a:off x="962025" y="2046288"/>
            <a:ext cx="1541463"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eaLnBrk="1" hangingPunct="1"/>
            <a:r>
              <a:rPr lang="en-US" altLang="zh-CN" i="1">
                <a:latin typeface="Times New Roman" panose="02020603050405020304" pitchFamily="18" charset="0"/>
              </a:rPr>
              <a:t>Y</a:t>
            </a:r>
            <a:r>
              <a:rPr lang="en-US" altLang="zh-CN" baseline="-25000">
                <a:latin typeface="Times New Roman" panose="02020603050405020304" pitchFamily="18" charset="0"/>
              </a:rPr>
              <a:t>12</a:t>
            </a:r>
            <a:r>
              <a:rPr lang="en-US" altLang="zh-CN">
                <a:latin typeface="Times New Roman" panose="02020603050405020304" pitchFamily="18" charset="0"/>
              </a:rPr>
              <a:t>=</a:t>
            </a:r>
            <a:r>
              <a:rPr lang="en-US" altLang="zh-CN" i="1">
                <a:latin typeface="Times New Roman" panose="02020603050405020304" pitchFamily="18" charset="0"/>
              </a:rPr>
              <a:t>Y</a:t>
            </a:r>
            <a:r>
              <a:rPr lang="en-US" altLang="zh-CN" baseline="-25000">
                <a:latin typeface="Times New Roman" panose="02020603050405020304" pitchFamily="18" charset="0"/>
              </a:rPr>
              <a:t>21        </a:t>
            </a:r>
            <a:endParaRPr lang="en-US" altLang="zh-CN" b="0">
              <a:latin typeface="Times New Roman" panose="02020603050405020304" pitchFamily="18" charset="0"/>
            </a:endParaRPr>
          </a:p>
        </p:txBody>
      </p:sp>
      <p:grpSp>
        <p:nvGrpSpPr>
          <p:cNvPr id="154629" name="Group 1029"/>
          <p:cNvGrpSpPr>
            <a:grpSpLocks/>
          </p:cNvGrpSpPr>
          <p:nvPr/>
        </p:nvGrpSpPr>
        <p:grpSpPr bwMode="auto">
          <a:xfrm>
            <a:off x="3765550" y="990600"/>
            <a:ext cx="4130675" cy="2206625"/>
            <a:chOff x="2298" y="862"/>
            <a:chExt cx="2602" cy="1390"/>
          </a:xfrm>
        </p:grpSpPr>
        <p:sp>
          <p:nvSpPr>
            <p:cNvPr id="154630" name="Line 1030"/>
            <p:cNvSpPr>
              <a:spLocks noChangeShapeType="1"/>
            </p:cNvSpPr>
            <p:nvPr/>
          </p:nvSpPr>
          <p:spPr bwMode="auto">
            <a:xfrm flipH="1">
              <a:off x="2453" y="1275"/>
              <a:ext cx="2259" cy="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4631" name="Line 1031"/>
            <p:cNvSpPr>
              <a:spLocks noChangeShapeType="1"/>
            </p:cNvSpPr>
            <p:nvPr/>
          </p:nvSpPr>
          <p:spPr bwMode="auto">
            <a:xfrm>
              <a:off x="2465" y="2218"/>
              <a:ext cx="2245" cy="9"/>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4632" name="Rectangle 1032"/>
            <p:cNvSpPr>
              <a:spLocks noChangeArrowheads="1"/>
            </p:cNvSpPr>
            <p:nvPr/>
          </p:nvSpPr>
          <p:spPr bwMode="auto">
            <a:xfrm>
              <a:off x="2943" y="954"/>
              <a:ext cx="542"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spAutoFit/>
            </a:bodyPr>
            <a:lstStyle/>
            <a:p>
              <a:pPr eaLnBrk="1" hangingPunct="1"/>
              <a:r>
                <a:rPr lang="en-US" altLang="zh-CN" b="0">
                  <a:latin typeface="黑体" panose="02010609060101010101" pitchFamily="49" charset="-122"/>
                  <a:ea typeface="黑体" panose="02010609060101010101" pitchFamily="49" charset="-122"/>
                  <a:sym typeface="Symbol" panose="05050102010706020507" pitchFamily="18" charset="2"/>
                </a:rPr>
                <a:t>-</a:t>
              </a:r>
              <a:r>
                <a:rPr lang="en-US" altLang="zh-CN" i="1">
                  <a:solidFill>
                    <a:srgbClr val="000000"/>
                  </a:solidFill>
                  <a:latin typeface="Times New Roman" panose="02020603050405020304" pitchFamily="18" charset="0"/>
                </a:rPr>
                <a:t> Y</a:t>
              </a:r>
              <a:r>
                <a:rPr lang="en-US" altLang="zh-CN" baseline="-25000">
                  <a:solidFill>
                    <a:srgbClr val="000000"/>
                  </a:solidFill>
                  <a:latin typeface="Times New Roman" panose="02020603050405020304" pitchFamily="18" charset="0"/>
                </a:rPr>
                <a:t>12</a:t>
              </a:r>
            </a:p>
          </p:txBody>
        </p:sp>
        <p:sp>
          <p:nvSpPr>
            <p:cNvPr id="154633" name="Text Box 1033"/>
            <p:cNvSpPr txBox="1">
              <a:spLocks noChangeArrowheads="1"/>
            </p:cNvSpPr>
            <p:nvPr/>
          </p:nvSpPr>
          <p:spPr bwMode="auto">
            <a:xfrm>
              <a:off x="2309" y="1289"/>
              <a:ext cx="267"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Lst>
          </p:spPr>
          <p:txBody>
            <a:bodyPr>
              <a:spAutoFit/>
            </a:bodyPr>
            <a:lstStyle/>
            <a:p>
              <a:pPr algn="l" eaLnBrk="1" hangingPunct="1">
                <a:spcBef>
                  <a:spcPct val="50000"/>
                </a:spcBef>
              </a:pPr>
              <a:r>
                <a:rPr lang="en-US" altLang="zh-CN">
                  <a:latin typeface="Times New Roman" panose="02020603050405020304" pitchFamily="18" charset="0"/>
                </a:rPr>
                <a:t>+</a:t>
              </a:r>
            </a:p>
          </p:txBody>
        </p:sp>
        <p:sp>
          <p:nvSpPr>
            <p:cNvPr id="154634" name="Text Box 1034"/>
            <p:cNvSpPr txBox="1">
              <a:spLocks noChangeArrowheads="1"/>
            </p:cNvSpPr>
            <p:nvPr/>
          </p:nvSpPr>
          <p:spPr bwMode="auto">
            <a:xfrm>
              <a:off x="2326" y="1911"/>
              <a:ext cx="267"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Lst>
          </p:spPr>
          <p:txBody>
            <a:bodyPr>
              <a:spAutoFit/>
            </a:bodyPr>
            <a:lstStyle/>
            <a:p>
              <a:pPr algn="l" eaLnBrk="1" hangingPunct="1">
                <a:spcBef>
                  <a:spcPct val="50000"/>
                </a:spcBef>
              </a:pPr>
              <a:r>
                <a:rPr lang="en-US" altLang="zh-CN" b="0">
                  <a:latin typeface="黑体" panose="02010609060101010101" pitchFamily="49" charset="-122"/>
                  <a:ea typeface="黑体" panose="02010609060101010101" pitchFamily="49" charset="-122"/>
                  <a:sym typeface="Symbol" panose="05050102010706020507" pitchFamily="18" charset="2"/>
                </a:rPr>
                <a:t>-</a:t>
              </a:r>
            </a:p>
          </p:txBody>
        </p:sp>
        <p:graphicFrame>
          <p:nvGraphicFramePr>
            <p:cNvPr id="154635" name="Object 1035"/>
            <p:cNvGraphicFramePr>
              <a:graphicFrameLocks noChangeAspect="1"/>
            </p:cNvGraphicFramePr>
            <p:nvPr/>
          </p:nvGraphicFramePr>
          <p:xfrm>
            <a:off x="2298" y="1572"/>
            <a:ext cx="256" cy="290"/>
          </p:xfrm>
          <a:graphic>
            <a:graphicData uri="http://schemas.openxmlformats.org/presentationml/2006/ole">
              <mc:AlternateContent xmlns:mc="http://schemas.openxmlformats.org/markup-compatibility/2006">
                <mc:Choice xmlns:v="urn:schemas-microsoft-com:vml" Requires="v">
                  <p:oleObj spid="_x0000_s198712" name="Equation" r:id="rId3" imgW="203040" imgH="228600" progId="Equation.3">
                    <p:embed/>
                  </p:oleObj>
                </mc:Choice>
                <mc:Fallback>
                  <p:oleObj name="Equation" r:id="rId3" imgW="203040" imgH="228600" progId="Equation.3">
                    <p:embed/>
                    <p:pic>
                      <p:nvPicPr>
                        <p:cNvPr id="0" name="Object 103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98" y="1572"/>
                          <a:ext cx="256" cy="2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4636" name="Object 1036"/>
            <p:cNvGraphicFramePr>
              <a:graphicFrameLocks noChangeAspect="1"/>
            </p:cNvGraphicFramePr>
            <p:nvPr/>
          </p:nvGraphicFramePr>
          <p:xfrm>
            <a:off x="2514" y="892"/>
            <a:ext cx="208" cy="289"/>
          </p:xfrm>
          <a:graphic>
            <a:graphicData uri="http://schemas.openxmlformats.org/presentationml/2006/ole">
              <mc:AlternateContent xmlns:mc="http://schemas.openxmlformats.org/markup-compatibility/2006">
                <mc:Choice xmlns:v="urn:schemas-microsoft-com:vml" Requires="v">
                  <p:oleObj spid="_x0000_s198713" name="Equation" r:id="rId5" imgW="164880" imgH="228600" progId="Equation.3">
                    <p:embed/>
                  </p:oleObj>
                </mc:Choice>
                <mc:Fallback>
                  <p:oleObj name="Equation" r:id="rId5" imgW="164880" imgH="228600" progId="Equation.3">
                    <p:embed/>
                    <p:pic>
                      <p:nvPicPr>
                        <p:cNvPr id="0" name="Object 103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14" y="892"/>
                          <a:ext cx="208" cy="28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54637" name="Rectangle 1037"/>
            <p:cNvSpPr>
              <a:spLocks noChangeArrowheads="1"/>
            </p:cNvSpPr>
            <p:nvPr/>
          </p:nvSpPr>
          <p:spPr bwMode="auto">
            <a:xfrm>
              <a:off x="3986" y="1592"/>
              <a:ext cx="123" cy="313"/>
            </a:xfrm>
            <a:prstGeom prst="rect">
              <a:avLst/>
            </a:prstGeom>
            <a:solidFill>
              <a:srgbClr val="FFFFCC"/>
            </a:solidFill>
            <a:ln w="31750">
              <a:solidFill>
                <a:srgbClr val="000000"/>
              </a:solidFill>
              <a:miter lim="800000"/>
              <a:headEnd/>
              <a:tailEnd/>
            </a:ln>
          </p:spPr>
          <p:txBody>
            <a:bodyPr/>
            <a:lstStyle/>
            <a:p>
              <a:endParaRPr lang="zh-CN" altLang="en-US"/>
            </a:p>
          </p:txBody>
        </p:sp>
        <p:sp>
          <p:nvSpPr>
            <p:cNvPr id="154638" name="Line 1038"/>
            <p:cNvSpPr>
              <a:spLocks noChangeShapeType="1"/>
            </p:cNvSpPr>
            <p:nvPr/>
          </p:nvSpPr>
          <p:spPr bwMode="auto">
            <a:xfrm>
              <a:off x="4047" y="1285"/>
              <a:ext cx="1" cy="30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4639" name="Line 1039"/>
            <p:cNvSpPr>
              <a:spLocks noChangeShapeType="1"/>
            </p:cNvSpPr>
            <p:nvPr/>
          </p:nvSpPr>
          <p:spPr bwMode="auto">
            <a:xfrm>
              <a:off x="4047" y="1913"/>
              <a:ext cx="1" cy="311"/>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4640" name="Oval 1040"/>
            <p:cNvSpPr>
              <a:spLocks noChangeArrowheads="1"/>
            </p:cNvSpPr>
            <p:nvPr/>
          </p:nvSpPr>
          <p:spPr bwMode="auto">
            <a:xfrm>
              <a:off x="2388" y="1244"/>
              <a:ext cx="68" cy="68"/>
            </a:xfrm>
            <a:prstGeom prst="ellipse">
              <a:avLst/>
            </a:prstGeom>
            <a:noFill/>
            <a:ln w="19050">
              <a:solidFill>
                <a:schemeClr val="tx1"/>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sp>
          <p:nvSpPr>
            <p:cNvPr id="154641" name="Oval 1041"/>
            <p:cNvSpPr>
              <a:spLocks noChangeArrowheads="1"/>
            </p:cNvSpPr>
            <p:nvPr/>
          </p:nvSpPr>
          <p:spPr bwMode="auto">
            <a:xfrm>
              <a:off x="2406" y="2180"/>
              <a:ext cx="68" cy="68"/>
            </a:xfrm>
            <a:prstGeom prst="ellipse">
              <a:avLst/>
            </a:prstGeom>
            <a:noFill/>
            <a:ln w="19050">
              <a:solidFill>
                <a:schemeClr val="tx1"/>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sp>
          <p:nvSpPr>
            <p:cNvPr id="154642" name="Text Box 1042"/>
            <p:cNvSpPr txBox="1">
              <a:spLocks noChangeArrowheads="1"/>
            </p:cNvSpPr>
            <p:nvPr/>
          </p:nvSpPr>
          <p:spPr bwMode="auto">
            <a:xfrm>
              <a:off x="4633" y="1287"/>
              <a:ext cx="267"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Lst>
          </p:spPr>
          <p:txBody>
            <a:bodyPr>
              <a:spAutoFit/>
            </a:bodyPr>
            <a:lstStyle/>
            <a:p>
              <a:pPr algn="l" eaLnBrk="1" hangingPunct="1">
                <a:spcBef>
                  <a:spcPct val="50000"/>
                </a:spcBef>
              </a:pPr>
              <a:r>
                <a:rPr lang="en-US" altLang="zh-CN">
                  <a:latin typeface="Times New Roman" panose="02020603050405020304" pitchFamily="18" charset="0"/>
                </a:rPr>
                <a:t>+</a:t>
              </a:r>
            </a:p>
          </p:txBody>
        </p:sp>
        <p:sp>
          <p:nvSpPr>
            <p:cNvPr id="154643" name="Text Box 1043"/>
            <p:cNvSpPr txBox="1">
              <a:spLocks noChangeArrowheads="1"/>
            </p:cNvSpPr>
            <p:nvPr/>
          </p:nvSpPr>
          <p:spPr bwMode="auto">
            <a:xfrm>
              <a:off x="4626" y="1909"/>
              <a:ext cx="267"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Lst>
          </p:spPr>
          <p:txBody>
            <a:bodyPr>
              <a:spAutoFit/>
            </a:bodyPr>
            <a:lstStyle/>
            <a:p>
              <a:pPr algn="l" eaLnBrk="1" hangingPunct="1">
                <a:spcBef>
                  <a:spcPct val="50000"/>
                </a:spcBef>
              </a:pPr>
              <a:r>
                <a:rPr lang="en-US" altLang="zh-CN" b="0">
                  <a:latin typeface="黑体" panose="02010609060101010101" pitchFamily="49" charset="-122"/>
                  <a:ea typeface="黑体" panose="02010609060101010101" pitchFamily="49" charset="-122"/>
                  <a:sym typeface="Symbol" panose="05050102010706020507" pitchFamily="18" charset="2"/>
                </a:rPr>
                <a:t>-</a:t>
              </a:r>
            </a:p>
          </p:txBody>
        </p:sp>
        <p:graphicFrame>
          <p:nvGraphicFramePr>
            <p:cNvPr id="154644" name="Object 1044"/>
            <p:cNvGraphicFramePr>
              <a:graphicFrameLocks noChangeAspect="1"/>
            </p:cNvGraphicFramePr>
            <p:nvPr/>
          </p:nvGraphicFramePr>
          <p:xfrm>
            <a:off x="4342" y="862"/>
            <a:ext cx="224" cy="290"/>
          </p:xfrm>
          <a:graphic>
            <a:graphicData uri="http://schemas.openxmlformats.org/presentationml/2006/ole">
              <mc:AlternateContent xmlns:mc="http://schemas.openxmlformats.org/markup-compatibility/2006">
                <mc:Choice xmlns:v="urn:schemas-microsoft-com:vml" Requires="v">
                  <p:oleObj spid="_x0000_s198714" name="Equation" r:id="rId7" imgW="177480" imgH="228600" progId="Equation.3">
                    <p:embed/>
                  </p:oleObj>
                </mc:Choice>
                <mc:Fallback>
                  <p:oleObj name="Equation" r:id="rId7" imgW="177480" imgH="228600" progId="Equation.3">
                    <p:embed/>
                    <p:pic>
                      <p:nvPicPr>
                        <p:cNvPr id="0" name="Object 104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342" y="862"/>
                          <a:ext cx="224" cy="2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4645" name="Object 1045"/>
            <p:cNvGraphicFramePr>
              <a:graphicFrameLocks noChangeAspect="1"/>
            </p:cNvGraphicFramePr>
            <p:nvPr/>
          </p:nvGraphicFramePr>
          <p:xfrm>
            <a:off x="4640" y="1576"/>
            <a:ext cx="256" cy="290"/>
          </p:xfrm>
          <a:graphic>
            <a:graphicData uri="http://schemas.openxmlformats.org/presentationml/2006/ole">
              <mc:AlternateContent xmlns:mc="http://schemas.openxmlformats.org/markup-compatibility/2006">
                <mc:Choice xmlns:v="urn:schemas-microsoft-com:vml" Requires="v">
                  <p:oleObj spid="_x0000_s198715" name="Equation" r:id="rId9" imgW="203040" imgH="228600" progId="Equation.3">
                    <p:embed/>
                  </p:oleObj>
                </mc:Choice>
                <mc:Fallback>
                  <p:oleObj name="Equation" r:id="rId9" imgW="203040" imgH="228600" progId="Equation.3">
                    <p:embed/>
                    <p:pic>
                      <p:nvPicPr>
                        <p:cNvPr id="0" name="Object 104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640" y="1576"/>
                          <a:ext cx="256" cy="2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54646" name="Oval 1046"/>
            <p:cNvSpPr>
              <a:spLocks noChangeArrowheads="1"/>
            </p:cNvSpPr>
            <p:nvPr/>
          </p:nvSpPr>
          <p:spPr bwMode="auto">
            <a:xfrm>
              <a:off x="4706" y="1242"/>
              <a:ext cx="68" cy="68"/>
            </a:xfrm>
            <a:prstGeom prst="ellipse">
              <a:avLst/>
            </a:prstGeom>
            <a:noFill/>
            <a:ln w="19050">
              <a:solidFill>
                <a:schemeClr val="tx1"/>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sp>
          <p:nvSpPr>
            <p:cNvPr id="154647" name="Oval 1047"/>
            <p:cNvSpPr>
              <a:spLocks noChangeArrowheads="1"/>
            </p:cNvSpPr>
            <p:nvPr/>
          </p:nvSpPr>
          <p:spPr bwMode="auto">
            <a:xfrm>
              <a:off x="4718" y="2184"/>
              <a:ext cx="68" cy="68"/>
            </a:xfrm>
            <a:prstGeom prst="ellipse">
              <a:avLst/>
            </a:prstGeom>
            <a:noFill/>
            <a:ln w="19050">
              <a:solidFill>
                <a:schemeClr val="tx1"/>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sp>
          <p:nvSpPr>
            <p:cNvPr id="154648" name="Rectangle 1048"/>
            <p:cNvSpPr>
              <a:spLocks noChangeArrowheads="1"/>
            </p:cNvSpPr>
            <p:nvPr/>
          </p:nvSpPr>
          <p:spPr bwMode="auto">
            <a:xfrm>
              <a:off x="2734" y="1598"/>
              <a:ext cx="123" cy="313"/>
            </a:xfrm>
            <a:prstGeom prst="rect">
              <a:avLst/>
            </a:prstGeom>
            <a:solidFill>
              <a:srgbClr val="FFFFCC"/>
            </a:solidFill>
            <a:ln w="31750">
              <a:solidFill>
                <a:srgbClr val="000000"/>
              </a:solidFill>
              <a:miter lim="800000"/>
              <a:headEnd/>
              <a:tailEnd/>
            </a:ln>
          </p:spPr>
          <p:txBody>
            <a:bodyPr/>
            <a:lstStyle/>
            <a:p>
              <a:endParaRPr lang="zh-CN" altLang="en-US"/>
            </a:p>
          </p:txBody>
        </p:sp>
        <p:sp>
          <p:nvSpPr>
            <p:cNvPr id="154649" name="Line 1049"/>
            <p:cNvSpPr>
              <a:spLocks noChangeShapeType="1"/>
            </p:cNvSpPr>
            <p:nvPr/>
          </p:nvSpPr>
          <p:spPr bwMode="auto">
            <a:xfrm>
              <a:off x="2795" y="1291"/>
              <a:ext cx="1" cy="30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4650" name="Line 1050"/>
            <p:cNvSpPr>
              <a:spLocks noChangeShapeType="1"/>
            </p:cNvSpPr>
            <p:nvPr/>
          </p:nvSpPr>
          <p:spPr bwMode="auto">
            <a:xfrm>
              <a:off x="2795" y="1913"/>
              <a:ext cx="1" cy="311"/>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4651" name="Rectangle 1051"/>
            <p:cNvSpPr>
              <a:spLocks noChangeArrowheads="1"/>
            </p:cNvSpPr>
            <p:nvPr/>
          </p:nvSpPr>
          <p:spPr bwMode="auto">
            <a:xfrm>
              <a:off x="3149" y="1228"/>
              <a:ext cx="322" cy="114"/>
            </a:xfrm>
            <a:prstGeom prst="rect">
              <a:avLst/>
            </a:prstGeom>
            <a:solidFill>
              <a:srgbClr val="FFFFCC"/>
            </a:solidFill>
            <a:ln w="31750">
              <a:solidFill>
                <a:srgbClr val="000000"/>
              </a:solidFill>
              <a:miter lim="800000"/>
              <a:headEnd/>
              <a:tailEnd/>
            </a:ln>
          </p:spPr>
          <p:txBody>
            <a:bodyPr/>
            <a:lstStyle/>
            <a:p>
              <a:endParaRPr lang="zh-CN" altLang="en-US"/>
            </a:p>
          </p:txBody>
        </p:sp>
        <p:sp>
          <p:nvSpPr>
            <p:cNvPr id="154652" name="Rectangle 1052"/>
            <p:cNvSpPr>
              <a:spLocks noChangeArrowheads="1"/>
            </p:cNvSpPr>
            <p:nvPr/>
          </p:nvSpPr>
          <p:spPr bwMode="auto">
            <a:xfrm>
              <a:off x="2831" y="1514"/>
              <a:ext cx="758"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spAutoFit/>
            </a:bodyPr>
            <a:lstStyle/>
            <a:p>
              <a:pPr eaLnBrk="1" hangingPunct="1"/>
              <a:r>
                <a:rPr lang="en-US" altLang="zh-CN">
                  <a:solidFill>
                    <a:srgbClr val="000000"/>
                  </a:solidFill>
                  <a:latin typeface="Times New Roman" panose="02020603050405020304" pitchFamily="18" charset="0"/>
                </a:rPr>
                <a:t> </a:t>
              </a:r>
              <a:r>
                <a:rPr lang="en-US" altLang="zh-CN" i="1">
                  <a:solidFill>
                    <a:srgbClr val="000000"/>
                  </a:solidFill>
                  <a:latin typeface="Times New Roman" panose="02020603050405020304" pitchFamily="18" charset="0"/>
                </a:rPr>
                <a:t>Y</a:t>
              </a:r>
              <a:r>
                <a:rPr lang="en-US" altLang="zh-CN" baseline="-25000">
                  <a:solidFill>
                    <a:srgbClr val="000000"/>
                  </a:solidFill>
                  <a:latin typeface="Times New Roman" panose="02020603050405020304" pitchFamily="18" charset="0"/>
                </a:rPr>
                <a:t>11</a:t>
              </a:r>
              <a:r>
                <a:rPr lang="en-US" altLang="zh-CN">
                  <a:solidFill>
                    <a:srgbClr val="000000"/>
                  </a:solidFill>
                  <a:latin typeface="Times New Roman" panose="02020603050405020304" pitchFamily="18" charset="0"/>
                </a:rPr>
                <a:t> </a:t>
              </a:r>
              <a:r>
                <a:rPr lang="en-US" altLang="zh-CN" i="1">
                  <a:solidFill>
                    <a:srgbClr val="000000"/>
                  </a:solidFill>
                  <a:latin typeface="Times New Roman" panose="02020603050405020304" pitchFamily="18" charset="0"/>
                </a:rPr>
                <a:t>+Y</a:t>
              </a:r>
              <a:r>
                <a:rPr lang="en-US" altLang="zh-CN" baseline="-25000">
                  <a:solidFill>
                    <a:srgbClr val="000000"/>
                  </a:solidFill>
                  <a:latin typeface="Times New Roman" panose="02020603050405020304" pitchFamily="18" charset="0"/>
                </a:rPr>
                <a:t>12</a:t>
              </a:r>
            </a:p>
          </p:txBody>
        </p:sp>
        <p:sp>
          <p:nvSpPr>
            <p:cNvPr id="154653" name="Rectangle 1053"/>
            <p:cNvSpPr>
              <a:spLocks noChangeArrowheads="1"/>
            </p:cNvSpPr>
            <p:nvPr/>
          </p:nvSpPr>
          <p:spPr bwMode="auto">
            <a:xfrm>
              <a:off x="3207" y="1818"/>
              <a:ext cx="758"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spAutoFit/>
            </a:bodyPr>
            <a:lstStyle/>
            <a:p>
              <a:pPr eaLnBrk="1" hangingPunct="1"/>
              <a:r>
                <a:rPr lang="en-US" altLang="zh-CN">
                  <a:solidFill>
                    <a:srgbClr val="000000"/>
                  </a:solidFill>
                  <a:latin typeface="Times New Roman" panose="02020603050405020304" pitchFamily="18" charset="0"/>
                </a:rPr>
                <a:t> </a:t>
              </a:r>
              <a:r>
                <a:rPr lang="en-US" altLang="zh-CN" i="1">
                  <a:solidFill>
                    <a:srgbClr val="000000"/>
                  </a:solidFill>
                  <a:latin typeface="Times New Roman" panose="02020603050405020304" pitchFamily="18" charset="0"/>
                </a:rPr>
                <a:t>Y</a:t>
              </a:r>
              <a:r>
                <a:rPr lang="en-US" altLang="zh-CN" baseline="-25000">
                  <a:solidFill>
                    <a:srgbClr val="000000"/>
                  </a:solidFill>
                  <a:latin typeface="Times New Roman" panose="02020603050405020304" pitchFamily="18" charset="0"/>
                </a:rPr>
                <a:t>22</a:t>
              </a:r>
              <a:r>
                <a:rPr lang="en-US" altLang="zh-CN">
                  <a:solidFill>
                    <a:srgbClr val="000000"/>
                  </a:solidFill>
                  <a:latin typeface="Times New Roman" panose="02020603050405020304" pitchFamily="18" charset="0"/>
                </a:rPr>
                <a:t> </a:t>
              </a:r>
              <a:r>
                <a:rPr lang="en-US" altLang="zh-CN" i="1">
                  <a:solidFill>
                    <a:srgbClr val="000000"/>
                  </a:solidFill>
                  <a:latin typeface="Times New Roman" panose="02020603050405020304" pitchFamily="18" charset="0"/>
                </a:rPr>
                <a:t>+Y</a:t>
              </a:r>
              <a:r>
                <a:rPr lang="en-US" altLang="zh-CN" baseline="-25000">
                  <a:solidFill>
                    <a:srgbClr val="000000"/>
                  </a:solidFill>
                  <a:latin typeface="Times New Roman" panose="02020603050405020304" pitchFamily="18" charset="0"/>
                </a:rPr>
                <a:t>12</a:t>
              </a:r>
            </a:p>
          </p:txBody>
        </p:sp>
        <p:sp>
          <p:nvSpPr>
            <p:cNvPr id="154654" name="Line 1054"/>
            <p:cNvSpPr>
              <a:spLocks noChangeShapeType="1"/>
            </p:cNvSpPr>
            <p:nvPr/>
          </p:nvSpPr>
          <p:spPr bwMode="auto">
            <a:xfrm>
              <a:off x="2514" y="1230"/>
              <a:ext cx="216"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54655" name="Line 1055"/>
            <p:cNvSpPr>
              <a:spLocks noChangeShapeType="1"/>
            </p:cNvSpPr>
            <p:nvPr/>
          </p:nvSpPr>
          <p:spPr bwMode="auto">
            <a:xfrm flipH="1">
              <a:off x="4308" y="1218"/>
              <a:ext cx="270"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54628">
                                            <p:txEl>
                                              <p:pRg st="0" end="0"/>
                                            </p:txEl>
                                          </p:spTgt>
                                        </p:tgtEl>
                                        <p:attrNameLst>
                                          <p:attrName>style.visibility</p:attrName>
                                        </p:attrNameLst>
                                      </p:cBhvr>
                                      <p:to>
                                        <p:strVal val="visible"/>
                                      </p:to>
                                    </p:set>
                                    <p:animEffect transition="in" filter="wipe(left)">
                                      <p:cBhvr>
                                        <p:cTn id="7" dur="500"/>
                                        <p:tgtEl>
                                          <p:spTgt spid="154628">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2" fill="hold" nodeType="clickEffect">
                                  <p:stCondLst>
                                    <p:cond delay="0"/>
                                  </p:stCondLst>
                                  <p:childTnLst>
                                    <p:set>
                                      <p:cBhvr>
                                        <p:cTn id="11" dur="1" fill="hold">
                                          <p:stCondLst>
                                            <p:cond delay="0"/>
                                          </p:stCondLst>
                                        </p:cTn>
                                        <p:tgtEl>
                                          <p:spTgt spid="154629"/>
                                        </p:tgtEl>
                                        <p:attrNameLst>
                                          <p:attrName>style.visibility</p:attrName>
                                        </p:attrNameLst>
                                      </p:cBhvr>
                                      <p:to>
                                        <p:strVal val="visible"/>
                                      </p:to>
                                    </p:set>
                                    <p:anim calcmode="lin" valueType="num">
                                      <p:cBhvr additive="base">
                                        <p:cTn id="12" dur="500" fill="hold"/>
                                        <p:tgtEl>
                                          <p:spTgt spid="154629"/>
                                        </p:tgtEl>
                                        <p:attrNameLst>
                                          <p:attrName>ppt_x</p:attrName>
                                        </p:attrNameLst>
                                      </p:cBhvr>
                                      <p:tavLst>
                                        <p:tav tm="0">
                                          <p:val>
                                            <p:strVal val="1+#ppt_w/2"/>
                                          </p:val>
                                        </p:tav>
                                        <p:tav tm="100000">
                                          <p:val>
                                            <p:strVal val="#ppt_x"/>
                                          </p:val>
                                        </p:tav>
                                      </p:tavLst>
                                    </p:anim>
                                    <p:anim calcmode="lin" valueType="num">
                                      <p:cBhvr additive="base">
                                        <p:cTn id="13" dur="500" fill="hold"/>
                                        <p:tgtEl>
                                          <p:spTgt spid="154629"/>
                                        </p:tgtEl>
                                        <p:attrNameLst>
                                          <p:attrName>ppt_y</p:attrName>
                                        </p:attrNameLst>
                                      </p:cBhvr>
                                      <p:tavLst>
                                        <p:tav tm="0">
                                          <p:val>
                                            <p:strVal val="#ppt_y"/>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54627">
                                            <p:txEl>
                                              <p:pRg st="0" end="0"/>
                                            </p:txEl>
                                          </p:spTgt>
                                        </p:tgtEl>
                                        <p:attrNameLst>
                                          <p:attrName>style.visibility</p:attrName>
                                        </p:attrNameLst>
                                      </p:cBhvr>
                                      <p:to>
                                        <p:strVal val="visible"/>
                                      </p:to>
                                    </p:set>
                                    <p:animEffect transition="in" filter="wipe(left)">
                                      <p:cBhvr>
                                        <p:cTn id="18" dur="500"/>
                                        <p:tgtEl>
                                          <p:spTgt spid="154627">
                                            <p:txEl>
                                              <p:pRg st="0" end="0"/>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54627">
                                            <p:txEl>
                                              <p:pRg st="1" end="1"/>
                                            </p:txEl>
                                          </p:spTgt>
                                        </p:tgtEl>
                                        <p:attrNameLst>
                                          <p:attrName>style.visibility</p:attrName>
                                        </p:attrNameLst>
                                      </p:cBhvr>
                                      <p:to>
                                        <p:strVal val="visible"/>
                                      </p:to>
                                    </p:set>
                                    <p:animEffect transition="in" filter="wipe(left)">
                                      <p:cBhvr>
                                        <p:cTn id="23" dur="500"/>
                                        <p:tgtEl>
                                          <p:spTgt spid="15462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4627" grpId="0" build="p" autoUpdateAnimBg="0"/>
      <p:bldP spid="154628" grpId="0" build="p" autoUpdateAnimBg="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ext Box 2"/>
          <p:cNvSpPr txBox="1">
            <a:spLocks noChangeArrowheads="1"/>
          </p:cNvSpPr>
          <p:nvPr/>
        </p:nvSpPr>
        <p:spPr bwMode="auto">
          <a:xfrm>
            <a:off x="677863" y="209550"/>
            <a:ext cx="7335837"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eaLnBrk="1" hangingPunct="1"/>
            <a:r>
              <a:rPr lang="zh-CN" altLang="en-US">
                <a:solidFill>
                  <a:srgbClr val="FF0000"/>
                </a:solidFill>
                <a:latin typeface="Times New Roman" panose="02020603050405020304" pitchFamily="18" charset="0"/>
              </a:rPr>
              <a:t>例   </a:t>
            </a:r>
            <a:r>
              <a:rPr lang="zh-CN" altLang="en-US">
                <a:latin typeface="Times New Roman" panose="02020603050405020304" pitchFamily="18" charset="0"/>
              </a:rPr>
              <a:t>   给定互易网络的传输参数，求</a:t>
            </a:r>
            <a:r>
              <a:rPr lang="en-US" altLang="zh-CN" i="1">
                <a:latin typeface="Times New Roman" panose="02020603050405020304" pitchFamily="18" charset="0"/>
              </a:rPr>
              <a:t>T </a:t>
            </a:r>
            <a:r>
              <a:rPr lang="zh-CN" altLang="en-US">
                <a:latin typeface="Times New Roman" panose="02020603050405020304" pitchFamily="18" charset="0"/>
              </a:rPr>
              <a:t>形等效电路。    </a:t>
            </a:r>
            <a:endParaRPr lang="zh-CN" altLang="en-US" b="0">
              <a:latin typeface="Times New Roman" panose="02020603050405020304" pitchFamily="18" charset="0"/>
            </a:endParaRPr>
          </a:p>
        </p:txBody>
      </p:sp>
      <p:sp>
        <p:nvSpPr>
          <p:cNvPr id="50180" name="Rectangle 4"/>
          <p:cNvSpPr>
            <a:spLocks noChangeArrowheads="1"/>
          </p:cNvSpPr>
          <p:nvPr/>
        </p:nvSpPr>
        <p:spPr bwMode="auto">
          <a:xfrm>
            <a:off x="5575300" y="1449388"/>
            <a:ext cx="2794000" cy="2362200"/>
          </a:xfrm>
          <a:prstGeom prst="rect">
            <a:avLst/>
          </a:prstGeom>
          <a:noFill/>
          <a:ln w="28575">
            <a:solidFill>
              <a:srgbClr val="CC0000"/>
            </a:solidFill>
            <a:prstDash val="dash"/>
            <a:miter lim="800000"/>
            <a:headEnd/>
            <a:tailEnd/>
          </a:ln>
          <a:extLst>
            <a:ext uri="{909E8E84-426E-40DD-AFC4-6F175D3DCCD1}">
              <a14:hiddenFill xmlns:a14="http://schemas.microsoft.com/office/drawing/2010/main">
                <a:solidFill>
                  <a:srgbClr val="FFEBFA"/>
                </a:solidFill>
              </a14:hiddenFill>
            </a:ext>
          </a:extLst>
        </p:spPr>
        <p:txBody>
          <a:bodyPr wrap="none" anchor="ctr"/>
          <a:lstStyle/>
          <a:p>
            <a:endParaRPr lang="zh-CN" altLang="en-US"/>
          </a:p>
        </p:txBody>
      </p:sp>
      <p:sp>
        <p:nvSpPr>
          <p:cNvPr id="50208" name="Text Box 32"/>
          <p:cNvSpPr txBox="1">
            <a:spLocks noChangeArrowheads="1"/>
          </p:cNvSpPr>
          <p:nvPr/>
        </p:nvSpPr>
        <p:spPr bwMode="auto">
          <a:xfrm>
            <a:off x="708025" y="717550"/>
            <a:ext cx="642938"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eaLnBrk="1" hangingPunct="1"/>
            <a:r>
              <a:rPr lang="zh-CN" altLang="en-US">
                <a:solidFill>
                  <a:srgbClr val="FF0000"/>
                </a:solidFill>
                <a:latin typeface="Times New Roman" panose="02020603050405020304" pitchFamily="18" charset="0"/>
              </a:rPr>
              <a:t>解  </a:t>
            </a:r>
            <a:endParaRPr lang="zh-CN" altLang="en-US" b="0">
              <a:latin typeface="Times New Roman" panose="02020603050405020304" pitchFamily="18" charset="0"/>
            </a:endParaRPr>
          </a:p>
        </p:txBody>
      </p:sp>
      <p:sp>
        <p:nvSpPr>
          <p:cNvPr id="50209" name="Text Box 33"/>
          <p:cNvSpPr txBox="1">
            <a:spLocks noChangeArrowheads="1"/>
          </p:cNvSpPr>
          <p:nvPr/>
        </p:nvSpPr>
        <p:spPr bwMode="auto">
          <a:xfrm>
            <a:off x="155575" y="1768475"/>
            <a:ext cx="2020888"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eaLnBrk="1" hangingPunct="1"/>
            <a:r>
              <a:rPr lang="zh-CN" altLang="en-US">
                <a:latin typeface="Times New Roman" panose="02020603050405020304" pitchFamily="18" charset="0"/>
              </a:rPr>
              <a:t>开路电压比    </a:t>
            </a:r>
            <a:endParaRPr lang="zh-CN" altLang="en-US" b="0">
              <a:latin typeface="Times New Roman" panose="02020603050405020304" pitchFamily="18" charset="0"/>
            </a:endParaRPr>
          </a:p>
        </p:txBody>
      </p:sp>
      <p:graphicFrame>
        <p:nvGraphicFramePr>
          <p:cNvPr id="50211" name="Object 35"/>
          <p:cNvGraphicFramePr>
            <a:graphicFrameLocks noChangeAspect="1"/>
          </p:cNvGraphicFramePr>
          <p:nvPr/>
        </p:nvGraphicFramePr>
        <p:xfrm>
          <a:off x="1136650" y="2159000"/>
          <a:ext cx="2955925" cy="901700"/>
        </p:xfrm>
        <a:graphic>
          <a:graphicData uri="http://schemas.openxmlformats.org/presentationml/2006/ole">
            <mc:AlternateContent xmlns:mc="http://schemas.openxmlformats.org/markup-compatibility/2006">
              <mc:Choice xmlns:v="urn:schemas-microsoft-com:vml" Requires="v">
                <p:oleObj spid="_x0000_s199778" name="公式" r:id="rId3" imgW="1498320" imgH="457200" progId="Equation.3">
                  <p:embed/>
                </p:oleObj>
              </mc:Choice>
              <mc:Fallback>
                <p:oleObj name="公式" r:id="rId3" imgW="1498320" imgH="457200" progId="Equation.3">
                  <p:embed/>
                  <p:pic>
                    <p:nvPicPr>
                      <p:cNvPr id="0" name="Object 3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36650" y="2159000"/>
                        <a:ext cx="2955925" cy="901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0212" name="Text Box 36"/>
          <p:cNvSpPr txBox="1">
            <a:spLocks noChangeArrowheads="1"/>
          </p:cNvSpPr>
          <p:nvPr/>
        </p:nvSpPr>
        <p:spPr bwMode="auto">
          <a:xfrm>
            <a:off x="130175" y="3165475"/>
            <a:ext cx="2327275"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eaLnBrk="1" hangingPunct="1"/>
            <a:r>
              <a:rPr lang="zh-CN" altLang="en-US">
                <a:latin typeface="Times New Roman" panose="02020603050405020304" pitchFamily="18" charset="0"/>
              </a:rPr>
              <a:t>开路转移导纳    </a:t>
            </a:r>
            <a:endParaRPr lang="zh-CN" altLang="en-US" b="0">
              <a:latin typeface="Times New Roman" panose="02020603050405020304" pitchFamily="18" charset="0"/>
            </a:endParaRPr>
          </a:p>
        </p:txBody>
      </p:sp>
      <p:graphicFrame>
        <p:nvGraphicFramePr>
          <p:cNvPr id="50213" name="Object 37"/>
          <p:cNvGraphicFramePr>
            <a:graphicFrameLocks noChangeAspect="1"/>
          </p:cNvGraphicFramePr>
          <p:nvPr/>
        </p:nvGraphicFramePr>
        <p:xfrm>
          <a:off x="1081088" y="3581400"/>
          <a:ext cx="2379662" cy="901700"/>
        </p:xfrm>
        <a:graphic>
          <a:graphicData uri="http://schemas.openxmlformats.org/presentationml/2006/ole">
            <mc:AlternateContent xmlns:mc="http://schemas.openxmlformats.org/markup-compatibility/2006">
              <mc:Choice xmlns:v="urn:schemas-microsoft-com:vml" Requires="v">
                <p:oleObj spid="_x0000_s199779" name="公式" r:id="rId5" imgW="1206360" imgH="457200" progId="Equation.3">
                  <p:embed/>
                </p:oleObj>
              </mc:Choice>
              <mc:Fallback>
                <p:oleObj name="公式" r:id="rId5" imgW="1206360" imgH="457200" progId="Equation.3">
                  <p:embed/>
                  <p:pic>
                    <p:nvPicPr>
                      <p:cNvPr id="0" name="Object 3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81088" y="3581400"/>
                        <a:ext cx="2379662" cy="901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0214" name="Text Box 38"/>
          <p:cNvSpPr txBox="1">
            <a:spLocks noChangeArrowheads="1"/>
          </p:cNvSpPr>
          <p:nvPr/>
        </p:nvSpPr>
        <p:spPr bwMode="auto">
          <a:xfrm>
            <a:off x="219075" y="4708525"/>
            <a:ext cx="2020888"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eaLnBrk="1" hangingPunct="1"/>
            <a:r>
              <a:rPr lang="zh-CN" altLang="en-US">
                <a:latin typeface="Times New Roman" panose="02020603050405020304" pitchFamily="18" charset="0"/>
              </a:rPr>
              <a:t>短路电流比    </a:t>
            </a:r>
            <a:endParaRPr lang="zh-CN" altLang="en-US" b="0">
              <a:latin typeface="Times New Roman" panose="02020603050405020304" pitchFamily="18" charset="0"/>
            </a:endParaRPr>
          </a:p>
        </p:txBody>
      </p:sp>
      <p:graphicFrame>
        <p:nvGraphicFramePr>
          <p:cNvPr id="50215" name="Object 39"/>
          <p:cNvGraphicFramePr>
            <a:graphicFrameLocks noChangeAspect="1"/>
          </p:cNvGraphicFramePr>
          <p:nvPr/>
        </p:nvGraphicFramePr>
        <p:xfrm>
          <a:off x="1073150" y="5124450"/>
          <a:ext cx="3208338" cy="901700"/>
        </p:xfrm>
        <a:graphic>
          <a:graphicData uri="http://schemas.openxmlformats.org/presentationml/2006/ole">
            <mc:AlternateContent xmlns:mc="http://schemas.openxmlformats.org/markup-compatibility/2006">
              <mc:Choice xmlns:v="urn:schemas-microsoft-com:vml" Requires="v">
                <p:oleObj spid="_x0000_s199780" name="公式" r:id="rId7" imgW="1625400" imgH="457200" progId="Equation.3">
                  <p:embed/>
                </p:oleObj>
              </mc:Choice>
              <mc:Fallback>
                <p:oleObj name="公式" r:id="rId7" imgW="1625400" imgH="457200" progId="Equation.3">
                  <p:embed/>
                  <p:pic>
                    <p:nvPicPr>
                      <p:cNvPr id="0" name="Object 3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73150" y="5124450"/>
                        <a:ext cx="3208338" cy="901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0216" name="Text Box 40"/>
          <p:cNvSpPr txBox="1">
            <a:spLocks noChangeArrowheads="1"/>
          </p:cNvSpPr>
          <p:nvPr/>
        </p:nvSpPr>
        <p:spPr bwMode="auto">
          <a:xfrm>
            <a:off x="5121275" y="4597400"/>
            <a:ext cx="15875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r>
              <a:rPr lang="en-US" altLang="zh-CN" i="1">
                <a:solidFill>
                  <a:schemeClr val="accent2"/>
                </a:solidFill>
                <a:latin typeface="Times New Roman" panose="02020603050405020304" pitchFamily="18" charset="0"/>
              </a:rPr>
              <a:t>Z</a:t>
            </a:r>
            <a:r>
              <a:rPr lang="en-US" altLang="zh-CN" baseline="-25000">
                <a:solidFill>
                  <a:schemeClr val="accent2"/>
                </a:solidFill>
                <a:latin typeface="Times New Roman" panose="02020603050405020304" pitchFamily="18" charset="0"/>
              </a:rPr>
              <a:t>2 </a:t>
            </a:r>
            <a:r>
              <a:rPr lang="en-US" altLang="zh-CN">
                <a:solidFill>
                  <a:schemeClr val="accent2"/>
                </a:solidFill>
                <a:latin typeface="Times New Roman" panose="02020603050405020304" pitchFamily="18" charset="0"/>
              </a:rPr>
              <a:t>= 1 / </a:t>
            </a:r>
            <a:r>
              <a:rPr lang="en-US" altLang="zh-CN" i="1">
                <a:solidFill>
                  <a:schemeClr val="accent2"/>
                </a:solidFill>
                <a:latin typeface="Times New Roman" panose="02020603050405020304" pitchFamily="18" charset="0"/>
              </a:rPr>
              <a:t>T</a:t>
            </a:r>
            <a:r>
              <a:rPr lang="en-US" altLang="zh-CN" baseline="-25000">
                <a:solidFill>
                  <a:schemeClr val="accent2"/>
                </a:solidFill>
                <a:latin typeface="Times New Roman" panose="02020603050405020304" pitchFamily="18" charset="0"/>
              </a:rPr>
              <a:t>21</a:t>
            </a:r>
            <a:endParaRPr lang="en-US" altLang="zh-CN" b="0">
              <a:latin typeface="Times New Roman" panose="02020603050405020304" pitchFamily="18" charset="0"/>
            </a:endParaRPr>
          </a:p>
        </p:txBody>
      </p:sp>
      <p:sp>
        <p:nvSpPr>
          <p:cNvPr id="50217" name="Text Box 41"/>
          <p:cNvSpPr txBox="1">
            <a:spLocks noChangeArrowheads="1"/>
          </p:cNvSpPr>
          <p:nvPr/>
        </p:nvSpPr>
        <p:spPr bwMode="auto">
          <a:xfrm>
            <a:off x="5108575" y="5168900"/>
            <a:ext cx="25019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r>
              <a:rPr lang="en-US" altLang="zh-CN" i="1">
                <a:solidFill>
                  <a:schemeClr val="accent2"/>
                </a:solidFill>
                <a:latin typeface="Times New Roman" panose="02020603050405020304" pitchFamily="18" charset="0"/>
              </a:rPr>
              <a:t>Z</a:t>
            </a:r>
            <a:r>
              <a:rPr lang="en-US" altLang="zh-CN" baseline="-25000">
                <a:solidFill>
                  <a:schemeClr val="accent2"/>
                </a:solidFill>
                <a:latin typeface="Times New Roman" panose="02020603050405020304" pitchFamily="18" charset="0"/>
              </a:rPr>
              <a:t>1 </a:t>
            </a:r>
            <a:r>
              <a:rPr lang="en-US" altLang="zh-CN">
                <a:solidFill>
                  <a:schemeClr val="accent2"/>
                </a:solidFill>
                <a:latin typeface="Times New Roman" panose="02020603050405020304" pitchFamily="18" charset="0"/>
              </a:rPr>
              <a:t>= (</a:t>
            </a:r>
            <a:r>
              <a:rPr lang="en-US" altLang="zh-CN" i="1">
                <a:solidFill>
                  <a:schemeClr val="accent2"/>
                </a:solidFill>
                <a:latin typeface="Times New Roman" panose="02020603050405020304" pitchFamily="18" charset="0"/>
              </a:rPr>
              <a:t>T</a:t>
            </a:r>
            <a:r>
              <a:rPr lang="en-US" altLang="zh-CN" baseline="-25000">
                <a:solidFill>
                  <a:schemeClr val="accent2"/>
                </a:solidFill>
                <a:latin typeface="Times New Roman" panose="02020603050405020304" pitchFamily="18" charset="0"/>
              </a:rPr>
              <a:t>11</a:t>
            </a:r>
            <a:r>
              <a:rPr lang="en-US" altLang="zh-CN">
                <a:solidFill>
                  <a:schemeClr val="accent2"/>
                </a:solidFill>
                <a:latin typeface="Times New Roman" panose="02020603050405020304" pitchFamily="18" charset="0"/>
              </a:rPr>
              <a:t> </a:t>
            </a:r>
            <a:r>
              <a:rPr lang="en-US" altLang="zh-CN" b="0">
                <a:solidFill>
                  <a:schemeClr val="accent2"/>
                </a:solidFill>
                <a:latin typeface="黑体" panose="02010609060101010101" pitchFamily="49" charset="-122"/>
                <a:ea typeface="黑体" panose="02010609060101010101" pitchFamily="49" charset="-122"/>
              </a:rPr>
              <a:t>-</a:t>
            </a:r>
            <a:r>
              <a:rPr lang="en-US" altLang="zh-CN">
                <a:solidFill>
                  <a:schemeClr val="accent2"/>
                </a:solidFill>
                <a:latin typeface="Times New Roman" panose="02020603050405020304" pitchFamily="18" charset="0"/>
              </a:rPr>
              <a:t>1) / </a:t>
            </a:r>
            <a:r>
              <a:rPr lang="en-US" altLang="zh-CN" i="1">
                <a:solidFill>
                  <a:schemeClr val="accent2"/>
                </a:solidFill>
                <a:latin typeface="Times New Roman" panose="02020603050405020304" pitchFamily="18" charset="0"/>
              </a:rPr>
              <a:t>T</a:t>
            </a:r>
            <a:r>
              <a:rPr lang="en-US" altLang="zh-CN" baseline="-25000">
                <a:solidFill>
                  <a:schemeClr val="accent2"/>
                </a:solidFill>
                <a:latin typeface="Times New Roman" panose="02020603050405020304" pitchFamily="18" charset="0"/>
              </a:rPr>
              <a:t>21</a:t>
            </a:r>
          </a:p>
        </p:txBody>
      </p:sp>
      <p:sp>
        <p:nvSpPr>
          <p:cNvPr id="50218" name="Text Box 42"/>
          <p:cNvSpPr txBox="1">
            <a:spLocks noChangeArrowheads="1"/>
          </p:cNvSpPr>
          <p:nvPr/>
        </p:nvSpPr>
        <p:spPr bwMode="auto">
          <a:xfrm>
            <a:off x="5070475" y="5765800"/>
            <a:ext cx="25019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r>
              <a:rPr lang="en-US" altLang="zh-CN" i="1">
                <a:solidFill>
                  <a:schemeClr val="accent2"/>
                </a:solidFill>
                <a:latin typeface="Times New Roman" panose="02020603050405020304" pitchFamily="18" charset="0"/>
              </a:rPr>
              <a:t>Z</a:t>
            </a:r>
            <a:r>
              <a:rPr lang="en-US" altLang="zh-CN" baseline="-25000">
                <a:solidFill>
                  <a:schemeClr val="accent2"/>
                </a:solidFill>
                <a:latin typeface="Times New Roman" panose="02020603050405020304" pitchFamily="18" charset="0"/>
              </a:rPr>
              <a:t>3 </a:t>
            </a:r>
            <a:r>
              <a:rPr lang="en-US" altLang="zh-CN">
                <a:solidFill>
                  <a:schemeClr val="accent2"/>
                </a:solidFill>
                <a:latin typeface="Times New Roman" panose="02020603050405020304" pitchFamily="18" charset="0"/>
              </a:rPr>
              <a:t>= (</a:t>
            </a:r>
            <a:r>
              <a:rPr lang="en-US" altLang="zh-CN" i="1">
                <a:solidFill>
                  <a:schemeClr val="accent2"/>
                </a:solidFill>
                <a:latin typeface="Times New Roman" panose="02020603050405020304" pitchFamily="18" charset="0"/>
              </a:rPr>
              <a:t>T</a:t>
            </a:r>
            <a:r>
              <a:rPr lang="en-US" altLang="zh-CN" baseline="-25000">
                <a:solidFill>
                  <a:schemeClr val="accent2"/>
                </a:solidFill>
                <a:latin typeface="Times New Roman" panose="02020603050405020304" pitchFamily="18" charset="0"/>
              </a:rPr>
              <a:t>22</a:t>
            </a:r>
            <a:r>
              <a:rPr lang="en-US" altLang="zh-CN">
                <a:solidFill>
                  <a:schemeClr val="accent2"/>
                </a:solidFill>
                <a:latin typeface="Times New Roman" panose="02020603050405020304" pitchFamily="18" charset="0"/>
              </a:rPr>
              <a:t> </a:t>
            </a:r>
            <a:r>
              <a:rPr lang="en-US" altLang="zh-CN" b="0">
                <a:solidFill>
                  <a:schemeClr val="accent2"/>
                </a:solidFill>
                <a:latin typeface="黑体" panose="02010609060101010101" pitchFamily="49" charset="-122"/>
                <a:ea typeface="黑体" panose="02010609060101010101" pitchFamily="49" charset="-122"/>
              </a:rPr>
              <a:t>-</a:t>
            </a:r>
            <a:r>
              <a:rPr lang="en-US" altLang="zh-CN">
                <a:solidFill>
                  <a:schemeClr val="accent2"/>
                </a:solidFill>
                <a:latin typeface="Times New Roman" panose="02020603050405020304" pitchFamily="18" charset="0"/>
              </a:rPr>
              <a:t>1) / </a:t>
            </a:r>
            <a:r>
              <a:rPr lang="en-US" altLang="zh-CN" i="1">
                <a:solidFill>
                  <a:schemeClr val="accent2"/>
                </a:solidFill>
                <a:latin typeface="Times New Roman" panose="02020603050405020304" pitchFamily="18" charset="0"/>
              </a:rPr>
              <a:t>T</a:t>
            </a:r>
            <a:r>
              <a:rPr lang="en-US" altLang="zh-CN" baseline="-25000">
                <a:solidFill>
                  <a:schemeClr val="accent2"/>
                </a:solidFill>
                <a:latin typeface="Times New Roman" panose="02020603050405020304" pitchFamily="18" charset="0"/>
              </a:rPr>
              <a:t>21</a:t>
            </a:r>
          </a:p>
        </p:txBody>
      </p:sp>
      <p:grpSp>
        <p:nvGrpSpPr>
          <p:cNvPr id="50237" name="Group 61"/>
          <p:cNvGrpSpPr>
            <a:grpSpLocks/>
          </p:cNvGrpSpPr>
          <p:nvPr/>
        </p:nvGrpSpPr>
        <p:grpSpPr bwMode="auto">
          <a:xfrm>
            <a:off x="4794250" y="4133850"/>
            <a:ext cx="4429125" cy="2168525"/>
            <a:chOff x="3020" y="2406"/>
            <a:chExt cx="2790" cy="1366"/>
          </a:xfrm>
        </p:grpSpPr>
        <p:sp>
          <p:nvSpPr>
            <p:cNvPr id="50220" name="Text Box 44"/>
            <p:cNvSpPr txBox="1">
              <a:spLocks noChangeArrowheads="1"/>
            </p:cNvSpPr>
            <p:nvPr/>
          </p:nvSpPr>
          <p:spPr bwMode="auto">
            <a:xfrm>
              <a:off x="3186" y="2406"/>
              <a:ext cx="2624"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eaLnBrk="1" hangingPunct="1"/>
              <a:r>
                <a:rPr lang="zh-CN" altLang="en-US">
                  <a:latin typeface="Times New Roman" panose="02020603050405020304" pitchFamily="18" charset="0"/>
                </a:rPr>
                <a:t>可求得等效电路元件的参数    </a:t>
              </a:r>
              <a:endParaRPr lang="zh-CN" altLang="en-US" b="0">
                <a:latin typeface="Times New Roman" panose="02020603050405020304" pitchFamily="18" charset="0"/>
              </a:endParaRPr>
            </a:p>
          </p:txBody>
        </p:sp>
        <p:sp>
          <p:nvSpPr>
            <p:cNvPr id="50221" name="Line 45"/>
            <p:cNvSpPr>
              <a:spLocks noChangeShapeType="1"/>
            </p:cNvSpPr>
            <p:nvPr/>
          </p:nvSpPr>
          <p:spPr bwMode="auto">
            <a:xfrm>
              <a:off x="3020" y="2420"/>
              <a:ext cx="0" cy="1352"/>
            </a:xfrm>
            <a:prstGeom prst="line">
              <a:avLst/>
            </a:prstGeom>
            <a:noFill/>
            <a:ln w="28575" cap="rnd">
              <a:solidFill>
                <a:schemeClr val="accent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50232" name="Group 56"/>
          <p:cNvGrpSpPr>
            <a:grpSpLocks/>
          </p:cNvGrpSpPr>
          <p:nvPr/>
        </p:nvGrpSpPr>
        <p:grpSpPr bwMode="auto">
          <a:xfrm>
            <a:off x="4752975" y="1339850"/>
            <a:ext cx="4391025" cy="2190750"/>
            <a:chOff x="2777" y="547"/>
            <a:chExt cx="2766" cy="1380"/>
          </a:xfrm>
        </p:grpSpPr>
        <p:grpSp>
          <p:nvGrpSpPr>
            <p:cNvPr id="50231" name="Group 55"/>
            <p:cNvGrpSpPr>
              <a:grpSpLocks/>
            </p:cNvGrpSpPr>
            <p:nvPr/>
          </p:nvGrpSpPr>
          <p:grpSpPr bwMode="auto">
            <a:xfrm>
              <a:off x="2777" y="547"/>
              <a:ext cx="2766" cy="1380"/>
              <a:chOff x="2777" y="547"/>
              <a:chExt cx="2766" cy="1380"/>
            </a:xfrm>
          </p:grpSpPr>
          <p:graphicFrame>
            <p:nvGraphicFramePr>
              <p:cNvPr id="50182" name="Object 6"/>
              <p:cNvGraphicFramePr>
                <a:graphicFrameLocks noChangeAspect="1"/>
              </p:cNvGraphicFramePr>
              <p:nvPr/>
            </p:nvGraphicFramePr>
            <p:xfrm>
              <a:off x="3012" y="547"/>
              <a:ext cx="208" cy="290"/>
            </p:xfrm>
            <a:graphic>
              <a:graphicData uri="http://schemas.openxmlformats.org/presentationml/2006/ole">
                <mc:AlternateContent xmlns:mc="http://schemas.openxmlformats.org/markup-compatibility/2006">
                  <mc:Choice xmlns:v="urn:schemas-microsoft-com:vml" Requires="v">
                    <p:oleObj spid="_x0000_s199781" name="Equation" r:id="rId9" imgW="164880" imgH="228600" progId="Equation.3">
                      <p:embed/>
                    </p:oleObj>
                  </mc:Choice>
                  <mc:Fallback>
                    <p:oleObj name="Equation" r:id="rId9" imgW="164880" imgH="228600" progId="Equation.3">
                      <p:embed/>
                      <p:pic>
                        <p:nvPicPr>
                          <p:cNvPr id="0" name="Object 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012" y="547"/>
                            <a:ext cx="208" cy="2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0183" name="Line 7"/>
              <p:cNvSpPr>
                <a:spLocks noChangeShapeType="1"/>
              </p:cNvSpPr>
              <p:nvPr/>
            </p:nvSpPr>
            <p:spPr bwMode="auto">
              <a:xfrm flipH="1" flipV="1">
                <a:off x="3629" y="947"/>
                <a:ext cx="1001" cy="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0184" name="Text Box 8"/>
              <p:cNvSpPr txBox="1">
                <a:spLocks noChangeArrowheads="1"/>
              </p:cNvSpPr>
              <p:nvPr/>
            </p:nvSpPr>
            <p:spPr bwMode="auto">
              <a:xfrm>
                <a:off x="2777" y="962"/>
                <a:ext cx="267"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Lst>
            </p:spPr>
            <p:txBody>
              <a:bodyPr>
                <a:spAutoFit/>
              </a:bodyPr>
              <a:lstStyle/>
              <a:p>
                <a:pPr algn="l" eaLnBrk="1" hangingPunct="1">
                  <a:spcBef>
                    <a:spcPct val="50000"/>
                  </a:spcBef>
                </a:pPr>
                <a:r>
                  <a:rPr lang="en-US" altLang="zh-CN">
                    <a:latin typeface="Times New Roman" panose="02020603050405020304" pitchFamily="18" charset="0"/>
                  </a:rPr>
                  <a:t>+</a:t>
                </a:r>
              </a:p>
            </p:txBody>
          </p:sp>
          <p:sp>
            <p:nvSpPr>
              <p:cNvPr id="50185" name="Text Box 9"/>
              <p:cNvSpPr txBox="1">
                <a:spLocks noChangeArrowheads="1"/>
              </p:cNvSpPr>
              <p:nvPr/>
            </p:nvSpPr>
            <p:spPr bwMode="auto">
              <a:xfrm>
                <a:off x="2794" y="1584"/>
                <a:ext cx="267"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Lst>
            </p:spPr>
            <p:txBody>
              <a:bodyPr>
                <a:spAutoFit/>
              </a:bodyPr>
              <a:lstStyle/>
              <a:p>
                <a:pPr algn="l" eaLnBrk="1" hangingPunct="1">
                  <a:spcBef>
                    <a:spcPct val="50000"/>
                  </a:spcBef>
                </a:pPr>
                <a:r>
                  <a:rPr lang="en-US" altLang="zh-CN" b="0">
                    <a:latin typeface="黑体" panose="02010609060101010101" pitchFamily="49" charset="-122"/>
                    <a:ea typeface="黑体" panose="02010609060101010101" pitchFamily="49" charset="-122"/>
                    <a:sym typeface="Symbol" panose="05050102010706020507" pitchFamily="18" charset="2"/>
                  </a:rPr>
                  <a:t>-</a:t>
                </a:r>
              </a:p>
            </p:txBody>
          </p:sp>
          <p:graphicFrame>
            <p:nvGraphicFramePr>
              <p:cNvPr id="50186" name="Object 10"/>
              <p:cNvGraphicFramePr>
                <a:graphicFrameLocks noChangeAspect="1"/>
              </p:cNvGraphicFramePr>
              <p:nvPr/>
            </p:nvGraphicFramePr>
            <p:xfrm>
              <a:off x="2784" y="1245"/>
              <a:ext cx="256" cy="290"/>
            </p:xfrm>
            <a:graphic>
              <a:graphicData uri="http://schemas.openxmlformats.org/presentationml/2006/ole">
                <mc:AlternateContent xmlns:mc="http://schemas.openxmlformats.org/markup-compatibility/2006">
                  <mc:Choice xmlns:v="urn:schemas-microsoft-com:vml" Requires="v">
                    <p:oleObj spid="_x0000_s199782" name="Equation" r:id="rId11" imgW="203040" imgH="228600" progId="Equation.3">
                      <p:embed/>
                    </p:oleObj>
                  </mc:Choice>
                  <mc:Fallback>
                    <p:oleObj name="Equation" r:id="rId11" imgW="203040" imgH="228600" progId="Equation.3">
                      <p:embed/>
                      <p:pic>
                        <p:nvPicPr>
                          <p:cNvPr id="0" name="Object 10"/>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784" y="1245"/>
                            <a:ext cx="256" cy="2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0187" name="Line 11"/>
              <p:cNvSpPr>
                <a:spLocks noChangeShapeType="1"/>
              </p:cNvSpPr>
              <p:nvPr/>
            </p:nvSpPr>
            <p:spPr bwMode="auto">
              <a:xfrm rot="5400000" flipV="1">
                <a:off x="3182" y="708"/>
                <a:ext cx="5" cy="47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0188" name="Rectangle 12"/>
              <p:cNvSpPr>
                <a:spLocks noChangeArrowheads="1"/>
              </p:cNvSpPr>
              <p:nvPr/>
            </p:nvSpPr>
            <p:spPr bwMode="auto">
              <a:xfrm rot="5400000">
                <a:off x="3510" y="791"/>
                <a:ext cx="123" cy="313"/>
              </a:xfrm>
              <a:prstGeom prst="rect">
                <a:avLst/>
              </a:prstGeom>
              <a:solidFill>
                <a:srgbClr val="FFFFCC"/>
              </a:solidFill>
              <a:ln w="31750">
                <a:solidFill>
                  <a:srgbClr val="000000"/>
                </a:solidFill>
                <a:miter lim="800000"/>
                <a:headEnd/>
                <a:tailEnd/>
              </a:ln>
            </p:spPr>
            <p:txBody>
              <a:bodyPr/>
              <a:lstStyle/>
              <a:p>
                <a:endParaRPr lang="zh-CN" altLang="en-US"/>
              </a:p>
            </p:txBody>
          </p:sp>
          <p:sp>
            <p:nvSpPr>
              <p:cNvPr id="50189" name="Oval 13"/>
              <p:cNvSpPr>
                <a:spLocks noChangeArrowheads="1"/>
              </p:cNvSpPr>
              <p:nvPr/>
            </p:nvSpPr>
            <p:spPr bwMode="auto">
              <a:xfrm>
                <a:off x="2880" y="911"/>
                <a:ext cx="68" cy="68"/>
              </a:xfrm>
              <a:prstGeom prst="ellipse">
                <a:avLst/>
              </a:prstGeom>
              <a:noFill/>
              <a:ln w="19050">
                <a:solidFill>
                  <a:schemeClr val="tx1"/>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sp>
            <p:nvSpPr>
              <p:cNvPr id="50190" name="Oval 14"/>
              <p:cNvSpPr>
                <a:spLocks noChangeArrowheads="1"/>
              </p:cNvSpPr>
              <p:nvPr/>
            </p:nvSpPr>
            <p:spPr bwMode="auto">
              <a:xfrm>
                <a:off x="2868" y="1853"/>
                <a:ext cx="68" cy="68"/>
              </a:xfrm>
              <a:prstGeom prst="ellipse">
                <a:avLst/>
              </a:prstGeom>
              <a:noFill/>
              <a:ln w="19050">
                <a:solidFill>
                  <a:schemeClr val="tx1"/>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sp>
            <p:nvSpPr>
              <p:cNvPr id="50191" name="Rectangle 15"/>
              <p:cNvSpPr>
                <a:spLocks noChangeArrowheads="1"/>
              </p:cNvSpPr>
              <p:nvPr/>
            </p:nvSpPr>
            <p:spPr bwMode="auto">
              <a:xfrm>
                <a:off x="3367" y="601"/>
                <a:ext cx="430"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spAutoFit/>
              </a:bodyPr>
              <a:lstStyle/>
              <a:p>
                <a:pPr eaLnBrk="1" hangingPunct="1"/>
                <a:r>
                  <a:rPr lang="en-US" altLang="zh-CN">
                    <a:solidFill>
                      <a:srgbClr val="000000"/>
                    </a:solidFill>
                    <a:latin typeface="Times New Roman" panose="02020603050405020304" pitchFamily="18" charset="0"/>
                  </a:rPr>
                  <a:t> </a:t>
                </a:r>
                <a:r>
                  <a:rPr lang="en-US" altLang="zh-CN" i="1">
                    <a:solidFill>
                      <a:srgbClr val="000000"/>
                    </a:solidFill>
                    <a:latin typeface="Times New Roman" panose="02020603050405020304" pitchFamily="18" charset="0"/>
                  </a:rPr>
                  <a:t>Z</a:t>
                </a:r>
                <a:r>
                  <a:rPr lang="en-US" altLang="zh-CN" baseline="-25000">
                    <a:solidFill>
                      <a:srgbClr val="000000"/>
                    </a:solidFill>
                    <a:latin typeface="Times New Roman" panose="02020603050405020304" pitchFamily="18" charset="0"/>
                  </a:rPr>
                  <a:t>1</a:t>
                </a:r>
              </a:p>
            </p:txBody>
          </p:sp>
          <p:sp>
            <p:nvSpPr>
              <p:cNvPr id="50193" name="Line 17"/>
              <p:cNvSpPr>
                <a:spLocks noChangeShapeType="1"/>
              </p:cNvSpPr>
              <p:nvPr/>
            </p:nvSpPr>
            <p:spPr bwMode="auto">
              <a:xfrm>
                <a:off x="4096" y="951"/>
                <a:ext cx="0" cy="95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0194" name="Rectangle 18"/>
              <p:cNvSpPr>
                <a:spLocks noChangeArrowheads="1"/>
              </p:cNvSpPr>
              <p:nvPr/>
            </p:nvSpPr>
            <p:spPr bwMode="auto">
              <a:xfrm rot="10800000">
                <a:off x="4042" y="1345"/>
                <a:ext cx="123" cy="313"/>
              </a:xfrm>
              <a:prstGeom prst="rect">
                <a:avLst/>
              </a:prstGeom>
              <a:solidFill>
                <a:srgbClr val="FFFFCC"/>
              </a:solidFill>
              <a:ln w="31750">
                <a:solidFill>
                  <a:srgbClr val="000000"/>
                </a:solidFill>
                <a:miter lim="800000"/>
                <a:headEnd/>
                <a:tailEnd/>
              </a:ln>
            </p:spPr>
            <p:txBody>
              <a:bodyPr/>
              <a:lstStyle/>
              <a:p>
                <a:endParaRPr lang="zh-CN" altLang="en-US"/>
              </a:p>
            </p:txBody>
          </p:sp>
          <p:sp>
            <p:nvSpPr>
              <p:cNvPr id="50195" name="Text Box 19"/>
              <p:cNvSpPr txBox="1">
                <a:spLocks noChangeArrowheads="1"/>
              </p:cNvSpPr>
              <p:nvPr/>
            </p:nvSpPr>
            <p:spPr bwMode="auto">
              <a:xfrm>
                <a:off x="3718" y="1309"/>
                <a:ext cx="361"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r>
                  <a:rPr lang="en-US" altLang="zh-CN" i="1">
                    <a:solidFill>
                      <a:srgbClr val="000000"/>
                    </a:solidFill>
                    <a:latin typeface="Times New Roman" panose="02020603050405020304" pitchFamily="18" charset="0"/>
                  </a:rPr>
                  <a:t>Z</a:t>
                </a:r>
                <a:r>
                  <a:rPr lang="en-US" altLang="zh-CN" baseline="-25000">
                    <a:solidFill>
                      <a:srgbClr val="000000"/>
                    </a:solidFill>
                    <a:latin typeface="Times New Roman" panose="02020603050405020304" pitchFamily="18" charset="0"/>
                  </a:rPr>
                  <a:t>2</a:t>
                </a:r>
                <a:endParaRPr lang="en-US" altLang="zh-CN" b="0">
                  <a:latin typeface="Times New Roman" panose="02020603050405020304" pitchFamily="18" charset="0"/>
                </a:endParaRPr>
              </a:p>
            </p:txBody>
          </p:sp>
          <p:grpSp>
            <p:nvGrpSpPr>
              <p:cNvPr id="50230" name="Group 54"/>
              <p:cNvGrpSpPr>
                <a:grpSpLocks/>
              </p:cNvGrpSpPr>
              <p:nvPr/>
            </p:nvGrpSpPr>
            <p:grpSpPr bwMode="auto">
              <a:xfrm>
                <a:off x="4375" y="551"/>
                <a:ext cx="1047" cy="452"/>
                <a:chOff x="4375" y="551"/>
                <a:chExt cx="1047" cy="452"/>
              </a:xfrm>
            </p:grpSpPr>
            <p:graphicFrame>
              <p:nvGraphicFramePr>
                <p:cNvPr id="50197" name="Object 21"/>
                <p:cNvGraphicFramePr>
                  <a:graphicFrameLocks noChangeAspect="1"/>
                </p:cNvGraphicFramePr>
                <p:nvPr/>
              </p:nvGraphicFramePr>
              <p:xfrm>
                <a:off x="5062" y="551"/>
                <a:ext cx="220" cy="289"/>
              </p:xfrm>
              <a:graphic>
                <a:graphicData uri="http://schemas.openxmlformats.org/presentationml/2006/ole">
                  <mc:AlternateContent xmlns:mc="http://schemas.openxmlformats.org/markup-compatibility/2006">
                    <mc:Choice xmlns:v="urn:schemas-microsoft-com:vml" Requires="v">
                      <p:oleObj spid="_x0000_s199783" name="Equation" r:id="rId13" imgW="177480" imgH="228600" progId="Equation.3">
                        <p:embed/>
                      </p:oleObj>
                    </mc:Choice>
                    <mc:Fallback>
                      <p:oleObj name="Equation" r:id="rId13" imgW="177480" imgH="228600" progId="Equation.3">
                        <p:embed/>
                        <p:pic>
                          <p:nvPicPr>
                            <p:cNvPr id="0" name="Object 21"/>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062" y="551"/>
                              <a:ext cx="220" cy="28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0198" name="Rectangle 22"/>
                <p:cNvSpPr>
                  <a:spLocks noChangeArrowheads="1"/>
                </p:cNvSpPr>
                <p:nvPr/>
              </p:nvSpPr>
              <p:spPr bwMode="auto">
                <a:xfrm rot="5400000">
                  <a:off x="4731" y="788"/>
                  <a:ext cx="123" cy="308"/>
                </a:xfrm>
                <a:prstGeom prst="rect">
                  <a:avLst/>
                </a:prstGeom>
                <a:solidFill>
                  <a:srgbClr val="FFFFCC"/>
                </a:solidFill>
                <a:ln w="31750">
                  <a:solidFill>
                    <a:srgbClr val="000000"/>
                  </a:solidFill>
                  <a:miter lim="800000"/>
                  <a:headEnd/>
                  <a:tailEnd/>
                </a:ln>
              </p:spPr>
              <p:txBody>
                <a:bodyPr/>
                <a:lstStyle/>
                <a:p>
                  <a:endParaRPr lang="zh-CN" altLang="en-US"/>
                </a:p>
              </p:txBody>
            </p:sp>
            <p:sp>
              <p:nvSpPr>
                <p:cNvPr id="50199" name="Line 23"/>
                <p:cNvSpPr>
                  <a:spLocks noChangeShapeType="1"/>
                </p:cNvSpPr>
                <p:nvPr/>
              </p:nvSpPr>
              <p:spPr bwMode="auto">
                <a:xfrm rot="5400000">
                  <a:off x="5157" y="715"/>
                  <a:ext cx="1" cy="443"/>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0200" name="Oval 24"/>
                <p:cNvSpPr>
                  <a:spLocks noChangeArrowheads="1"/>
                </p:cNvSpPr>
                <p:nvPr/>
              </p:nvSpPr>
              <p:spPr bwMode="auto">
                <a:xfrm>
                  <a:off x="5355" y="907"/>
                  <a:ext cx="67" cy="68"/>
                </a:xfrm>
                <a:prstGeom prst="ellipse">
                  <a:avLst/>
                </a:prstGeom>
                <a:noFill/>
                <a:ln w="19050">
                  <a:solidFill>
                    <a:schemeClr val="tx1"/>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sp>
              <p:nvSpPr>
                <p:cNvPr id="50201" name="Rectangle 25"/>
                <p:cNvSpPr>
                  <a:spLocks noChangeArrowheads="1"/>
                </p:cNvSpPr>
                <p:nvPr/>
              </p:nvSpPr>
              <p:spPr bwMode="auto">
                <a:xfrm>
                  <a:off x="4375" y="595"/>
                  <a:ext cx="652"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spAutoFit/>
                </a:bodyPr>
                <a:lstStyle/>
                <a:p>
                  <a:pPr eaLnBrk="1" hangingPunct="1"/>
                  <a:r>
                    <a:rPr lang="en-US" altLang="zh-CN">
                      <a:solidFill>
                        <a:srgbClr val="000000"/>
                      </a:solidFill>
                      <a:latin typeface="Times New Roman" panose="02020603050405020304" pitchFamily="18" charset="0"/>
                    </a:rPr>
                    <a:t> </a:t>
                  </a:r>
                  <a:r>
                    <a:rPr lang="en-US" altLang="zh-CN" i="1">
                      <a:solidFill>
                        <a:srgbClr val="000000"/>
                      </a:solidFill>
                      <a:latin typeface="Times New Roman" panose="02020603050405020304" pitchFamily="18" charset="0"/>
                    </a:rPr>
                    <a:t>Z</a:t>
                  </a:r>
                  <a:r>
                    <a:rPr lang="en-US" altLang="zh-CN" baseline="-25000">
                      <a:solidFill>
                        <a:srgbClr val="000000"/>
                      </a:solidFill>
                      <a:latin typeface="Times New Roman" panose="02020603050405020304" pitchFamily="18" charset="0"/>
                    </a:rPr>
                    <a:t>3</a:t>
                  </a:r>
                  <a:endParaRPr lang="en-US" altLang="zh-CN">
                    <a:latin typeface="Times New Roman" panose="02020603050405020304" pitchFamily="18" charset="0"/>
                  </a:endParaRPr>
                </a:p>
              </p:txBody>
            </p:sp>
          </p:grpSp>
          <p:sp>
            <p:nvSpPr>
              <p:cNvPr id="50203" name="Text Box 27"/>
              <p:cNvSpPr txBox="1">
                <a:spLocks noChangeArrowheads="1"/>
              </p:cNvSpPr>
              <p:nvPr/>
            </p:nvSpPr>
            <p:spPr bwMode="auto">
              <a:xfrm>
                <a:off x="5273" y="952"/>
                <a:ext cx="269"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Lst>
            </p:spPr>
            <p:txBody>
              <a:bodyPr>
                <a:spAutoFit/>
              </a:bodyPr>
              <a:lstStyle/>
              <a:p>
                <a:pPr algn="l" eaLnBrk="1" hangingPunct="1">
                  <a:spcBef>
                    <a:spcPct val="50000"/>
                  </a:spcBef>
                </a:pPr>
                <a:r>
                  <a:rPr lang="en-US" altLang="zh-CN">
                    <a:latin typeface="Times New Roman" panose="02020603050405020304" pitchFamily="18" charset="0"/>
                  </a:rPr>
                  <a:t>+</a:t>
                </a:r>
              </a:p>
            </p:txBody>
          </p:sp>
          <p:graphicFrame>
            <p:nvGraphicFramePr>
              <p:cNvPr id="50204" name="Object 28"/>
              <p:cNvGraphicFramePr>
                <a:graphicFrameLocks noChangeAspect="1"/>
              </p:cNvGraphicFramePr>
              <p:nvPr/>
            </p:nvGraphicFramePr>
            <p:xfrm>
              <a:off x="5280" y="1239"/>
              <a:ext cx="258" cy="287"/>
            </p:xfrm>
            <a:graphic>
              <a:graphicData uri="http://schemas.openxmlformats.org/presentationml/2006/ole">
                <mc:AlternateContent xmlns:mc="http://schemas.openxmlformats.org/markup-compatibility/2006">
                  <mc:Choice xmlns:v="urn:schemas-microsoft-com:vml" Requires="v">
                    <p:oleObj spid="_x0000_s199784" name="Equation" r:id="rId15" imgW="203040" imgH="228600" progId="Equation.3">
                      <p:embed/>
                    </p:oleObj>
                  </mc:Choice>
                  <mc:Fallback>
                    <p:oleObj name="Equation" r:id="rId15" imgW="203040" imgH="228600" progId="Equation.3">
                      <p:embed/>
                      <p:pic>
                        <p:nvPicPr>
                          <p:cNvPr id="0" name="Object 28"/>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280" y="1239"/>
                            <a:ext cx="258" cy="2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0205" name="Oval 29"/>
              <p:cNvSpPr>
                <a:spLocks noChangeArrowheads="1"/>
              </p:cNvSpPr>
              <p:nvPr/>
            </p:nvSpPr>
            <p:spPr bwMode="auto">
              <a:xfrm>
                <a:off x="5364" y="1860"/>
                <a:ext cx="69" cy="67"/>
              </a:xfrm>
              <a:prstGeom prst="ellipse">
                <a:avLst/>
              </a:prstGeom>
              <a:noFill/>
              <a:ln w="19050">
                <a:solidFill>
                  <a:schemeClr val="tx1"/>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sp>
            <p:nvSpPr>
              <p:cNvPr id="50206" name="Text Box 30"/>
              <p:cNvSpPr txBox="1">
                <a:spLocks noChangeArrowheads="1"/>
              </p:cNvSpPr>
              <p:nvPr/>
            </p:nvSpPr>
            <p:spPr bwMode="auto">
              <a:xfrm>
                <a:off x="5274" y="1575"/>
                <a:ext cx="269"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Lst>
            </p:spPr>
            <p:txBody>
              <a:bodyPr>
                <a:spAutoFit/>
              </a:bodyPr>
              <a:lstStyle/>
              <a:p>
                <a:pPr algn="l" eaLnBrk="1" hangingPunct="1">
                  <a:spcBef>
                    <a:spcPct val="50000"/>
                  </a:spcBef>
                </a:pPr>
                <a:r>
                  <a:rPr lang="en-US" altLang="zh-CN" b="0">
                    <a:latin typeface="黑体" panose="02010609060101010101" pitchFamily="49" charset="-122"/>
                    <a:ea typeface="黑体" panose="02010609060101010101" pitchFamily="49" charset="-122"/>
                    <a:sym typeface="Symbol" panose="05050102010706020507" pitchFamily="18" charset="2"/>
                  </a:rPr>
                  <a:t>-</a:t>
                </a:r>
              </a:p>
            </p:txBody>
          </p:sp>
          <p:sp>
            <p:nvSpPr>
              <p:cNvPr id="50207" name="Line 31"/>
              <p:cNvSpPr>
                <a:spLocks noChangeShapeType="1"/>
              </p:cNvSpPr>
              <p:nvPr/>
            </p:nvSpPr>
            <p:spPr bwMode="auto">
              <a:xfrm flipV="1">
                <a:off x="2928" y="1899"/>
                <a:ext cx="2430" cy="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50223" name="Line 47"/>
            <p:cNvSpPr>
              <a:spLocks noChangeShapeType="1"/>
            </p:cNvSpPr>
            <p:nvPr/>
          </p:nvSpPr>
          <p:spPr bwMode="auto">
            <a:xfrm>
              <a:off x="3000" y="882"/>
              <a:ext cx="306"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50224" name="Line 48"/>
            <p:cNvSpPr>
              <a:spLocks noChangeShapeType="1"/>
            </p:cNvSpPr>
            <p:nvPr/>
          </p:nvSpPr>
          <p:spPr bwMode="auto">
            <a:xfrm flipH="1">
              <a:off x="5022" y="888"/>
              <a:ext cx="294"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
        <p:nvSpPr>
          <p:cNvPr id="50236" name="Text Box 60"/>
          <p:cNvSpPr txBox="1">
            <a:spLocks noChangeArrowheads="1"/>
          </p:cNvSpPr>
          <p:nvPr/>
        </p:nvSpPr>
        <p:spPr bwMode="auto">
          <a:xfrm>
            <a:off x="1246188" y="719138"/>
            <a:ext cx="7897812" cy="457200"/>
          </a:xfrm>
          <a:prstGeom prst="rect">
            <a:avLst/>
          </a:prstGeom>
          <a:noFill/>
          <a:ln>
            <a:noFill/>
          </a:ln>
          <a:effectLst/>
          <a:extLst>
            <a:ext uri="{909E8E84-426E-40DD-AFC4-6F175D3DCCD1}">
              <a14:hiddenFill xmlns:a14="http://schemas.microsoft.com/office/drawing/2010/main">
                <a:solidFill>
                  <a:srgbClr val="FFFFCC">
                    <a:alpha val="50000"/>
                  </a:srgbClr>
                </a:solidFill>
              </a14:hiddenFill>
            </a:ext>
            <a:ext uri="{91240B29-F687-4F45-9708-019B960494DF}">
              <a14:hiddenLine xmlns:a14="http://schemas.microsoft.com/office/drawing/2010/main" w="19050">
                <a:solidFill>
                  <a:schemeClr val="tx1"/>
                </a:solidFill>
                <a:miter lim="800000"/>
                <a:headEnd/>
                <a:tailEnd type="none" w="med"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p>
            <a:pPr algn="l"/>
            <a:r>
              <a:rPr lang="zh-CN" altLang="en-US">
                <a:latin typeface="Times New Roman" panose="02020603050405020304" pitchFamily="18" charset="0"/>
              </a:rPr>
              <a:t>互易网络的等效电路如图所示，求等效电路的</a:t>
            </a:r>
            <a:r>
              <a:rPr lang="en-US" altLang="zh-CN" i="1">
                <a:latin typeface="Times New Roman" panose="02020603050405020304" pitchFamily="18" charset="0"/>
              </a:rPr>
              <a:t>T </a:t>
            </a:r>
            <a:r>
              <a:rPr lang="zh-CN" altLang="en-US">
                <a:latin typeface="Times New Roman" panose="02020603050405020304" pitchFamily="18" charset="0"/>
              </a:rPr>
              <a:t>参数。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0208">
                                            <p:txEl>
                                              <p:pRg st="0" end="0"/>
                                            </p:txEl>
                                          </p:spTgt>
                                        </p:tgtEl>
                                        <p:attrNameLst>
                                          <p:attrName>style.visibility</p:attrName>
                                        </p:attrNameLst>
                                      </p:cBhvr>
                                      <p:to>
                                        <p:strVal val="visible"/>
                                      </p:to>
                                    </p:set>
                                    <p:animEffect transition="in" filter="wipe(left)">
                                      <p:cBhvr>
                                        <p:cTn id="7" dur="500"/>
                                        <p:tgtEl>
                                          <p:spTgt spid="50208">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0236"/>
                                        </p:tgtEl>
                                        <p:attrNameLst>
                                          <p:attrName>style.visibility</p:attrName>
                                        </p:attrNameLst>
                                      </p:cBhvr>
                                      <p:to>
                                        <p:strVal val="visible"/>
                                      </p:to>
                                    </p:set>
                                    <p:animEffect transition="in" filter="wipe(left)">
                                      <p:cBhvr>
                                        <p:cTn id="12" dur="500"/>
                                        <p:tgtEl>
                                          <p:spTgt spid="5023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50232"/>
                                        </p:tgtEl>
                                        <p:attrNameLst>
                                          <p:attrName>style.visibility</p:attrName>
                                        </p:attrNameLst>
                                      </p:cBhvr>
                                      <p:to>
                                        <p:strVal val="visible"/>
                                      </p:to>
                                    </p:set>
                                    <p:animEffect transition="in" filter="wipe(left)">
                                      <p:cBhvr>
                                        <p:cTn id="17" dur="500"/>
                                        <p:tgtEl>
                                          <p:spTgt spid="5023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3" presetClass="entr" presetSubtype="272" fill="hold" nodeType="clickEffect">
                                  <p:stCondLst>
                                    <p:cond delay="0"/>
                                  </p:stCondLst>
                                  <p:childTnLst>
                                    <p:set>
                                      <p:cBhvr>
                                        <p:cTn id="21" dur="1" fill="hold">
                                          <p:stCondLst>
                                            <p:cond delay="0"/>
                                          </p:stCondLst>
                                        </p:cTn>
                                        <p:tgtEl>
                                          <p:spTgt spid="50180"/>
                                        </p:tgtEl>
                                        <p:attrNameLst>
                                          <p:attrName>style.visibility</p:attrName>
                                        </p:attrNameLst>
                                      </p:cBhvr>
                                      <p:to>
                                        <p:strVal val="visible"/>
                                      </p:to>
                                    </p:set>
                                    <p:anim calcmode="lin" valueType="num">
                                      <p:cBhvr>
                                        <p:cTn id="22" dur="500" fill="hold"/>
                                        <p:tgtEl>
                                          <p:spTgt spid="50180"/>
                                        </p:tgtEl>
                                        <p:attrNameLst>
                                          <p:attrName>ppt_w</p:attrName>
                                        </p:attrNameLst>
                                      </p:cBhvr>
                                      <p:tavLst>
                                        <p:tav tm="0">
                                          <p:val>
                                            <p:strVal val="2/3*#ppt_w"/>
                                          </p:val>
                                        </p:tav>
                                        <p:tav tm="100000">
                                          <p:val>
                                            <p:strVal val="#ppt_w"/>
                                          </p:val>
                                        </p:tav>
                                      </p:tavLst>
                                    </p:anim>
                                    <p:anim calcmode="lin" valueType="num">
                                      <p:cBhvr>
                                        <p:cTn id="23" dur="500" fill="hold"/>
                                        <p:tgtEl>
                                          <p:spTgt spid="50180"/>
                                        </p:tgtEl>
                                        <p:attrNameLst>
                                          <p:attrName>ppt_h</p:attrName>
                                        </p:attrNameLst>
                                      </p:cBhvr>
                                      <p:tavLst>
                                        <p:tav tm="0">
                                          <p:val>
                                            <p:strVal val="2/3*#ppt_h"/>
                                          </p:val>
                                        </p:tav>
                                        <p:tav tm="100000">
                                          <p:val>
                                            <p:strVal val="#ppt_h"/>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50209">
                                            <p:txEl>
                                              <p:pRg st="0" end="0"/>
                                            </p:txEl>
                                          </p:spTgt>
                                        </p:tgtEl>
                                        <p:attrNameLst>
                                          <p:attrName>style.visibility</p:attrName>
                                        </p:attrNameLst>
                                      </p:cBhvr>
                                      <p:to>
                                        <p:strVal val="visible"/>
                                      </p:to>
                                    </p:set>
                                    <p:animEffect transition="in" filter="wipe(left)">
                                      <p:cBhvr>
                                        <p:cTn id="28" dur="500"/>
                                        <p:tgtEl>
                                          <p:spTgt spid="50209">
                                            <p:txEl>
                                              <p:pRg st="0" end="0"/>
                                            </p:txEl>
                                          </p:spTgt>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8" fill="hold" nodeType="clickEffect">
                                  <p:stCondLst>
                                    <p:cond delay="0"/>
                                  </p:stCondLst>
                                  <p:childTnLst>
                                    <p:set>
                                      <p:cBhvr>
                                        <p:cTn id="32" dur="1" fill="hold">
                                          <p:stCondLst>
                                            <p:cond delay="0"/>
                                          </p:stCondLst>
                                        </p:cTn>
                                        <p:tgtEl>
                                          <p:spTgt spid="50211"/>
                                        </p:tgtEl>
                                        <p:attrNameLst>
                                          <p:attrName>style.visibility</p:attrName>
                                        </p:attrNameLst>
                                      </p:cBhvr>
                                      <p:to>
                                        <p:strVal val="visible"/>
                                      </p:to>
                                    </p:set>
                                    <p:animEffect transition="in" filter="wipe(left)">
                                      <p:cBhvr>
                                        <p:cTn id="33" dur="500"/>
                                        <p:tgtEl>
                                          <p:spTgt spid="50211"/>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50212">
                                            <p:txEl>
                                              <p:pRg st="0" end="0"/>
                                            </p:txEl>
                                          </p:spTgt>
                                        </p:tgtEl>
                                        <p:attrNameLst>
                                          <p:attrName>style.visibility</p:attrName>
                                        </p:attrNameLst>
                                      </p:cBhvr>
                                      <p:to>
                                        <p:strVal val="visible"/>
                                      </p:to>
                                    </p:set>
                                    <p:animEffect transition="in" filter="wipe(left)">
                                      <p:cBhvr>
                                        <p:cTn id="38" dur="500"/>
                                        <p:tgtEl>
                                          <p:spTgt spid="50212">
                                            <p:txEl>
                                              <p:pRg st="0" end="0"/>
                                            </p:txEl>
                                          </p:spTgt>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8" fill="hold" nodeType="clickEffect">
                                  <p:stCondLst>
                                    <p:cond delay="0"/>
                                  </p:stCondLst>
                                  <p:childTnLst>
                                    <p:set>
                                      <p:cBhvr>
                                        <p:cTn id="42" dur="1" fill="hold">
                                          <p:stCondLst>
                                            <p:cond delay="0"/>
                                          </p:stCondLst>
                                        </p:cTn>
                                        <p:tgtEl>
                                          <p:spTgt spid="50213"/>
                                        </p:tgtEl>
                                        <p:attrNameLst>
                                          <p:attrName>style.visibility</p:attrName>
                                        </p:attrNameLst>
                                      </p:cBhvr>
                                      <p:to>
                                        <p:strVal val="visible"/>
                                      </p:to>
                                    </p:set>
                                    <p:animEffect transition="in" filter="wipe(left)">
                                      <p:cBhvr>
                                        <p:cTn id="43" dur="500"/>
                                        <p:tgtEl>
                                          <p:spTgt spid="50213"/>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50214">
                                            <p:txEl>
                                              <p:pRg st="0" end="0"/>
                                            </p:txEl>
                                          </p:spTgt>
                                        </p:tgtEl>
                                        <p:attrNameLst>
                                          <p:attrName>style.visibility</p:attrName>
                                        </p:attrNameLst>
                                      </p:cBhvr>
                                      <p:to>
                                        <p:strVal val="visible"/>
                                      </p:to>
                                    </p:set>
                                    <p:animEffect transition="in" filter="wipe(left)">
                                      <p:cBhvr>
                                        <p:cTn id="48" dur="500"/>
                                        <p:tgtEl>
                                          <p:spTgt spid="50214">
                                            <p:txEl>
                                              <p:pRg st="0" end="0"/>
                                            </p:txEl>
                                          </p:spTgt>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22" presetClass="entr" presetSubtype="8" fill="hold" nodeType="clickEffect">
                                  <p:stCondLst>
                                    <p:cond delay="0"/>
                                  </p:stCondLst>
                                  <p:childTnLst>
                                    <p:set>
                                      <p:cBhvr>
                                        <p:cTn id="52" dur="1" fill="hold">
                                          <p:stCondLst>
                                            <p:cond delay="0"/>
                                          </p:stCondLst>
                                        </p:cTn>
                                        <p:tgtEl>
                                          <p:spTgt spid="50215"/>
                                        </p:tgtEl>
                                        <p:attrNameLst>
                                          <p:attrName>style.visibility</p:attrName>
                                        </p:attrNameLst>
                                      </p:cBhvr>
                                      <p:to>
                                        <p:strVal val="visible"/>
                                      </p:to>
                                    </p:set>
                                    <p:animEffect transition="in" filter="wipe(left)">
                                      <p:cBhvr>
                                        <p:cTn id="53" dur="500"/>
                                        <p:tgtEl>
                                          <p:spTgt spid="50215"/>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22" presetClass="entr" presetSubtype="8" fill="hold" nodeType="clickEffect">
                                  <p:stCondLst>
                                    <p:cond delay="0"/>
                                  </p:stCondLst>
                                  <p:childTnLst>
                                    <p:set>
                                      <p:cBhvr>
                                        <p:cTn id="57" dur="1" fill="hold">
                                          <p:stCondLst>
                                            <p:cond delay="0"/>
                                          </p:stCondLst>
                                        </p:cTn>
                                        <p:tgtEl>
                                          <p:spTgt spid="50237"/>
                                        </p:tgtEl>
                                        <p:attrNameLst>
                                          <p:attrName>style.visibility</p:attrName>
                                        </p:attrNameLst>
                                      </p:cBhvr>
                                      <p:to>
                                        <p:strVal val="visible"/>
                                      </p:to>
                                    </p:set>
                                    <p:animEffect transition="in" filter="wipe(left)">
                                      <p:cBhvr>
                                        <p:cTn id="58" dur="500"/>
                                        <p:tgtEl>
                                          <p:spTgt spid="50237"/>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22" presetClass="entr" presetSubtype="8" fill="hold" grpId="0" nodeType="clickEffect">
                                  <p:stCondLst>
                                    <p:cond delay="0"/>
                                  </p:stCondLst>
                                  <p:childTnLst>
                                    <p:set>
                                      <p:cBhvr>
                                        <p:cTn id="62" dur="1" fill="hold">
                                          <p:stCondLst>
                                            <p:cond delay="0"/>
                                          </p:stCondLst>
                                        </p:cTn>
                                        <p:tgtEl>
                                          <p:spTgt spid="50216">
                                            <p:txEl>
                                              <p:pRg st="0" end="0"/>
                                            </p:txEl>
                                          </p:spTgt>
                                        </p:tgtEl>
                                        <p:attrNameLst>
                                          <p:attrName>style.visibility</p:attrName>
                                        </p:attrNameLst>
                                      </p:cBhvr>
                                      <p:to>
                                        <p:strVal val="visible"/>
                                      </p:to>
                                    </p:set>
                                    <p:animEffect transition="in" filter="wipe(left)">
                                      <p:cBhvr>
                                        <p:cTn id="63" dur="500"/>
                                        <p:tgtEl>
                                          <p:spTgt spid="50216">
                                            <p:txEl>
                                              <p:pRg st="0" end="0"/>
                                            </p:txEl>
                                          </p:spTgt>
                                        </p:tgtEl>
                                      </p:cBhvr>
                                    </p:animEffect>
                                  </p:childTnLst>
                                </p:cTn>
                              </p:par>
                            </p:childTnLst>
                          </p:cTn>
                        </p:par>
                      </p:childTnLst>
                    </p:cTn>
                  </p:par>
                  <p:par>
                    <p:cTn id="64" fill="hold" nodeType="clickPar">
                      <p:stCondLst>
                        <p:cond delay="indefinite"/>
                      </p:stCondLst>
                      <p:childTnLst>
                        <p:par>
                          <p:cTn id="65" fill="hold" nodeType="withGroup">
                            <p:stCondLst>
                              <p:cond delay="0"/>
                            </p:stCondLst>
                            <p:childTnLst>
                              <p:par>
                                <p:cTn id="66" presetID="22" presetClass="entr" presetSubtype="8" fill="hold" grpId="0" nodeType="clickEffect">
                                  <p:stCondLst>
                                    <p:cond delay="0"/>
                                  </p:stCondLst>
                                  <p:childTnLst>
                                    <p:set>
                                      <p:cBhvr>
                                        <p:cTn id="67" dur="1" fill="hold">
                                          <p:stCondLst>
                                            <p:cond delay="0"/>
                                          </p:stCondLst>
                                        </p:cTn>
                                        <p:tgtEl>
                                          <p:spTgt spid="50217">
                                            <p:txEl>
                                              <p:pRg st="0" end="0"/>
                                            </p:txEl>
                                          </p:spTgt>
                                        </p:tgtEl>
                                        <p:attrNameLst>
                                          <p:attrName>style.visibility</p:attrName>
                                        </p:attrNameLst>
                                      </p:cBhvr>
                                      <p:to>
                                        <p:strVal val="visible"/>
                                      </p:to>
                                    </p:set>
                                    <p:animEffect transition="in" filter="wipe(left)">
                                      <p:cBhvr>
                                        <p:cTn id="68" dur="500"/>
                                        <p:tgtEl>
                                          <p:spTgt spid="50217">
                                            <p:txEl>
                                              <p:pRg st="0" end="0"/>
                                            </p:txEl>
                                          </p:spTgt>
                                        </p:tgtEl>
                                      </p:cBhvr>
                                    </p:animEffect>
                                  </p:childTnLst>
                                </p:cTn>
                              </p:par>
                            </p:childTnLst>
                          </p:cTn>
                        </p:par>
                      </p:childTnLst>
                    </p:cTn>
                  </p:par>
                  <p:par>
                    <p:cTn id="69" fill="hold" nodeType="clickPar">
                      <p:stCondLst>
                        <p:cond delay="indefinite"/>
                      </p:stCondLst>
                      <p:childTnLst>
                        <p:par>
                          <p:cTn id="70" fill="hold" nodeType="withGroup">
                            <p:stCondLst>
                              <p:cond delay="0"/>
                            </p:stCondLst>
                            <p:childTnLst>
                              <p:par>
                                <p:cTn id="71" presetID="22" presetClass="entr" presetSubtype="8" fill="hold" grpId="0" nodeType="clickEffect">
                                  <p:stCondLst>
                                    <p:cond delay="0"/>
                                  </p:stCondLst>
                                  <p:childTnLst>
                                    <p:set>
                                      <p:cBhvr>
                                        <p:cTn id="72" dur="1" fill="hold">
                                          <p:stCondLst>
                                            <p:cond delay="0"/>
                                          </p:stCondLst>
                                        </p:cTn>
                                        <p:tgtEl>
                                          <p:spTgt spid="50218">
                                            <p:txEl>
                                              <p:pRg st="0" end="0"/>
                                            </p:txEl>
                                          </p:spTgt>
                                        </p:tgtEl>
                                        <p:attrNameLst>
                                          <p:attrName>style.visibility</p:attrName>
                                        </p:attrNameLst>
                                      </p:cBhvr>
                                      <p:to>
                                        <p:strVal val="visible"/>
                                      </p:to>
                                    </p:set>
                                    <p:animEffect transition="in" filter="wipe(left)">
                                      <p:cBhvr>
                                        <p:cTn id="73" dur="500"/>
                                        <p:tgtEl>
                                          <p:spTgt spid="5021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208" grpId="0" build="p" autoUpdateAnimBg="0"/>
      <p:bldP spid="50209" grpId="0" build="p" autoUpdateAnimBg="0"/>
      <p:bldP spid="50212" grpId="0" build="p" autoUpdateAnimBg="0"/>
      <p:bldP spid="50214" grpId="0" build="p" autoUpdateAnimBg="0"/>
      <p:bldP spid="50216" grpId="0" build="p" autoUpdateAnimBg="0"/>
      <p:bldP spid="50217" grpId="0" build="p" autoUpdateAnimBg="0"/>
      <p:bldP spid="50218" grpId="0" build="p" autoUpdateAnimBg="0"/>
      <p:bldP spid="50236" grpId="0" autoUpdateAnimBg="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1" name="Text Box 31"/>
          <p:cNvSpPr txBox="1">
            <a:spLocks noChangeArrowheads="1"/>
          </p:cNvSpPr>
          <p:nvPr/>
        </p:nvSpPr>
        <p:spPr bwMode="auto">
          <a:xfrm>
            <a:off x="322263" y="207963"/>
            <a:ext cx="4775200" cy="8223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eaLnBrk="1" hangingPunct="1"/>
            <a:r>
              <a:rPr lang="en-US" altLang="zh-CN" b="0">
                <a:latin typeface="Times New Roman" panose="02020603050405020304" pitchFamily="18" charset="0"/>
              </a:rPr>
              <a:t>        </a:t>
            </a:r>
            <a:r>
              <a:rPr lang="zh-CN" altLang="en-US">
                <a:latin typeface="Times New Roman" panose="02020603050405020304" pitchFamily="18" charset="0"/>
              </a:rPr>
              <a:t>也可通过列端口电压、电流    </a:t>
            </a:r>
          </a:p>
          <a:p>
            <a:pPr algn="l" eaLnBrk="1" hangingPunct="1"/>
            <a:r>
              <a:rPr lang="zh-CN" altLang="en-US">
                <a:latin typeface="Times New Roman" panose="02020603050405020304" pitchFamily="18" charset="0"/>
              </a:rPr>
              <a:t>关系得到参数方程</a:t>
            </a:r>
          </a:p>
        </p:txBody>
      </p:sp>
      <p:graphicFrame>
        <p:nvGraphicFramePr>
          <p:cNvPr id="51232" name="Object 32"/>
          <p:cNvGraphicFramePr>
            <a:graphicFrameLocks noChangeAspect="1"/>
          </p:cNvGraphicFramePr>
          <p:nvPr/>
        </p:nvGraphicFramePr>
        <p:xfrm>
          <a:off x="1027113" y="1330325"/>
          <a:ext cx="2960687" cy="509588"/>
        </p:xfrm>
        <a:graphic>
          <a:graphicData uri="http://schemas.openxmlformats.org/presentationml/2006/ole">
            <mc:AlternateContent xmlns:mc="http://schemas.openxmlformats.org/markup-compatibility/2006">
              <mc:Choice xmlns:v="urn:schemas-microsoft-com:vml" Requires="v">
                <p:oleObj spid="_x0000_s200830" name="公式" r:id="rId3" imgW="1396800" imgH="241200" progId="Equation.3">
                  <p:embed/>
                </p:oleObj>
              </mc:Choice>
              <mc:Fallback>
                <p:oleObj name="公式" r:id="rId3" imgW="1396800" imgH="241200" progId="Equation.3">
                  <p:embed/>
                  <p:pic>
                    <p:nvPicPr>
                      <p:cNvPr id="0" name="Object 3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27113" y="1330325"/>
                        <a:ext cx="2960687" cy="5095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1233" name="Object 33"/>
          <p:cNvGraphicFramePr>
            <a:graphicFrameLocks noChangeAspect="1"/>
          </p:cNvGraphicFramePr>
          <p:nvPr/>
        </p:nvGraphicFramePr>
        <p:xfrm>
          <a:off x="1079500" y="1847850"/>
          <a:ext cx="2627313" cy="974725"/>
        </p:xfrm>
        <a:graphic>
          <a:graphicData uri="http://schemas.openxmlformats.org/presentationml/2006/ole">
            <mc:AlternateContent xmlns:mc="http://schemas.openxmlformats.org/markup-compatibility/2006">
              <mc:Choice xmlns:v="urn:schemas-microsoft-com:vml" Requires="v">
                <p:oleObj spid="_x0000_s200831" name="公式" r:id="rId5" imgW="1231560" imgH="457200" progId="Equation.3">
                  <p:embed/>
                </p:oleObj>
              </mc:Choice>
              <mc:Fallback>
                <p:oleObj name="公式" r:id="rId5" imgW="1231560" imgH="457200" progId="Equation.3">
                  <p:embed/>
                  <p:pic>
                    <p:nvPicPr>
                      <p:cNvPr id="0" name="Object 3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79500" y="1847850"/>
                        <a:ext cx="2627313" cy="9747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51234" name="Group 34"/>
          <p:cNvGrpSpPr>
            <a:grpSpLocks/>
          </p:cNvGrpSpPr>
          <p:nvPr/>
        </p:nvGrpSpPr>
        <p:grpSpPr bwMode="auto">
          <a:xfrm>
            <a:off x="406400" y="3003550"/>
            <a:ext cx="4991100" cy="508000"/>
            <a:chOff x="334" y="1994"/>
            <a:chExt cx="3144" cy="320"/>
          </a:xfrm>
        </p:grpSpPr>
        <p:sp>
          <p:nvSpPr>
            <p:cNvPr id="51235" name="Text Box 35"/>
            <p:cNvSpPr txBox="1">
              <a:spLocks noChangeArrowheads="1"/>
            </p:cNvSpPr>
            <p:nvPr/>
          </p:nvSpPr>
          <p:spPr bwMode="auto">
            <a:xfrm>
              <a:off x="334" y="1994"/>
              <a:ext cx="357"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eaLnBrk="1" hangingPunct="1"/>
              <a:r>
                <a:rPr lang="zh-CN" altLang="en-US">
                  <a:latin typeface="Times New Roman" panose="02020603050405020304" pitchFamily="18" charset="0"/>
                </a:rPr>
                <a:t>将 </a:t>
              </a:r>
              <a:endParaRPr lang="zh-CN" altLang="en-US" b="0">
                <a:latin typeface="Times New Roman" panose="02020603050405020304" pitchFamily="18" charset="0"/>
              </a:endParaRPr>
            </a:p>
          </p:txBody>
        </p:sp>
        <p:graphicFrame>
          <p:nvGraphicFramePr>
            <p:cNvPr id="51236" name="Object 36"/>
            <p:cNvGraphicFramePr>
              <a:graphicFrameLocks noChangeAspect="1"/>
            </p:cNvGraphicFramePr>
            <p:nvPr/>
          </p:nvGraphicFramePr>
          <p:xfrm>
            <a:off x="636" y="2032"/>
            <a:ext cx="183" cy="256"/>
          </p:xfrm>
          <a:graphic>
            <a:graphicData uri="http://schemas.openxmlformats.org/presentationml/2006/ole">
              <mc:AlternateContent xmlns:mc="http://schemas.openxmlformats.org/markup-compatibility/2006">
                <mc:Choice xmlns:v="urn:schemas-microsoft-com:vml" Requires="v">
                  <p:oleObj spid="_x0000_s200832" name="公式" r:id="rId7" imgW="164880" imgH="228600" progId="Equation.3">
                    <p:embed/>
                  </p:oleObj>
                </mc:Choice>
                <mc:Fallback>
                  <p:oleObj name="公式" r:id="rId7" imgW="164880" imgH="228600" progId="Equation.3">
                    <p:embed/>
                    <p:pic>
                      <p:nvPicPr>
                        <p:cNvPr id="0" name="Object 3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36" y="2032"/>
                          <a:ext cx="183" cy="25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1237" name="Text Box 37"/>
            <p:cNvSpPr txBox="1">
              <a:spLocks noChangeArrowheads="1"/>
            </p:cNvSpPr>
            <p:nvPr/>
          </p:nvSpPr>
          <p:spPr bwMode="auto">
            <a:xfrm>
              <a:off x="854" y="2026"/>
              <a:ext cx="2624"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eaLnBrk="1" hangingPunct="1"/>
              <a:r>
                <a:rPr lang="zh-CN" altLang="en-US">
                  <a:latin typeface="Times New Roman" panose="02020603050405020304" pitchFamily="18" charset="0"/>
                </a:rPr>
                <a:t>代入第一式并经整理，可得    </a:t>
              </a:r>
              <a:endParaRPr lang="zh-CN" altLang="en-US" b="0">
                <a:latin typeface="Times New Roman" panose="02020603050405020304" pitchFamily="18" charset="0"/>
              </a:endParaRPr>
            </a:p>
          </p:txBody>
        </p:sp>
      </p:grpSp>
      <p:graphicFrame>
        <p:nvGraphicFramePr>
          <p:cNvPr id="51238" name="Object 38"/>
          <p:cNvGraphicFramePr>
            <a:graphicFrameLocks noChangeAspect="1"/>
          </p:cNvGraphicFramePr>
          <p:nvPr/>
        </p:nvGraphicFramePr>
        <p:xfrm>
          <a:off x="1127125" y="3433763"/>
          <a:ext cx="4746625" cy="881062"/>
        </p:xfrm>
        <a:graphic>
          <a:graphicData uri="http://schemas.openxmlformats.org/presentationml/2006/ole">
            <mc:AlternateContent xmlns:mc="http://schemas.openxmlformats.org/markup-compatibility/2006">
              <mc:Choice xmlns:v="urn:schemas-microsoft-com:vml" Requires="v">
                <p:oleObj spid="_x0000_s200833" name="公式" r:id="rId9" imgW="2387520" imgH="444240" progId="Equation.3">
                  <p:embed/>
                </p:oleObj>
              </mc:Choice>
              <mc:Fallback>
                <p:oleObj name="公式" r:id="rId9" imgW="2387520" imgH="444240" progId="Equation.3">
                  <p:embed/>
                  <p:pic>
                    <p:nvPicPr>
                      <p:cNvPr id="0" name="Object 3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127125" y="3433763"/>
                        <a:ext cx="4746625" cy="8810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1239" name="Object 39"/>
          <p:cNvGraphicFramePr>
            <a:graphicFrameLocks noChangeAspect="1"/>
          </p:cNvGraphicFramePr>
          <p:nvPr/>
        </p:nvGraphicFramePr>
        <p:xfrm>
          <a:off x="1023938" y="4576763"/>
          <a:ext cx="2965450" cy="876300"/>
        </p:xfrm>
        <a:graphic>
          <a:graphicData uri="http://schemas.openxmlformats.org/presentationml/2006/ole">
            <mc:AlternateContent xmlns:mc="http://schemas.openxmlformats.org/markup-compatibility/2006">
              <mc:Choice xmlns:v="urn:schemas-microsoft-com:vml" Requires="v">
                <p:oleObj spid="_x0000_s200834" name="公式" r:id="rId11" imgW="1498320" imgH="444240" progId="Equation.3">
                  <p:embed/>
                </p:oleObj>
              </mc:Choice>
              <mc:Fallback>
                <p:oleObj name="公式" r:id="rId11" imgW="1498320" imgH="444240" progId="Equation.3">
                  <p:embed/>
                  <p:pic>
                    <p:nvPicPr>
                      <p:cNvPr id="0" name="Object 3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023938" y="4576763"/>
                        <a:ext cx="2965450" cy="876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1240" name="Text Box 40"/>
          <p:cNvSpPr txBox="1">
            <a:spLocks noChangeArrowheads="1"/>
          </p:cNvSpPr>
          <p:nvPr/>
        </p:nvSpPr>
        <p:spPr bwMode="auto">
          <a:xfrm>
            <a:off x="6146800" y="4235450"/>
            <a:ext cx="15875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r>
              <a:rPr lang="en-US" altLang="zh-CN" i="1">
                <a:solidFill>
                  <a:schemeClr val="accent2"/>
                </a:solidFill>
                <a:latin typeface="Times New Roman" panose="02020603050405020304" pitchFamily="18" charset="0"/>
              </a:rPr>
              <a:t>Z</a:t>
            </a:r>
            <a:r>
              <a:rPr lang="en-US" altLang="zh-CN" baseline="-25000">
                <a:solidFill>
                  <a:schemeClr val="accent2"/>
                </a:solidFill>
                <a:latin typeface="Times New Roman" panose="02020603050405020304" pitchFamily="18" charset="0"/>
              </a:rPr>
              <a:t>2 </a:t>
            </a:r>
            <a:r>
              <a:rPr lang="en-US" altLang="zh-CN">
                <a:solidFill>
                  <a:schemeClr val="accent2"/>
                </a:solidFill>
                <a:latin typeface="Times New Roman" panose="02020603050405020304" pitchFamily="18" charset="0"/>
              </a:rPr>
              <a:t>= 1 / </a:t>
            </a:r>
            <a:r>
              <a:rPr lang="en-US" altLang="zh-CN" i="1">
                <a:solidFill>
                  <a:schemeClr val="accent2"/>
                </a:solidFill>
                <a:latin typeface="Times New Roman" panose="02020603050405020304" pitchFamily="18" charset="0"/>
              </a:rPr>
              <a:t>T</a:t>
            </a:r>
            <a:r>
              <a:rPr lang="en-US" altLang="zh-CN" baseline="-25000">
                <a:solidFill>
                  <a:schemeClr val="accent2"/>
                </a:solidFill>
                <a:latin typeface="Times New Roman" panose="02020603050405020304" pitchFamily="18" charset="0"/>
              </a:rPr>
              <a:t>21</a:t>
            </a:r>
            <a:endParaRPr lang="en-US" altLang="zh-CN" b="0">
              <a:latin typeface="Times New Roman" panose="02020603050405020304" pitchFamily="18" charset="0"/>
            </a:endParaRPr>
          </a:p>
        </p:txBody>
      </p:sp>
      <p:sp>
        <p:nvSpPr>
          <p:cNvPr id="51241" name="Text Box 41"/>
          <p:cNvSpPr txBox="1">
            <a:spLocks noChangeArrowheads="1"/>
          </p:cNvSpPr>
          <p:nvPr/>
        </p:nvSpPr>
        <p:spPr bwMode="auto">
          <a:xfrm>
            <a:off x="6159500" y="4806950"/>
            <a:ext cx="25019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r>
              <a:rPr lang="en-US" altLang="zh-CN" i="1">
                <a:solidFill>
                  <a:schemeClr val="accent2"/>
                </a:solidFill>
                <a:latin typeface="Times New Roman" panose="02020603050405020304" pitchFamily="18" charset="0"/>
              </a:rPr>
              <a:t>Z</a:t>
            </a:r>
            <a:r>
              <a:rPr lang="en-US" altLang="zh-CN" baseline="-25000">
                <a:solidFill>
                  <a:schemeClr val="accent2"/>
                </a:solidFill>
                <a:latin typeface="Times New Roman" panose="02020603050405020304" pitchFamily="18" charset="0"/>
              </a:rPr>
              <a:t>1 </a:t>
            </a:r>
            <a:r>
              <a:rPr lang="en-US" altLang="zh-CN">
                <a:solidFill>
                  <a:schemeClr val="accent2"/>
                </a:solidFill>
                <a:latin typeface="Times New Roman" panose="02020603050405020304" pitchFamily="18" charset="0"/>
              </a:rPr>
              <a:t>= (</a:t>
            </a:r>
            <a:r>
              <a:rPr lang="en-US" altLang="zh-CN" i="1">
                <a:solidFill>
                  <a:schemeClr val="accent2"/>
                </a:solidFill>
                <a:latin typeface="Times New Roman" panose="02020603050405020304" pitchFamily="18" charset="0"/>
              </a:rPr>
              <a:t>T</a:t>
            </a:r>
            <a:r>
              <a:rPr lang="en-US" altLang="zh-CN" baseline="-25000">
                <a:solidFill>
                  <a:schemeClr val="accent2"/>
                </a:solidFill>
                <a:latin typeface="Times New Roman" panose="02020603050405020304" pitchFamily="18" charset="0"/>
              </a:rPr>
              <a:t>11</a:t>
            </a:r>
            <a:r>
              <a:rPr lang="en-US" altLang="zh-CN" b="0">
                <a:solidFill>
                  <a:schemeClr val="accent2"/>
                </a:solidFill>
                <a:latin typeface="黑体" panose="02010609060101010101" pitchFamily="49" charset="-122"/>
                <a:ea typeface="黑体" panose="02010609060101010101" pitchFamily="49" charset="-122"/>
              </a:rPr>
              <a:t> -</a:t>
            </a:r>
            <a:r>
              <a:rPr lang="en-US" altLang="zh-CN">
                <a:solidFill>
                  <a:schemeClr val="accent2"/>
                </a:solidFill>
                <a:latin typeface="Times New Roman" panose="02020603050405020304" pitchFamily="18" charset="0"/>
              </a:rPr>
              <a:t>1) / </a:t>
            </a:r>
            <a:r>
              <a:rPr lang="en-US" altLang="zh-CN" i="1">
                <a:solidFill>
                  <a:schemeClr val="accent2"/>
                </a:solidFill>
                <a:latin typeface="Times New Roman" panose="02020603050405020304" pitchFamily="18" charset="0"/>
              </a:rPr>
              <a:t>T</a:t>
            </a:r>
            <a:r>
              <a:rPr lang="en-US" altLang="zh-CN" baseline="-25000">
                <a:solidFill>
                  <a:schemeClr val="accent2"/>
                </a:solidFill>
                <a:latin typeface="Times New Roman" panose="02020603050405020304" pitchFamily="18" charset="0"/>
              </a:rPr>
              <a:t>21</a:t>
            </a:r>
          </a:p>
        </p:txBody>
      </p:sp>
      <p:sp>
        <p:nvSpPr>
          <p:cNvPr id="51242" name="Text Box 42"/>
          <p:cNvSpPr txBox="1">
            <a:spLocks noChangeArrowheads="1"/>
          </p:cNvSpPr>
          <p:nvPr/>
        </p:nvSpPr>
        <p:spPr bwMode="auto">
          <a:xfrm>
            <a:off x="6172200" y="5403850"/>
            <a:ext cx="25019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r>
              <a:rPr lang="en-US" altLang="zh-CN" i="1">
                <a:solidFill>
                  <a:schemeClr val="accent2"/>
                </a:solidFill>
                <a:latin typeface="Times New Roman" panose="02020603050405020304" pitchFamily="18" charset="0"/>
              </a:rPr>
              <a:t>Z</a:t>
            </a:r>
            <a:r>
              <a:rPr lang="en-US" altLang="zh-CN" baseline="-25000">
                <a:solidFill>
                  <a:schemeClr val="accent2"/>
                </a:solidFill>
                <a:latin typeface="Times New Roman" panose="02020603050405020304" pitchFamily="18" charset="0"/>
              </a:rPr>
              <a:t>3 </a:t>
            </a:r>
            <a:r>
              <a:rPr lang="en-US" altLang="zh-CN">
                <a:solidFill>
                  <a:schemeClr val="accent2"/>
                </a:solidFill>
                <a:latin typeface="Times New Roman" panose="02020603050405020304" pitchFamily="18" charset="0"/>
              </a:rPr>
              <a:t>= (</a:t>
            </a:r>
            <a:r>
              <a:rPr lang="en-US" altLang="zh-CN" i="1">
                <a:solidFill>
                  <a:schemeClr val="accent2"/>
                </a:solidFill>
                <a:latin typeface="Times New Roman" panose="02020603050405020304" pitchFamily="18" charset="0"/>
              </a:rPr>
              <a:t>T</a:t>
            </a:r>
            <a:r>
              <a:rPr lang="en-US" altLang="zh-CN" baseline="-25000">
                <a:solidFill>
                  <a:schemeClr val="accent2"/>
                </a:solidFill>
                <a:latin typeface="Times New Roman" panose="02020603050405020304" pitchFamily="18" charset="0"/>
              </a:rPr>
              <a:t>22</a:t>
            </a:r>
            <a:r>
              <a:rPr lang="en-US" altLang="zh-CN" b="0">
                <a:solidFill>
                  <a:schemeClr val="accent2"/>
                </a:solidFill>
                <a:latin typeface="黑体" panose="02010609060101010101" pitchFamily="49" charset="-122"/>
                <a:ea typeface="黑体" panose="02010609060101010101" pitchFamily="49" charset="-122"/>
              </a:rPr>
              <a:t> -</a:t>
            </a:r>
            <a:r>
              <a:rPr lang="en-US" altLang="zh-CN">
                <a:solidFill>
                  <a:schemeClr val="accent2"/>
                </a:solidFill>
                <a:latin typeface="Times New Roman" panose="02020603050405020304" pitchFamily="18" charset="0"/>
              </a:rPr>
              <a:t>1) / </a:t>
            </a:r>
            <a:r>
              <a:rPr lang="en-US" altLang="zh-CN" i="1">
                <a:solidFill>
                  <a:schemeClr val="accent2"/>
                </a:solidFill>
                <a:latin typeface="Times New Roman" panose="02020603050405020304" pitchFamily="18" charset="0"/>
              </a:rPr>
              <a:t>T</a:t>
            </a:r>
            <a:r>
              <a:rPr lang="en-US" altLang="zh-CN" baseline="-25000">
                <a:solidFill>
                  <a:schemeClr val="accent2"/>
                </a:solidFill>
                <a:latin typeface="Times New Roman" panose="02020603050405020304" pitchFamily="18" charset="0"/>
              </a:rPr>
              <a:t>21</a:t>
            </a:r>
          </a:p>
        </p:txBody>
      </p:sp>
      <p:grpSp>
        <p:nvGrpSpPr>
          <p:cNvPr id="51243" name="Group 43"/>
          <p:cNvGrpSpPr>
            <a:grpSpLocks/>
          </p:cNvGrpSpPr>
          <p:nvPr/>
        </p:nvGrpSpPr>
        <p:grpSpPr bwMode="auto">
          <a:xfrm>
            <a:off x="6010275" y="3790950"/>
            <a:ext cx="1978025" cy="2168525"/>
            <a:chOff x="3032" y="2130"/>
            <a:chExt cx="1246" cy="1366"/>
          </a:xfrm>
        </p:grpSpPr>
        <p:sp>
          <p:nvSpPr>
            <p:cNvPr id="51244" name="Text Box 44"/>
            <p:cNvSpPr txBox="1">
              <a:spLocks noChangeArrowheads="1"/>
            </p:cNvSpPr>
            <p:nvPr/>
          </p:nvSpPr>
          <p:spPr bwMode="auto">
            <a:xfrm>
              <a:off x="3198" y="2130"/>
              <a:ext cx="1080"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eaLnBrk="1" hangingPunct="1"/>
              <a:r>
                <a:rPr lang="zh-CN" altLang="en-US">
                  <a:latin typeface="Times New Roman" panose="02020603050405020304" pitchFamily="18" charset="0"/>
                </a:rPr>
                <a:t>也可求得    </a:t>
              </a:r>
              <a:endParaRPr lang="zh-CN" altLang="en-US" b="0">
                <a:latin typeface="Times New Roman" panose="02020603050405020304" pitchFamily="18" charset="0"/>
              </a:endParaRPr>
            </a:p>
          </p:txBody>
        </p:sp>
        <p:sp>
          <p:nvSpPr>
            <p:cNvPr id="51245" name="Line 45"/>
            <p:cNvSpPr>
              <a:spLocks noChangeShapeType="1"/>
            </p:cNvSpPr>
            <p:nvPr/>
          </p:nvSpPr>
          <p:spPr bwMode="auto">
            <a:xfrm>
              <a:off x="3032" y="2144"/>
              <a:ext cx="0" cy="1352"/>
            </a:xfrm>
            <a:prstGeom prst="line">
              <a:avLst/>
            </a:prstGeom>
            <a:noFill/>
            <a:ln w="28575" cap="rnd">
              <a:solidFill>
                <a:schemeClr val="accent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51246" name="AutoShape 46"/>
          <p:cNvSpPr>
            <a:spLocks noChangeArrowheads="1"/>
          </p:cNvSpPr>
          <p:nvPr/>
        </p:nvSpPr>
        <p:spPr bwMode="auto">
          <a:xfrm flipV="1">
            <a:off x="1466850" y="4252913"/>
            <a:ext cx="736600" cy="392112"/>
          </a:xfrm>
          <a:prstGeom prst="wedgeRectCallout">
            <a:avLst>
              <a:gd name="adj1" fmla="val 31463"/>
              <a:gd name="adj2" fmla="val 111130"/>
            </a:avLst>
          </a:prstGeom>
          <a:solidFill>
            <a:srgbClr val="FAFFCD"/>
          </a:solidFill>
          <a:ln w="9525">
            <a:solidFill>
              <a:schemeClr val="tx1"/>
            </a:solidFill>
            <a:miter lim="800000"/>
            <a:headEnd/>
            <a:tailEnd/>
          </a:ln>
        </p:spPr>
        <p:txBody>
          <a:bodyPr rot="10800000" wrap="none" anchor="ctr"/>
          <a:lstStyle/>
          <a:p>
            <a:pPr eaLnBrk="1" hangingPunct="1"/>
            <a:r>
              <a:rPr lang="en-US" altLang="zh-CN" sz="1800" i="1">
                <a:solidFill>
                  <a:srgbClr val="FF0000"/>
                </a:solidFill>
                <a:latin typeface="Times New Roman" panose="02020603050405020304" pitchFamily="18" charset="0"/>
              </a:rPr>
              <a:t>T</a:t>
            </a:r>
            <a:r>
              <a:rPr lang="en-US" altLang="zh-CN" sz="1800" baseline="-25000">
                <a:solidFill>
                  <a:srgbClr val="FF0000"/>
                </a:solidFill>
                <a:latin typeface="Times New Roman" panose="02020603050405020304" pitchFamily="18" charset="0"/>
              </a:rPr>
              <a:t>11</a:t>
            </a:r>
          </a:p>
        </p:txBody>
      </p:sp>
      <p:sp>
        <p:nvSpPr>
          <p:cNvPr id="51247" name="AutoShape 47"/>
          <p:cNvSpPr>
            <a:spLocks noChangeArrowheads="1"/>
          </p:cNvSpPr>
          <p:nvPr/>
        </p:nvSpPr>
        <p:spPr bwMode="auto">
          <a:xfrm flipV="1">
            <a:off x="1404938" y="5810250"/>
            <a:ext cx="558800" cy="495300"/>
          </a:xfrm>
          <a:prstGeom prst="wedgeRectCallout">
            <a:avLst>
              <a:gd name="adj1" fmla="val 20167"/>
              <a:gd name="adj2" fmla="val 141986"/>
            </a:avLst>
          </a:prstGeom>
          <a:solidFill>
            <a:srgbClr val="FAFFCD"/>
          </a:solidFill>
          <a:ln w="9525">
            <a:solidFill>
              <a:schemeClr val="tx1"/>
            </a:solidFill>
            <a:miter lim="800000"/>
            <a:headEnd/>
            <a:tailEnd/>
          </a:ln>
        </p:spPr>
        <p:txBody>
          <a:bodyPr rot="10800000" wrap="none" anchor="ctr"/>
          <a:lstStyle/>
          <a:p>
            <a:pPr eaLnBrk="1" hangingPunct="1"/>
            <a:r>
              <a:rPr lang="en-US" altLang="zh-CN" sz="1800" i="1">
                <a:solidFill>
                  <a:srgbClr val="FF0000"/>
                </a:solidFill>
                <a:latin typeface="Times New Roman" panose="02020603050405020304" pitchFamily="18" charset="0"/>
              </a:rPr>
              <a:t>T</a:t>
            </a:r>
            <a:r>
              <a:rPr lang="en-US" altLang="zh-CN" sz="1800" baseline="-25000">
                <a:solidFill>
                  <a:srgbClr val="FF0000"/>
                </a:solidFill>
                <a:latin typeface="Times New Roman" panose="02020603050405020304" pitchFamily="18" charset="0"/>
              </a:rPr>
              <a:t>21</a:t>
            </a:r>
          </a:p>
        </p:txBody>
      </p:sp>
      <p:sp>
        <p:nvSpPr>
          <p:cNvPr id="51248" name="AutoShape 48"/>
          <p:cNvSpPr>
            <a:spLocks noChangeArrowheads="1"/>
          </p:cNvSpPr>
          <p:nvPr/>
        </p:nvSpPr>
        <p:spPr bwMode="auto">
          <a:xfrm flipV="1">
            <a:off x="3138488" y="5648325"/>
            <a:ext cx="533400" cy="479425"/>
          </a:xfrm>
          <a:prstGeom prst="wedgeRectCallout">
            <a:avLst>
              <a:gd name="adj1" fmla="val -56551"/>
              <a:gd name="adj2" fmla="val 112579"/>
            </a:avLst>
          </a:prstGeom>
          <a:solidFill>
            <a:srgbClr val="FAFFCD"/>
          </a:solidFill>
          <a:ln w="9525">
            <a:solidFill>
              <a:schemeClr val="tx1"/>
            </a:solidFill>
            <a:miter lim="800000"/>
            <a:headEnd/>
            <a:tailEnd/>
          </a:ln>
        </p:spPr>
        <p:txBody>
          <a:bodyPr rot="10800000" wrap="none" anchor="ctr"/>
          <a:lstStyle/>
          <a:p>
            <a:pPr eaLnBrk="1" hangingPunct="1"/>
            <a:r>
              <a:rPr lang="en-US" altLang="zh-CN" sz="1800" i="1">
                <a:solidFill>
                  <a:srgbClr val="FF0000"/>
                </a:solidFill>
                <a:latin typeface="Times New Roman" panose="02020603050405020304" pitchFamily="18" charset="0"/>
              </a:rPr>
              <a:t>T</a:t>
            </a:r>
            <a:r>
              <a:rPr lang="en-US" altLang="zh-CN" sz="1800" baseline="-25000">
                <a:solidFill>
                  <a:srgbClr val="FF0000"/>
                </a:solidFill>
                <a:latin typeface="Times New Roman" panose="02020603050405020304" pitchFamily="18" charset="0"/>
              </a:rPr>
              <a:t>22</a:t>
            </a:r>
          </a:p>
        </p:txBody>
      </p:sp>
      <p:grpSp>
        <p:nvGrpSpPr>
          <p:cNvPr id="51282" name="Group 82"/>
          <p:cNvGrpSpPr>
            <a:grpSpLocks/>
          </p:cNvGrpSpPr>
          <p:nvPr/>
        </p:nvGrpSpPr>
        <p:grpSpPr bwMode="auto">
          <a:xfrm>
            <a:off x="4364038" y="658813"/>
            <a:ext cx="4391025" cy="2413000"/>
            <a:chOff x="2749" y="415"/>
            <a:chExt cx="2766" cy="1520"/>
          </a:xfrm>
        </p:grpSpPr>
        <p:grpSp>
          <p:nvGrpSpPr>
            <p:cNvPr id="51277" name="Group 77"/>
            <p:cNvGrpSpPr>
              <a:grpSpLocks/>
            </p:cNvGrpSpPr>
            <p:nvPr/>
          </p:nvGrpSpPr>
          <p:grpSpPr bwMode="auto">
            <a:xfrm>
              <a:off x="2749" y="415"/>
              <a:ext cx="2766" cy="1380"/>
              <a:chOff x="2861" y="181"/>
              <a:chExt cx="2766" cy="1380"/>
            </a:xfrm>
          </p:grpSpPr>
          <p:graphicFrame>
            <p:nvGraphicFramePr>
              <p:cNvPr id="51251" name="Object 51"/>
              <p:cNvGraphicFramePr>
                <a:graphicFrameLocks noChangeAspect="1"/>
              </p:cNvGraphicFramePr>
              <p:nvPr/>
            </p:nvGraphicFramePr>
            <p:xfrm>
              <a:off x="3096" y="181"/>
              <a:ext cx="208" cy="290"/>
            </p:xfrm>
            <a:graphic>
              <a:graphicData uri="http://schemas.openxmlformats.org/presentationml/2006/ole">
                <mc:AlternateContent xmlns:mc="http://schemas.openxmlformats.org/markup-compatibility/2006">
                  <mc:Choice xmlns:v="urn:schemas-microsoft-com:vml" Requires="v">
                    <p:oleObj spid="_x0000_s200835" name="Equation" r:id="rId13" imgW="164880" imgH="228600" progId="Equation.3">
                      <p:embed/>
                    </p:oleObj>
                  </mc:Choice>
                  <mc:Fallback>
                    <p:oleObj name="Equation" r:id="rId13" imgW="164880" imgH="228600" progId="Equation.3">
                      <p:embed/>
                      <p:pic>
                        <p:nvPicPr>
                          <p:cNvPr id="0" name="Object 51"/>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096" y="181"/>
                            <a:ext cx="208" cy="2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1252" name="Line 52"/>
              <p:cNvSpPr>
                <a:spLocks noChangeShapeType="1"/>
              </p:cNvSpPr>
              <p:nvPr/>
            </p:nvSpPr>
            <p:spPr bwMode="auto">
              <a:xfrm flipH="1" flipV="1">
                <a:off x="3713" y="581"/>
                <a:ext cx="1001" cy="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253" name="Text Box 53"/>
              <p:cNvSpPr txBox="1">
                <a:spLocks noChangeArrowheads="1"/>
              </p:cNvSpPr>
              <p:nvPr/>
            </p:nvSpPr>
            <p:spPr bwMode="auto">
              <a:xfrm>
                <a:off x="2861" y="596"/>
                <a:ext cx="267"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Lst>
            </p:spPr>
            <p:txBody>
              <a:bodyPr>
                <a:spAutoFit/>
              </a:bodyPr>
              <a:lstStyle/>
              <a:p>
                <a:pPr algn="l" eaLnBrk="1" hangingPunct="1">
                  <a:spcBef>
                    <a:spcPct val="50000"/>
                  </a:spcBef>
                </a:pPr>
                <a:r>
                  <a:rPr lang="en-US" altLang="zh-CN">
                    <a:latin typeface="Times New Roman" panose="02020603050405020304" pitchFamily="18" charset="0"/>
                  </a:rPr>
                  <a:t>+</a:t>
                </a:r>
              </a:p>
            </p:txBody>
          </p:sp>
          <p:sp>
            <p:nvSpPr>
              <p:cNvPr id="51254" name="Text Box 54"/>
              <p:cNvSpPr txBox="1">
                <a:spLocks noChangeArrowheads="1"/>
              </p:cNvSpPr>
              <p:nvPr/>
            </p:nvSpPr>
            <p:spPr bwMode="auto">
              <a:xfrm>
                <a:off x="2878" y="1218"/>
                <a:ext cx="267"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Lst>
            </p:spPr>
            <p:txBody>
              <a:bodyPr>
                <a:spAutoFit/>
              </a:bodyPr>
              <a:lstStyle/>
              <a:p>
                <a:pPr algn="l" eaLnBrk="1" hangingPunct="1">
                  <a:spcBef>
                    <a:spcPct val="50000"/>
                  </a:spcBef>
                </a:pPr>
                <a:r>
                  <a:rPr lang="en-US" altLang="zh-CN" b="0">
                    <a:latin typeface="黑体" panose="02010609060101010101" pitchFamily="49" charset="-122"/>
                    <a:ea typeface="黑体" panose="02010609060101010101" pitchFamily="49" charset="-122"/>
                    <a:sym typeface="Symbol" panose="05050102010706020507" pitchFamily="18" charset="2"/>
                  </a:rPr>
                  <a:t>-</a:t>
                </a:r>
              </a:p>
            </p:txBody>
          </p:sp>
          <p:graphicFrame>
            <p:nvGraphicFramePr>
              <p:cNvPr id="51255" name="Object 55"/>
              <p:cNvGraphicFramePr>
                <a:graphicFrameLocks noChangeAspect="1"/>
              </p:cNvGraphicFramePr>
              <p:nvPr/>
            </p:nvGraphicFramePr>
            <p:xfrm>
              <a:off x="2868" y="879"/>
              <a:ext cx="256" cy="290"/>
            </p:xfrm>
            <a:graphic>
              <a:graphicData uri="http://schemas.openxmlformats.org/presentationml/2006/ole">
                <mc:AlternateContent xmlns:mc="http://schemas.openxmlformats.org/markup-compatibility/2006">
                  <mc:Choice xmlns:v="urn:schemas-microsoft-com:vml" Requires="v">
                    <p:oleObj spid="_x0000_s200836" name="Equation" r:id="rId15" imgW="203040" imgH="228600" progId="Equation.3">
                      <p:embed/>
                    </p:oleObj>
                  </mc:Choice>
                  <mc:Fallback>
                    <p:oleObj name="Equation" r:id="rId15" imgW="203040" imgH="228600" progId="Equation.3">
                      <p:embed/>
                      <p:pic>
                        <p:nvPicPr>
                          <p:cNvPr id="0" name="Object 55"/>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868" y="879"/>
                            <a:ext cx="256" cy="2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1256" name="Line 56"/>
              <p:cNvSpPr>
                <a:spLocks noChangeShapeType="1"/>
              </p:cNvSpPr>
              <p:nvPr/>
            </p:nvSpPr>
            <p:spPr bwMode="auto">
              <a:xfrm rot="5400000" flipV="1">
                <a:off x="3266" y="342"/>
                <a:ext cx="5" cy="47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257" name="Rectangle 57"/>
              <p:cNvSpPr>
                <a:spLocks noChangeArrowheads="1"/>
              </p:cNvSpPr>
              <p:nvPr/>
            </p:nvSpPr>
            <p:spPr bwMode="auto">
              <a:xfrm rot="5400000">
                <a:off x="3594" y="425"/>
                <a:ext cx="123" cy="313"/>
              </a:xfrm>
              <a:prstGeom prst="rect">
                <a:avLst/>
              </a:prstGeom>
              <a:solidFill>
                <a:srgbClr val="FFFFCC"/>
              </a:solidFill>
              <a:ln w="31750">
                <a:solidFill>
                  <a:srgbClr val="000000"/>
                </a:solidFill>
                <a:miter lim="800000"/>
                <a:headEnd/>
                <a:tailEnd/>
              </a:ln>
            </p:spPr>
            <p:txBody>
              <a:bodyPr/>
              <a:lstStyle/>
              <a:p>
                <a:endParaRPr lang="zh-CN" altLang="en-US"/>
              </a:p>
            </p:txBody>
          </p:sp>
          <p:sp>
            <p:nvSpPr>
              <p:cNvPr id="51258" name="Oval 58"/>
              <p:cNvSpPr>
                <a:spLocks noChangeArrowheads="1"/>
              </p:cNvSpPr>
              <p:nvPr/>
            </p:nvSpPr>
            <p:spPr bwMode="auto">
              <a:xfrm>
                <a:off x="2964" y="545"/>
                <a:ext cx="68" cy="68"/>
              </a:xfrm>
              <a:prstGeom prst="ellipse">
                <a:avLst/>
              </a:prstGeom>
              <a:noFill/>
              <a:ln w="19050">
                <a:solidFill>
                  <a:schemeClr val="tx1"/>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sp>
            <p:nvSpPr>
              <p:cNvPr id="51259" name="Oval 59"/>
              <p:cNvSpPr>
                <a:spLocks noChangeArrowheads="1"/>
              </p:cNvSpPr>
              <p:nvPr/>
            </p:nvSpPr>
            <p:spPr bwMode="auto">
              <a:xfrm>
                <a:off x="2952" y="1487"/>
                <a:ext cx="68" cy="68"/>
              </a:xfrm>
              <a:prstGeom prst="ellipse">
                <a:avLst/>
              </a:prstGeom>
              <a:noFill/>
              <a:ln w="19050">
                <a:solidFill>
                  <a:schemeClr val="tx1"/>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sp>
            <p:nvSpPr>
              <p:cNvPr id="51260" name="Rectangle 60"/>
              <p:cNvSpPr>
                <a:spLocks noChangeArrowheads="1"/>
              </p:cNvSpPr>
              <p:nvPr/>
            </p:nvSpPr>
            <p:spPr bwMode="auto">
              <a:xfrm>
                <a:off x="3451" y="235"/>
                <a:ext cx="430"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spAutoFit/>
              </a:bodyPr>
              <a:lstStyle/>
              <a:p>
                <a:pPr eaLnBrk="1" hangingPunct="1"/>
                <a:r>
                  <a:rPr lang="en-US" altLang="zh-CN">
                    <a:solidFill>
                      <a:srgbClr val="000000"/>
                    </a:solidFill>
                    <a:latin typeface="Times New Roman" panose="02020603050405020304" pitchFamily="18" charset="0"/>
                  </a:rPr>
                  <a:t> </a:t>
                </a:r>
                <a:r>
                  <a:rPr lang="en-US" altLang="zh-CN" i="1">
                    <a:solidFill>
                      <a:srgbClr val="000000"/>
                    </a:solidFill>
                    <a:latin typeface="Times New Roman" panose="02020603050405020304" pitchFamily="18" charset="0"/>
                  </a:rPr>
                  <a:t>Z</a:t>
                </a:r>
                <a:r>
                  <a:rPr lang="en-US" altLang="zh-CN" baseline="-25000">
                    <a:solidFill>
                      <a:srgbClr val="000000"/>
                    </a:solidFill>
                    <a:latin typeface="Times New Roman" panose="02020603050405020304" pitchFamily="18" charset="0"/>
                  </a:rPr>
                  <a:t>1</a:t>
                </a:r>
              </a:p>
            </p:txBody>
          </p:sp>
          <p:sp>
            <p:nvSpPr>
              <p:cNvPr id="51261" name="Line 61"/>
              <p:cNvSpPr>
                <a:spLocks noChangeShapeType="1"/>
              </p:cNvSpPr>
              <p:nvPr/>
            </p:nvSpPr>
            <p:spPr bwMode="auto">
              <a:xfrm>
                <a:off x="4180" y="585"/>
                <a:ext cx="0" cy="95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1262" name="Rectangle 62"/>
              <p:cNvSpPr>
                <a:spLocks noChangeArrowheads="1"/>
              </p:cNvSpPr>
              <p:nvPr/>
            </p:nvSpPr>
            <p:spPr bwMode="auto">
              <a:xfrm rot="10800000">
                <a:off x="4126" y="979"/>
                <a:ext cx="123" cy="313"/>
              </a:xfrm>
              <a:prstGeom prst="rect">
                <a:avLst/>
              </a:prstGeom>
              <a:solidFill>
                <a:srgbClr val="FFFFCC"/>
              </a:solidFill>
              <a:ln w="31750">
                <a:solidFill>
                  <a:srgbClr val="000000"/>
                </a:solidFill>
                <a:miter lim="800000"/>
                <a:headEnd/>
                <a:tailEnd/>
              </a:ln>
            </p:spPr>
            <p:txBody>
              <a:bodyPr/>
              <a:lstStyle/>
              <a:p>
                <a:endParaRPr lang="zh-CN" altLang="en-US"/>
              </a:p>
            </p:txBody>
          </p:sp>
          <p:sp>
            <p:nvSpPr>
              <p:cNvPr id="51263" name="Text Box 63"/>
              <p:cNvSpPr txBox="1">
                <a:spLocks noChangeArrowheads="1"/>
              </p:cNvSpPr>
              <p:nvPr/>
            </p:nvSpPr>
            <p:spPr bwMode="auto">
              <a:xfrm>
                <a:off x="3802" y="943"/>
                <a:ext cx="361"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r>
                  <a:rPr lang="en-US" altLang="zh-CN" i="1">
                    <a:solidFill>
                      <a:srgbClr val="000000"/>
                    </a:solidFill>
                    <a:latin typeface="Times New Roman" panose="02020603050405020304" pitchFamily="18" charset="0"/>
                  </a:rPr>
                  <a:t>Z</a:t>
                </a:r>
                <a:r>
                  <a:rPr lang="en-US" altLang="zh-CN" baseline="-25000">
                    <a:solidFill>
                      <a:srgbClr val="000000"/>
                    </a:solidFill>
                    <a:latin typeface="Times New Roman" panose="02020603050405020304" pitchFamily="18" charset="0"/>
                  </a:rPr>
                  <a:t>2</a:t>
                </a:r>
                <a:endParaRPr lang="en-US" altLang="zh-CN" b="0">
                  <a:latin typeface="Times New Roman" panose="02020603050405020304" pitchFamily="18" charset="0"/>
                </a:endParaRPr>
              </a:p>
            </p:txBody>
          </p:sp>
          <p:graphicFrame>
            <p:nvGraphicFramePr>
              <p:cNvPr id="51265" name="Object 65"/>
              <p:cNvGraphicFramePr>
                <a:graphicFrameLocks noChangeAspect="1"/>
              </p:cNvGraphicFramePr>
              <p:nvPr/>
            </p:nvGraphicFramePr>
            <p:xfrm>
              <a:off x="5146" y="185"/>
              <a:ext cx="220" cy="290"/>
            </p:xfrm>
            <a:graphic>
              <a:graphicData uri="http://schemas.openxmlformats.org/presentationml/2006/ole">
                <mc:AlternateContent xmlns:mc="http://schemas.openxmlformats.org/markup-compatibility/2006">
                  <mc:Choice xmlns:v="urn:schemas-microsoft-com:vml" Requires="v">
                    <p:oleObj spid="_x0000_s200837" name="Equation" r:id="rId17" imgW="177480" imgH="228600" progId="Equation.3">
                      <p:embed/>
                    </p:oleObj>
                  </mc:Choice>
                  <mc:Fallback>
                    <p:oleObj name="Equation" r:id="rId17" imgW="177480" imgH="228600" progId="Equation.3">
                      <p:embed/>
                      <p:pic>
                        <p:nvPicPr>
                          <p:cNvPr id="0" name="Object 65"/>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5146" y="185"/>
                            <a:ext cx="220" cy="2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1266" name="Rectangle 66"/>
              <p:cNvSpPr>
                <a:spLocks noChangeArrowheads="1"/>
              </p:cNvSpPr>
              <p:nvPr/>
            </p:nvSpPr>
            <p:spPr bwMode="auto">
              <a:xfrm rot="5400000">
                <a:off x="4815" y="422"/>
                <a:ext cx="123" cy="308"/>
              </a:xfrm>
              <a:prstGeom prst="rect">
                <a:avLst/>
              </a:prstGeom>
              <a:solidFill>
                <a:srgbClr val="FFFFCC"/>
              </a:solidFill>
              <a:ln w="31750">
                <a:solidFill>
                  <a:srgbClr val="000000"/>
                </a:solidFill>
                <a:miter lim="800000"/>
                <a:headEnd/>
                <a:tailEnd/>
              </a:ln>
            </p:spPr>
            <p:txBody>
              <a:bodyPr/>
              <a:lstStyle/>
              <a:p>
                <a:endParaRPr lang="zh-CN" altLang="en-US"/>
              </a:p>
            </p:txBody>
          </p:sp>
          <p:sp>
            <p:nvSpPr>
              <p:cNvPr id="51267" name="Line 67"/>
              <p:cNvSpPr>
                <a:spLocks noChangeShapeType="1"/>
              </p:cNvSpPr>
              <p:nvPr/>
            </p:nvSpPr>
            <p:spPr bwMode="auto">
              <a:xfrm rot="5400000">
                <a:off x="5241" y="349"/>
                <a:ext cx="1" cy="443"/>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268" name="Oval 68"/>
              <p:cNvSpPr>
                <a:spLocks noChangeArrowheads="1"/>
              </p:cNvSpPr>
              <p:nvPr/>
            </p:nvSpPr>
            <p:spPr bwMode="auto">
              <a:xfrm>
                <a:off x="5439" y="541"/>
                <a:ext cx="67" cy="68"/>
              </a:xfrm>
              <a:prstGeom prst="ellipse">
                <a:avLst/>
              </a:prstGeom>
              <a:noFill/>
              <a:ln w="19050">
                <a:solidFill>
                  <a:schemeClr val="tx1"/>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sp>
            <p:nvSpPr>
              <p:cNvPr id="51269" name="Rectangle 69"/>
              <p:cNvSpPr>
                <a:spLocks noChangeArrowheads="1"/>
              </p:cNvSpPr>
              <p:nvPr/>
            </p:nvSpPr>
            <p:spPr bwMode="auto">
              <a:xfrm>
                <a:off x="4459" y="229"/>
                <a:ext cx="652"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spAutoFit/>
              </a:bodyPr>
              <a:lstStyle/>
              <a:p>
                <a:pPr eaLnBrk="1" hangingPunct="1"/>
                <a:r>
                  <a:rPr lang="en-US" altLang="zh-CN">
                    <a:solidFill>
                      <a:srgbClr val="000000"/>
                    </a:solidFill>
                    <a:latin typeface="Times New Roman" panose="02020603050405020304" pitchFamily="18" charset="0"/>
                  </a:rPr>
                  <a:t> </a:t>
                </a:r>
                <a:r>
                  <a:rPr lang="en-US" altLang="zh-CN" i="1">
                    <a:solidFill>
                      <a:srgbClr val="000000"/>
                    </a:solidFill>
                    <a:latin typeface="Times New Roman" panose="02020603050405020304" pitchFamily="18" charset="0"/>
                  </a:rPr>
                  <a:t>Z</a:t>
                </a:r>
                <a:r>
                  <a:rPr lang="en-US" altLang="zh-CN" baseline="-25000">
                    <a:solidFill>
                      <a:srgbClr val="000000"/>
                    </a:solidFill>
                    <a:latin typeface="Times New Roman" panose="02020603050405020304" pitchFamily="18" charset="0"/>
                  </a:rPr>
                  <a:t>3</a:t>
                </a:r>
                <a:endParaRPr lang="en-US" altLang="zh-CN">
                  <a:latin typeface="Times New Roman" panose="02020603050405020304" pitchFamily="18" charset="0"/>
                </a:endParaRPr>
              </a:p>
            </p:txBody>
          </p:sp>
          <p:sp>
            <p:nvSpPr>
              <p:cNvPr id="51270" name="Text Box 70"/>
              <p:cNvSpPr txBox="1">
                <a:spLocks noChangeArrowheads="1"/>
              </p:cNvSpPr>
              <p:nvPr/>
            </p:nvSpPr>
            <p:spPr bwMode="auto">
              <a:xfrm>
                <a:off x="5357" y="586"/>
                <a:ext cx="269"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Lst>
            </p:spPr>
            <p:txBody>
              <a:bodyPr>
                <a:spAutoFit/>
              </a:bodyPr>
              <a:lstStyle/>
              <a:p>
                <a:pPr algn="l" eaLnBrk="1" hangingPunct="1">
                  <a:spcBef>
                    <a:spcPct val="50000"/>
                  </a:spcBef>
                </a:pPr>
                <a:r>
                  <a:rPr lang="en-US" altLang="zh-CN">
                    <a:latin typeface="Times New Roman" panose="02020603050405020304" pitchFamily="18" charset="0"/>
                  </a:rPr>
                  <a:t>+</a:t>
                </a:r>
              </a:p>
            </p:txBody>
          </p:sp>
          <p:graphicFrame>
            <p:nvGraphicFramePr>
              <p:cNvPr id="51271" name="Object 71"/>
              <p:cNvGraphicFramePr>
                <a:graphicFrameLocks noChangeAspect="1"/>
              </p:cNvGraphicFramePr>
              <p:nvPr/>
            </p:nvGraphicFramePr>
            <p:xfrm>
              <a:off x="5364" y="873"/>
              <a:ext cx="258" cy="287"/>
            </p:xfrm>
            <a:graphic>
              <a:graphicData uri="http://schemas.openxmlformats.org/presentationml/2006/ole">
                <mc:AlternateContent xmlns:mc="http://schemas.openxmlformats.org/markup-compatibility/2006">
                  <mc:Choice xmlns:v="urn:schemas-microsoft-com:vml" Requires="v">
                    <p:oleObj spid="_x0000_s200838" name="Equation" r:id="rId19" imgW="203040" imgH="228600" progId="Equation.3">
                      <p:embed/>
                    </p:oleObj>
                  </mc:Choice>
                  <mc:Fallback>
                    <p:oleObj name="Equation" r:id="rId19" imgW="203040" imgH="228600" progId="Equation.3">
                      <p:embed/>
                      <p:pic>
                        <p:nvPicPr>
                          <p:cNvPr id="0" name="Object 71"/>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5364" y="873"/>
                            <a:ext cx="258" cy="2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1272" name="Oval 72"/>
              <p:cNvSpPr>
                <a:spLocks noChangeArrowheads="1"/>
              </p:cNvSpPr>
              <p:nvPr/>
            </p:nvSpPr>
            <p:spPr bwMode="auto">
              <a:xfrm>
                <a:off x="5448" y="1494"/>
                <a:ext cx="69" cy="67"/>
              </a:xfrm>
              <a:prstGeom prst="ellipse">
                <a:avLst/>
              </a:prstGeom>
              <a:noFill/>
              <a:ln w="19050">
                <a:solidFill>
                  <a:schemeClr val="tx1"/>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sp>
            <p:nvSpPr>
              <p:cNvPr id="51273" name="Text Box 73"/>
              <p:cNvSpPr txBox="1">
                <a:spLocks noChangeArrowheads="1"/>
              </p:cNvSpPr>
              <p:nvPr/>
            </p:nvSpPr>
            <p:spPr bwMode="auto">
              <a:xfrm>
                <a:off x="5358" y="1209"/>
                <a:ext cx="269"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Lst>
            </p:spPr>
            <p:txBody>
              <a:bodyPr>
                <a:spAutoFit/>
              </a:bodyPr>
              <a:lstStyle/>
              <a:p>
                <a:pPr algn="l" eaLnBrk="1" hangingPunct="1">
                  <a:spcBef>
                    <a:spcPct val="50000"/>
                  </a:spcBef>
                </a:pPr>
                <a:r>
                  <a:rPr lang="en-US" altLang="zh-CN" b="0">
                    <a:latin typeface="黑体" panose="02010609060101010101" pitchFamily="49" charset="-122"/>
                    <a:ea typeface="黑体" panose="02010609060101010101" pitchFamily="49" charset="-122"/>
                    <a:sym typeface="Symbol" panose="05050102010706020507" pitchFamily="18" charset="2"/>
                  </a:rPr>
                  <a:t>-</a:t>
                </a:r>
              </a:p>
            </p:txBody>
          </p:sp>
          <p:sp>
            <p:nvSpPr>
              <p:cNvPr id="51274" name="Line 74"/>
              <p:cNvSpPr>
                <a:spLocks noChangeShapeType="1"/>
              </p:cNvSpPr>
              <p:nvPr/>
            </p:nvSpPr>
            <p:spPr bwMode="auto">
              <a:xfrm flipV="1">
                <a:off x="3012" y="1533"/>
                <a:ext cx="2430" cy="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1275" name="Line 75"/>
              <p:cNvSpPr>
                <a:spLocks noChangeShapeType="1"/>
              </p:cNvSpPr>
              <p:nvPr/>
            </p:nvSpPr>
            <p:spPr bwMode="auto">
              <a:xfrm>
                <a:off x="3084" y="516"/>
                <a:ext cx="306"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51276" name="Line 76"/>
              <p:cNvSpPr>
                <a:spLocks noChangeShapeType="1"/>
              </p:cNvSpPr>
              <p:nvPr/>
            </p:nvSpPr>
            <p:spPr bwMode="auto">
              <a:xfrm flipH="1">
                <a:off x="5106" y="522"/>
                <a:ext cx="294"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
          <p:nvSpPr>
            <p:cNvPr id="51281" name="Rectangle 81"/>
            <p:cNvSpPr>
              <a:spLocks noChangeArrowheads="1"/>
            </p:cNvSpPr>
            <p:nvPr/>
          </p:nvSpPr>
          <p:spPr bwMode="auto">
            <a:xfrm>
              <a:off x="3293" y="447"/>
              <a:ext cx="1760" cy="1488"/>
            </a:xfrm>
            <a:prstGeom prst="rect">
              <a:avLst/>
            </a:prstGeom>
            <a:noFill/>
            <a:ln w="28575">
              <a:solidFill>
                <a:srgbClr val="CC0000"/>
              </a:solidFill>
              <a:prstDash val="dash"/>
              <a:miter lim="800000"/>
              <a:headEnd/>
              <a:tailEnd/>
            </a:ln>
            <a:extLst>
              <a:ext uri="{909E8E84-426E-40DD-AFC4-6F175D3DCCD1}">
                <a14:hiddenFill xmlns:a14="http://schemas.microsoft.com/office/drawing/2010/main">
                  <a:solidFill>
                    <a:srgbClr val="FFEBFA"/>
                  </a:solidFill>
                </a14:hiddenFill>
              </a:ext>
            </a:extLst>
          </p:spPr>
          <p:txBody>
            <a:bodyPr wrap="none" anchor="ct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51232"/>
                                        </p:tgtEl>
                                        <p:attrNameLst>
                                          <p:attrName>style.visibility</p:attrName>
                                        </p:attrNameLst>
                                      </p:cBhvr>
                                      <p:to>
                                        <p:strVal val="visible"/>
                                      </p:to>
                                    </p:set>
                                    <p:animEffect transition="in" filter="wipe(left)">
                                      <p:cBhvr>
                                        <p:cTn id="7" dur="500"/>
                                        <p:tgtEl>
                                          <p:spTgt spid="5123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51233"/>
                                        </p:tgtEl>
                                        <p:attrNameLst>
                                          <p:attrName>style.visibility</p:attrName>
                                        </p:attrNameLst>
                                      </p:cBhvr>
                                      <p:to>
                                        <p:strVal val="visible"/>
                                      </p:to>
                                    </p:set>
                                    <p:animEffect transition="in" filter="wipe(left)">
                                      <p:cBhvr>
                                        <p:cTn id="12" dur="500"/>
                                        <p:tgtEl>
                                          <p:spTgt spid="5123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51234"/>
                                        </p:tgtEl>
                                        <p:attrNameLst>
                                          <p:attrName>style.visibility</p:attrName>
                                        </p:attrNameLst>
                                      </p:cBhvr>
                                      <p:to>
                                        <p:strVal val="visible"/>
                                      </p:to>
                                    </p:set>
                                    <p:animEffect transition="in" filter="wipe(left)">
                                      <p:cBhvr>
                                        <p:cTn id="17" dur="500"/>
                                        <p:tgtEl>
                                          <p:spTgt spid="5123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51238"/>
                                        </p:tgtEl>
                                        <p:attrNameLst>
                                          <p:attrName>style.visibility</p:attrName>
                                        </p:attrNameLst>
                                      </p:cBhvr>
                                      <p:to>
                                        <p:strVal val="visible"/>
                                      </p:to>
                                    </p:set>
                                    <p:animEffect transition="in" filter="wipe(left)">
                                      <p:cBhvr>
                                        <p:cTn id="22" dur="500"/>
                                        <p:tgtEl>
                                          <p:spTgt spid="51238"/>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51239"/>
                                        </p:tgtEl>
                                        <p:attrNameLst>
                                          <p:attrName>style.visibility</p:attrName>
                                        </p:attrNameLst>
                                      </p:cBhvr>
                                      <p:to>
                                        <p:strVal val="visible"/>
                                      </p:to>
                                    </p:set>
                                    <p:animEffect transition="in" filter="wipe(left)">
                                      <p:cBhvr>
                                        <p:cTn id="27" dur="500"/>
                                        <p:tgtEl>
                                          <p:spTgt spid="51239"/>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51246"/>
                                        </p:tgtEl>
                                        <p:attrNameLst>
                                          <p:attrName>style.visibility</p:attrName>
                                        </p:attrNameLst>
                                      </p:cBhvr>
                                      <p:to>
                                        <p:strVal val="visible"/>
                                      </p:to>
                                    </p:set>
                                    <p:animEffect transition="in" filter="wipe(left)">
                                      <p:cBhvr>
                                        <p:cTn id="32" dur="500"/>
                                        <p:tgtEl>
                                          <p:spTgt spid="51246"/>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51247"/>
                                        </p:tgtEl>
                                        <p:attrNameLst>
                                          <p:attrName>style.visibility</p:attrName>
                                        </p:attrNameLst>
                                      </p:cBhvr>
                                      <p:to>
                                        <p:strVal val="visible"/>
                                      </p:to>
                                    </p:set>
                                    <p:animEffect transition="in" filter="wipe(left)">
                                      <p:cBhvr>
                                        <p:cTn id="37" dur="500"/>
                                        <p:tgtEl>
                                          <p:spTgt spid="51247"/>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51248"/>
                                        </p:tgtEl>
                                        <p:attrNameLst>
                                          <p:attrName>style.visibility</p:attrName>
                                        </p:attrNameLst>
                                      </p:cBhvr>
                                      <p:to>
                                        <p:strVal val="visible"/>
                                      </p:to>
                                    </p:set>
                                    <p:animEffect transition="in" filter="wipe(left)">
                                      <p:cBhvr>
                                        <p:cTn id="42" dur="500"/>
                                        <p:tgtEl>
                                          <p:spTgt spid="51248"/>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51243"/>
                                        </p:tgtEl>
                                        <p:attrNameLst>
                                          <p:attrName>style.visibility</p:attrName>
                                        </p:attrNameLst>
                                      </p:cBhvr>
                                      <p:to>
                                        <p:strVal val="visible"/>
                                      </p:to>
                                    </p:set>
                                    <p:animEffect transition="in" filter="wipe(left)">
                                      <p:cBhvr>
                                        <p:cTn id="47" dur="500"/>
                                        <p:tgtEl>
                                          <p:spTgt spid="51243"/>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51240">
                                            <p:txEl>
                                              <p:pRg st="0" end="0"/>
                                            </p:txEl>
                                          </p:spTgt>
                                        </p:tgtEl>
                                        <p:attrNameLst>
                                          <p:attrName>style.visibility</p:attrName>
                                        </p:attrNameLst>
                                      </p:cBhvr>
                                      <p:to>
                                        <p:strVal val="visible"/>
                                      </p:to>
                                    </p:set>
                                    <p:animEffect transition="in" filter="wipe(left)">
                                      <p:cBhvr>
                                        <p:cTn id="52" dur="500"/>
                                        <p:tgtEl>
                                          <p:spTgt spid="51240">
                                            <p:txEl>
                                              <p:pRg st="0" end="0"/>
                                            </p:txEl>
                                          </p:spTgt>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51241">
                                            <p:txEl>
                                              <p:pRg st="0" end="0"/>
                                            </p:txEl>
                                          </p:spTgt>
                                        </p:tgtEl>
                                        <p:attrNameLst>
                                          <p:attrName>style.visibility</p:attrName>
                                        </p:attrNameLst>
                                      </p:cBhvr>
                                      <p:to>
                                        <p:strVal val="visible"/>
                                      </p:to>
                                    </p:set>
                                    <p:animEffect transition="in" filter="wipe(left)">
                                      <p:cBhvr>
                                        <p:cTn id="57" dur="500"/>
                                        <p:tgtEl>
                                          <p:spTgt spid="51241">
                                            <p:txEl>
                                              <p:pRg st="0" end="0"/>
                                            </p:txEl>
                                          </p:spTgt>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51242">
                                            <p:txEl>
                                              <p:pRg st="0" end="0"/>
                                            </p:txEl>
                                          </p:spTgt>
                                        </p:tgtEl>
                                        <p:attrNameLst>
                                          <p:attrName>style.visibility</p:attrName>
                                        </p:attrNameLst>
                                      </p:cBhvr>
                                      <p:to>
                                        <p:strVal val="visible"/>
                                      </p:to>
                                    </p:set>
                                    <p:animEffect transition="in" filter="wipe(left)">
                                      <p:cBhvr>
                                        <p:cTn id="62" dur="500"/>
                                        <p:tgtEl>
                                          <p:spTgt spid="5124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40" grpId="0" build="p" autoUpdateAnimBg="0"/>
      <p:bldP spid="51241" grpId="0" build="p" autoUpdateAnimBg="0"/>
      <p:bldP spid="51242" grpId="0" build="p" autoUpdateAnimBg="0"/>
      <p:bldP spid="51246" grpId="0" animBg="1" autoUpdateAnimBg="0"/>
      <p:bldP spid="51247" grpId="0" animBg="1" autoUpdateAnimBg="0"/>
      <p:bldP spid="51248" grpId="0" animBg="1" autoUpdateAnimBg="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2227" name="Group 3"/>
          <p:cNvGrpSpPr>
            <a:grpSpLocks/>
          </p:cNvGrpSpPr>
          <p:nvPr/>
        </p:nvGrpSpPr>
        <p:grpSpPr bwMode="auto">
          <a:xfrm>
            <a:off x="4238625" y="2324100"/>
            <a:ext cx="762000" cy="923925"/>
            <a:chOff x="2790" y="1164"/>
            <a:chExt cx="480" cy="582"/>
          </a:xfrm>
        </p:grpSpPr>
        <p:sp>
          <p:nvSpPr>
            <p:cNvPr id="52228" name="Line 4"/>
            <p:cNvSpPr>
              <a:spLocks noChangeShapeType="1"/>
            </p:cNvSpPr>
            <p:nvPr/>
          </p:nvSpPr>
          <p:spPr bwMode="auto">
            <a:xfrm>
              <a:off x="2790" y="1164"/>
              <a:ext cx="474" cy="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52229" name="Line 5"/>
            <p:cNvSpPr>
              <a:spLocks noChangeShapeType="1"/>
            </p:cNvSpPr>
            <p:nvPr/>
          </p:nvSpPr>
          <p:spPr bwMode="auto">
            <a:xfrm>
              <a:off x="2796" y="1746"/>
              <a:ext cx="474" cy="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grpSp>
      <p:sp>
        <p:nvSpPr>
          <p:cNvPr id="52230" name="Text Box 6"/>
          <p:cNvSpPr txBox="1">
            <a:spLocks noChangeArrowheads="1"/>
          </p:cNvSpPr>
          <p:nvPr/>
        </p:nvSpPr>
        <p:spPr bwMode="auto">
          <a:xfrm>
            <a:off x="395288" y="962025"/>
            <a:ext cx="64389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spcBef>
                <a:spcPct val="50000"/>
              </a:spcBef>
            </a:pPr>
            <a:r>
              <a:rPr lang="zh-CN" altLang="en-US">
                <a:solidFill>
                  <a:srgbClr val="CC0066"/>
                </a:solidFill>
                <a:latin typeface="Times New Roman" panose="02020603050405020304" pitchFamily="18" charset="0"/>
              </a:rPr>
              <a:t>一、级联（</a:t>
            </a:r>
            <a:r>
              <a:rPr lang="en-US" altLang="zh-CN">
                <a:solidFill>
                  <a:srgbClr val="CC0066"/>
                </a:solidFill>
                <a:latin typeface="Times New Roman" panose="02020603050405020304" pitchFamily="18" charset="0"/>
              </a:rPr>
              <a:t>cascade connection</a:t>
            </a:r>
            <a:r>
              <a:rPr lang="zh-CN" altLang="en-US">
                <a:solidFill>
                  <a:srgbClr val="CC0066"/>
                </a:solidFill>
                <a:latin typeface="Times New Roman" panose="02020603050405020304" pitchFamily="18" charset="0"/>
              </a:rPr>
              <a:t>）（链联）    </a:t>
            </a:r>
          </a:p>
        </p:txBody>
      </p:sp>
      <p:sp>
        <p:nvSpPr>
          <p:cNvPr id="52231" name="Text Box 7"/>
          <p:cNvSpPr txBox="1">
            <a:spLocks noChangeArrowheads="1"/>
          </p:cNvSpPr>
          <p:nvPr/>
        </p:nvSpPr>
        <p:spPr bwMode="auto">
          <a:xfrm>
            <a:off x="1138238" y="4016375"/>
            <a:ext cx="8001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spcBef>
                <a:spcPct val="50000"/>
              </a:spcBef>
            </a:pPr>
            <a:r>
              <a:rPr lang="zh-CN" altLang="en-US">
                <a:latin typeface="Times New Roman" panose="02020603050405020304" pitchFamily="18" charset="0"/>
              </a:rPr>
              <a:t>设</a:t>
            </a:r>
          </a:p>
        </p:txBody>
      </p:sp>
      <p:graphicFrame>
        <p:nvGraphicFramePr>
          <p:cNvPr id="52232" name="Object 8"/>
          <p:cNvGraphicFramePr>
            <a:graphicFrameLocks noChangeAspect="1"/>
          </p:cNvGraphicFramePr>
          <p:nvPr/>
        </p:nvGraphicFramePr>
        <p:xfrm>
          <a:off x="1990725" y="3814763"/>
          <a:ext cx="1989138" cy="885825"/>
        </p:xfrm>
        <a:graphic>
          <a:graphicData uri="http://schemas.openxmlformats.org/presentationml/2006/ole">
            <mc:AlternateContent xmlns:mc="http://schemas.openxmlformats.org/markup-compatibility/2006">
              <mc:Choice xmlns:v="urn:schemas-microsoft-com:vml" Requires="v">
                <p:oleObj spid="_x0000_s52545" name="公式" r:id="rId3" imgW="1079280" imgH="482400" progId="Equation.3">
                  <p:embed/>
                </p:oleObj>
              </mc:Choice>
              <mc:Fallback>
                <p:oleObj name="公式" r:id="rId3" imgW="1079280" imgH="482400" progId="Equation.3">
                  <p:embed/>
                  <p:pic>
                    <p:nvPicPr>
                      <p:cNvPr id="0"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90725" y="3814763"/>
                        <a:ext cx="1989138" cy="885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2233" name="Text Box 9"/>
          <p:cNvSpPr txBox="1">
            <a:spLocks noChangeArrowheads="1"/>
          </p:cNvSpPr>
          <p:nvPr/>
        </p:nvSpPr>
        <p:spPr bwMode="auto">
          <a:xfrm>
            <a:off x="304800" y="5181600"/>
            <a:ext cx="8382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spcBef>
                <a:spcPct val="50000"/>
              </a:spcBef>
            </a:pPr>
            <a:r>
              <a:rPr lang="zh-CN" altLang="en-US">
                <a:latin typeface="Times New Roman" panose="02020603050405020304" pitchFamily="18" charset="0"/>
              </a:rPr>
              <a:t>即 </a:t>
            </a:r>
          </a:p>
        </p:txBody>
      </p:sp>
      <p:grpSp>
        <p:nvGrpSpPr>
          <p:cNvPr id="52234" name="Group 10"/>
          <p:cNvGrpSpPr>
            <a:grpSpLocks/>
          </p:cNvGrpSpPr>
          <p:nvPr/>
        </p:nvGrpSpPr>
        <p:grpSpPr bwMode="auto">
          <a:xfrm>
            <a:off x="1422400" y="1546225"/>
            <a:ext cx="6477000" cy="2098675"/>
            <a:chOff x="896" y="974"/>
            <a:chExt cx="4080" cy="1322"/>
          </a:xfrm>
        </p:grpSpPr>
        <p:sp>
          <p:nvSpPr>
            <p:cNvPr id="52235" name="Rectangle 11"/>
            <p:cNvSpPr>
              <a:spLocks noChangeArrowheads="1"/>
            </p:cNvSpPr>
            <p:nvPr/>
          </p:nvSpPr>
          <p:spPr bwMode="auto">
            <a:xfrm>
              <a:off x="896" y="1024"/>
              <a:ext cx="4080" cy="1272"/>
            </a:xfrm>
            <a:prstGeom prst="rect">
              <a:avLst/>
            </a:prstGeom>
            <a:noFill/>
            <a:ln w="12700">
              <a:solidFill>
                <a:srgbClr val="FF3300"/>
              </a:solidFill>
              <a:prstDash val="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sp>
          <p:nvSpPr>
            <p:cNvPr id="52236" name="Rectangle 12"/>
            <p:cNvSpPr>
              <a:spLocks noChangeArrowheads="1"/>
            </p:cNvSpPr>
            <p:nvPr/>
          </p:nvSpPr>
          <p:spPr bwMode="auto">
            <a:xfrm>
              <a:off x="2662" y="974"/>
              <a:ext cx="400"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33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eaLnBrk="1" hangingPunct="1"/>
              <a:r>
                <a:rPr lang="en-US" altLang="zh-CN" sz="3600" i="1">
                  <a:solidFill>
                    <a:srgbClr val="FF3300"/>
                  </a:solidFill>
                  <a:latin typeface="Times New Roman" panose="02020603050405020304" pitchFamily="18" charset="0"/>
                </a:rPr>
                <a:t>T</a:t>
              </a:r>
              <a:endParaRPr lang="en-US" altLang="zh-CN" sz="3600">
                <a:solidFill>
                  <a:srgbClr val="FF3300"/>
                </a:solidFill>
                <a:latin typeface="Times New Roman" panose="02020603050405020304" pitchFamily="18" charset="0"/>
                <a:sym typeface="Symbol" panose="05050102010706020507" pitchFamily="18" charset="2"/>
              </a:endParaRPr>
            </a:p>
          </p:txBody>
        </p:sp>
      </p:grpSp>
      <p:graphicFrame>
        <p:nvGraphicFramePr>
          <p:cNvPr id="52303" name="Object 79"/>
          <p:cNvGraphicFramePr>
            <a:graphicFrameLocks noChangeAspect="1"/>
          </p:cNvGraphicFramePr>
          <p:nvPr/>
        </p:nvGraphicFramePr>
        <p:xfrm>
          <a:off x="5122863" y="3797300"/>
          <a:ext cx="2103437" cy="904875"/>
        </p:xfrm>
        <a:graphic>
          <a:graphicData uri="http://schemas.openxmlformats.org/presentationml/2006/ole">
            <mc:AlternateContent xmlns:mc="http://schemas.openxmlformats.org/markup-compatibility/2006">
              <mc:Choice xmlns:v="urn:schemas-microsoft-com:vml" Requires="v">
                <p:oleObj spid="_x0000_s52546" name="公式" r:id="rId5" imgW="1117440" imgH="482400" progId="Equation.3">
                  <p:embed/>
                </p:oleObj>
              </mc:Choice>
              <mc:Fallback>
                <p:oleObj name="公式" r:id="rId5" imgW="1117440" imgH="482400" progId="Equation.3">
                  <p:embed/>
                  <p:pic>
                    <p:nvPicPr>
                      <p:cNvPr id="0" name="Object 7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122863" y="3797300"/>
                        <a:ext cx="2103437" cy="904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2304" name="Object 80"/>
          <p:cNvGraphicFramePr>
            <a:graphicFrameLocks noChangeAspect="1"/>
          </p:cNvGraphicFramePr>
          <p:nvPr/>
        </p:nvGraphicFramePr>
        <p:xfrm>
          <a:off x="1400175" y="4899025"/>
          <a:ext cx="3125788" cy="987425"/>
        </p:xfrm>
        <a:graphic>
          <a:graphicData uri="http://schemas.openxmlformats.org/presentationml/2006/ole">
            <mc:AlternateContent xmlns:mc="http://schemas.openxmlformats.org/markup-compatibility/2006">
              <mc:Choice xmlns:v="urn:schemas-microsoft-com:vml" Requires="v">
                <p:oleObj spid="_x0000_s52547" name="公式" r:id="rId7" imgW="1562040" imgH="495000" progId="Equation.3">
                  <p:embed/>
                </p:oleObj>
              </mc:Choice>
              <mc:Fallback>
                <p:oleObj name="公式" r:id="rId7" imgW="1562040" imgH="495000" progId="Equation.3">
                  <p:embed/>
                  <p:pic>
                    <p:nvPicPr>
                      <p:cNvPr id="0" name="Object 8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400175" y="4899025"/>
                        <a:ext cx="3125788" cy="987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2305" name="Object 81"/>
          <p:cNvGraphicFramePr>
            <a:graphicFrameLocks noChangeAspect="1"/>
          </p:cNvGraphicFramePr>
          <p:nvPr/>
        </p:nvGraphicFramePr>
        <p:xfrm>
          <a:off x="4930775" y="4975225"/>
          <a:ext cx="3125788" cy="987425"/>
        </p:xfrm>
        <a:graphic>
          <a:graphicData uri="http://schemas.openxmlformats.org/presentationml/2006/ole">
            <mc:AlternateContent xmlns:mc="http://schemas.openxmlformats.org/markup-compatibility/2006">
              <mc:Choice xmlns:v="urn:schemas-microsoft-com:vml" Requires="v">
                <p:oleObj spid="_x0000_s52548" name="公式" r:id="rId9" imgW="1562040" imgH="495000" progId="Equation.3">
                  <p:embed/>
                </p:oleObj>
              </mc:Choice>
              <mc:Fallback>
                <p:oleObj name="公式" r:id="rId9" imgW="1562040" imgH="495000" progId="Equation.3">
                  <p:embed/>
                  <p:pic>
                    <p:nvPicPr>
                      <p:cNvPr id="0" name="Object 8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930775" y="4975225"/>
                        <a:ext cx="3125788" cy="987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52333" name="Group 109"/>
          <p:cNvGrpSpPr>
            <a:grpSpLocks/>
          </p:cNvGrpSpPr>
          <p:nvPr/>
        </p:nvGrpSpPr>
        <p:grpSpPr bwMode="auto">
          <a:xfrm>
            <a:off x="1431925" y="1749425"/>
            <a:ext cx="3009900" cy="1700213"/>
            <a:chOff x="902" y="1102"/>
            <a:chExt cx="1896" cy="1071"/>
          </a:xfrm>
        </p:grpSpPr>
        <p:grpSp>
          <p:nvGrpSpPr>
            <p:cNvPr id="52324" name="Group 100"/>
            <p:cNvGrpSpPr>
              <a:grpSpLocks/>
            </p:cNvGrpSpPr>
            <p:nvPr/>
          </p:nvGrpSpPr>
          <p:grpSpPr bwMode="auto">
            <a:xfrm>
              <a:off x="902" y="1102"/>
              <a:ext cx="1896" cy="1071"/>
              <a:chOff x="902" y="1102"/>
              <a:chExt cx="1896" cy="1071"/>
            </a:xfrm>
          </p:grpSpPr>
          <p:sp>
            <p:nvSpPr>
              <p:cNvPr id="52238" name="Text Box 14"/>
              <p:cNvSpPr txBox="1">
                <a:spLocks noChangeArrowheads="1"/>
              </p:cNvSpPr>
              <p:nvPr/>
            </p:nvSpPr>
            <p:spPr bwMode="auto">
              <a:xfrm>
                <a:off x="2531" y="1443"/>
                <a:ext cx="267" cy="288"/>
              </a:xfrm>
              <a:prstGeom prst="rect">
                <a:avLst/>
              </a:prstGeom>
              <a:noFill/>
              <a:ln>
                <a:noFill/>
              </a:ln>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spcBef>
                    <a:spcPct val="50000"/>
                  </a:spcBef>
                </a:pPr>
                <a:r>
                  <a:rPr lang="en-US" altLang="zh-CN">
                    <a:latin typeface="Times New Roman" panose="02020603050405020304" pitchFamily="18" charset="0"/>
                  </a:rPr>
                  <a:t>+</a:t>
                </a:r>
              </a:p>
            </p:txBody>
          </p:sp>
          <p:grpSp>
            <p:nvGrpSpPr>
              <p:cNvPr id="52323" name="Group 99"/>
              <p:cNvGrpSpPr>
                <a:grpSpLocks/>
              </p:cNvGrpSpPr>
              <p:nvPr/>
            </p:nvGrpSpPr>
            <p:grpSpPr bwMode="auto">
              <a:xfrm>
                <a:off x="902" y="1102"/>
                <a:ext cx="1882" cy="1071"/>
                <a:chOff x="902" y="1102"/>
                <a:chExt cx="1882" cy="1071"/>
              </a:xfrm>
            </p:grpSpPr>
            <p:sp>
              <p:nvSpPr>
                <p:cNvPr id="52240" name="Rectangle 16"/>
                <p:cNvSpPr>
                  <a:spLocks noChangeArrowheads="1"/>
                </p:cNvSpPr>
                <p:nvPr/>
              </p:nvSpPr>
              <p:spPr bwMode="auto">
                <a:xfrm>
                  <a:off x="1476" y="1341"/>
                  <a:ext cx="713" cy="832"/>
                </a:xfrm>
                <a:prstGeom prst="rect">
                  <a:avLst/>
                </a:prstGeom>
                <a:solidFill>
                  <a:srgbClr val="FFFFCC"/>
                </a:solidFill>
                <a:ln w="31750">
                  <a:solidFill>
                    <a:srgbClr val="000000"/>
                  </a:solidFill>
                  <a:miter lim="800000"/>
                  <a:headEnd/>
                  <a:tailEnd/>
                </a:ln>
              </p:spPr>
              <p:txBody>
                <a:bodyPr/>
                <a:lstStyle/>
                <a:p>
                  <a:endParaRPr lang="zh-CN" altLang="en-US"/>
                </a:p>
              </p:txBody>
            </p:sp>
            <p:sp>
              <p:nvSpPr>
                <p:cNvPr id="52241" name="Rectangle 17"/>
                <p:cNvSpPr>
                  <a:spLocks noChangeArrowheads="1"/>
                </p:cNvSpPr>
                <p:nvPr/>
              </p:nvSpPr>
              <p:spPr bwMode="auto">
                <a:xfrm>
                  <a:off x="1713" y="1538"/>
                  <a:ext cx="249" cy="269"/>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lang="en-US" altLang="zh-CN" sz="2800" i="1">
                      <a:latin typeface="Times New Roman" panose="02020603050405020304" pitchFamily="18" charset="0"/>
                    </a:rPr>
                    <a:t>T </a:t>
                  </a:r>
                  <a:r>
                    <a:rPr lang="en-US" altLang="zh-CN" sz="2800">
                      <a:latin typeface="Times New Roman" panose="02020603050405020304" pitchFamily="18" charset="0"/>
                      <a:sym typeface="Symbol" panose="05050102010706020507" pitchFamily="18" charset="2"/>
                    </a:rPr>
                    <a:t></a:t>
                  </a:r>
                  <a:endParaRPr lang="en-US" altLang="zh-CN" sz="3600">
                    <a:latin typeface="Times New Roman" panose="02020603050405020304" pitchFamily="18" charset="0"/>
                    <a:sym typeface="Symbol" panose="05050102010706020507" pitchFamily="18" charset="2"/>
                  </a:endParaRPr>
                </a:p>
              </p:txBody>
            </p:sp>
            <p:sp>
              <p:nvSpPr>
                <p:cNvPr id="52242" name="Line 18"/>
                <p:cNvSpPr>
                  <a:spLocks noChangeShapeType="1"/>
                </p:cNvSpPr>
                <p:nvPr/>
              </p:nvSpPr>
              <p:spPr bwMode="auto">
                <a:xfrm>
                  <a:off x="1092" y="1459"/>
                  <a:ext cx="388" cy="1"/>
                </a:xfrm>
                <a:prstGeom prst="line">
                  <a:avLst/>
                </a:prstGeom>
                <a:noFill/>
                <a:ln w="19050">
                  <a:solidFill>
                    <a:srgbClr val="000000"/>
                  </a:solidFill>
                  <a:round/>
                  <a:headEnd/>
                  <a:tailEnd/>
                </a:ln>
              </p:spPr>
              <p:txBody>
                <a:bodyPr/>
                <a:lstStyle/>
                <a:p>
                  <a:endParaRPr lang="zh-CN" altLang="en-US"/>
                </a:p>
              </p:txBody>
            </p:sp>
            <p:sp>
              <p:nvSpPr>
                <p:cNvPr id="52243" name="Line 19"/>
                <p:cNvSpPr>
                  <a:spLocks noChangeShapeType="1"/>
                </p:cNvSpPr>
                <p:nvPr/>
              </p:nvSpPr>
              <p:spPr bwMode="auto">
                <a:xfrm flipV="1">
                  <a:off x="1070" y="2049"/>
                  <a:ext cx="418" cy="0"/>
                </a:xfrm>
                <a:prstGeom prst="line">
                  <a:avLst/>
                </a:prstGeom>
                <a:noFill/>
                <a:ln w="19050">
                  <a:solidFill>
                    <a:srgbClr val="000000"/>
                  </a:solidFill>
                  <a:round/>
                  <a:headEnd/>
                  <a:tailEnd/>
                </a:ln>
              </p:spPr>
              <p:txBody>
                <a:bodyPr/>
                <a:lstStyle/>
                <a:p>
                  <a:endParaRPr lang="zh-CN" altLang="en-US"/>
                </a:p>
              </p:txBody>
            </p:sp>
            <p:sp>
              <p:nvSpPr>
                <p:cNvPr id="52244" name="Text Box 20"/>
                <p:cNvSpPr txBox="1">
                  <a:spLocks noChangeArrowheads="1"/>
                </p:cNvSpPr>
                <p:nvPr/>
              </p:nvSpPr>
              <p:spPr bwMode="auto">
                <a:xfrm>
                  <a:off x="911" y="1437"/>
                  <a:ext cx="267" cy="288"/>
                </a:xfrm>
                <a:prstGeom prst="rect">
                  <a:avLst/>
                </a:prstGeom>
                <a:noFill/>
                <a:ln>
                  <a:noFill/>
                </a:ln>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spcBef>
                      <a:spcPct val="50000"/>
                    </a:spcBef>
                  </a:pPr>
                  <a:r>
                    <a:rPr lang="en-US" altLang="zh-CN">
                      <a:latin typeface="Times New Roman" panose="02020603050405020304" pitchFamily="18" charset="0"/>
                    </a:rPr>
                    <a:t>+</a:t>
                  </a:r>
                </a:p>
              </p:txBody>
            </p:sp>
            <p:sp>
              <p:nvSpPr>
                <p:cNvPr id="52245" name="Line 21"/>
                <p:cNvSpPr>
                  <a:spLocks noChangeShapeType="1"/>
                </p:cNvSpPr>
                <p:nvPr/>
              </p:nvSpPr>
              <p:spPr bwMode="auto">
                <a:xfrm>
                  <a:off x="2191" y="1465"/>
                  <a:ext cx="418" cy="3"/>
                </a:xfrm>
                <a:prstGeom prst="line">
                  <a:avLst/>
                </a:prstGeom>
                <a:noFill/>
                <a:ln w="19050">
                  <a:solidFill>
                    <a:srgbClr val="000000"/>
                  </a:solidFill>
                  <a:round/>
                  <a:headEnd/>
                  <a:tailEnd/>
                </a:ln>
              </p:spPr>
              <p:txBody>
                <a:bodyPr/>
                <a:lstStyle/>
                <a:p>
                  <a:endParaRPr lang="zh-CN" altLang="en-US"/>
                </a:p>
              </p:txBody>
            </p:sp>
            <p:sp>
              <p:nvSpPr>
                <p:cNvPr id="52246" name="Line 22"/>
                <p:cNvSpPr>
                  <a:spLocks noChangeShapeType="1"/>
                </p:cNvSpPr>
                <p:nvPr/>
              </p:nvSpPr>
              <p:spPr bwMode="auto">
                <a:xfrm>
                  <a:off x="2195" y="2054"/>
                  <a:ext cx="418" cy="1"/>
                </a:xfrm>
                <a:prstGeom prst="line">
                  <a:avLst/>
                </a:prstGeom>
                <a:noFill/>
                <a:ln w="19050">
                  <a:solidFill>
                    <a:srgbClr val="000000"/>
                  </a:solidFill>
                  <a:round/>
                  <a:headEnd/>
                  <a:tailEnd/>
                </a:ln>
              </p:spPr>
              <p:txBody>
                <a:bodyPr/>
                <a:lstStyle/>
                <a:p>
                  <a:endParaRPr lang="zh-CN" altLang="en-US"/>
                </a:p>
              </p:txBody>
            </p:sp>
            <p:graphicFrame>
              <p:nvGraphicFramePr>
                <p:cNvPr id="52247" name="Object 23"/>
                <p:cNvGraphicFramePr>
                  <a:graphicFrameLocks noChangeAspect="1"/>
                </p:cNvGraphicFramePr>
                <p:nvPr/>
              </p:nvGraphicFramePr>
              <p:xfrm>
                <a:off x="1184" y="1102"/>
                <a:ext cx="207" cy="290"/>
              </p:xfrm>
              <a:graphic>
                <a:graphicData uri="http://schemas.openxmlformats.org/presentationml/2006/ole">
                  <mc:AlternateContent xmlns:mc="http://schemas.openxmlformats.org/markup-compatibility/2006">
                    <mc:Choice xmlns:v="urn:schemas-microsoft-com:vml" Requires="v">
                      <p:oleObj spid="_x0000_s52549" name="公式" r:id="rId11" imgW="164880" imgH="228600" progId="Equation.3">
                        <p:embed/>
                      </p:oleObj>
                    </mc:Choice>
                    <mc:Fallback>
                      <p:oleObj name="公式" r:id="rId11" imgW="164880" imgH="228600" progId="Equation.3">
                        <p:embed/>
                        <p:pic>
                          <p:nvPicPr>
                            <p:cNvPr id="0" name="Object 2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184" y="1102"/>
                              <a:ext cx="207" cy="290"/>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2248" name="Oval 24"/>
                <p:cNvSpPr>
                  <a:spLocks noChangeArrowheads="1"/>
                </p:cNvSpPr>
                <p:nvPr/>
              </p:nvSpPr>
              <p:spPr bwMode="auto">
                <a:xfrm>
                  <a:off x="1018" y="1422"/>
                  <a:ext cx="68" cy="68"/>
                </a:xfrm>
                <a:prstGeom prst="ellipse">
                  <a:avLst/>
                </a:prstGeom>
                <a:noFill/>
                <a:ln w="19050">
                  <a:solidFill>
                    <a:schemeClr val="tx1"/>
                  </a:solidFill>
                  <a:round/>
                  <a:headEnd/>
                  <a:tailEnd/>
                </a:ln>
                <a:effectLst/>
                <a:extLst>
                  <a:ext uri="{909E8E84-426E-40DD-AFC4-6F175D3DCCD1}">
                    <a14:hiddenFill xmlns:a14="http://schemas.microsoft.com/office/drawing/2010/main">
                      <a:solidFill>
                        <a:srgbClr val="FFFFCC"/>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52249" name="Oval 25"/>
                <p:cNvSpPr>
                  <a:spLocks noChangeArrowheads="1"/>
                </p:cNvSpPr>
                <p:nvPr/>
              </p:nvSpPr>
              <p:spPr bwMode="auto">
                <a:xfrm>
                  <a:off x="1018" y="2016"/>
                  <a:ext cx="68" cy="68"/>
                </a:xfrm>
                <a:prstGeom prst="ellipse">
                  <a:avLst/>
                </a:prstGeom>
                <a:noFill/>
                <a:ln w="19050">
                  <a:solidFill>
                    <a:schemeClr val="tx1"/>
                  </a:solidFill>
                  <a:round/>
                  <a:headEnd/>
                  <a:tailEnd/>
                </a:ln>
                <a:effectLst/>
                <a:extLst>
                  <a:ext uri="{909E8E84-426E-40DD-AFC4-6F175D3DCCD1}">
                    <a14:hiddenFill xmlns:a14="http://schemas.microsoft.com/office/drawing/2010/main">
                      <a:solidFill>
                        <a:srgbClr val="FFFFCC"/>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52250" name="Oval 26"/>
                <p:cNvSpPr>
                  <a:spLocks noChangeArrowheads="1"/>
                </p:cNvSpPr>
                <p:nvPr/>
              </p:nvSpPr>
              <p:spPr bwMode="auto">
                <a:xfrm>
                  <a:off x="2610" y="1434"/>
                  <a:ext cx="68" cy="68"/>
                </a:xfrm>
                <a:prstGeom prst="ellipse">
                  <a:avLst/>
                </a:prstGeom>
                <a:noFill/>
                <a:ln w="19050">
                  <a:solidFill>
                    <a:schemeClr val="tx1"/>
                  </a:solidFill>
                  <a:round/>
                  <a:headEnd/>
                  <a:tailEnd/>
                </a:ln>
                <a:effectLst/>
                <a:extLst>
                  <a:ext uri="{909E8E84-426E-40DD-AFC4-6F175D3DCCD1}">
                    <a14:hiddenFill xmlns:a14="http://schemas.microsoft.com/office/drawing/2010/main">
                      <a:solidFill>
                        <a:srgbClr val="FFFFCC"/>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52251" name="Oval 27"/>
                <p:cNvSpPr>
                  <a:spLocks noChangeArrowheads="1"/>
                </p:cNvSpPr>
                <p:nvPr/>
              </p:nvSpPr>
              <p:spPr bwMode="auto">
                <a:xfrm>
                  <a:off x="2616" y="2016"/>
                  <a:ext cx="68" cy="68"/>
                </a:xfrm>
                <a:prstGeom prst="ellipse">
                  <a:avLst/>
                </a:prstGeom>
                <a:noFill/>
                <a:ln w="19050">
                  <a:solidFill>
                    <a:schemeClr val="tx1"/>
                  </a:solidFill>
                  <a:round/>
                  <a:headEnd/>
                  <a:tailEnd/>
                </a:ln>
                <a:effectLst/>
                <a:extLst>
                  <a:ext uri="{909E8E84-426E-40DD-AFC4-6F175D3DCCD1}">
                    <a14:hiddenFill xmlns:a14="http://schemas.microsoft.com/office/drawing/2010/main">
                      <a:solidFill>
                        <a:srgbClr val="FFFFCC"/>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graphicFrame>
              <p:nvGraphicFramePr>
                <p:cNvPr id="52252" name="Object 28"/>
                <p:cNvGraphicFramePr>
                  <a:graphicFrameLocks noChangeAspect="1"/>
                </p:cNvGraphicFramePr>
                <p:nvPr/>
              </p:nvGraphicFramePr>
              <p:xfrm>
                <a:off x="912" y="1632"/>
                <a:ext cx="256" cy="290"/>
              </p:xfrm>
              <a:graphic>
                <a:graphicData uri="http://schemas.openxmlformats.org/presentationml/2006/ole">
                  <mc:AlternateContent xmlns:mc="http://schemas.openxmlformats.org/markup-compatibility/2006">
                    <mc:Choice xmlns:v="urn:schemas-microsoft-com:vml" Requires="v">
                      <p:oleObj spid="_x0000_s52550" name="公式" r:id="rId13" imgW="203040" imgH="228600" progId="Equation.3">
                        <p:embed/>
                      </p:oleObj>
                    </mc:Choice>
                    <mc:Fallback>
                      <p:oleObj name="公式" r:id="rId13" imgW="203040" imgH="228600" progId="Equation.3">
                        <p:embed/>
                        <p:pic>
                          <p:nvPicPr>
                            <p:cNvPr id="0" name="Object 2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912" y="1632"/>
                              <a:ext cx="256" cy="290"/>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2253" name="Object 29"/>
                <p:cNvGraphicFramePr>
                  <a:graphicFrameLocks noChangeAspect="1"/>
                </p:cNvGraphicFramePr>
                <p:nvPr/>
              </p:nvGraphicFramePr>
              <p:xfrm>
                <a:off x="2496" y="1632"/>
                <a:ext cx="256" cy="290"/>
              </p:xfrm>
              <a:graphic>
                <a:graphicData uri="http://schemas.openxmlformats.org/presentationml/2006/ole">
                  <mc:AlternateContent xmlns:mc="http://schemas.openxmlformats.org/markup-compatibility/2006">
                    <mc:Choice xmlns:v="urn:schemas-microsoft-com:vml" Requires="v">
                      <p:oleObj spid="_x0000_s52551" name="公式" r:id="rId15" imgW="203040" imgH="228600" progId="Equation.3">
                        <p:embed/>
                      </p:oleObj>
                    </mc:Choice>
                    <mc:Fallback>
                      <p:oleObj name="公式" r:id="rId15" imgW="203040" imgH="228600" progId="Equation.3">
                        <p:embed/>
                        <p:pic>
                          <p:nvPicPr>
                            <p:cNvPr id="0" name="Object 29"/>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496" y="1632"/>
                              <a:ext cx="256" cy="290"/>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2254" name="Text Box 30"/>
                <p:cNvSpPr txBox="1">
                  <a:spLocks noChangeArrowheads="1"/>
                </p:cNvSpPr>
                <p:nvPr/>
              </p:nvSpPr>
              <p:spPr bwMode="auto">
                <a:xfrm>
                  <a:off x="902" y="1824"/>
                  <a:ext cx="250"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r>
                    <a:rPr lang="en-US" altLang="zh-CN" b="0">
                      <a:latin typeface="黑体" panose="02010609060101010101" pitchFamily="49" charset="-122"/>
                      <a:ea typeface="黑体" panose="02010609060101010101" pitchFamily="49" charset="-122"/>
                      <a:sym typeface="Symbol" panose="05050102010706020507" pitchFamily="18" charset="2"/>
                    </a:rPr>
                    <a:t>-</a:t>
                  </a:r>
                </a:p>
              </p:txBody>
            </p:sp>
            <p:sp>
              <p:nvSpPr>
                <p:cNvPr id="52255" name="Text Box 31"/>
                <p:cNvSpPr txBox="1">
                  <a:spLocks noChangeArrowheads="1"/>
                </p:cNvSpPr>
                <p:nvPr/>
              </p:nvSpPr>
              <p:spPr bwMode="auto">
                <a:xfrm>
                  <a:off x="2534" y="1824"/>
                  <a:ext cx="250"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r>
                    <a:rPr lang="en-US" altLang="zh-CN" b="0">
                      <a:latin typeface="黑体" panose="02010609060101010101" pitchFamily="49" charset="-122"/>
                      <a:ea typeface="黑体" panose="02010609060101010101" pitchFamily="49" charset="-122"/>
                      <a:sym typeface="Symbol" panose="05050102010706020507" pitchFamily="18" charset="2"/>
                    </a:rPr>
                    <a:t>-</a:t>
                  </a:r>
                </a:p>
              </p:txBody>
            </p:sp>
            <p:graphicFrame>
              <p:nvGraphicFramePr>
                <p:cNvPr id="52256" name="Object 32"/>
                <p:cNvGraphicFramePr>
                  <a:graphicFrameLocks noChangeAspect="1"/>
                </p:cNvGraphicFramePr>
                <p:nvPr/>
              </p:nvGraphicFramePr>
              <p:xfrm>
                <a:off x="2297" y="1112"/>
                <a:ext cx="207" cy="290"/>
              </p:xfrm>
              <a:graphic>
                <a:graphicData uri="http://schemas.openxmlformats.org/presentationml/2006/ole">
                  <mc:AlternateContent xmlns:mc="http://schemas.openxmlformats.org/markup-compatibility/2006">
                    <mc:Choice xmlns:v="urn:schemas-microsoft-com:vml" Requires="v">
                      <p:oleObj spid="_x0000_s52552" name="公式" r:id="rId17" imgW="177480" imgH="228600" progId="Equation.3">
                        <p:embed/>
                      </p:oleObj>
                    </mc:Choice>
                    <mc:Fallback>
                      <p:oleObj name="公式" r:id="rId17" imgW="177480" imgH="228600" progId="Equation.3">
                        <p:embed/>
                        <p:pic>
                          <p:nvPicPr>
                            <p:cNvPr id="0" name="Object 32"/>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297" y="1112"/>
                              <a:ext cx="207" cy="290"/>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sp>
          <p:nvSpPr>
            <p:cNvPr id="52306" name="Line 82"/>
            <p:cNvSpPr>
              <a:spLocks noChangeShapeType="1"/>
            </p:cNvSpPr>
            <p:nvPr/>
          </p:nvSpPr>
          <p:spPr bwMode="auto">
            <a:xfrm>
              <a:off x="1152" y="1410"/>
              <a:ext cx="270"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52307" name="Line 83"/>
            <p:cNvSpPr>
              <a:spLocks noChangeShapeType="1"/>
            </p:cNvSpPr>
            <p:nvPr/>
          </p:nvSpPr>
          <p:spPr bwMode="auto">
            <a:xfrm flipH="1">
              <a:off x="2268" y="1410"/>
              <a:ext cx="276"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grpSp>
        <p:nvGrpSpPr>
          <p:cNvPr id="52327" name="Group 103"/>
          <p:cNvGrpSpPr>
            <a:grpSpLocks/>
          </p:cNvGrpSpPr>
          <p:nvPr/>
        </p:nvGrpSpPr>
        <p:grpSpPr bwMode="auto">
          <a:xfrm>
            <a:off x="4840288" y="1704975"/>
            <a:ext cx="3041650" cy="1744663"/>
            <a:chOff x="3049" y="1074"/>
            <a:chExt cx="1916" cy="1099"/>
          </a:xfrm>
        </p:grpSpPr>
        <p:grpSp>
          <p:nvGrpSpPr>
            <p:cNvPr id="52326" name="Group 102"/>
            <p:cNvGrpSpPr>
              <a:grpSpLocks/>
            </p:cNvGrpSpPr>
            <p:nvPr/>
          </p:nvGrpSpPr>
          <p:grpSpPr bwMode="auto">
            <a:xfrm>
              <a:off x="3049" y="1074"/>
              <a:ext cx="1916" cy="1099"/>
              <a:chOff x="3049" y="1074"/>
              <a:chExt cx="1916" cy="1099"/>
            </a:xfrm>
          </p:grpSpPr>
          <p:sp>
            <p:nvSpPr>
              <p:cNvPr id="52260" name="Text Box 36"/>
              <p:cNvSpPr txBox="1">
                <a:spLocks noChangeArrowheads="1"/>
              </p:cNvSpPr>
              <p:nvPr/>
            </p:nvSpPr>
            <p:spPr bwMode="auto">
              <a:xfrm>
                <a:off x="3059" y="1437"/>
                <a:ext cx="267" cy="288"/>
              </a:xfrm>
              <a:prstGeom prst="rect">
                <a:avLst/>
              </a:prstGeom>
              <a:noFill/>
              <a:ln>
                <a:noFill/>
              </a:ln>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spcBef>
                    <a:spcPct val="50000"/>
                  </a:spcBef>
                </a:pPr>
                <a:r>
                  <a:rPr lang="en-US" altLang="zh-CN">
                    <a:latin typeface="Times New Roman" panose="02020603050405020304" pitchFamily="18" charset="0"/>
                  </a:rPr>
                  <a:t>+</a:t>
                </a:r>
              </a:p>
            </p:txBody>
          </p:sp>
          <p:graphicFrame>
            <p:nvGraphicFramePr>
              <p:cNvPr id="52261" name="Object 37"/>
              <p:cNvGraphicFramePr>
                <a:graphicFrameLocks noChangeAspect="1"/>
              </p:cNvGraphicFramePr>
              <p:nvPr/>
            </p:nvGraphicFramePr>
            <p:xfrm>
              <a:off x="3049" y="1626"/>
              <a:ext cx="290" cy="290"/>
            </p:xfrm>
            <a:graphic>
              <a:graphicData uri="http://schemas.openxmlformats.org/presentationml/2006/ole">
                <mc:AlternateContent xmlns:mc="http://schemas.openxmlformats.org/markup-compatibility/2006">
                  <mc:Choice xmlns:v="urn:schemas-microsoft-com:vml" Requires="v">
                    <p:oleObj spid="_x0000_s52553" name="公式" r:id="rId19" imgW="228600" imgH="228600" progId="Equation.3">
                      <p:embed/>
                    </p:oleObj>
                  </mc:Choice>
                  <mc:Fallback>
                    <p:oleObj name="公式" r:id="rId19" imgW="228600" imgH="228600" progId="Equation.3">
                      <p:embed/>
                      <p:pic>
                        <p:nvPicPr>
                          <p:cNvPr id="0" name="Object 37"/>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3049" y="1626"/>
                            <a:ext cx="290" cy="290"/>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2262" name="Text Box 38"/>
              <p:cNvSpPr txBox="1">
                <a:spLocks noChangeArrowheads="1"/>
              </p:cNvSpPr>
              <p:nvPr/>
            </p:nvSpPr>
            <p:spPr bwMode="auto">
              <a:xfrm>
                <a:off x="3056" y="1814"/>
                <a:ext cx="250"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r>
                  <a:rPr lang="en-US" altLang="zh-CN" b="0">
                    <a:latin typeface="黑体" panose="02010609060101010101" pitchFamily="49" charset="-122"/>
                    <a:ea typeface="黑体" panose="02010609060101010101" pitchFamily="49" charset="-122"/>
                    <a:sym typeface="Symbol" panose="05050102010706020507" pitchFamily="18" charset="2"/>
                  </a:rPr>
                  <a:t>-</a:t>
                </a:r>
              </a:p>
            </p:txBody>
          </p:sp>
          <p:grpSp>
            <p:nvGrpSpPr>
              <p:cNvPr id="52325" name="Group 101"/>
              <p:cNvGrpSpPr>
                <a:grpSpLocks/>
              </p:cNvGrpSpPr>
              <p:nvPr/>
            </p:nvGrpSpPr>
            <p:grpSpPr bwMode="auto">
              <a:xfrm>
                <a:off x="3144" y="1074"/>
                <a:ext cx="1821" cy="1099"/>
                <a:chOff x="3144" y="1074"/>
                <a:chExt cx="1821" cy="1099"/>
              </a:xfrm>
            </p:grpSpPr>
            <p:sp>
              <p:nvSpPr>
                <p:cNvPr id="52264" name="Rectangle 40"/>
                <p:cNvSpPr>
                  <a:spLocks noChangeArrowheads="1"/>
                </p:cNvSpPr>
                <p:nvPr/>
              </p:nvSpPr>
              <p:spPr bwMode="auto">
                <a:xfrm>
                  <a:off x="3624" y="1341"/>
                  <a:ext cx="713" cy="832"/>
                </a:xfrm>
                <a:prstGeom prst="rect">
                  <a:avLst/>
                </a:prstGeom>
                <a:solidFill>
                  <a:srgbClr val="FFFFCC"/>
                </a:solidFill>
                <a:ln w="31750">
                  <a:solidFill>
                    <a:srgbClr val="000000"/>
                  </a:solidFill>
                  <a:miter lim="800000"/>
                  <a:headEnd/>
                  <a:tailEnd/>
                </a:ln>
              </p:spPr>
              <p:txBody>
                <a:bodyPr/>
                <a:lstStyle/>
                <a:p>
                  <a:endParaRPr lang="zh-CN" altLang="zh-CN">
                    <a:latin typeface="Times New Roman" panose="02020603050405020304" pitchFamily="18" charset="0"/>
                    <a:ea typeface="黑体" panose="02010609060101010101" pitchFamily="49" charset="-122"/>
                  </a:endParaRPr>
                </a:p>
              </p:txBody>
            </p:sp>
            <p:sp>
              <p:nvSpPr>
                <p:cNvPr id="52265" name="Rectangle 41"/>
                <p:cNvSpPr>
                  <a:spLocks noChangeArrowheads="1"/>
                </p:cNvSpPr>
                <p:nvPr/>
              </p:nvSpPr>
              <p:spPr bwMode="auto">
                <a:xfrm>
                  <a:off x="3779" y="1538"/>
                  <a:ext cx="414" cy="269"/>
                </a:xfrm>
                <a:prstGeom prst="rect">
                  <a:avLst/>
                </a:prstGeom>
                <a:noFill/>
                <a:ln>
                  <a:noFill/>
                </a:ln>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eaLnBrk="1" hangingPunct="1"/>
                  <a:r>
                    <a:rPr lang="en-US" altLang="zh-CN" sz="2800" i="1">
                      <a:latin typeface="Times New Roman" panose="02020603050405020304" pitchFamily="18" charset="0"/>
                    </a:rPr>
                    <a:t>T </a:t>
                  </a:r>
                  <a:r>
                    <a:rPr lang="en-US" altLang="zh-CN" sz="2800">
                      <a:latin typeface="Times New Roman" panose="02020603050405020304" pitchFamily="18" charset="0"/>
                      <a:sym typeface="Symbol" panose="05050102010706020507" pitchFamily="18" charset="2"/>
                    </a:rPr>
                    <a:t></a:t>
                  </a:r>
                  <a:endParaRPr lang="en-US" altLang="zh-CN">
                    <a:latin typeface="Times New Roman" panose="02020603050405020304" pitchFamily="18" charset="0"/>
                  </a:endParaRPr>
                </a:p>
              </p:txBody>
            </p:sp>
            <p:sp>
              <p:nvSpPr>
                <p:cNvPr id="52266" name="Line 42"/>
                <p:cNvSpPr>
                  <a:spLocks noChangeShapeType="1"/>
                </p:cNvSpPr>
                <p:nvPr/>
              </p:nvSpPr>
              <p:spPr bwMode="auto">
                <a:xfrm>
                  <a:off x="3218" y="1459"/>
                  <a:ext cx="418" cy="1"/>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267" name="Line 43"/>
                <p:cNvSpPr>
                  <a:spLocks noChangeShapeType="1"/>
                </p:cNvSpPr>
                <p:nvPr/>
              </p:nvSpPr>
              <p:spPr bwMode="auto">
                <a:xfrm flipV="1">
                  <a:off x="3212" y="2049"/>
                  <a:ext cx="418"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268" name="Line 44"/>
                <p:cNvSpPr>
                  <a:spLocks noChangeShapeType="1"/>
                </p:cNvSpPr>
                <p:nvPr/>
              </p:nvSpPr>
              <p:spPr bwMode="auto">
                <a:xfrm>
                  <a:off x="4339" y="1465"/>
                  <a:ext cx="418" cy="3"/>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269" name="Line 45"/>
                <p:cNvSpPr>
                  <a:spLocks noChangeShapeType="1"/>
                </p:cNvSpPr>
                <p:nvPr/>
              </p:nvSpPr>
              <p:spPr bwMode="auto">
                <a:xfrm>
                  <a:off x="4343" y="2054"/>
                  <a:ext cx="418" cy="1"/>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270" name="Text Box 46"/>
                <p:cNvSpPr txBox="1">
                  <a:spLocks noChangeArrowheads="1"/>
                </p:cNvSpPr>
                <p:nvPr/>
              </p:nvSpPr>
              <p:spPr bwMode="auto">
                <a:xfrm>
                  <a:off x="4679" y="1443"/>
                  <a:ext cx="267" cy="288"/>
                </a:xfrm>
                <a:prstGeom prst="rect">
                  <a:avLst/>
                </a:prstGeom>
                <a:noFill/>
                <a:ln>
                  <a:noFill/>
                </a:ln>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spcBef>
                      <a:spcPct val="50000"/>
                    </a:spcBef>
                  </a:pPr>
                  <a:r>
                    <a:rPr lang="en-US" altLang="zh-CN">
                      <a:latin typeface="Times New Roman" panose="02020603050405020304" pitchFamily="18" charset="0"/>
                    </a:rPr>
                    <a:t>+</a:t>
                  </a:r>
                </a:p>
              </p:txBody>
            </p:sp>
            <p:graphicFrame>
              <p:nvGraphicFramePr>
                <p:cNvPr id="52271" name="Object 47"/>
                <p:cNvGraphicFramePr>
                  <a:graphicFrameLocks noChangeAspect="1"/>
                </p:cNvGraphicFramePr>
                <p:nvPr/>
              </p:nvGraphicFramePr>
              <p:xfrm>
                <a:off x="3283" y="1074"/>
                <a:ext cx="242" cy="290"/>
              </p:xfrm>
              <a:graphic>
                <a:graphicData uri="http://schemas.openxmlformats.org/presentationml/2006/ole">
                  <mc:AlternateContent xmlns:mc="http://schemas.openxmlformats.org/markup-compatibility/2006">
                    <mc:Choice xmlns:v="urn:schemas-microsoft-com:vml" Requires="v">
                      <p:oleObj spid="_x0000_s52554" name="公式" r:id="rId21" imgW="190440" imgH="228600" progId="Equation.3">
                        <p:embed/>
                      </p:oleObj>
                    </mc:Choice>
                    <mc:Fallback>
                      <p:oleObj name="公式" r:id="rId21" imgW="190440" imgH="228600" progId="Equation.3">
                        <p:embed/>
                        <p:pic>
                          <p:nvPicPr>
                            <p:cNvPr id="0" name="Object 47"/>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3283" y="1074"/>
                              <a:ext cx="242" cy="290"/>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2272" name="Oval 48"/>
                <p:cNvSpPr>
                  <a:spLocks noChangeArrowheads="1"/>
                </p:cNvSpPr>
                <p:nvPr/>
              </p:nvSpPr>
              <p:spPr bwMode="auto">
                <a:xfrm>
                  <a:off x="3144" y="1422"/>
                  <a:ext cx="68" cy="68"/>
                </a:xfrm>
                <a:prstGeom prst="ellipse">
                  <a:avLst/>
                </a:prstGeom>
                <a:noFill/>
                <a:ln w="19050">
                  <a:solidFill>
                    <a:schemeClr val="tx1"/>
                  </a:solidFill>
                  <a:round/>
                  <a:headEnd/>
                  <a:tailEnd/>
                </a:ln>
                <a:effectLst/>
                <a:extLst>
                  <a:ext uri="{909E8E84-426E-40DD-AFC4-6F175D3DCCD1}">
                    <a14:hiddenFill xmlns:a14="http://schemas.microsoft.com/office/drawing/2010/main">
                      <a:solidFill>
                        <a:srgbClr val="FFFFCC"/>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52273" name="Oval 49"/>
                <p:cNvSpPr>
                  <a:spLocks noChangeArrowheads="1"/>
                </p:cNvSpPr>
                <p:nvPr/>
              </p:nvSpPr>
              <p:spPr bwMode="auto">
                <a:xfrm>
                  <a:off x="3144" y="2016"/>
                  <a:ext cx="68" cy="68"/>
                </a:xfrm>
                <a:prstGeom prst="ellipse">
                  <a:avLst/>
                </a:prstGeom>
                <a:noFill/>
                <a:ln w="19050">
                  <a:solidFill>
                    <a:schemeClr val="tx1"/>
                  </a:solidFill>
                  <a:round/>
                  <a:headEnd/>
                  <a:tailEnd/>
                </a:ln>
                <a:effectLst/>
                <a:extLst>
                  <a:ext uri="{909E8E84-426E-40DD-AFC4-6F175D3DCCD1}">
                    <a14:hiddenFill xmlns:a14="http://schemas.microsoft.com/office/drawing/2010/main">
                      <a:solidFill>
                        <a:srgbClr val="FFFFCC"/>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52274" name="Oval 50"/>
                <p:cNvSpPr>
                  <a:spLocks noChangeArrowheads="1"/>
                </p:cNvSpPr>
                <p:nvPr/>
              </p:nvSpPr>
              <p:spPr bwMode="auto">
                <a:xfrm>
                  <a:off x="4758" y="1434"/>
                  <a:ext cx="68" cy="68"/>
                </a:xfrm>
                <a:prstGeom prst="ellipse">
                  <a:avLst/>
                </a:prstGeom>
                <a:noFill/>
                <a:ln w="19050">
                  <a:solidFill>
                    <a:schemeClr val="tx1"/>
                  </a:solidFill>
                  <a:round/>
                  <a:headEnd/>
                  <a:tailEnd/>
                </a:ln>
                <a:effectLst/>
                <a:extLst>
                  <a:ext uri="{909E8E84-426E-40DD-AFC4-6F175D3DCCD1}">
                    <a14:hiddenFill xmlns:a14="http://schemas.microsoft.com/office/drawing/2010/main">
                      <a:solidFill>
                        <a:srgbClr val="FFFFCC"/>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52275" name="Oval 51"/>
                <p:cNvSpPr>
                  <a:spLocks noChangeArrowheads="1"/>
                </p:cNvSpPr>
                <p:nvPr/>
              </p:nvSpPr>
              <p:spPr bwMode="auto">
                <a:xfrm>
                  <a:off x="4764" y="2016"/>
                  <a:ext cx="68" cy="68"/>
                </a:xfrm>
                <a:prstGeom prst="ellipse">
                  <a:avLst/>
                </a:prstGeom>
                <a:noFill/>
                <a:ln w="19050">
                  <a:solidFill>
                    <a:schemeClr val="tx1"/>
                  </a:solidFill>
                  <a:round/>
                  <a:headEnd/>
                  <a:tailEnd/>
                </a:ln>
                <a:effectLst/>
                <a:extLst>
                  <a:ext uri="{909E8E84-426E-40DD-AFC4-6F175D3DCCD1}">
                    <a14:hiddenFill xmlns:a14="http://schemas.microsoft.com/office/drawing/2010/main">
                      <a:solidFill>
                        <a:srgbClr val="FFFFCC"/>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graphicFrame>
              <p:nvGraphicFramePr>
                <p:cNvPr id="52276" name="Object 52"/>
                <p:cNvGraphicFramePr>
                  <a:graphicFrameLocks noChangeAspect="1"/>
                </p:cNvGraphicFramePr>
                <p:nvPr/>
              </p:nvGraphicFramePr>
              <p:xfrm>
                <a:off x="4429" y="1100"/>
                <a:ext cx="242" cy="290"/>
              </p:xfrm>
              <a:graphic>
                <a:graphicData uri="http://schemas.openxmlformats.org/presentationml/2006/ole">
                  <mc:AlternateContent xmlns:mc="http://schemas.openxmlformats.org/markup-compatibility/2006">
                    <mc:Choice xmlns:v="urn:schemas-microsoft-com:vml" Requires="v">
                      <p:oleObj spid="_x0000_s52555" name="公式" r:id="rId23" imgW="190440" imgH="228600" progId="Equation.3">
                        <p:embed/>
                      </p:oleObj>
                    </mc:Choice>
                    <mc:Fallback>
                      <p:oleObj name="公式" r:id="rId23" imgW="190440" imgH="228600" progId="Equation.3">
                        <p:embed/>
                        <p:pic>
                          <p:nvPicPr>
                            <p:cNvPr id="0" name="Object 52"/>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4429" y="1100"/>
                              <a:ext cx="242" cy="290"/>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2277" name="Object 53"/>
                <p:cNvGraphicFramePr>
                  <a:graphicFrameLocks noChangeAspect="1"/>
                </p:cNvGraphicFramePr>
                <p:nvPr/>
              </p:nvGraphicFramePr>
              <p:xfrm>
                <a:off x="4675" y="1640"/>
                <a:ext cx="290" cy="290"/>
              </p:xfrm>
              <a:graphic>
                <a:graphicData uri="http://schemas.openxmlformats.org/presentationml/2006/ole">
                  <mc:AlternateContent xmlns:mc="http://schemas.openxmlformats.org/markup-compatibility/2006">
                    <mc:Choice xmlns:v="urn:schemas-microsoft-com:vml" Requires="v">
                      <p:oleObj spid="_x0000_s52556" name="公式" r:id="rId25" imgW="228600" imgH="228600" progId="Equation.3">
                        <p:embed/>
                      </p:oleObj>
                    </mc:Choice>
                    <mc:Fallback>
                      <p:oleObj name="公式" r:id="rId25" imgW="228600" imgH="228600" progId="Equation.3">
                        <p:embed/>
                        <p:pic>
                          <p:nvPicPr>
                            <p:cNvPr id="0" name="Object 53"/>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4675" y="1640"/>
                              <a:ext cx="290" cy="290"/>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2278" name="Text Box 54"/>
                <p:cNvSpPr txBox="1">
                  <a:spLocks noChangeArrowheads="1"/>
                </p:cNvSpPr>
                <p:nvPr/>
              </p:nvSpPr>
              <p:spPr bwMode="auto">
                <a:xfrm>
                  <a:off x="4672" y="1822"/>
                  <a:ext cx="250"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r>
                    <a:rPr lang="en-US" altLang="zh-CN" b="0">
                      <a:latin typeface="黑体" panose="02010609060101010101" pitchFamily="49" charset="-122"/>
                      <a:ea typeface="黑体" panose="02010609060101010101" pitchFamily="49" charset="-122"/>
                      <a:sym typeface="Symbol" panose="05050102010706020507" pitchFamily="18" charset="2"/>
                    </a:rPr>
                    <a:t>-</a:t>
                  </a:r>
                </a:p>
              </p:txBody>
            </p:sp>
          </p:grpSp>
        </p:grpSp>
        <p:sp>
          <p:nvSpPr>
            <p:cNvPr id="52310" name="Line 86"/>
            <p:cNvSpPr>
              <a:spLocks noChangeShapeType="1"/>
            </p:cNvSpPr>
            <p:nvPr/>
          </p:nvSpPr>
          <p:spPr bwMode="auto">
            <a:xfrm>
              <a:off x="3294" y="1398"/>
              <a:ext cx="240"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52311" name="Line 87"/>
            <p:cNvSpPr>
              <a:spLocks noChangeShapeType="1"/>
            </p:cNvSpPr>
            <p:nvPr/>
          </p:nvSpPr>
          <p:spPr bwMode="auto">
            <a:xfrm flipH="1">
              <a:off x="4416" y="1410"/>
              <a:ext cx="246"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grpSp>
        <p:nvGrpSpPr>
          <p:cNvPr id="52319" name="Group 95"/>
          <p:cNvGrpSpPr>
            <a:grpSpLocks/>
          </p:cNvGrpSpPr>
          <p:nvPr/>
        </p:nvGrpSpPr>
        <p:grpSpPr bwMode="auto">
          <a:xfrm>
            <a:off x="7667625" y="1797050"/>
            <a:ext cx="1174750" cy="1557338"/>
            <a:chOff x="4830" y="1132"/>
            <a:chExt cx="740" cy="981"/>
          </a:xfrm>
        </p:grpSpPr>
        <p:grpSp>
          <p:nvGrpSpPr>
            <p:cNvPr id="52318" name="Group 94"/>
            <p:cNvGrpSpPr>
              <a:grpSpLocks/>
            </p:cNvGrpSpPr>
            <p:nvPr/>
          </p:nvGrpSpPr>
          <p:grpSpPr bwMode="auto">
            <a:xfrm>
              <a:off x="4830" y="1132"/>
              <a:ext cx="740" cy="981"/>
              <a:chOff x="4830" y="1132"/>
              <a:chExt cx="740" cy="981"/>
            </a:xfrm>
          </p:grpSpPr>
          <p:sp>
            <p:nvSpPr>
              <p:cNvPr id="52292" name="Text Box 68"/>
              <p:cNvSpPr txBox="1">
                <a:spLocks noChangeArrowheads="1"/>
              </p:cNvSpPr>
              <p:nvPr/>
            </p:nvSpPr>
            <p:spPr bwMode="auto">
              <a:xfrm>
                <a:off x="5302" y="1443"/>
                <a:ext cx="267"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spcBef>
                    <a:spcPct val="50000"/>
                  </a:spcBef>
                </a:pPr>
                <a:r>
                  <a:rPr lang="en-US" altLang="zh-CN">
                    <a:solidFill>
                      <a:srgbClr val="FF0000"/>
                    </a:solidFill>
                    <a:latin typeface="Times New Roman" panose="02020603050405020304" pitchFamily="18" charset="0"/>
                  </a:rPr>
                  <a:t>+</a:t>
                </a:r>
                <a:endParaRPr lang="en-US" altLang="zh-CN">
                  <a:latin typeface="Times New Roman" panose="02020603050405020304" pitchFamily="18" charset="0"/>
                </a:endParaRPr>
              </a:p>
            </p:txBody>
          </p:sp>
          <p:grpSp>
            <p:nvGrpSpPr>
              <p:cNvPr id="52317" name="Group 93"/>
              <p:cNvGrpSpPr>
                <a:grpSpLocks/>
              </p:cNvGrpSpPr>
              <p:nvPr/>
            </p:nvGrpSpPr>
            <p:grpSpPr bwMode="auto">
              <a:xfrm>
                <a:off x="4830" y="1132"/>
                <a:ext cx="740" cy="981"/>
                <a:chOff x="4830" y="1132"/>
                <a:chExt cx="740" cy="981"/>
              </a:xfrm>
            </p:grpSpPr>
            <p:sp>
              <p:nvSpPr>
                <p:cNvPr id="52294" name="Line 70"/>
                <p:cNvSpPr>
                  <a:spLocks noChangeShapeType="1"/>
                </p:cNvSpPr>
                <p:nvPr/>
              </p:nvSpPr>
              <p:spPr bwMode="auto">
                <a:xfrm>
                  <a:off x="4830" y="1473"/>
                  <a:ext cx="556" cy="1"/>
                </a:xfrm>
                <a:prstGeom prst="line">
                  <a:avLst/>
                </a:prstGeom>
                <a:noFill/>
                <a:ln w="19050">
                  <a:solidFill>
                    <a:srgbClr val="FF33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295" name="Line 71"/>
                <p:cNvSpPr>
                  <a:spLocks noChangeShapeType="1"/>
                </p:cNvSpPr>
                <p:nvPr/>
              </p:nvSpPr>
              <p:spPr bwMode="auto">
                <a:xfrm>
                  <a:off x="4834" y="2054"/>
                  <a:ext cx="550" cy="1"/>
                </a:xfrm>
                <a:prstGeom prst="line">
                  <a:avLst/>
                </a:prstGeom>
                <a:noFill/>
                <a:ln w="19050">
                  <a:solidFill>
                    <a:srgbClr val="FF33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52296" name="Object 72"/>
                <p:cNvGraphicFramePr>
                  <a:graphicFrameLocks noChangeAspect="1"/>
                </p:cNvGraphicFramePr>
                <p:nvPr/>
              </p:nvGraphicFramePr>
              <p:xfrm>
                <a:off x="5315" y="1648"/>
                <a:ext cx="255" cy="291"/>
              </p:xfrm>
              <a:graphic>
                <a:graphicData uri="http://schemas.openxmlformats.org/presentationml/2006/ole">
                  <mc:AlternateContent xmlns:mc="http://schemas.openxmlformats.org/markup-compatibility/2006">
                    <mc:Choice xmlns:v="urn:schemas-microsoft-com:vml" Requires="v">
                      <p:oleObj spid="_x0000_s52557" name="公式" r:id="rId27" imgW="203040" imgH="228600" progId="Equation.3">
                        <p:embed/>
                      </p:oleObj>
                    </mc:Choice>
                    <mc:Fallback>
                      <p:oleObj name="公式" r:id="rId27" imgW="203040" imgH="228600" progId="Equation.3">
                        <p:embed/>
                        <p:pic>
                          <p:nvPicPr>
                            <p:cNvPr id="0" name="Object 72"/>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5315" y="1648"/>
                              <a:ext cx="255"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52316" name="Group 92"/>
                <p:cNvGrpSpPr>
                  <a:grpSpLocks/>
                </p:cNvGrpSpPr>
                <p:nvPr/>
              </p:nvGrpSpPr>
              <p:grpSpPr bwMode="auto">
                <a:xfrm>
                  <a:off x="5092" y="1132"/>
                  <a:ext cx="464" cy="981"/>
                  <a:chOff x="5092" y="1132"/>
                  <a:chExt cx="464" cy="981"/>
                </a:xfrm>
              </p:grpSpPr>
              <p:sp>
                <p:nvSpPr>
                  <p:cNvPr id="52298" name="Text Box 74"/>
                  <p:cNvSpPr txBox="1">
                    <a:spLocks noChangeArrowheads="1"/>
                  </p:cNvSpPr>
                  <p:nvPr/>
                </p:nvSpPr>
                <p:spPr bwMode="auto">
                  <a:xfrm>
                    <a:off x="5289" y="1825"/>
                    <a:ext cx="267"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spcBef>
                        <a:spcPct val="50000"/>
                      </a:spcBef>
                    </a:pPr>
                    <a:r>
                      <a:rPr lang="en-US" altLang="zh-CN" b="0">
                        <a:solidFill>
                          <a:srgbClr val="FF0000"/>
                        </a:solidFill>
                        <a:latin typeface="黑体" panose="02010609060101010101" pitchFamily="49" charset="-122"/>
                        <a:ea typeface="黑体" panose="02010609060101010101" pitchFamily="49" charset="-122"/>
                        <a:sym typeface="Symbol" panose="05050102010706020507" pitchFamily="18" charset="2"/>
                      </a:rPr>
                      <a:t>-</a:t>
                    </a:r>
                    <a:endParaRPr lang="en-US" altLang="zh-CN" b="0">
                      <a:latin typeface="黑体" panose="02010609060101010101" pitchFamily="49" charset="-122"/>
                      <a:ea typeface="黑体" panose="02010609060101010101" pitchFamily="49" charset="-122"/>
                      <a:sym typeface="Symbol" panose="05050102010706020507" pitchFamily="18" charset="2"/>
                    </a:endParaRPr>
                  </a:p>
                </p:txBody>
              </p:sp>
              <p:sp>
                <p:nvSpPr>
                  <p:cNvPr id="52299" name="Oval 75"/>
                  <p:cNvSpPr>
                    <a:spLocks noChangeArrowheads="1"/>
                  </p:cNvSpPr>
                  <p:nvPr/>
                </p:nvSpPr>
                <p:spPr bwMode="auto">
                  <a:xfrm>
                    <a:off x="5381" y="1434"/>
                    <a:ext cx="68" cy="68"/>
                  </a:xfrm>
                  <a:prstGeom prst="ellipse">
                    <a:avLst/>
                  </a:prstGeom>
                  <a:noFill/>
                  <a:ln w="19050">
                    <a:solidFill>
                      <a:srgbClr val="FF33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52300" name="Oval 76"/>
                  <p:cNvSpPr>
                    <a:spLocks noChangeArrowheads="1"/>
                  </p:cNvSpPr>
                  <p:nvPr/>
                </p:nvSpPr>
                <p:spPr bwMode="auto">
                  <a:xfrm>
                    <a:off x="5387" y="2016"/>
                    <a:ext cx="68" cy="68"/>
                  </a:xfrm>
                  <a:prstGeom prst="ellipse">
                    <a:avLst/>
                  </a:prstGeom>
                  <a:noFill/>
                  <a:ln w="19050">
                    <a:solidFill>
                      <a:srgbClr val="FF33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graphicFrame>
                <p:nvGraphicFramePr>
                  <p:cNvPr id="52301" name="Object 77"/>
                  <p:cNvGraphicFramePr>
                    <a:graphicFrameLocks noChangeAspect="1"/>
                  </p:cNvGraphicFramePr>
                  <p:nvPr/>
                </p:nvGraphicFramePr>
                <p:xfrm>
                  <a:off x="5092" y="1132"/>
                  <a:ext cx="224" cy="290"/>
                </p:xfrm>
                <a:graphic>
                  <a:graphicData uri="http://schemas.openxmlformats.org/presentationml/2006/ole">
                    <mc:AlternateContent xmlns:mc="http://schemas.openxmlformats.org/markup-compatibility/2006">
                      <mc:Choice xmlns:v="urn:schemas-microsoft-com:vml" Requires="v">
                        <p:oleObj spid="_x0000_s52558" name="公式" r:id="rId29" imgW="177480" imgH="228600" progId="Equation.3">
                          <p:embed/>
                        </p:oleObj>
                      </mc:Choice>
                      <mc:Fallback>
                        <p:oleObj name="公式" r:id="rId29" imgW="177480" imgH="228600" progId="Equation.3">
                          <p:embed/>
                          <p:pic>
                            <p:nvPicPr>
                              <p:cNvPr id="0" name="Object 77"/>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5092" y="1132"/>
                                <a:ext cx="224" cy="2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grpSp>
        <p:sp>
          <p:nvSpPr>
            <p:cNvPr id="52315" name="Line 91"/>
            <p:cNvSpPr>
              <a:spLocks noChangeShapeType="1"/>
            </p:cNvSpPr>
            <p:nvPr/>
          </p:nvSpPr>
          <p:spPr bwMode="auto">
            <a:xfrm flipH="1">
              <a:off x="5034" y="1422"/>
              <a:ext cx="282" cy="0"/>
            </a:xfrm>
            <a:prstGeom prst="line">
              <a:avLst/>
            </a:prstGeom>
            <a:noFill/>
            <a:ln w="19050">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grpSp>
        <p:nvGrpSpPr>
          <p:cNvPr id="52322" name="Group 98"/>
          <p:cNvGrpSpPr>
            <a:grpSpLocks/>
          </p:cNvGrpSpPr>
          <p:nvPr/>
        </p:nvGrpSpPr>
        <p:grpSpPr bwMode="auto">
          <a:xfrm>
            <a:off x="474663" y="1749425"/>
            <a:ext cx="1163637" cy="1598613"/>
            <a:chOff x="299" y="1102"/>
            <a:chExt cx="733" cy="1007"/>
          </a:xfrm>
        </p:grpSpPr>
        <p:sp>
          <p:nvSpPr>
            <p:cNvPr id="52282" name="Line 58"/>
            <p:cNvSpPr>
              <a:spLocks noChangeShapeType="1"/>
            </p:cNvSpPr>
            <p:nvPr/>
          </p:nvSpPr>
          <p:spPr bwMode="auto">
            <a:xfrm>
              <a:off x="458" y="1459"/>
              <a:ext cx="574" cy="1"/>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283" name="Line 59"/>
            <p:cNvSpPr>
              <a:spLocks noChangeShapeType="1"/>
            </p:cNvSpPr>
            <p:nvPr/>
          </p:nvSpPr>
          <p:spPr bwMode="auto">
            <a:xfrm flipV="1">
              <a:off x="458" y="2055"/>
              <a:ext cx="562"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284" name="Text Box 60"/>
            <p:cNvSpPr txBox="1">
              <a:spLocks noChangeArrowheads="1"/>
            </p:cNvSpPr>
            <p:nvPr/>
          </p:nvSpPr>
          <p:spPr bwMode="auto">
            <a:xfrm>
              <a:off x="299" y="1437"/>
              <a:ext cx="267"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0000"/>
                  </a:solidFill>
                  <a:miter lim="800000"/>
                  <a:headEnd/>
                  <a:tailEnd/>
                </a14:hiddenLine>
              </a:ext>
            </a:extLst>
          </p:spPr>
          <p:txBody>
            <a:bodyPr>
              <a:spAutoFit/>
            </a:bodyPr>
            <a:lstStyle/>
            <a:p>
              <a:pPr algn="l" eaLnBrk="1" hangingPunct="1">
                <a:spcBef>
                  <a:spcPct val="50000"/>
                </a:spcBef>
              </a:pPr>
              <a:r>
                <a:rPr lang="en-US" altLang="zh-CN">
                  <a:solidFill>
                    <a:srgbClr val="FF0000"/>
                  </a:solidFill>
                  <a:latin typeface="Times New Roman" panose="02020603050405020304" pitchFamily="18" charset="0"/>
                </a:rPr>
                <a:t>+</a:t>
              </a:r>
              <a:endParaRPr lang="en-US" altLang="zh-CN">
                <a:latin typeface="Times New Roman" panose="02020603050405020304" pitchFamily="18" charset="0"/>
              </a:endParaRPr>
            </a:p>
          </p:txBody>
        </p:sp>
        <p:sp>
          <p:nvSpPr>
            <p:cNvPr id="52285" name="Text Box 61"/>
            <p:cNvSpPr txBox="1">
              <a:spLocks noChangeArrowheads="1"/>
            </p:cNvSpPr>
            <p:nvPr/>
          </p:nvSpPr>
          <p:spPr bwMode="auto">
            <a:xfrm>
              <a:off x="324" y="1821"/>
              <a:ext cx="267"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0000"/>
                  </a:solidFill>
                  <a:miter lim="800000"/>
                  <a:headEnd/>
                  <a:tailEnd/>
                </a14:hiddenLine>
              </a:ext>
            </a:extLst>
          </p:spPr>
          <p:txBody>
            <a:bodyPr>
              <a:spAutoFit/>
            </a:bodyPr>
            <a:lstStyle/>
            <a:p>
              <a:pPr algn="l" eaLnBrk="1" hangingPunct="1">
                <a:spcBef>
                  <a:spcPct val="50000"/>
                </a:spcBef>
              </a:pPr>
              <a:r>
                <a:rPr lang="en-US" altLang="zh-CN" b="0">
                  <a:solidFill>
                    <a:srgbClr val="FF0000"/>
                  </a:solidFill>
                  <a:latin typeface="黑体" panose="02010609060101010101" pitchFamily="49" charset="-122"/>
                  <a:ea typeface="黑体" panose="02010609060101010101" pitchFamily="49" charset="-122"/>
                  <a:sym typeface="Symbol" panose="05050102010706020507" pitchFamily="18" charset="2"/>
                </a:rPr>
                <a:t>-</a:t>
              </a:r>
              <a:endParaRPr lang="en-US" altLang="zh-CN" b="0">
                <a:latin typeface="黑体" panose="02010609060101010101" pitchFamily="49" charset="-122"/>
                <a:ea typeface="黑体" panose="02010609060101010101" pitchFamily="49" charset="-122"/>
                <a:sym typeface="Symbol" panose="05050102010706020507" pitchFamily="18" charset="2"/>
              </a:endParaRPr>
            </a:p>
          </p:txBody>
        </p:sp>
        <p:graphicFrame>
          <p:nvGraphicFramePr>
            <p:cNvPr id="52286" name="Object 62"/>
            <p:cNvGraphicFramePr>
              <a:graphicFrameLocks noChangeAspect="1"/>
            </p:cNvGraphicFramePr>
            <p:nvPr/>
          </p:nvGraphicFramePr>
          <p:xfrm>
            <a:off x="528" y="1102"/>
            <a:ext cx="208" cy="290"/>
          </p:xfrm>
          <a:graphic>
            <a:graphicData uri="http://schemas.openxmlformats.org/presentationml/2006/ole">
              <mc:AlternateContent xmlns:mc="http://schemas.openxmlformats.org/markup-compatibility/2006">
                <mc:Choice xmlns:v="urn:schemas-microsoft-com:vml" Requires="v">
                  <p:oleObj spid="_x0000_s52559" name="公式" r:id="rId31" imgW="164880" imgH="228600" progId="Equation.3">
                    <p:embed/>
                  </p:oleObj>
                </mc:Choice>
                <mc:Fallback>
                  <p:oleObj name="公式" r:id="rId31" imgW="164880" imgH="228600" progId="Equation.3">
                    <p:embed/>
                    <p:pic>
                      <p:nvPicPr>
                        <p:cNvPr id="0" name="Object 62"/>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528" y="1102"/>
                          <a:ext cx="208" cy="2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2287" name="Oval 63"/>
            <p:cNvSpPr>
              <a:spLocks noChangeArrowheads="1"/>
            </p:cNvSpPr>
            <p:nvPr/>
          </p:nvSpPr>
          <p:spPr bwMode="auto">
            <a:xfrm>
              <a:off x="384" y="1422"/>
              <a:ext cx="68" cy="68"/>
            </a:xfrm>
            <a:prstGeom prst="ellipse">
              <a:avLst/>
            </a:prstGeom>
            <a:noFill/>
            <a:ln w="1905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52288" name="Oval 64"/>
            <p:cNvSpPr>
              <a:spLocks noChangeArrowheads="1"/>
            </p:cNvSpPr>
            <p:nvPr/>
          </p:nvSpPr>
          <p:spPr bwMode="auto">
            <a:xfrm>
              <a:off x="384" y="2016"/>
              <a:ext cx="68" cy="68"/>
            </a:xfrm>
            <a:prstGeom prst="ellipse">
              <a:avLst/>
            </a:prstGeom>
            <a:noFill/>
            <a:ln w="1905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graphicFrame>
          <p:nvGraphicFramePr>
            <p:cNvPr id="52289" name="Object 65"/>
            <p:cNvGraphicFramePr>
              <a:graphicFrameLocks noChangeAspect="1"/>
            </p:cNvGraphicFramePr>
            <p:nvPr/>
          </p:nvGraphicFramePr>
          <p:xfrm>
            <a:off x="306" y="1634"/>
            <a:ext cx="256" cy="291"/>
          </p:xfrm>
          <a:graphic>
            <a:graphicData uri="http://schemas.openxmlformats.org/presentationml/2006/ole">
              <mc:AlternateContent xmlns:mc="http://schemas.openxmlformats.org/markup-compatibility/2006">
                <mc:Choice xmlns:v="urn:schemas-microsoft-com:vml" Requires="v">
                  <p:oleObj spid="_x0000_s52560" name="公式" r:id="rId33" imgW="203040" imgH="228600" progId="Equation.3">
                    <p:embed/>
                  </p:oleObj>
                </mc:Choice>
                <mc:Fallback>
                  <p:oleObj name="公式" r:id="rId33" imgW="203040" imgH="228600" progId="Equation.3">
                    <p:embed/>
                    <p:pic>
                      <p:nvPicPr>
                        <p:cNvPr id="0" name="Object 65"/>
                        <p:cNvPicPr>
                          <a:picLocks noChangeAspect="1" noChangeArrowheads="1"/>
                        </p:cNvPicPr>
                        <p:nvPr/>
                      </p:nvPicPr>
                      <p:blipFill>
                        <a:blip r:embed="rId34">
                          <a:extLst>
                            <a:ext uri="{28A0092B-C50C-407E-A947-70E740481C1C}">
                              <a14:useLocalDpi xmlns:a14="http://schemas.microsoft.com/office/drawing/2010/main" val="0"/>
                            </a:ext>
                          </a:extLst>
                        </a:blip>
                        <a:srcRect/>
                        <a:stretch>
                          <a:fillRect/>
                        </a:stretch>
                      </p:blipFill>
                      <p:spPr bwMode="auto">
                        <a:xfrm>
                          <a:off x="306" y="1634"/>
                          <a:ext cx="256"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2321" name="Line 97"/>
            <p:cNvSpPr>
              <a:spLocks noChangeShapeType="1"/>
            </p:cNvSpPr>
            <p:nvPr/>
          </p:nvSpPr>
          <p:spPr bwMode="auto">
            <a:xfrm>
              <a:off x="520" y="1416"/>
              <a:ext cx="296" cy="0"/>
            </a:xfrm>
            <a:prstGeom prst="line">
              <a:avLst/>
            </a:prstGeom>
            <a:noFill/>
            <a:ln w="19050">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
        <p:nvSpPr>
          <p:cNvPr id="52334" name="Rectangle 110"/>
          <p:cNvSpPr>
            <a:spLocks noChangeArrowheads="1"/>
          </p:cNvSpPr>
          <p:nvPr/>
        </p:nvSpPr>
        <p:spPr bwMode="auto">
          <a:xfrm>
            <a:off x="2178050" y="239713"/>
            <a:ext cx="3657600" cy="531812"/>
          </a:xfrm>
          <a:prstGeom prst="rect">
            <a:avLst/>
          </a:prstGeom>
          <a:noFill/>
          <a:ln w="12700" algn="ctr">
            <a:solidFill>
              <a:srgbClr val="FFFFAF"/>
            </a:solidFill>
            <a:miter lim="800000"/>
            <a:headEnd/>
            <a:tailEnd type="none" w="med" len="lg"/>
          </a:ln>
          <a:effectLst>
            <a:prstShdw prst="shdw17" dist="17961" dir="2700000">
              <a:srgbClr val="FFFFAF">
                <a:gamma/>
                <a:shade val="60000"/>
                <a:invGamma/>
              </a:srgbClr>
            </a:prstShdw>
          </a:effectLst>
          <a:extLst>
            <a:ext uri="{909E8E84-426E-40DD-AFC4-6F175D3DCCD1}">
              <a14:hiddenFill xmlns:a14="http://schemas.microsoft.com/office/drawing/2010/main">
                <a:solidFill>
                  <a:srgbClr val="CCFFFF"/>
                </a:solidFill>
              </a14:hiddenFill>
            </a:ext>
          </a:extLst>
        </p:spPr>
        <p:txBody>
          <a:bodyPr anchor="ctr">
            <a:spAutoFit/>
          </a:bodyPr>
          <a:lstStyle>
            <a:lvl1pPr algn="l">
              <a:defRPr kumimoji="1" sz="2400">
                <a:solidFill>
                  <a:schemeClr val="tx1"/>
                </a:solidFill>
                <a:latin typeface="Times New Roman" panose="02020603050405020304" pitchFamily="18" charset="0"/>
                <a:ea typeface="宋体" panose="02010600030101010101" pitchFamily="2" charset="-122"/>
              </a:defRPr>
            </a:lvl1pPr>
            <a:lvl2pPr algn="l">
              <a:defRPr kumimoji="1" sz="2400">
                <a:solidFill>
                  <a:schemeClr val="tx1"/>
                </a:solidFill>
                <a:latin typeface="Times New Roman" panose="02020603050405020304" pitchFamily="18" charset="0"/>
                <a:ea typeface="宋体" panose="02010600030101010101" pitchFamily="2" charset="-122"/>
              </a:defRPr>
            </a:lvl2pPr>
            <a:lvl3pPr algn="l">
              <a:defRPr kumimoji="1" sz="2400">
                <a:solidFill>
                  <a:schemeClr val="tx1"/>
                </a:solidFill>
                <a:latin typeface="Times New Roman" panose="02020603050405020304" pitchFamily="18" charset="0"/>
                <a:ea typeface="宋体" panose="02010600030101010101" pitchFamily="2" charset="-122"/>
              </a:defRPr>
            </a:lvl3pPr>
            <a:lvl4pPr algn="l">
              <a:defRPr kumimoji="1" sz="2400">
                <a:solidFill>
                  <a:schemeClr val="tx1"/>
                </a:solidFill>
                <a:latin typeface="Times New Roman" panose="02020603050405020304" pitchFamily="18" charset="0"/>
                <a:ea typeface="宋体" panose="02010600030101010101" pitchFamily="2" charset="-122"/>
              </a:defRPr>
            </a:lvl4pPr>
            <a:lvl5pPr algn="l">
              <a:defRPr kumimoji="1" sz="2400">
                <a:solidFill>
                  <a:schemeClr val="tx1"/>
                </a:solidFill>
                <a:latin typeface="Times New Roman" panose="02020603050405020304" pitchFamily="18" charset="0"/>
                <a:ea typeface="宋体" panose="02010600030101010101" pitchFamily="2" charset="-122"/>
              </a:defRPr>
            </a:lvl5pPr>
            <a:lvl6pPr marL="4572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9144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1371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18288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a:spcBef>
                <a:spcPct val="50000"/>
              </a:spcBef>
            </a:pPr>
            <a:r>
              <a:rPr lang="en-US" altLang="zh-CN" sz="2800" dirty="0">
                <a:solidFill>
                  <a:schemeClr val="tx2"/>
                </a:solidFill>
                <a:latin typeface="楷体_GB2312" pitchFamily="49" charset="-122"/>
                <a:ea typeface="楷体_GB2312" pitchFamily="49" charset="-122"/>
              </a:rPr>
              <a:t>16.5  </a:t>
            </a:r>
            <a:r>
              <a:rPr lang="zh-CN" altLang="en-US" sz="2800" dirty="0">
                <a:solidFill>
                  <a:schemeClr val="tx2"/>
                </a:solidFill>
                <a:latin typeface="楷体_GB2312" pitchFamily="49" charset="-122"/>
                <a:ea typeface="楷体_GB2312" pitchFamily="49" charset="-122"/>
              </a:rPr>
              <a:t>二端口的联接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2230">
                                            <p:txEl>
                                              <p:pRg st="0" end="0"/>
                                            </p:txEl>
                                          </p:spTgt>
                                        </p:tgtEl>
                                        <p:attrNameLst>
                                          <p:attrName>style.visibility</p:attrName>
                                        </p:attrNameLst>
                                      </p:cBhvr>
                                      <p:to>
                                        <p:strVal val="visible"/>
                                      </p:to>
                                    </p:set>
                                    <p:animEffect transition="in" filter="wipe(left)">
                                      <p:cBhvr>
                                        <p:cTn id="7" dur="500"/>
                                        <p:tgtEl>
                                          <p:spTgt spid="52230">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3" presetClass="entr" presetSubtype="272" fill="hold" nodeType="clickEffect">
                                  <p:stCondLst>
                                    <p:cond delay="0"/>
                                  </p:stCondLst>
                                  <p:childTnLst>
                                    <p:set>
                                      <p:cBhvr>
                                        <p:cTn id="11" dur="1" fill="hold">
                                          <p:stCondLst>
                                            <p:cond delay="0"/>
                                          </p:stCondLst>
                                        </p:cTn>
                                        <p:tgtEl>
                                          <p:spTgt spid="52333"/>
                                        </p:tgtEl>
                                        <p:attrNameLst>
                                          <p:attrName>style.visibility</p:attrName>
                                        </p:attrNameLst>
                                      </p:cBhvr>
                                      <p:to>
                                        <p:strVal val="visible"/>
                                      </p:to>
                                    </p:set>
                                    <p:anim calcmode="lin" valueType="num">
                                      <p:cBhvr>
                                        <p:cTn id="12" dur="500" fill="hold"/>
                                        <p:tgtEl>
                                          <p:spTgt spid="52333"/>
                                        </p:tgtEl>
                                        <p:attrNameLst>
                                          <p:attrName>ppt_w</p:attrName>
                                        </p:attrNameLst>
                                      </p:cBhvr>
                                      <p:tavLst>
                                        <p:tav tm="0">
                                          <p:val>
                                            <p:strVal val="2/3*#ppt_w"/>
                                          </p:val>
                                        </p:tav>
                                        <p:tav tm="100000">
                                          <p:val>
                                            <p:strVal val="#ppt_w"/>
                                          </p:val>
                                        </p:tav>
                                      </p:tavLst>
                                    </p:anim>
                                    <p:anim calcmode="lin" valueType="num">
                                      <p:cBhvr>
                                        <p:cTn id="13" dur="500" fill="hold"/>
                                        <p:tgtEl>
                                          <p:spTgt spid="52333"/>
                                        </p:tgtEl>
                                        <p:attrNameLst>
                                          <p:attrName>ppt_h</p:attrName>
                                        </p:attrNameLst>
                                      </p:cBhvr>
                                      <p:tavLst>
                                        <p:tav tm="0">
                                          <p:val>
                                            <p:strVal val="2/3*#ppt_h"/>
                                          </p:val>
                                        </p:tav>
                                        <p:tav tm="100000">
                                          <p:val>
                                            <p:strVal val="#ppt_h"/>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3" presetClass="entr" presetSubtype="272" fill="hold" nodeType="clickEffect">
                                  <p:stCondLst>
                                    <p:cond delay="0"/>
                                  </p:stCondLst>
                                  <p:childTnLst>
                                    <p:set>
                                      <p:cBhvr>
                                        <p:cTn id="17" dur="1" fill="hold">
                                          <p:stCondLst>
                                            <p:cond delay="0"/>
                                          </p:stCondLst>
                                        </p:cTn>
                                        <p:tgtEl>
                                          <p:spTgt spid="52327"/>
                                        </p:tgtEl>
                                        <p:attrNameLst>
                                          <p:attrName>style.visibility</p:attrName>
                                        </p:attrNameLst>
                                      </p:cBhvr>
                                      <p:to>
                                        <p:strVal val="visible"/>
                                      </p:to>
                                    </p:set>
                                    <p:anim calcmode="lin" valueType="num">
                                      <p:cBhvr>
                                        <p:cTn id="18" dur="500" fill="hold"/>
                                        <p:tgtEl>
                                          <p:spTgt spid="52327"/>
                                        </p:tgtEl>
                                        <p:attrNameLst>
                                          <p:attrName>ppt_w</p:attrName>
                                        </p:attrNameLst>
                                      </p:cBhvr>
                                      <p:tavLst>
                                        <p:tav tm="0">
                                          <p:val>
                                            <p:strVal val="2/3*#ppt_w"/>
                                          </p:val>
                                        </p:tav>
                                        <p:tav tm="100000">
                                          <p:val>
                                            <p:strVal val="#ppt_w"/>
                                          </p:val>
                                        </p:tav>
                                      </p:tavLst>
                                    </p:anim>
                                    <p:anim calcmode="lin" valueType="num">
                                      <p:cBhvr>
                                        <p:cTn id="19" dur="500" fill="hold"/>
                                        <p:tgtEl>
                                          <p:spTgt spid="52327"/>
                                        </p:tgtEl>
                                        <p:attrNameLst>
                                          <p:attrName>ppt_h</p:attrName>
                                        </p:attrNameLst>
                                      </p:cBhvr>
                                      <p:tavLst>
                                        <p:tav tm="0">
                                          <p:val>
                                            <p:strVal val="2/3*#ppt_h"/>
                                          </p:val>
                                        </p:tav>
                                        <p:tav tm="100000">
                                          <p:val>
                                            <p:strVal val="#ppt_h"/>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23" presetClass="entr" presetSubtype="288" fill="hold" nodeType="clickEffect">
                                  <p:stCondLst>
                                    <p:cond delay="0"/>
                                  </p:stCondLst>
                                  <p:childTnLst>
                                    <p:set>
                                      <p:cBhvr>
                                        <p:cTn id="23" dur="1" fill="hold">
                                          <p:stCondLst>
                                            <p:cond delay="0"/>
                                          </p:stCondLst>
                                        </p:cTn>
                                        <p:tgtEl>
                                          <p:spTgt spid="52227"/>
                                        </p:tgtEl>
                                        <p:attrNameLst>
                                          <p:attrName>style.visibility</p:attrName>
                                        </p:attrNameLst>
                                      </p:cBhvr>
                                      <p:to>
                                        <p:strVal val="visible"/>
                                      </p:to>
                                    </p:set>
                                    <p:anim calcmode="lin" valueType="num">
                                      <p:cBhvr>
                                        <p:cTn id="24" dur="500" fill="hold"/>
                                        <p:tgtEl>
                                          <p:spTgt spid="52227"/>
                                        </p:tgtEl>
                                        <p:attrNameLst>
                                          <p:attrName>ppt_w</p:attrName>
                                        </p:attrNameLst>
                                      </p:cBhvr>
                                      <p:tavLst>
                                        <p:tav tm="0">
                                          <p:val>
                                            <p:strVal val="4/3*#ppt_w"/>
                                          </p:val>
                                        </p:tav>
                                        <p:tav tm="100000">
                                          <p:val>
                                            <p:strVal val="#ppt_w"/>
                                          </p:val>
                                        </p:tav>
                                      </p:tavLst>
                                    </p:anim>
                                    <p:anim calcmode="lin" valueType="num">
                                      <p:cBhvr>
                                        <p:cTn id="25" dur="500" fill="hold"/>
                                        <p:tgtEl>
                                          <p:spTgt spid="52227"/>
                                        </p:tgtEl>
                                        <p:attrNameLst>
                                          <p:attrName>ppt_h</p:attrName>
                                        </p:attrNameLst>
                                      </p:cBhvr>
                                      <p:tavLst>
                                        <p:tav tm="0">
                                          <p:val>
                                            <p:strVal val="4/3*#ppt_h"/>
                                          </p:val>
                                        </p:tav>
                                        <p:tav tm="100000">
                                          <p:val>
                                            <p:strVal val="#ppt_h"/>
                                          </p:val>
                                        </p:tav>
                                      </p:tavLst>
                                    </p:anim>
                                  </p:childTnLst>
                                </p:cTn>
                              </p:par>
                            </p:childTnLst>
                          </p:cTn>
                        </p:par>
                      </p:childTnLst>
                    </p:cTn>
                  </p:par>
                  <p:par>
                    <p:cTn id="26" fill="hold" nodeType="clickPar">
                      <p:stCondLst>
                        <p:cond delay="indefinite"/>
                      </p:stCondLst>
                      <p:childTnLst>
                        <p:par>
                          <p:cTn id="27" fill="hold" nodeType="withGroup">
                            <p:stCondLst>
                              <p:cond delay="0"/>
                            </p:stCondLst>
                            <p:childTnLst>
                              <p:par>
                                <p:cTn id="28" presetID="2" presetClass="entr" presetSubtype="8" fill="hold" nodeType="clickEffect">
                                  <p:stCondLst>
                                    <p:cond delay="0"/>
                                  </p:stCondLst>
                                  <p:childTnLst>
                                    <p:set>
                                      <p:cBhvr>
                                        <p:cTn id="29" dur="1" fill="hold">
                                          <p:stCondLst>
                                            <p:cond delay="0"/>
                                          </p:stCondLst>
                                        </p:cTn>
                                        <p:tgtEl>
                                          <p:spTgt spid="52322"/>
                                        </p:tgtEl>
                                        <p:attrNameLst>
                                          <p:attrName>style.visibility</p:attrName>
                                        </p:attrNameLst>
                                      </p:cBhvr>
                                      <p:to>
                                        <p:strVal val="visible"/>
                                      </p:to>
                                    </p:set>
                                    <p:anim calcmode="lin" valueType="num">
                                      <p:cBhvr additive="base">
                                        <p:cTn id="30" dur="500" fill="hold"/>
                                        <p:tgtEl>
                                          <p:spTgt spid="52322"/>
                                        </p:tgtEl>
                                        <p:attrNameLst>
                                          <p:attrName>ppt_x</p:attrName>
                                        </p:attrNameLst>
                                      </p:cBhvr>
                                      <p:tavLst>
                                        <p:tav tm="0">
                                          <p:val>
                                            <p:strVal val="0-#ppt_w/2"/>
                                          </p:val>
                                        </p:tav>
                                        <p:tav tm="100000">
                                          <p:val>
                                            <p:strVal val="#ppt_x"/>
                                          </p:val>
                                        </p:tav>
                                      </p:tavLst>
                                    </p:anim>
                                    <p:anim calcmode="lin" valueType="num">
                                      <p:cBhvr additive="base">
                                        <p:cTn id="31" dur="500" fill="hold"/>
                                        <p:tgtEl>
                                          <p:spTgt spid="52322"/>
                                        </p:tgtEl>
                                        <p:attrNameLst>
                                          <p:attrName>ppt_y</p:attrName>
                                        </p:attrNameLst>
                                      </p:cBhvr>
                                      <p:tavLst>
                                        <p:tav tm="0">
                                          <p:val>
                                            <p:strVal val="#ppt_y"/>
                                          </p:val>
                                        </p:tav>
                                        <p:tav tm="100000">
                                          <p:val>
                                            <p:strVal val="#ppt_y"/>
                                          </p:val>
                                        </p:tav>
                                      </p:tavLst>
                                    </p:anim>
                                  </p:childTnLst>
                                </p:cTn>
                              </p:par>
                            </p:childTnLst>
                          </p:cTn>
                        </p:par>
                      </p:childTnLst>
                    </p:cTn>
                  </p:par>
                  <p:par>
                    <p:cTn id="32" fill="hold" nodeType="clickPar">
                      <p:stCondLst>
                        <p:cond delay="indefinite"/>
                      </p:stCondLst>
                      <p:childTnLst>
                        <p:par>
                          <p:cTn id="33" fill="hold" nodeType="withGroup">
                            <p:stCondLst>
                              <p:cond delay="0"/>
                            </p:stCondLst>
                            <p:childTnLst>
                              <p:par>
                                <p:cTn id="34" presetID="2" presetClass="entr" presetSubtype="2" fill="hold" nodeType="clickEffect">
                                  <p:stCondLst>
                                    <p:cond delay="0"/>
                                  </p:stCondLst>
                                  <p:childTnLst>
                                    <p:set>
                                      <p:cBhvr>
                                        <p:cTn id="35" dur="1" fill="hold">
                                          <p:stCondLst>
                                            <p:cond delay="0"/>
                                          </p:stCondLst>
                                        </p:cTn>
                                        <p:tgtEl>
                                          <p:spTgt spid="52319"/>
                                        </p:tgtEl>
                                        <p:attrNameLst>
                                          <p:attrName>style.visibility</p:attrName>
                                        </p:attrNameLst>
                                      </p:cBhvr>
                                      <p:to>
                                        <p:strVal val="visible"/>
                                      </p:to>
                                    </p:set>
                                    <p:anim calcmode="lin" valueType="num">
                                      <p:cBhvr additive="base">
                                        <p:cTn id="36" dur="500" fill="hold"/>
                                        <p:tgtEl>
                                          <p:spTgt spid="52319"/>
                                        </p:tgtEl>
                                        <p:attrNameLst>
                                          <p:attrName>ppt_x</p:attrName>
                                        </p:attrNameLst>
                                      </p:cBhvr>
                                      <p:tavLst>
                                        <p:tav tm="0">
                                          <p:val>
                                            <p:strVal val="1+#ppt_w/2"/>
                                          </p:val>
                                        </p:tav>
                                        <p:tav tm="100000">
                                          <p:val>
                                            <p:strVal val="#ppt_x"/>
                                          </p:val>
                                        </p:tav>
                                      </p:tavLst>
                                    </p:anim>
                                    <p:anim calcmode="lin" valueType="num">
                                      <p:cBhvr additive="base">
                                        <p:cTn id="37" dur="500" fill="hold"/>
                                        <p:tgtEl>
                                          <p:spTgt spid="52319"/>
                                        </p:tgtEl>
                                        <p:attrNameLst>
                                          <p:attrName>ppt_y</p:attrName>
                                        </p:attrNameLst>
                                      </p:cBhvr>
                                      <p:tavLst>
                                        <p:tav tm="0">
                                          <p:val>
                                            <p:strVal val="#ppt_y"/>
                                          </p:val>
                                        </p:tav>
                                        <p:tav tm="100000">
                                          <p:val>
                                            <p:strVal val="#ppt_y"/>
                                          </p:val>
                                        </p:tav>
                                      </p:tavLst>
                                    </p:anim>
                                  </p:childTnLst>
                                </p:cTn>
                              </p:par>
                            </p:childTnLst>
                          </p:cTn>
                        </p:par>
                      </p:childTnLst>
                    </p:cTn>
                  </p:par>
                  <p:par>
                    <p:cTn id="38" fill="hold" nodeType="clickPar">
                      <p:stCondLst>
                        <p:cond delay="indefinite"/>
                      </p:stCondLst>
                      <p:childTnLst>
                        <p:par>
                          <p:cTn id="39" fill="hold" nodeType="withGroup">
                            <p:stCondLst>
                              <p:cond delay="0"/>
                            </p:stCondLst>
                            <p:childTnLst>
                              <p:par>
                                <p:cTn id="40" presetID="9" presetClass="entr" presetSubtype="0" fill="hold" nodeType="clickEffect">
                                  <p:stCondLst>
                                    <p:cond delay="0"/>
                                  </p:stCondLst>
                                  <p:childTnLst>
                                    <p:set>
                                      <p:cBhvr>
                                        <p:cTn id="41" dur="1" fill="hold">
                                          <p:stCondLst>
                                            <p:cond delay="0"/>
                                          </p:stCondLst>
                                        </p:cTn>
                                        <p:tgtEl>
                                          <p:spTgt spid="52234"/>
                                        </p:tgtEl>
                                        <p:attrNameLst>
                                          <p:attrName>style.visibility</p:attrName>
                                        </p:attrNameLst>
                                      </p:cBhvr>
                                      <p:to>
                                        <p:strVal val="visible"/>
                                      </p:to>
                                    </p:set>
                                    <p:animEffect transition="in" filter="dissolve">
                                      <p:cBhvr>
                                        <p:cTn id="42" dur="500"/>
                                        <p:tgtEl>
                                          <p:spTgt spid="52234"/>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52231">
                                            <p:txEl>
                                              <p:pRg st="0" end="0"/>
                                            </p:txEl>
                                          </p:spTgt>
                                        </p:tgtEl>
                                        <p:attrNameLst>
                                          <p:attrName>style.visibility</p:attrName>
                                        </p:attrNameLst>
                                      </p:cBhvr>
                                      <p:to>
                                        <p:strVal val="visible"/>
                                      </p:to>
                                    </p:set>
                                    <p:animEffect transition="in" filter="wipe(left)">
                                      <p:cBhvr>
                                        <p:cTn id="47" dur="500"/>
                                        <p:tgtEl>
                                          <p:spTgt spid="52231">
                                            <p:txEl>
                                              <p:pRg st="0" end="0"/>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nodeType="clickEffect">
                                  <p:stCondLst>
                                    <p:cond delay="0"/>
                                  </p:stCondLst>
                                  <p:childTnLst>
                                    <p:set>
                                      <p:cBhvr>
                                        <p:cTn id="51" dur="1" fill="hold">
                                          <p:stCondLst>
                                            <p:cond delay="0"/>
                                          </p:stCondLst>
                                        </p:cTn>
                                        <p:tgtEl>
                                          <p:spTgt spid="52232"/>
                                        </p:tgtEl>
                                        <p:attrNameLst>
                                          <p:attrName>style.visibility</p:attrName>
                                        </p:attrNameLst>
                                      </p:cBhvr>
                                      <p:to>
                                        <p:strVal val="visible"/>
                                      </p:to>
                                    </p:set>
                                    <p:animEffect transition="in" filter="wipe(left)">
                                      <p:cBhvr>
                                        <p:cTn id="52" dur="500"/>
                                        <p:tgtEl>
                                          <p:spTgt spid="52232"/>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nodeType="clickEffect">
                                  <p:stCondLst>
                                    <p:cond delay="0"/>
                                  </p:stCondLst>
                                  <p:childTnLst>
                                    <p:set>
                                      <p:cBhvr>
                                        <p:cTn id="56" dur="1" fill="hold">
                                          <p:stCondLst>
                                            <p:cond delay="0"/>
                                          </p:stCondLst>
                                        </p:cTn>
                                        <p:tgtEl>
                                          <p:spTgt spid="52303"/>
                                        </p:tgtEl>
                                        <p:attrNameLst>
                                          <p:attrName>style.visibility</p:attrName>
                                        </p:attrNameLst>
                                      </p:cBhvr>
                                      <p:to>
                                        <p:strVal val="visible"/>
                                      </p:to>
                                    </p:set>
                                    <p:animEffect transition="in" filter="wipe(left)">
                                      <p:cBhvr>
                                        <p:cTn id="57" dur="500"/>
                                        <p:tgtEl>
                                          <p:spTgt spid="52303"/>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52233">
                                            <p:txEl>
                                              <p:pRg st="0" end="0"/>
                                            </p:txEl>
                                          </p:spTgt>
                                        </p:tgtEl>
                                        <p:attrNameLst>
                                          <p:attrName>style.visibility</p:attrName>
                                        </p:attrNameLst>
                                      </p:cBhvr>
                                      <p:to>
                                        <p:strVal val="visible"/>
                                      </p:to>
                                    </p:set>
                                    <p:animEffect transition="in" filter="wipe(left)">
                                      <p:cBhvr>
                                        <p:cTn id="62" dur="500"/>
                                        <p:tgtEl>
                                          <p:spTgt spid="52233">
                                            <p:txEl>
                                              <p:pRg st="0" end="0"/>
                                            </p:txEl>
                                          </p:spTgt>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8" fill="hold" nodeType="clickEffect">
                                  <p:stCondLst>
                                    <p:cond delay="0"/>
                                  </p:stCondLst>
                                  <p:childTnLst>
                                    <p:set>
                                      <p:cBhvr>
                                        <p:cTn id="66" dur="1" fill="hold">
                                          <p:stCondLst>
                                            <p:cond delay="0"/>
                                          </p:stCondLst>
                                        </p:cTn>
                                        <p:tgtEl>
                                          <p:spTgt spid="52304"/>
                                        </p:tgtEl>
                                        <p:attrNameLst>
                                          <p:attrName>style.visibility</p:attrName>
                                        </p:attrNameLst>
                                      </p:cBhvr>
                                      <p:to>
                                        <p:strVal val="visible"/>
                                      </p:to>
                                    </p:set>
                                    <p:animEffect transition="in" filter="wipe(left)">
                                      <p:cBhvr>
                                        <p:cTn id="67" dur="500"/>
                                        <p:tgtEl>
                                          <p:spTgt spid="52304"/>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22" presetClass="entr" presetSubtype="8" fill="hold" nodeType="clickEffect">
                                  <p:stCondLst>
                                    <p:cond delay="0"/>
                                  </p:stCondLst>
                                  <p:childTnLst>
                                    <p:set>
                                      <p:cBhvr>
                                        <p:cTn id="71" dur="1" fill="hold">
                                          <p:stCondLst>
                                            <p:cond delay="0"/>
                                          </p:stCondLst>
                                        </p:cTn>
                                        <p:tgtEl>
                                          <p:spTgt spid="52305"/>
                                        </p:tgtEl>
                                        <p:attrNameLst>
                                          <p:attrName>style.visibility</p:attrName>
                                        </p:attrNameLst>
                                      </p:cBhvr>
                                      <p:to>
                                        <p:strVal val="visible"/>
                                      </p:to>
                                    </p:set>
                                    <p:animEffect transition="in" filter="wipe(left)">
                                      <p:cBhvr>
                                        <p:cTn id="72" dur="500"/>
                                        <p:tgtEl>
                                          <p:spTgt spid="523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30" grpId="0" build="p" autoUpdateAnimBg="0"/>
      <p:bldP spid="52231" grpId="0" build="p" autoUpdateAnimBg="0"/>
      <p:bldP spid="52233" grpId="0" build="p" autoUpdateAnimBg="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323" name="Text Box 75"/>
          <p:cNvSpPr txBox="1">
            <a:spLocks noChangeArrowheads="1"/>
          </p:cNvSpPr>
          <p:nvPr/>
        </p:nvSpPr>
        <p:spPr bwMode="auto">
          <a:xfrm>
            <a:off x="495300" y="4565650"/>
            <a:ext cx="9017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spcBef>
                <a:spcPct val="50000"/>
              </a:spcBef>
            </a:pPr>
            <a:r>
              <a:rPr lang="zh-CN" altLang="en-US">
                <a:latin typeface="Times New Roman" panose="02020603050405020304" pitchFamily="18" charset="0"/>
              </a:rPr>
              <a:t>得    </a:t>
            </a:r>
          </a:p>
        </p:txBody>
      </p:sp>
      <p:graphicFrame>
        <p:nvGraphicFramePr>
          <p:cNvPr id="53324" name="Object 76"/>
          <p:cNvGraphicFramePr>
            <a:graphicFrameLocks noChangeAspect="1"/>
          </p:cNvGraphicFramePr>
          <p:nvPr/>
        </p:nvGraphicFramePr>
        <p:xfrm>
          <a:off x="1400175" y="4594225"/>
          <a:ext cx="3125788" cy="987425"/>
        </p:xfrm>
        <a:graphic>
          <a:graphicData uri="http://schemas.openxmlformats.org/presentationml/2006/ole">
            <mc:AlternateContent xmlns:mc="http://schemas.openxmlformats.org/markup-compatibility/2006">
              <mc:Choice xmlns:v="urn:schemas-microsoft-com:vml" Requires="v">
                <p:oleObj spid="_x0000_s202001" name="公式" r:id="rId3" imgW="1562040" imgH="495000" progId="Equation.3">
                  <p:embed/>
                </p:oleObj>
              </mc:Choice>
              <mc:Fallback>
                <p:oleObj name="公式" r:id="rId3" imgW="1562040" imgH="495000" progId="Equation.3">
                  <p:embed/>
                  <p:pic>
                    <p:nvPicPr>
                      <p:cNvPr id="0" name="Object 7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00175" y="4594225"/>
                        <a:ext cx="3125788" cy="987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3325" name="Object 77"/>
          <p:cNvGraphicFramePr>
            <a:graphicFrameLocks noChangeAspect="1"/>
          </p:cNvGraphicFramePr>
          <p:nvPr/>
        </p:nvGraphicFramePr>
        <p:xfrm>
          <a:off x="4486275" y="4619625"/>
          <a:ext cx="3760788" cy="987425"/>
        </p:xfrm>
        <a:graphic>
          <a:graphicData uri="http://schemas.openxmlformats.org/presentationml/2006/ole">
            <mc:AlternateContent xmlns:mc="http://schemas.openxmlformats.org/markup-compatibility/2006">
              <mc:Choice xmlns:v="urn:schemas-microsoft-com:vml" Requires="v">
                <p:oleObj spid="_x0000_s202002" name="公式" r:id="rId5" imgW="1879560" imgH="495000" progId="Equation.3">
                  <p:embed/>
                </p:oleObj>
              </mc:Choice>
              <mc:Fallback>
                <p:oleObj name="公式" r:id="rId5" imgW="1879560" imgH="495000" progId="Equation.3">
                  <p:embed/>
                  <p:pic>
                    <p:nvPicPr>
                      <p:cNvPr id="0" name="Object 7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86275" y="4619625"/>
                        <a:ext cx="3760788" cy="987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53529" name="Group 281"/>
          <p:cNvGrpSpPr>
            <a:grpSpLocks/>
          </p:cNvGrpSpPr>
          <p:nvPr/>
        </p:nvGrpSpPr>
        <p:grpSpPr bwMode="auto">
          <a:xfrm>
            <a:off x="474663" y="2174875"/>
            <a:ext cx="8367712" cy="2098675"/>
            <a:chOff x="299" y="1370"/>
            <a:chExt cx="5271" cy="1322"/>
          </a:xfrm>
        </p:grpSpPr>
        <p:sp>
          <p:nvSpPr>
            <p:cNvPr id="53452" name="Rectangle 204"/>
            <p:cNvSpPr>
              <a:spLocks noChangeArrowheads="1"/>
            </p:cNvSpPr>
            <p:nvPr/>
          </p:nvSpPr>
          <p:spPr bwMode="auto">
            <a:xfrm>
              <a:off x="896" y="1420"/>
              <a:ext cx="4080" cy="1272"/>
            </a:xfrm>
            <a:prstGeom prst="rect">
              <a:avLst/>
            </a:prstGeom>
            <a:noFill/>
            <a:ln w="12700">
              <a:solidFill>
                <a:srgbClr val="FF3300"/>
              </a:solidFill>
              <a:prstDash val="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sp>
          <p:nvSpPr>
            <p:cNvPr id="53453" name="Rectangle 205"/>
            <p:cNvSpPr>
              <a:spLocks noChangeArrowheads="1"/>
            </p:cNvSpPr>
            <p:nvPr/>
          </p:nvSpPr>
          <p:spPr bwMode="auto">
            <a:xfrm>
              <a:off x="2662" y="1370"/>
              <a:ext cx="400"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33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eaLnBrk="1" hangingPunct="1"/>
              <a:r>
                <a:rPr lang="en-US" altLang="zh-CN" sz="3600" i="1">
                  <a:solidFill>
                    <a:srgbClr val="FF3300"/>
                  </a:solidFill>
                  <a:latin typeface="Times New Roman" panose="02020603050405020304" pitchFamily="18" charset="0"/>
                </a:rPr>
                <a:t>T</a:t>
              </a:r>
              <a:endParaRPr lang="en-US" altLang="zh-CN" sz="3600">
                <a:solidFill>
                  <a:srgbClr val="FF3300"/>
                </a:solidFill>
                <a:latin typeface="Times New Roman" panose="02020603050405020304" pitchFamily="18" charset="0"/>
                <a:sym typeface="Symbol" panose="05050102010706020507" pitchFamily="18" charset="2"/>
              </a:endParaRPr>
            </a:p>
          </p:txBody>
        </p:sp>
        <p:sp>
          <p:nvSpPr>
            <p:cNvPr id="53455" name="Text Box 207"/>
            <p:cNvSpPr txBox="1">
              <a:spLocks noChangeArrowheads="1"/>
            </p:cNvSpPr>
            <p:nvPr/>
          </p:nvSpPr>
          <p:spPr bwMode="auto">
            <a:xfrm>
              <a:off x="2759" y="1827"/>
              <a:ext cx="267" cy="288"/>
            </a:xfrm>
            <a:prstGeom prst="rect">
              <a:avLst/>
            </a:prstGeom>
            <a:noFill/>
            <a:ln>
              <a:noFill/>
            </a:ln>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spcBef>
                  <a:spcPct val="50000"/>
                </a:spcBef>
              </a:pPr>
              <a:r>
                <a:rPr lang="en-US" altLang="zh-CN">
                  <a:latin typeface="Times New Roman" panose="02020603050405020304" pitchFamily="18" charset="0"/>
                </a:rPr>
                <a:t>+</a:t>
              </a:r>
            </a:p>
          </p:txBody>
        </p:sp>
        <p:graphicFrame>
          <p:nvGraphicFramePr>
            <p:cNvPr id="53470" name="Object 222"/>
            <p:cNvGraphicFramePr>
              <a:graphicFrameLocks noChangeAspect="1"/>
            </p:cNvGraphicFramePr>
            <p:nvPr/>
          </p:nvGraphicFramePr>
          <p:xfrm>
            <a:off x="2724" y="2016"/>
            <a:ext cx="256" cy="290"/>
          </p:xfrm>
          <a:graphic>
            <a:graphicData uri="http://schemas.openxmlformats.org/presentationml/2006/ole">
              <mc:AlternateContent xmlns:mc="http://schemas.openxmlformats.org/markup-compatibility/2006">
                <mc:Choice xmlns:v="urn:schemas-microsoft-com:vml" Requires="v">
                  <p:oleObj spid="_x0000_s202003" name="公式" r:id="rId7" imgW="203040" imgH="228600" progId="Equation.3">
                    <p:embed/>
                  </p:oleObj>
                </mc:Choice>
                <mc:Fallback>
                  <p:oleObj name="公式" r:id="rId7" imgW="203040" imgH="228600" progId="Equation.3">
                    <p:embed/>
                    <p:pic>
                      <p:nvPicPr>
                        <p:cNvPr id="0" name="Object 22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724" y="2016"/>
                          <a:ext cx="256" cy="290"/>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3472" name="Text Box 224"/>
            <p:cNvSpPr txBox="1">
              <a:spLocks noChangeArrowheads="1"/>
            </p:cNvSpPr>
            <p:nvPr/>
          </p:nvSpPr>
          <p:spPr bwMode="auto">
            <a:xfrm>
              <a:off x="2762" y="2208"/>
              <a:ext cx="250"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r>
                <a:rPr lang="en-US" altLang="zh-CN" b="0">
                  <a:latin typeface="黑体" panose="02010609060101010101" pitchFamily="49" charset="-122"/>
                  <a:ea typeface="黑体" panose="02010609060101010101" pitchFamily="49" charset="-122"/>
                  <a:sym typeface="Symbol" panose="05050102010706020507" pitchFamily="18" charset="2"/>
                </a:rPr>
                <a:t>-</a:t>
              </a:r>
            </a:p>
          </p:txBody>
        </p:sp>
        <p:graphicFrame>
          <p:nvGraphicFramePr>
            <p:cNvPr id="53473" name="Object 225"/>
            <p:cNvGraphicFramePr>
              <a:graphicFrameLocks noChangeAspect="1"/>
            </p:cNvGraphicFramePr>
            <p:nvPr/>
          </p:nvGraphicFramePr>
          <p:xfrm>
            <a:off x="2297" y="1508"/>
            <a:ext cx="207" cy="290"/>
          </p:xfrm>
          <a:graphic>
            <a:graphicData uri="http://schemas.openxmlformats.org/presentationml/2006/ole">
              <mc:AlternateContent xmlns:mc="http://schemas.openxmlformats.org/markup-compatibility/2006">
                <mc:Choice xmlns:v="urn:schemas-microsoft-com:vml" Requires="v">
                  <p:oleObj spid="_x0000_s202004" name="公式" r:id="rId9" imgW="177480" imgH="228600" progId="Equation.3">
                    <p:embed/>
                  </p:oleObj>
                </mc:Choice>
                <mc:Fallback>
                  <p:oleObj name="公式" r:id="rId9" imgW="177480" imgH="228600" progId="Equation.3">
                    <p:embed/>
                    <p:pic>
                      <p:nvPicPr>
                        <p:cNvPr id="0" name="Object 22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297" y="1508"/>
                          <a:ext cx="207" cy="290"/>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3477" name="Text Box 229"/>
            <p:cNvSpPr txBox="1">
              <a:spLocks noChangeArrowheads="1"/>
            </p:cNvSpPr>
            <p:nvPr/>
          </p:nvSpPr>
          <p:spPr bwMode="auto">
            <a:xfrm>
              <a:off x="299" y="1833"/>
              <a:ext cx="267"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0000"/>
                  </a:solidFill>
                  <a:miter lim="800000"/>
                  <a:headEnd/>
                  <a:tailEnd/>
                </a14:hiddenLine>
              </a:ext>
            </a:extLst>
          </p:spPr>
          <p:txBody>
            <a:bodyPr>
              <a:spAutoFit/>
            </a:bodyPr>
            <a:lstStyle/>
            <a:p>
              <a:pPr algn="l" eaLnBrk="1" hangingPunct="1">
                <a:spcBef>
                  <a:spcPct val="50000"/>
                </a:spcBef>
              </a:pPr>
              <a:r>
                <a:rPr lang="en-US" altLang="zh-CN">
                  <a:solidFill>
                    <a:srgbClr val="FF0000"/>
                  </a:solidFill>
                  <a:latin typeface="Times New Roman" panose="02020603050405020304" pitchFamily="18" charset="0"/>
                </a:rPr>
                <a:t>+</a:t>
              </a:r>
              <a:endParaRPr lang="en-US" altLang="zh-CN">
                <a:latin typeface="Times New Roman" panose="02020603050405020304" pitchFamily="18" charset="0"/>
              </a:endParaRPr>
            </a:p>
          </p:txBody>
        </p:sp>
        <p:sp>
          <p:nvSpPr>
            <p:cNvPr id="53478" name="Text Box 230"/>
            <p:cNvSpPr txBox="1">
              <a:spLocks noChangeArrowheads="1"/>
            </p:cNvSpPr>
            <p:nvPr/>
          </p:nvSpPr>
          <p:spPr bwMode="auto">
            <a:xfrm>
              <a:off x="324" y="2217"/>
              <a:ext cx="267"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0000"/>
                  </a:solidFill>
                  <a:miter lim="800000"/>
                  <a:headEnd/>
                  <a:tailEnd/>
                </a14:hiddenLine>
              </a:ext>
            </a:extLst>
          </p:spPr>
          <p:txBody>
            <a:bodyPr>
              <a:spAutoFit/>
            </a:bodyPr>
            <a:lstStyle/>
            <a:p>
              <a:pPr algn="l" eaLnBrk="1" hangingPunct="1">
                <a:spcBef>
                  <a:spcPct val="50000"/>
                </a:spcBef>
              </a:pPr>
              <a:r>
                <a:rPr lang="en-US" altLang="zh-CN" b="0">
                  <a:solidFill>
                    <a:srgbClr val="FF0000"/>
                  </a:solidFill>
                  <a:latin typeface="黑体" panose="02010609060101010101" pitchFamily="49" charset="-122"/>
                  <a:ea typeface="黑体" panose="02010609060101010101" pitchFamily="49" charset="-122"/>
                  <a:sym typeface="Symbol" panose="05050102010706020507" pitchFamily="18" charset="2"/>
                </a:rPr>
                <a:t>-</a:t>
              </a:r>
              <a:endParaRPr lang="en-US" altLang="zh-CN" b="0">
                <a:latin typeface="黑体" panose="02010609060101010101" pitchFamily="49" charset="-122"/>
                <a:ea typeface="黑体" panose="02010609060101010101" pitchFamily="49" charset="-122"/>
                <a:sym typeface="Symbol" panose="05050102010706020507" pitchFamily="18" charset="2"/>
              </a:endParaRPr>
            </a:p>
          </p:txBody>
        </p:sp>
        <p:graphicFrame>
          <p:nvGraphicFramePr>
            <p:cNvPr id="53479" name="Object 231"/>
            <p:cNvGraphicFramePr>
              <a:graphicFrameLocks noChangeAspect="1"/>
            </p:cNvGraphicFramePr>
            <p:nvPr/>
          </p:nvGraphicFramePr>
          <p:xfrm>
            <a:off x="528" y="1554"/>
            <a:ext cx="208" cy="290"/>
          </p:xfrm>
          <a:graphic>
            <a:graphicData uri="http://schemas.openxmlformats.org/presentationml/2006/ole">
              <mc:AlternateContent xmlns:mc="http://schemas.openxmlformats.org/markup-compatibility/2006">
                <mc:Choice xmlns:v="urn:schemas-microsoft-com:vml" Requires="v">
                  <p:oleObj spid="_x0000_s202005" name="公式" r:id="rId11" imgW="164880" imgH="228600" progId="Equation.3">
                    <p:embed/>
                  </p:oleObj>
                </mc:Choice>
                <mc:Fallback>
                  <p:oleObj name="公式" r:id="rId11" imgW="164880" imgH="228600" progId="Equation.3">
                    <p:embed/>
                    <p:pic>
                      <p:nvPicPr>
                        <p:cNvPr id="0" name="Object 23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28" y="1554"/>
                          <a:ext cx="208" cy="2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3480" name="Oval 232"/>
            <p:cNvSpPr>
              <a:spLocks noChangeArrowheads="1"/>
            </p:cNvSpPr>
            <p:nvPr/>
          </p:nvSpPr>
          <p:spPr bwMode="auto">
            <a:xfrm>
              <a:off x="384" y="1818"/>
              <a:ext cx="68" cy="68"/>
            </a:xfrm>
            <a:prstGeom prst="ellipse">
              <a:avLst/>
            </a:prstGeom>
            <a:noFill/>
            <a:ln w="1905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53481" name="Oval 233"/>
            <p:cNvSpPr>
              <a:spLocks noChangeArrowheads="1"/>
            </p:cNvSpPr>
            <p:nvPr/>
          </p:nvSpPr>
          <p:spPr bwMode="auto">
            <a:xfrm>
              <a:off x="384" y="2412"/>
              <a:ext cx="68" cy="68"/>
            </a:xfrm>
            <a:prstGeom prst="ellipse">
              <a:avLst/>
            </a:prstGeom>
            <a:noFill/>
            <a:ln w="1905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graphicFrame>
          <p:nvGraphicFramePr>
            <p:cNvPr id="53482" name="Object 234"/>
            <p:cNvGraphicFramePr>
              <a:graphicFrameLocks noChangeAspect="1"/>
            </p:cNvGraphicFramePr>
            <p:nvPr/>
          </p:nvGraphicFramePr>
          <p:xfrm>
            <a:off x="306" y="2030"/>
            <a:ext cx="256" cy="291"/>
          </p:xfrm>
          <a:graphic>
            <a:graphicData uri="http://schemas.openxmlformats.org/presentationml/2006/ole">
              <mc:AlternateContent xmlns:mc="http://schemas.openxmlformats.org/markup-compatibility/2006">
                <mc:Choice xmlns:v="urn:schemas-microsoft-com:vml" Requires="v">
                  <p:oleObj spid="_x0000_s202006" name="公式" r:id="rId13" imgW="203040" imgH="228600" progId="Equation.3">
                    <p:embed/>
                  </p:oleObj>
                </mc:Choice>
                <mc:Fallback>
                  <p:oleObj name="公式" r:id="rId13" imgW="203040" imgH="228600" progId="Equation.3">
                    <p:embed/>
                    <p:pic>
                      <p:nvPicPr>
                        <p:cNvPr id="0" name="Object 234"/>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06" y="2030"/>
                          <a:ext cx="256"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3484" name="Line 236"/>
            <p:cNvSpPr>
              <a:spLocks noChangeShapeType="1"/>
            </p:cNvSpPr>
            <p:nvPr/>
          </p:nvSpPr>
          <p:spPr bwMode="auto">
            <a:xfrm>
              <a:off x="744" y="1806"/>
              <a:ext cx="270" cy="0"/>
            </a:xfrm>
            <a:prstGeom prst="line">
              <a:avLst/>
            </a:prstGeom>
            <a:noFill/>
            <a:ln w="19050">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53485" name="Line 237"/>
            <p:cNvSpPr>
              <a:spLocks noChangeShapeType="1"/>
            </p:cNvSpPr>
            <p:nvPr/>
          </p:nvSpPr>
          <p:spPr bwMode="auto">
            <a:xfrm flipH="1">
              <a:off x="2268" y="1806"/>
              <a:ext cx="276"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aphicFrame>
          <p:nvGraphicFramePr>
            <p:cNvPr id="53499" name="Object 251"/>
            <p:cNvGraphicFramePr>
              <a:graphicFrameLocks noChangeAspect="1"/>
            </p:cNvGraphicFramePr>
            <p:nvPr/>
          </p:nvGraphicFramePr>
          <p:xfrm>
            <a:off x="3227" y="1470"/>
            <a:ext cx="355" cy="290"/>
          </p:xfrm>
          <a:graphic>
            <a:graphicData uri="http://schemas.openxmlformats.org/presentationml/2006/ole">
              <mc:AlternateContent xmlns:mc="http://schemas.openxmlformats.org/markup-compatibility/2006">
                <mc:Choice xmlns:v="urn:schemas-microsoft-com:vml" Requires="v">
                  <p:oleObj spid="_x0000_s202007" name="Equation" r:id="rId15" imgW="279360" imgH="228600" progId="Equation.3">
                    <p:embed/>
                  </p:oleObj>
                </mc:Choice>
                <mc:Fallback>
                  <p:oleObj name="Equation" r:id="rId15" imgW="279360" imgH="228600" progId="Equation.3">
                    <p:embed/>
                    <p:pic>
                      <p:nvPicPr>
                        <p:cNvPr id="0" name="Object 251"/>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227" y="1470"/>
                          <a:ext cx="355" cy="290"/>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3507" name="Line 259"/>
            <p:cNvSpPr>
              <a:spLocks noChangeShapeType="1"/>
            </p:cNvSpPr>
            <p:nvPr/>
          </p:nvSpPr>
          <p:spPr bwMode="auto">
            <a:xfrm>
              <a:off x="3294" y="1802"/>
              <a:ext cx="240"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53511" name="Text Box 263"/>
            <p:cNvSpPr txBox="1">
              <a:spLocks noChangeArrowheads="1"/>
            </p:cNvSpPr>
            <p:nvPr/>
          </p:nvSpPr>
          <p:spPr bwMode="auto">
            <a:xfrm>
              <a:off x="5302" y="1839"/>
              <a:ext cx="267"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spcBef>
                  <a:spcPct val="50000"/>
                </a:spcBef>
              </a:pPr>
              <a:r>
                <a:rPr lang="en-US" altLang="zh-CN">
                  <a:solidFill>
                    <a:srgbClr val="FF0000"/>
                  </a:solidFill>
                  <a:latin typeface="Times New Roman" panose="02020603050405020304" pitchFamily="18" charset="0"/>
                </a:rPr>
                <a:t>+</a:t>
              </a:r>
              <a:endParaRPr lang="en-US" altLang="zh-CN">
                <a:latin typeface="Times New Roman" panose="02020603050405020304" pitchFamily="18" charset="0"/>
              </a:endParaRPr>
            </a:p>
          </p:txBody>
        </p:sp>
        <p:graphicFrame>
          <p:nvGraphicFramePr>
            <p:cNvPr id="53515" name="Object 267"/>
            <p:cNvGraphicFramePr>
              <a:graphicFrameLocks noChangeAspect="1"/>
            </p:cNvGraphicFramePr>
            <p:nvPr/>
          </p:nvGraphicFramePr>
          <p:xfrm>
            <a:off x="5315" y="2044"/>
            <a:ext cx="255" cy="291"/>
          </p:xfrm>
          <a:graphic>
            <a:graphicData uri="http://schemas.openxmlformats.org/presentationml/2006/ole">
              <mc:AlternateContent xmlns:mc="http://schemas.openxmlformats.org/markup-compatibility/2006">
                <mc:Choice xmlns:v="urn:schemas-microsoft-com:vml" Requires="v">
                  <p:oleObj spid="_x0000_s202008" name="公式" r:id="rId17" imgW="203040" imgH="228600" progId="Equation.3">
                    <p:embed/>
                  </p:oleObj>
                </mc:Choice>
                <mc:Fallback>
                  <p:oleObj name="公式" r:id="rId17" imgW="203040" imgH="228600" progId="Equation.3">
                    <p:embed/>
                    <p:pic>
                      <p:nvPicPr>
                        <p:cNvPr id="0" name="Object 267"/>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5315" y="2044"/>
                          <a:ext cx="255"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3517" name="Text Box 269"/>
            <p:cNvSpPr txBox="1">
              <a:spLocks noChangeArrowheads="1"/>
            </p:cNvSpPr>
            <p:nvPr/>
          </p:nvSpPr>
          <p:spPr bwMode="auto">
            <a:xfrm>
              <a:off x="5289" y="2221"/>
              <a:ext cx="267"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spcBef>
                  <a:spcPct val="50000"/>
                </a:spcBef>
              </a:pPr>
              <a:r>
                <a:rPr lang="en-US" altLang="zh-CN" b="0">
                  <a:solidFill>
                    <a:srgbClr val="FF0000"/>
                  </a:solidFill>
                  <a:latin typeface="黑体" panose="02010609060101010101" pitchFamily="49" charset="-122"/>
                  <a:ea typeface="黑体" panose="02010609060101010101" pitchFamily="49" charset="-122"/>
                  <a:sym typeface="Symbol" panose="05050102010706020507" pitchFamily="18" charset="2"/>
                </a:rPr>
                <a:t>-</a:t>
              </a:r>
              <a:endParaRPr lang="en-US" altLang="zh-CN" b="0">
                <a:latin typeface="黑体" panose="02010609060101010101" pitchFamily="49" charset="-122"/>
                <a:ea typeface="黑体" panose="02010609060101010101" pitchFamily="49" charset="-122"/>
                <a:sym typeface="Symbol" panose="05050102010706020507" pitchFamily="18" charset="2"/>
              </a:endParaRPr>
            </a:p>
          </p:txBody>
        </p:sp>
        <p:sp>
          <p:nvSpPr>
            <p:cNvPr id="53518" name="Oval 270"/>
            <p:cNvSpPr>
              <a:spLocks noChangeArrowheads="1"/>
            </p:cNvSpPr>
            <p:nvPr/>
          </p:nvSpPr>
          <p:spPr bwMode="auto">
            <a:xfrm>
              <a:off x="5381" y="1806"/>
              <a:ext cx="68" cy="68"/>
            </a:xfrm>
            <a:prstGeom prst="ellipse">
              <a:avLst/>
            </a:prstGeom>
            <a:noFill/>
            <a:ln w="19050">
              <a:solidFill>
                <a:srgbClr val="FF33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53519" name="Oval 271"/>
            <p:cNvSpPr>
              <a:spLocks noChangeArrowheads="1"/>
            </p:cNvSpPr>
            <p:nvPr/>
          </p:nvSpPr>
          <p:spPr bwMode="auto">
            <a:xfrm>
              <a:off x="5387" y="2412"/>
              <a:ext cx="68" cy="68"/>
            </a:xfrm>
            <a:prstGeom prst="ellipse">
              <a:avLst/>
            </a:prstGeom>
            <a:noFill/>
            <a:ln w="19050">
              <a:solidFill>
                <a:srgbClr val="FF33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graphicFrame>
          <p:nvGraphicFramePr>
            <p:cNvPr id="53520" name="Object 272"/>
            <p:cNvGraphicFramePr>
              <a:graphicFrameLocks noChangeAspect="1"/>
            </p:cNvGraphicFramePr>
            <p:nvPr/>
          </p:nvGraphicFramePr>
          <p:xfrm>
            <a:off x="5092" y="1528"/>
            <a:ext cx="224" cy="290"/>
          </p:xfrm>
          <a:graphic>
            <a:graphicData uri="http://schemas.openxmlformats.org/presentationml/2006/ole">
              <mc:AlternateContent xmlns:mc="http://schemas.openxmlformats.org/markup-compatibility/2006">
                <mc:Choice xmlns:v="urn:schemas-microsoft-com:vml" Requires="v">
                  <p:oleObj spid="_x0000_s202009" name="公式" r:id="rId19" imgW="177480" imgH="228600" progId="Equation.3">
                    <p:embed/>
                  </p:oleObj>
                </mc:Choice>
                <mc:Fallback>
                  <p:oleObj name="公式" r:id="rId19" imgW="177480" imgH="228600" progId="Equation.3">
                    <p:embed/>
                    <p:pic>
                      <p:nvPicPr>
                        <p:cNvPr id="0" name="Object 272"/>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5092" y="1528"/>
                          <a:ext cx="224" cy="2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3521" name="Line 273"/>
            <p:cNvSpPr>
              <a:spLocks noChangeShapeType="1"/>
            </p:cNvSpPr>
            <p:nvPr/>
          </p:nvSpPr>
          <p:spPr bwMode="auto">
            <a:xfrm flipH="1">
              <a:off x="5034" y="1818"/>
              <a:ext cx="282" cy="0"/>
            </a:xfrm>
            <a:prstGeom prst="line">
              <a:avLst/>
            </a:prstGeom>
            <a:noFill/>
            <a:ln w="19050">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53522" name="Line 274"/>
            <p:cNvSpPr>
              <a:spLocks noChangeShapeType="1"/>
            </p:cNvSpPr>
            <p:nvPr/>
          </p:nvSpPr>
          <p:spPr bwMode="auto">
            <a:xfrm>
              <a:off x="448" y="1848"/>
              <a:ext cx="4936" cy="0"/>
            </a:xfrm>
            <a:prstGeom prst="line">
              <a:avLst/>
            </a:prstGeom>
            <a:noFill/>
            <a:ln w="19050">
              <a:solidFill>
                <a:schemeClr val="tx1"/>
              </a:solidFill>
              <a:round/>
              <a:headEnd/>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53523" name="Line 275"/>
            <p:cNvSpPr>
              <a:spLocks noChangeShapeType="1"/>
            </p:cNvSpPr>
            <p:nvPr/>
          </p:nvSpPr>
          <p:spPr bwMode="auto">
            <a:xfrm>
              <a:off x="456" y="2448"/>
              <a:ext cx="4936" cy="0"/>
            </a:xfrm>
            <a:prstGeom prst="line">
              <a:avLst/>
            </a:prstGeom>
            <a:noFill/>
            <a:ln w="19050">
              <a:solidFill>
                <a:schemeClr val="tx1"/>
              </a:solidFill>
              <a:round/>
              <a:headEnd/>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53457" name="Rectangle 209"/>
            <p:cNvSpPr>
              <a:spLocks noChangeArrowheads="1"/>
            </p:cNvSpPr>
            <p:nvPr/>
          </p:nvSpPr>
          <p:spPr bwMode="auto">
            <a:xfrm>
              <a:off x="1476" y="1737"/>
              <a:ext cx="713" cy="832"/>
            </a:xfrm>
            <a:prstGeom prst="rect">
              <a:avLst/>
            </a:prstGeom>
            <a:solidFill>
              <a:srgbClr val="FFFFCC"/>
            </a:solidFill>
            <a:ln w="31750">
              <a:solidFill>
                <a:srgbClr val="000000"/>
              </a:solidFill>
              <a:miter lim="800000"/>
              <a:headEnd/>
              <a:tailEnd/>
            </a:ln>
          </p:spPr>
          <p:txBody>
            <a:bodyPr/>
            <a:lstStyle/>
            <a:p>
              <a:endParaRPr lang="zh-CN" altLang="en-US"/>
            </a:p>
          </p:txBody>
        </p:sp>
        <p:sp>
          <p:nvSpPr>
            <p:cNvPr id="53458" name="Rectangle 210"/>
            <p:cNvSpPr>
              <a:spLocks noChangeArrowheads="1"/>
            </p:cNvSpPr>
            <p:nvPr/>
          </p:nvSpPr>
          <p:spPr bwMode="auto">
            <a:xfrm>
              <a:off x="1697" y="2006"/>
              <a:ext cx="249" cy="269"/>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lang="en-US" altLang="zh-CN" sz="2800" i="1">
                  <a:latin typeface="Times New Roman" panose="02020603050405020304" pitchFamily="18" charset="0"/>
                </a:rPr>
                <a:t>T </a:t>
              </a:r>
              <a:r>
                <a:rPr lang="en-US" altLang="zh-CN" sz="2800">
                  <a:latin typeface="Times New Roman" panose="02020603050405020304" pitchFamily="18" charset="0"/>
                  <a:sym typeface="Symbol" panose="05050102010706020507" pitchFamily="18" charset="2"/>
                </a:rPr>
                <a:t></a:t>
              </a:r>
              <a:endParaRPr lang="en-US" altLang="zh-CN" sz="3600">
                <a:latin typeface="Times New Roman" panose="02020603050405020304" pitchFamily="18" charset="0"/>
                <a:sym typeface="Symbol" panose="05050102010706020507" pitchFamily="18" charset="2"/>
              </a:endParaRPr>
            </a:p>
          </p:txBody>
        </p:sp>
        <p:sp>
          <p:nvSpPr>
            <p:cNvPr id="53492" name="Rectangle 244"/>
            <p:cNvSpPr>
              <a:spLocks noChangeArrowheads="1"/>
            </p:cNvSpPr>
            <p:nvPr/>
          </p:nvSpPr>
          <p:spPr bwMode="auto">
            <a:xfrm>
              <a:off x="3624" y="1737"/>
              <a:ext cx="713" cy="832"/>
            </a:xfrm>
            <a:prstGeom prst="rect">
              <a:avLst/>
            </a:prstGeom>
            <a:solidFill>
              <a:srgbClr val="FFFFCC"/>
            </a:solidFill>
            <a:ln w="31750">
              <a:solidFill>
                <a:srgbClr val="000000"/>
              </a:solidFill>
              <a:miter lim="800000"/>
              <a:headEnd/>
              <a:tailEnd/>
            </a:ln>
          </p:spPr>
          <p:txBody>
            <a:bodyPr/>
            <a:lstStyle/>
            <a:p>
              <a:endParaRPr lang="zh-CN" altLang="en-US"/>
            </a:p>
          </p:txBody>
        </p:sp>
        <p:sp>
          <p:nvSpPr>
            <p:cNvPr id="53493" name="Rectangle 245"/>
            <p:cNvSpPr>
              <a:spLocks noChangeArrowheads="1"/>
            </p:cNvSpPr>
            <p:nvPr/>
          </p:nvSpPr>
          <p:spPr bwMode="auto">
            <a:xfrm>
              <a:off x="3803" y="1998"/>
              <a:ext cx="414" cy="269"/>
            </a:xfrm>
            <a:prstGeom prst="rect">
              <a:avLst/>
            </a:prstGeom>
            <a:noFill/>
            <a:ln>
              <a:noFill/>
            </a:ln>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eaLnBrk="1" hangingPunct="1"/>
              <a:r>
                <a:rPr lang="en-US" altLang="zh-CN" sz="2800" i="1">
                  <a:latin typeface="Times New Roman" panose="02020603050405020304" pitchFamily="18" charset="0"/>
                </a:rPr>
                <a:t>T </a:t>
              </a:r>
              <a:r>
                <a:rPr lang="en-US" altLang="zh-CN" sz="2800">
                  <a:latin typeface="Times New Roman" panose="02020603050405020304" pitchFamily="18" charset="0"/>
                  <a:sym typeface="Symbol" panose="05050102010706020507" pitchFamily="18" charset="2"/>
                </a:rPr>
                <a:t></a:t>
              </a:r>
              <a:endParaRPr lang="en-US" altLang="zh-CN">
                <a:latin typeface="Times New Roman" panose="02020603050405020304" pitchFamily="18" charset="0"/>
              </a:endParaRPr>
            </a:p>
          </p:txBody>
        </p:sp>
        <p:sp>
          <p:nvSpPr>
            <p:cNvPr id="53500" name="Oval 252"/>
            <p:cNvSpPr>
              <a:spLocks noChangeArrowheads="1"/>
            </p:cNvSpPr>
            <p:nvPr/>
          </p:nvSpPr>
          <p:spPr bwMode="auto">
            <a:xfrm>
              <a:off x="2792" y="1818"/>
              <a:ext cx="68" cy="68"/>
            </a:xfrm>
            <a:prstGeom prst="ellipse">
              <a:avLst/>
            </a:prstGeom>
            <a:solidFill>
              <a:schemeClr val="bg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53468" name="Oval 220"/>
            <p:cNvSpPr>
              <a:spLocks noChangeArrowheads="1"/>
            </p:cNvSpPr>
            <p:nvPr/>
          </p:nvSpPr>
          <p:spPr bwMode="auto">
            <a:xfrm>
              <a:off x="2836" y="2416"/>
              <a:ext cx="68" cy="68"/>
            </a:xfrm>
            <a:prstGeom prst="ellipse">
              <a:avLst/>
            </a:prstGeom>
            <a:solidFill>
              <a:schemeClr val="bg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grpSp>
      <p:grpSp>
        <p:nvGrpSpPr>
          <p:cNvPr id="53532" name="Group 284"/>
          <p:cNvGrpSpPr>
            <a:grpSpLocks/>
          </p:cNvGrpSpPr>
          <p:nvPr/>
        </p:nvGrpSpPr>
        <p:grpSpPr bwMode="auto">
          <a:xfrm>
            <a:off x="590550" y="0"/>
            <a:ext cx="8367713" cy="2098675"/>
            <a:chOff x="372" y="0"/>
            <a:chExt cx="5271" cy="1322"/>
          </a:xfrm>
        </p:grpSpPr>
        <p:sp>
          <p:nvSpPr>
            <p:cNvPr id="53378" name="Rectangle 130"/>
            <p:cNvSpPr>
              <a:spLocks noChangeArrowheads="1"/>
            </p:cNvSpPr>
            <p:nvPr/>
          </p:nvSpPr>
          <p:spPr bwMode="auto">
            <a:xfrm>
              <a:off x="2735" y="0"/>
              <a:ext cx="400"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33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eaLnBrk="1" hangingPunct="1"/>
              <a:r>
                <a:rPr lang="en-US" altLang="zh-CN" sz="3600" i="1">
                  <a:solidFill>
                    <a:srgbClr val="FF3300"/>
                  </a:solidFill>
                  <a:latin typeface="Times New Roman" panose="02020603050405020304" pitchFamily="18" charset="0"/>
                </a:rPr>
                <a:t>T</a:t>
              </a:r>
              <a:endParaRPr lang="en-US" altLang="zh-CN" sz="3600">
                <a:solidFill>
                  <a:srgbClr val="FF3300"/>
                </a:solidFill>
                <a:latin typeface="Times New Roman" panose="02020603050405020304" pitchFamily="18" charset="0"/>
                <a:sym typeface="Symbol" panose="05050102010706020507" pitchFamily="18" charset="2"/>
              </a:endParaRPr>
            </a:p>
          </p:txBody>
        </p:sp>
        <p:grpSp>
          <p:nvGrpSpPr>
            <p:cNvPr id="53528" name="Group 280"/>
            <p:cNvGrpSpPr>
              <a:grpSpLocks/>
            </p:cNvGrpSpPr>
            <p:nvPr/>
          </p:nvGrpSpPr>
          <p:grpSpPr bwMode="auto">
            <a:xfrm>
              <a:off x="372" y="50"/>
              <a:ext cx="5271" cy="1272"/>
              <a:chOff x="372" y="50"/>
              <a:chExt cx="5271" cy="1272"/>
            </a:xfrm>
          </p:grpSpPr>
          <p:sp>
            <p:nvSpPr>
              <p:cNvPr id="53374" name="Line 126"/>
              <p:cNvSpPr>
                <a:spLocks noChangeShapeType="1"/>
              </p:cNvSpPr>
              <p:nvPr/>
            </p:nvSpPr>
            <p:spPr bwMode="auto">
              <a:xfrm>
                <a:off x="2743" y="490"/>
                <a:ext cx="474" cy="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53375" name="Line 127"/>
              <p:cNvSpPr>
                <a:spLocks noChangeShapeType="1"/>
              </p:cNvSpPr>
              <p:nvPr/>
            </p:nvSpPr>
            <p:spPr bwMode="auto">
              <a:xfrm>
                <a:off x="2749" y="1072"/>
                <a:ext cx="474" cy="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53377" name="Rectangle 129"/>
              <p:cNvSpPr>
                <a:spLocks noChangeArrowheads="1"/>
              </p:cNvSpPr>
              <p:nvPr/>
            </p:nvSpPr>
            <p:spPr bwMode="auto">
              <a:xfrm>
                <a:off x="969" y="50"/>
                <a:ext cx="4080" cy="1272"/>
              </a:xfrm>
              <a:prstGeom prst="rect">
                <a:avLst/>
              </a:prstGeom>
              <a:noFill/>
              <a:ln w="12700">
                <a:solidFill>
                  <a:srgbClr val="FF3300"/>
                </a:solidFill>
                <a:prstDash val="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sp>
            <p:nvSpPr>
              <p:cNvPr id="53380" name="Text Box 132"/>
              <p:cNvSpPr txBox="1">
                <a:spLocks noChangeArrowheads="1"/>
              </p:cNvSpPr>
              <p:nvPr/>
            </p:nvSpPr>
            <p:spPr bwMode="auto">
              <a:xfrm>
                <a:off x="2604" y="469"/>
                <a:ext cx="267" cy="288"/>
              </a:xfrm>
              <a:prstGeom prst="rect">
                <a:avLst/>
              </a:prstGeom>
              <a:noFill/>
              <a:ln>
                <a:noFill/>
              </a:ln>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spcBef>
                    <a:spcPct val="50000"/>
                  </a:spcBef>
                </a:pPr>
                <a:r>
                  <a:rPr lang="en-US" altLang="zh-CN">
                    <a:latin typeface="Times New Roman" panose="02020603050405020304" pitchFamily="18" charset="0"/>
                  </a:rPr>
                  <a:t>+</a:t>
                </a:r>
              </a:p>
            </p:txBody>
          </p:sp>
          <p:sp>
            <p:nvSpPr>
              <p:cNvPr id="53382" name="Rectangle 134"/>
              <p:cNvSpPr>
                <a:spLocks noChangeArrowheads="1"/>
              </p:cNvSpPr>
              <p:nvPr/>
            </p:nvSpPr>
            <p:spPr bwMode="auto">
              <a:xfrm>
                <a:off x="1549" y="367"/>
                <a:ext cx="713" cy="832"/>
              </a:xfrm>
              <a:prstGeom prst="rect">
                <a:avLst/>
              </a:prstGeom>
              <a:solidFill>
                <a:srgbClr val="FFFFCC"/>
              </a:solidFill>
              <a:ln w="31750">
                <a:solidFill>
                  <a:srgbClr val="000000"/>
                </a:solidFill>
                <a:miter lim="800000"/>
                <a:headEnd/>
                <a:tailEnd/>
              </a:ln>
            </p:spPr>
            <p:txBody>
              <a:bodyPr/>
              <a:lstStyle/>
              <a:p>
                <a:endParaRPr lang="zh-CN" altLang="en-US"/>
              </a:p>
            </p:txBody>
          </p:sp>
          <p:sp>
            <p:nvSpPr>
              <p:cNvPr id="53383" name="Rectangle 135"/>
              <p:cNvSpPr>
                <a:spLocks noChangeArrowheads="1"/>
              </p:cNvSpPr>
              <p:nvPr/>
            </p:nvSpPr>
            <p:spPr bwMode="auto">
              <a:xfrm>
                <a:off x="1786" y="564"/>
                <a:ext cx="249" cy="269"/>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lang="en-US" altLang="zh-CN" sz="2800" i="1">
                    <a:latin typeface="Times New Roman" panose="02020603050405020304" pitchFamily="18" charset="0"/>
                  </a:rPr>
                  <a:t>T </a:t>
                </a:r>
                <a:r>
                  <a:rPr lang="en-US" altLang="zh-CN" sz="2800">
                    <a:latin typeface="Times New Roman" panose="02020603050405020304" pitchFamily="18" charset="0"/>
                    <a:sym typeface="Symbol" panose="05050102010706020507" pitchFamily="18" charset="2"/>
                  </a:rPr>
                  <a:t></a:t>
                </a:r>
                <a:endParaRPr lang="en-US" altLang="zh-CN" sz="3600">
                  <a:latin typeface="Times New Roman" panose="02020603050405020304" pitchFamily="18" charset="0"/>
                  <a:sym typeface="Symbol" panose="05050102010706020507" pitchFamily="18" charset="2"/>
                </a:endParaRPr>
              </a:p>
            </p:txBody>
          </p:sp>
          <p:sp>
            <p:nvSpPr>
              <p:cNvPr id="53384" name="Line 136"/>
              <p:cNvSpPr>
                <a:spLocks noChangeShapeType="1"/>
              </p:cNvSpPr>
              <p:nvPr/>
            </p:nvSpPr>
            <p:spPr bwMode="auto">
              <a:xfrm flipV="1">
                <a:off x="1165" y="480"/>
                <a:ext cx="376" cy="5"/>
              </a:xfrm>
              <a:prstGeom prst="line">
                <a:avLst/>
              </a:prstGeom>
              <a:noFill/>
              <a:ln w="19050">
                <a:solidFill>
                  <a:srgbClr val="000000"/>
                </a:solidFill>
                <a:round/>
                <a:headEnd/>
                <a:tailEnd/>
              </a:ln>
            </p:spPr>
            <p:txBody>
              <a:bodyPr/>
              <a:lstStyle/>
              <a:p>
                <a:endParaRPr lang="zh-CN" altLang="en-US"/>
              </a:p>
            </p:txBody>
          </p:sp>
          <p:sp>
            <p:nvSpPr>
              <p:cNvPr id="53385" name="Line 137"/>
              <p:cNvSpPr>
                <a:spLocks noChangeShapeType="1"/>
              </p:cNvSpPr>
              <p:nvPr/>
            </p:nvSpPr>
            <p:spPr bwMode="auto">
              <a:xfrm flipV="1">
                <a:off x="1143" y="1075"/>
                <a:ext cx="418" cy="0"/>
              </a:xfrm>
              <a:prstGeom prst="line">
                <a:avLst/>
              </a:prstGeom>
              <a:noFill/>
              <a:ln w="19050">
                <a:solidFill>
                  <a:srgbClr val="000000"/>
                </a:solidFill>
                <a:round/>
                <a:headEnd/>
                <a:tailEnd/>
              </a:ln>
            </p:spPr>
            <p:txBody>
              <a:bodyPr/>
              <a:lstStyle/>
              <a:p>
                <a:endParaRPr lang="zh-CN" altLang="en-US"/>
              </a:p>
            </p:txBody>
          </p:sp>
          <p:sp>
            <p:nvSpPr>
              <p:cNvPr id="53386" name="Text Box 138"/>
              <p:cNvSpPr txBox="1">
                <a:spLocks noChangeArrowheads="1"/>
              </p:cNvSpPr>
              <p:nvPr/>
            </p:nvSpPr>
            <p:spPr bwMode="auto">
              <a:xfrm>
                <a:off x="984" y="463"/>
                <a:ext cx="267" cy="288"/>
              </a:xfrm>
              <a:prstGeom prst="rect">
                <a:avLst/>
              </a:prstGeom>
              <a:noFill/>
              <a:ln>
                <a:noFill/>
              </a:ln>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spcBef>
                    <a:spcPct val="50000"/>
                  </a:spcBef>
                </a:pPr>
                <a:r>
                  <a:rPr lang="en-US" altLang="zh-CN">
                    <a:latin typeface="Times New Roman" panose="02020603050405020304" pitchFamily="18" charset="0"/>
                  </a:rPr>
                  <a:t>+</a:t>
                </a:r>
              </a:p>
            </p:txBody>
          </p:sp>
          <p:sp>
            <p:nvSpPr>
              <p:cNvPr id="53387" name="Line 139"/>
              <p:cNvSpPr>
                <a:spLocks noChangeShapeType="1"/>
              </p:cNvSpPr>
              <p:nvPr/>
            </p:nvSpPr>
            <p:spPr bwMode="auto">
              <a:xfrm>
                <a:off x="2264" y="491"/>
                <a:ext cx="418" cy="3"/>
              </a:xfrm>
              <a:prstGeom prst="line">
                <a:avLst/>
              </a:prstGeom>
              <a:noFill/>
              <a:ln w="19050">
                <a:solidFill>
                  <a:srgbClr val="000000"/>
                </a:solidFill>
                <a:round/>
                <a:headEnd/>
                <a:tailEnd/>
              </a:ln>
            </p:spPr>
            <p:txBody>
              <a:bodyPr/>
              <a:lstStyle/>
              <a:p>
                <a:endParaRPr lang="zh-CN" altLang="en-US"/>
              </a:p>
            </p:txBody>
          </p:sp>
          <p:sp>
            <p:nvSpPr>
              <p:cNvPr id="53388" name="Line 140"/>
              <p:cNvSpPr>
                <a:spLocks noChangeShapeType="1"/>
              </p:cNvSpPr>
              <p:nvPr/>
            </p:nvSpPr>
            <p:spPr bwMode="auto">
              <a:xfrm>
                <a:off x="2268" y="1080"/>
                <a:ext cx="418" cy="1"/>
              </a:xfrm>
              <a:prstGeom prst="line">
                <a:avLst/>
              </a:prstGeom>
              <a:noFill/>
              <a:ln w="19050">
                <a:solidFill>
                  <a:srgbClr val="000000"/>
                </a:solidFill>
                <a:round/>
                <a:headEnd/>
                <a:tailEnd/>
              </a:ln>
            </p:spPr>
            <p:txBody>
              <a:bodyPr/>
              <a:lstStyle/>
              <a:p>
                <a:endParaRPr lang="zh-CN" altLang="en-US"/>
              </a:p>
            </p:txBody>
          </p:sp>
          <p:graphicFrame>
            <p:nvGraphicFramePr>
              <p:cNvPr id="53389" name="Object 141"/>
              <p:cNvGraphicFramePr>
                <a:graphicFrameLocks noChangeAspect="1"/>
              </p:cNvGraphicFramePr>
              <p:nvPr/>
            </p:nvGraphicFramePr>
            <p:xfrm>
              <a:off x="1257" y="128"/>
              <a:ext cx="207" cy="290"/>
            </p:xfrm>
            <a:graphic>
              <a:graphicData uri="http://schemas.openxmlformats.org/presentationml/2006/ole">
                <mc:AlternateContent xmlns:mc="http://schemas.openxmlformats.org/markup-compatibility/2006">
                  <mc:Choice xmlns:v="urn:schemas-microsoft-com:vml" Requires="v">
                    <p:oleObj spid="_x0000_s202010" name="公式" r:id="rId21" imgW="164880" imgH="228600" progId="Equation.3">
                      <p:embed/>
                    </p:oleObj>
                  </mc:Choice>
                  <mc:Fallback>
                    <p:oleObj name="公式" r:id="rId21" imgW="164880" imgH="228600" progId="Equation.3">
                      <p:embed/>
                      <p:pic>
                        <p:nvPicPr>
                          <p:cNvPr id="0" name="Object 141"/>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1257" y="128"/>
                            <a:ext cx="207" cy="290"/>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3390" name="Oval 142"/>
              <p:cNvSpPr>
                <a:spLocks noChangeArrowheads="1"/>
              </p:cNvSpPr>
              <p:nvPr/>
            </p:nvSpPr>
            <p:spPr bwMode="auto">
              <a:xfrm>
                <a:off x="1091" y="448"/>
                <a:ext cx="68" cy="68"/>
              </a:xfrm>
              <a:prstGeom prst="ellipse">
                <a:avLst/>
              </a:prstGeom>
              <a:noFill/>
              <a:ln w="19050">
                <a:solidFill>
                  <a:schemeClr val="tx1"/>
                </a:solidFill>
                <a:round/>
                <a:headEnd/>
                <a:tailEnd/>
              </a:ln>
              <a:effectLst/>
              <a:extLst>
                <a:ext uri="{909E8E84-426E-40DD-AFC4-6F175D3DCCD1}">
                  <a14:hiddenFill xmlns:a14="http://schemas.microsoft.com/office/drawing/2010/main">
                    <a:solidFill>
                      <a:srgbClr val="FFFFCC"/>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53391" name="Oval 143"/>
              <p:cNvSpPr>
                <a:spLocks noChangeArrowheads="1"/>
              </p:cNvSpPr>
              <p:nvPr/>
            </p:nvSpPr>
            <p:spPr bwMode="auto">
              <a:xfrm>
                <a:off x="1091" y="1042"/>
                <a:ext cx="68" cy="68"/>
              </a:xfrm>
              <a:prstGeom prst="ellipse">
                <a:avLst/>
              </a:prstGeom>
              <a:noFill/>
              <a:ln w="19050">
                <a:solidFill>
                  <a:schemeClr val="tx1"/>
                </a:solidFill>
                <a:round/>
                <a:headEnd/>
                <a:tailEnd/>
              </a:ln>
              <a:effectLst/>
              <a:extLst>
                <a:ext uri="{909E8E84-426E-40DD-AFC4-6F175D3DCCD1}">
                  <a14:hiddenFill xmlns:a14="http://schemas.microsoft.com/office/drawing/2010/main">
                    <a:solidFill>
                      <a:srgbClr val="FFFFCC"/>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53392" name="Oval 144"/>
              <p:cNvSpPr>
                <a:spLocks noChangeArrowheads="1"/>
              </p:cNvSpPr>
              <p:nvPr/>
            </p:nvSpPr>
            <p:spPr bwMode="auto">
              <a:xfrm>
                <a:off x="2683" y="460"/>
                <a:ext cx="68" cy="68"/>
              </a:xfrm>
              <a:prstGeom prst="ellipse">
                <a:avLst/>
              </a:prstGeom>
              <a:noFill/>
              <a:ln w="19050">
                <a:solidFill>
                  <a:schemeClr val="tx1"/>
                </a:solidFill>
                <a:round/>
                <a:headEnd/>
                <a:tailEnd/>
              </a:ln>
              <a:effectLst/>
              <a:extLst>
                <a:ext uri="{909E8E84-426E-40DD-AFC4-6F175D3DCCD1}">
                  <a14:hiddenFill xmlns:a14="http://schemas.microsoft.com/office/drawing/2010/main">
                    <a:solidFill>
                      <a:srgbClr val="FFFFCC"/>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53393" name="Oval 145"/>
              <p:cNvSpPr>
                <a:spLocks noChangeArrowheads="1"/>
              </p:cNvSpPr>
              <p:nvPr/>
            </p:nvSpPr>
            <p:spPr bwMode="auto">
              <a:xfrm>
                <a:off x="2689" y="1042"/>
                <a:ext cx="68" cy="68"/>
              </a:xfrm>
              <a:prstGeom prst="ellipse">
                <a:avLst/>
              </a:prstGeom>
              <a:noFill/>
              <a:ln w="19050">
                <a:solidFill>
                  <a:schemeClr val="tx1"/>
                </a:solidFill>
                <a:round/>
                <a:headEnd/>
                <a:tailEnd/>
              </a:ln>
              <a:effectLst/>
              <a:extLst>
                <a:ext uri="{909E8E84-426E-40DD-AFC4-6F175D3DCCD1}">
                  <a14:hiddenFill xmlns:a14="http://schemas.microsoft.com/office/drawing/2010/main">
                    <a:solidFill>
                      <a:srgbClr val="FFFFCC"/>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graphicFrame>
            <p:nvGraphicFramePr>
              <p:cNvPr id="53394" name="Object 146"/>
              <p:cNvGraphicFramePr>
                <a:graphicFrameLocks noChangeAspect="1"/>
              </p:cNvGraphicFramePr>
              <p:nvPr/>
            </p:nvGraphicFramePr>
            <p:xfrm>
              <a:off x="985" y="658"/>
              <a:ext cx="256" cy="290"/>
            </p:xfrm>
            <a:graphic>
              <a:graphicData uri="http://schemas.openxmlformats.org/presentationml/2006/ole">
                <mc:AlternateContent xmlns:mc="http://schemas.openxmlformats.org/markup-compatibility/2006">
                  <mc:Choice xmlns:v="urn:schemas-microsoft-com:vml" Requires="v">
                    <p:oleObj spid="_x0000_s202011" name="公式" r:id="rId23" imgW="203040" imgH="228600" progId="Equation.3">
                      <p:embed/>
                    </p:oleObj>
                  </mc:Choice>
                  <mc:Fallback>
                    <p:oleObj name="公式" r:id="rId23" imgW="203040" imgH="228600" progId="Equation.3">
                      <p:embed/>
                      <p:pic>
                        <p:nvPicPr>
                          <p:cNvPr id="0" name="Object 146"/>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985" y="658"/>
                            <a:ext cx="256" cy="290"/>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3395" name="Object 147"/>
              <p:cNvGraphicFramePr>
                <a:graphicFrameLocks noChangeAspect="1"/>
              </p:cNvGraphicFramePr>
              <p:nvPr/>
            </p:nvGraphicFramePr>
            <p:xfrm>
              <a:off x="2569" y="658"/>
              <a:ext cx="256" cy="290"/>
            </p:xfrm>
            <a:graphic>
              <a:graphicData uri="http://schemas.openxmlformats.org/presentationml/2006/ole">
                <mc:AlternateContent xmlns:mc="http://schemas.openxmlformats.org/markup-compatibility/2006">
                  <mc:Choice xmlns:v="urn:schemas-microsoft-com:vml" Requires="v">
                    <p:oleObj spid="_x0000_s202012" name="公式" r:id="rId25" imgW="203040" imgH="228600" progId="Equation.3">
                      <p:embed/>
                    </p:oleObj>
                  </mc:Choice>
                  <mc:Fallback>
                    <p:oleObj name="公式" r:id="rId25" imgW="203040" imgH="228600" progId="Equation.3">
                      <p:embed/>
                      <p:pic>
                        <p:nvPicPr>
                          <p:cNvPr id="0" name="Object 14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569" y="658"/>
                            <a:ext cx="256" cy="290"/>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3396" name="Text Box 148"/>
              <p:cNvSpPr txBox="1">
                <a:spLocks noChangeArrowheads="1"/>
              </p:cNvSpPr>
              <p:nvPr/>
            </p:nvSpPr>
            <p:spPr bwMode="auto">
              <a:xfrm>
                <a:off x="975" y="850"/>
                <a:ext cx="250"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r>
                  <a:rPr lang="en-US" altLang="zh-CN" b="0">
                    <a:latin typeface="黑体" panose="02010609060101010101" pitchFamily="49" charset="-122"/>
                    <a:ea typeface="黑体" panose="02010609060101010101" pitchFamily="49" charset="-122"/>
                    <a:sym typeface="Symbol" panose="05050102010706020507" pitchFamily="18" charset="2"/>
                  </a:rPr>
                  <a:t>-</a:t>
                </a:r>
              </a:p>
            </p:txBody>
          </p:sp>
          <p:sp>
            <p:nvSpPr>
              <p:cNvPr id="53397" name="Text Box 149"/>
              <p:cNvSpPr txBox="1">
                <a:spLocks noChangeArrowheads="1"/>
              </p:cNvSpPr>
              <p:nvPr/>
            </p:nvSpPr>
            <p:spPr bwMode="auto">
              <a:xfrm>
                <a:off x="2607" y="850"/>
                <a:ext cx="250"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r>
                  <a:rPr lang="en-US" altLang="zh-CN" b="0">
                    <a:latin typeface="黑体" panose="02010609060101010101" pitchFamily="49" charset="-122"/>
                    <a:ea typeface="黑体" panose="02010609060101010101" pitchFamily="49" charset="-122"/>
                    <a:sym typeface="Symbol" panose="05050102010706020507" pitchFamily="18" charset="2"/>
                  </a:rPr>
                  <a:t>-</a:t>
                </a:r>
              </a:p>
            </p:txBody>
          </p:sp>
          <p:graphicFrame>
            <p:nvGraphicFramePr>
              <p:cNvPr id="53398" name="Object 150"/>
              <p:cNvGraphicFramePr>
                <a:graphicFrameLocks noChangeAspect="1"/>
              </p:cNvGraphicFramePr>
              <p:nvPr/>
            </p:nvGraphicFramePr>
            <p:xfrm>
              <a:off x="2370" y="138"/>
              <a:ext cx="207" cy="290"/>
            </p:xfrm>
            <a:graphic>
              <a:graphicData uri="http://schemas.openxmlformats.org/presentationml/2006/ole">
                <mc:AlternateContent xmlns:mc="http://schemas.openxmlformats.org/markup-compatibility/2006">
                  <mc:Choice xmlns:v="urn:schemas-microsoft-com:vml" Requires="v">
                    <p:oleObj spid="_x0000_s202013" name="公式" r:id="rId26" imgW="177480" imgH="228600" progId="Equation.3">
                      <p:embed/>
                    </p:oleObj>
                  </mc:Choice>
                  <mc:Fallback>
                    <p:oleObj name="公式" r:id="rId26" imgW="177480" imgH="228600" progId="Equation.3">
                      <p:embed/>
                      <p:pic>
                        <p:nvPicPr>
                          <p:cNvPr id="0" name="Object 15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370" y="138"/>
                            <a:ext cx="207" cy="290"/>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3400" name="Line 152"/>
              <p:cNvSpPr>
                <a:spLocks noChangeShapeType="1"/>
              </p:cNvSpPr>
              <p:nvPr/>
            </p:nvSpPr>
            <p:spPr bwMode="auto">
              <a:xfrm>
                <a:off x="531" y="485"/>
                <a:ext cx="574" cy="1"/>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401" name="Line 153"/>
              <p:cNvSpPr>
                <a:spLocks noChangeShapeType="1"/>
              </p:cNvSpPr>
              <p:nvPr/>
            </p:nvSpPr>
            <p:spPr bwMode="auto">
              <a:xfrm flipV="1">
                <a:off x="531" y="1081"/>
                <a:ext cx="562"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402" name="Text Box 154"/>
              <p:cNvSpPr txBox="1">
                <a:spLocks noChangeArrowheads="1"/>
              </p:cNvSpPr>
              <p:nvPr/>
            </p:nvSpPr>
            <p:spPr bwMode="auto">
              <a:xfrm>
                <a:off x="372" y="463"/>
                <a:ext cx="267"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0000"/>
                    </a:solidFill>
                    <a:miter lim="800000"/>
                    <a:headEnd/>
                    <a:tailEnd/>
                  </a14:hiddenLine>
                </a:ext>
              </a:extLst>
            </p:spPr>
            <p:txBody>
              <a:bodyPr>
                <a:spAutoFit/>
              </a:bodyPr>
              <a:lstStyle/>
              <a:p>
                <a:pPr algn="l" eaLnBrk="1" hangingPunct="1">
                  <a:spcBef>
                    <a:spcPct val="50000"/>
                  </a:spcBef>
                </a:pPr>
                <a:r>
                  <a:rPr lang="en-US" altLang="zh-CN">
                    <a:solidFill>
                      <a:srgbClr val="FF0000"/>
                    </a:solidFill>
                    <a:latin typeface="Times New Roman" panose="02020603050405020304" pitchFamily="18" charset="0"/>
                  </a:rPr>
                  <a:t>+</a:t>
                </a:r>
                <a:endParaRPr lang="en-US" altLang="zh-CN">
                  <a:latin typeface="Times New Roman" panose="02020603050405020304" pitchFamily="18" charset="0"/>
                </a:endParaRPr>
              </a:p>
            </p:txBody>
          </p:sp>
          <p:sp>
            <p:nvSpPr>
              <p:cNvPr id="53403" name="Text Box 155"/>
              <p:cNvSpPr txBox="1">
                <a:spLocks noChangeArrowheads="1"/>
              </p:cNvSpPr>
              <p:nvPr/>
            </p:nvSpPr>
            <p:spPr bwMode="auto">
              <a:xfrm>
                <a:off x="397" y="847"/>
                <a:ext cx="267"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0000"/>
                    </a:solidFill>
                    <a:miter lim="800000"/>
                    <a:headEnd/>
                    <a:tailEnd/>
                  </a14:hiddenLine>
                </a:ext>
              </a:extLst>
            </p:spPr>
            <p:txBody>
              <a:bodyPr>
                <a:spAutoFit/>
              </a:bodyPr>
              <a:lstStyle/>
              <a:p>
                <a:pPr algn="l" eaLnBrk="1" hangingPunct="1">
                  <a:spcBef>
                    <a:spcPct val="50000"/>
                  </a:spcBef>
                </a:pPr>
                <a:r>
                  <a:rPr lang="en-US" altLang="zh-CN" b="0">
                    <a:solidFill>
                      <a:srgbClr val="FF0000"/>
                    </a:solidFill>
                    <a:latin typeface="黑体" panose="02010609060101010101" pitchFamily="49" charset="-122"/>
                    <a:ea typeface="黑体" panose="02010609060101010101" pitchFamily="49" charset="-122"/>
                    <a:sym typeface="Symbol" panose="05050102010706020507" pitchFamily="18" charset="2"/>
                  </a:rPr>
                  <a:t>-</a:t>
                </a:r>
                <a:endParaRPr lang="en-US" altLang="zh-CN" b="0">
                  <a:latin typeface="黑体" panose="02010609060101010101" pitchFamily="49" charset="-122"/>
                  <a:ea typeface="黑体" panose="02010609060101010101" pitchFamily="49" charset="-122"/>
                  <a:sym typeface="Symbol" panose="05050102010706020507" pitchFamily="18" charset="2"/>
                </a:endParaRPr>
              </a:p>
            </p:txBody>
          </p:sp>
          <p:graphicFrame>
            <p:nvGraphicFramePr>
              <p:cNvPr id="53404" name="Object 156"/>
              <p:cNvGraphicFramePr>
                <a:graphicFrameLocks noChangeAspect="1"/>
              </p:cNvGraphicFramePr>
              <p:nvPr/>
            </p:nvGraphicFramePr>
            <p:xfrm>
              <a:off x="601" y="72"/>
              <a:ext cx="208" cy="290"/>
            </p:xfrm>
            <a:graphic>
              <a:graphicData uri="http://schemas.openxmlformats.org/presentationml/2006/ole">
                <mc:AlternateContent xmlns:mc="http://schemas.openxmlformats.org/markup-compatibility/2006">
                  <mc:Choice xmlns:v="urn:schemas-microsoft-com:vml" Requires="v">
                    <p:oleObj spid="_x0000_s202014" name="公式" r:id="rId27" imgW="164880" imgH="228600" progId="Equation.3">
                      <p:embed/>
                    </p:oleObj>
                  </mc:Choice>
                  <mc:Fallback>
                    <p:oleObj name="公式" r:id="rId27" imgW="164880" imgH="228600" progId="Equation.3">
                      <p:embed/>
                      <p:pic>
                        <p:nvPicPr>
                          <p:cNvPr id="0" name="Object 156"/>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601" y="72"/>
                            <a:ext cx="208" cy="2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3405" name="Oval 157"/>
              <p:cNvSpPr>
                <a:spLocks noChangeArrowheads="1"/>
              </p:cNvSpPr>
              <p:nvPr/>
            </p:nvSpPr>
            <p:spPr bwMode="auto">
              <a:xfrm>
                <a:off x="457" y="448"/>
                <a:ext cx="68" cy="68"/>
              </a:xfrm>
              <a:prstGeom prst="ellipse">
                <a:avLst/>
              </a:prstGeom>
              <a:noFill/>
              <a:ln w="1905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53406" name="Oval 158"/>
              <p:cNvSpPr>
                <a:spLocks noChangeArrowheads="1"/>
              </p:cNvSpPr>
              <p:nvPr/>
            </p:nvSpPr>
            <p:spPr bwMode="auto">
              <a:xfrm>
                <a:off x="457" y="1042"/>
                <a:ext cx="68" cy="68"/>
              </a:xfrm>
              <a:prstGeom prst="ellipse">
                <a:avLst/>
              </a:prstGeom>
              <a:noFill/>
              <a:ln w="1905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graphicFrame>
            <p:nvGraphicFramePr>
              <p:cNvPr id="53407" name="Object 159"/>
              <p:cNvGraphicFramePr>
                <a:graphicFrameLocks noChangeAspect="1"/>
              </p:cNvGraphicFramePr>
              <p:nvPr/>
            </p:nvGraphicFramePr>
            <p:xfrm>
              <a:off x="379" y="660"/>
              <a:ext cx="256" cy="291"/>
            </p:xfrm>
            <a:graphic>
              <a:graphicData uri="http://schemas.openxmlformats.org/presentationml/2006/ole">
                <mc:AlternateContent xmlns:mc="http://schemas.openxmlformats.org/markup-compatibility/2006">
                  <mc:Choice xmlns:v="urn:schemas-microsoft-com:vml" Requires="v">
                    <p:oleObj spid="_x0000_s202015" name="公式" r:id="rId29" imgW="203040" imgH="228600" progId="Equation.3">
                      <p:embed/>
                    </p:oleObj>
                  </mc:Choice>
                  <mc:Fallback>
                    <p:oleObj name="公式" r:id="rId29" imgW="203040" imgH="228600" progId="Equation.3">
                      <p:embed/>
                      <p:pic>
                        <p:nvPicPr>
                          <p:cNvPr id="0" name="Object 159"/>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379" y="660"/>
                            <a:ext cx="256"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3409" name="Line 161"/>
              <p:cNvSpPr>
                <a:spLocks noChangeShapeType="1"/>
              </p:cNvSpPr>
              <p:nvPr/>
            </p:nvSpPr>
            <p:spPr bwMode="auto">
              <a:xfrm>
                <a:off x="1225" y="436"/>
                <a:ext cx="270"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53410" name="Line 162"/>
              <p:cNvSpPr>
                <a:spLocks noChangeShapeType="1"/>
              </p:cNvSpPr>
              <p:nvPr/>
            </p:nvSpPr>
            <p:spPr bwMode="auto">
              <a:xfrm flipH="1">
                <a:off x="2341" y="436"/>
                <a:ext cx="276"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53413" name="Text Box 165"/>
              <p:cNvSpPr txBox="1">
                <a:spLocks noChangeArrowheads="1"/>
              </p:cNvSpPr>
              <p:nvPr/>
            </p:nvSpPr>
            <p:spPr bwMode="auto">
              <a:xfrm>
                <a:off x="3132" y="463"/>
                <a:ext cx="267" cy="288"/>
              </a:xfrm>
              <a:prstGeom prst="rect">
                <a:avLst/>
              </a:prstGeom>
              <a:noFill/>
              <a:ln>
                <a:noFill/>
              </a:ln>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spcBef>
                    <a:spcPct val="50000"/>
                  </a:spcBef>
                </a:pPr>
                <a:r>
                  <a:rPr lang="en-US" altLang="zh-CN">
                    <a:latin typeface="Times New Roman" panose="02020603050405020304" pitchFamily="18" charset="0"/>
                  </a:rPr>
                  <a:t>+</a:t>
                </a:r>
              </a:p>
            </p:txBody>
          </p:sp>
          <p:graphicFrame>
            <p:nvGraphicFramePr>
              <p:cNvPr id="53414" name="Object 166"/>
              <p:cNvGraphicFramePr>
                <a:graphicFrameLocks noChangeAspect="1"/>
              </p:cNvGraphicFramePr>
              <p:nvPr/>
            </p:nvGraphicFramePr>
            <p:xfrm>
              <a:off x="3122" y="652"/>
              <a:ext cx="290" cy="290"/>
            </p:xfrm>
            <a:graphic>
              <a:graphicData uri="http://schemas.openxmlformats.org/presentationml/2006/ole">
                <mc:AlternateContent xmlns:mc="http://schemas.openxmlformats.org/markup-compatibility/2006">
                  <mc:Choice xmlns:v="urn:schemas-microsoft-com:vml" Requires="v">
                    <p:oleObj spid="_x0000_s202016" name="公式" r:id="rId31" imgW="228600" imgH="228600" progId="Equation.3">
                      <p:embed/>
                    </p:oleObj>
                  </mc:Choice>
                  <mc:Fallback>
                    <p:oleObj name="公式" r:id="rId31" imgW="228600" imgH="228600" progId="Equation.3">
                      <p:embed/>
                      <p:pic>
                        <p:nvPicPr>
                          <p:cNvPr id="0" name="Object 166"/>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3122" y="652"/>
                            <a:ext cx="290" cy="290"/>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3415" name="Text Box 167"/>
              <p:cNvSpPr txBox="1">
                <a:spLocks noChangeArrowheads="1"/>
              </p:cNvSpPr>
              <p:nvPr/>
            </p:nvSpPr>
            <p:spPr bwMode="auto">
              <a:xfrm>
                <a:off x="3129" y="840"/>
                <a:ext cx="250"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r>
                  <a:rPr lang="en-US" altLang="zh-CN" b="0">
                    <a:latin typeface="黑体" panose="02010609060101010101" pitchFamily="49" charset="-122"/>
                    <a:ea typeface="黑体" panose="02010609060101010101" pitchFamily="49" charset="-122"/>
                    <a:sym typeface="Symbol" panose="05050102010706020507" pitchFamily="18" charset="2"/>
                  </a:rPr>
                  <a:t>-</a:t>
                </a:r>
              </a:p>
            </p:txBody>
          </p:sp>
          <p:sp>
            <p:nvSpPr>
              <p:cNvPr id="53417" name="Rectangle 169"/>
              <p:cNvSpPr>
                <a:spLocks noChangeArrowheads="1"/>
              </p:cNvSpPr>
              <p:nvPr/>
            </p:nvSpPr>
            <p:spPr bwMode="auto">
              <a:xfrm>
                <a:off x="3697" y="367"/>
                <a:ext cx="713" cy="832"/>
              </a:xfrm>
              <a:prstGeom prst="rect">
                <a:avLst/>
              </a:prstGeom>
              <a:solidFill>
                <a:srgbClr val="FFFFCC"/>
              </a:solidFill>
              <a:ln w="31750">
                <a:solidFill>
                  <a:srgbClr val="000000"/>
                </a:solidFill>
                <a:miter lim="800000"/>
                <a:headEnd/>
                <a:tailEnd/>
              </a:ln>
            </p:spPr>
            <p:txBody>
              <a:bodyPr/>
              <a:lstStyle/>
              <a:p>
                <a:endParaRPr lang="zh-CN" altLang="en-US"/>
              </a:p>
            </p:txBody>
          </p:sp>
          <p:sp>
            <p:nvSpPr>
              <p:cNvPr id="53418" name="Rectangle 170"/>
              <p:cNvSpPr>
                <a:spLocks noChangeArrowheads="1"/>
              </p:cNvSpPr>
              <p:nvPr/>
            </p:nvSpPr>
            <p:spPr bwMode="auto">
              <a:xfrm>
                <a:off x="3852" y="564"/>
                <a:ext cx="414" cy="269"/>
              </a:xfrm>
              <a:prstGeom prst="rect">
                <a:avLst/>
              </a:prstGeom>
              <a:noFill/>
              <a:ln>
                <a:noFill/>
              </a:ln>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eaLnBrk="1" hangingPunct="1"/>
                <a:r>
                  <a:rPr lang="en-US" altLang="zh-CN" sz="2800" i="1">
                    <a:latin typeface="Times New Roman" panose="02020603050405020304" pitchFamily="18" charset="0"/>
                  </a:rPr>
                  <a:t>T </a:t>
                </a:r>
                <a:r>
                  <a:rPr lang="en-US" altLang="zh-CN" sz="2800">
                    <a:latin typeface="Times New Roman" panose="02020603050405020304" pitchFamily="18" charset="0"/>
                    <a:sym typeface="Symbol" panose="05050102010706020507" pitchFamily="18" charset="2"/>
                  </a:rPr>
                  <a:t></a:t>
                </a:r>
                <a:endParaRPr lang="en-US" altLang="zh-CN">
                  <a:latin typeface="Times New Roman" panose="02020603050405020304" pitchFamily="18" charset="0"/>
                </a:endParaRPr>
              </a:p>
            </p:txBody>
          </p:sp>
          <p:sp>
            <p:nvSpPr>
              <p:cNvPr id="53419" name="Line 171"/>
              <p:cNvSpPr>
                <a:spLocks noChangeShapeType="1"/>
              </p:cNvSpPr>
              <p:nvPr/>
            </p:nvSpPr>
            <p:spPr bwMode="auto">
              <a:xfrm>
                <a:off x="3291" y="485"/>
                <a:ext cx="418" cy="1"/>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420" name="Line 172"/>
              <p:cNvSpPr>
                <a:spLocks noChangeShapeType="1"/>
              </p:cNvSpPr>
              <p:nvPr/>
            </p:nvSpPr>
            <p:spPr bwMode="auto">
              <a:xfrm flipV="1">
                <a:off x="3285" y="1075"/>
                <a:ext cx="418"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421" name="Line 173"/>
              <p:cNvSpPr>
                <a:spLocks noChangeShapeType="1"/>
              </p:cNvSpPr>
              <p:nvPr/>
            </p:nvSpPr>
            <p:spPr bwMode="auto">
              <a:xfrm>
                <a:off x="4412" y="491"/>
                <a:ext cx="418" cy="3"/>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422" name="Line 174"/>
              <p:cNvSpPr>
                <a:spLocks noChangeShapeType="1"/>
              </p:cNvSpPr>
              <p:nvPr/>
            </p:nvSpPr>
            <p:spPr bwMode="auto">
              <a:xfrm>
                <a:off x="4416" y="1080"/>
                <a:ext cx="418" cy="1"/>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423" name="Text Box 175"/>
              <p:cNvSpPr txBox="1">
                <a:spLocks noChangeArrowheads="1"/>
              </p:cNvSpPr>
              <p:nvPr/>
            </p:nvSpPr>
            <p:spPr bwMode="auto">
              <a:xfrm>
                <a:off x="4752" y="469"/>
                <a:ext cx="267" cy="288"/>
              </a:xfrm>
              <a:prstGeom prst="rect">
                <a:avLst/>
              </a:prstGeom>
              <a:noFill/>
              <a:ln>
                <a:noFill/>
              </a:ln>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spcBef>
                    <a:spcPct val="50000"/>
                  </a:spcBef>
                </a:pPr>
                <a:r>
                  <a:rPr lang="en-US" altLang="zh-CN">
                    <a:latin typeface="Times New Roman" panose="02020603050405020304" pitchFamily="18" charset="0"/>
                  </a:rPr>
                  <a:t>+</a:t>
                </a:r>
              </a:p>
            </p:txBody>
          </p:sp>
          <p:graphicFrame>
            <p:nvGraphicFramePr>
              <p:cNvPr id="53424" name="Object 176"/>
              <p:cNvGraphicFramePr>
                <a:graphicFrameLocks noChangeAspect="1"/>
              </p:cNvGraphicFramePr>
              <p:nvPr/>
            </p:nvGraphicFramePr>
            <p:xfrm>
              <a:off x="3356" y="100"/>
              <a:ext cx="242" cy="290"/>
            </p:xfrm>
            <a:graphic>
              <a:graphicData uri="http://schemas.openxmlformats.org/presentationml/2006/ole">
                <mc:AlternateContent xmlns:mc="http://schemas.openxmlformats.org/markup-compatibility/2006">
                  <mc:Choice xmlns:v="urn:schemas-microsoft-com:vml" Requires="v">
                    <p:oleObj spid="_x0000_s202017" name="公式" r:id="rId33" imgW="190440" imgH="228600" progId="Equation.3">
                      <p:embed/>
                    </p:oleObj>
                  </mc:Choice>
                  <mc:Fallback>
                    <p:oleObj name="公式" r:id="rId33" imgW="190440" imgH="228600" progId="Equation.3">
                      <p:embed/>
                      <p:pic>
                        <p:nvPicPr>
                          <p:cNvPr id="0" name="Object 176"/>
                          <p:cNvPicPr>
                            <a:picLocks noChangeAspect="1" noChangeArrowheads="1"/>
                          </p:cNvPicPr>
                          <p:nvPr/>
                        </p:nvPicPr>
                        <p:blipFill>
                          <a:blip r:embed="rId34">
                            <a:extLst>
                              <a:ext uri="{28A0092B-C50C-407E-A947-70E740481C1C}">
                                <a14:useLocalDpi xmlns:a14="http://schemas.microsoft.com/office/drawing/2010/main" val="0"/>
                              </a:ext>
                            </a:extLst>
                          </a:blip>
                          <a:srcRect/>
                          <a:stretch>
                            <a:fillRect/>
                          </a:stretch>
                        </p:blipFill>
                        <p:spPr bwMode="auto">
                          <a:xfrm>
                            <a:off x="3356" y="100"/>
                            <a:ext cx="242" cy="290"/>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3425" name="Oval 177"/>
              <p:cNvSpPr>
                <a:spLocks noChangeArrowheads="1"/>
              </p:cNvSpPr>
              <p:nvPr/>
            </p:nvSpPr>
            <p:spPr bwMode="auto">
              <a:xfrm>
                <a:off x="3217" y="448"/>
                <a:ext cx="68" cy="68"/>
              </a:xfrm>
              <a:prstGeom prst="ellipse">
                <a:avLst/>
              </a:prstGeom>
              <a:noFill/>
              <a:ln w="19050">
                <a:solidFill>
                  <a:schemeClr val="tx1"/>
                </a:solidFill>
                <a:round/>
                <a:headEnd/>
                <a:tailEnd/>
              </a:ln>
              <a:effectLst/>
              <a:extLst>
                <a:ext uri="{909E8E84-426E-40DD-AFC4-6F175D3DCCD1}">
                  <a14:hiddenFill xmlns:a14="http://schemas.microsoft.com/office/drawing/2010/main">
                    <a:solidFill>
                      <a:srgbClr val="FFFFCC"/>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53426" name="Oval 178"/>
              <p:cNvSpPr>
                <a:spLocks noChangeArrowheads="1"/>
              </p:cNvSpPr>
              <p:nvPr/>
            </p:nvSpPr>
            <p:spPr bwMode="auto">
              <a:xfrm>
                <a:off x="3217" y="1042"/>
                <a:ext cx="68" cy="68"/>
              </a:xfrm>
              <a:prstGeom prst="ellipse">
                <a:avLst/>
              </a:prstGeom>
              <a:noFill/>
              <a:ln w="19050">
                <a:solidFill>
                  <a:schemeClr val="tx1"/>
                </a:solidFill>
                <a:round/>
                <a:headEnd/>
                <a:tailEnd/>
              </a:ln>
              <a:effectLst/>
              <a:extLst>
                <a:ext uri="{909E8E84-426E-40DD-AFC4-6F175D3DCCD1}">
                  <a14:hiddenFill xmlns:a14="http://schemas.microsoft.com/office/drawing/2010/main">
                    <a:solidFill>
                      <a:srgbClr val="FFFFCC"/>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53427" name="Oval 179"/>
              <p:cNvSpPr>
                <a:spLocks noChangeArrowheads="1"/>
              </p:cNvSpPr>
              <p:nvPr/>
            </p:nvSpPr>
            <p:spPr bwMode="auto">
              <a:xfrm>
                <a:off x="4831" y="460"/>
                <a:ext cx="68" cy="68"/>
              </a:xfrm>
              <a:prstGeom prst="ellipse">
                <a:avLst/>
              </a:prstGeom>
              <a:noFill/>
              <a:ln w="19050">
                <a:solidFill>
                  <a:schemeClr val="tx1"/>
                </a:solidFill>
                <a:round/>
                <a:headEnd/>
                <a:tailEnd/>
              </a:ln>
              <a:effectLst/>
              <a:extLst>
                <a:ext uri="{909E8E84-426E-40DD-AFC4-6F175D3DCCD1}">
                  <a14:hiddenFill xmlns:a14="http://schemas.microsoft.com/office/drawing/2010/main">
                    <a:solidFill>
                      <a:srgbClr val="FFFFCC"/>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53428" name="Oval 180"/>
              <p:cNvSpPr>
                <a:spLocks noChangeArrowheads="1"/>
              </p:cNvSpPr>
              <p:nvPr/>
            </p:nvSpPr>
            <p:spPr bwMode="auto">
              <a:xfrm>
                <a:off x="4837" y="1042"/>
                <a:ext cx="68" cy="68"/>
              </a:xfrm>
              <a:prstGeom prst="ellipse">
                <a:avLst/>
              </a:prstGeom>
              <a:noFill/>
              <a:ln w="19050">
                <a:solidFill>
                  <a:schemeClr val="tx1"/>
                </a:solidFill>
                <a:round/>
                <a:headEnd/>
                <a:tailEnd/>
              </a:ln>
              <a:effectLst/>
              <a:extLst>
                <a:ext uri="{909E8E84-426E-40DD-AFC4-6F175D3DCCD1}">
                  <a14:hiddenFill xmlns:a14="http://schemas.microsoft.com/office/drawing/2010/main">
                    <a:solidFill>
                      <a:srgbClr val="FFFFCC"/>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graphicFrame>
            <p:nvGraphicFramePr>
              <p:cNvPr id="53429" name="Object 181"/>
              <p:cNvGraphicFramePr>
                <a:graphicFrameLocks noChangeAspect="1"/>
              </p:cNvGraphicFramePr>
              <p:nvPr/>
            </p:nvGraphicFramePr>
            <p:xfrm>
              <a:off x="4502" y="126"/>
              <a:ext cx="242" cy="290"/>
            </p:xfrm>
            <a:graphic>
              <a:graphicData uri="http://schemas.openxmlformats.org/presentationml/2006/ole">
                <mc:AlternateContent xmlns:mc="http://schemas.openxmlformats.org/markup-compatibility/2006">
                  <mc:Choice xmlns:v="urn:schemas-microsoft-com:vml" Requires="v">
                    <p:oleObj spid="_x0000_s202018" name="公式" r:id="rId35" imgW="190440" imgH="228600" progId="Equation.3">
                      <p:embed/>
                    </p:oleObj>
                  </mc:Choice>
                  <mc:Fallback>
                    <p:oleObj name="公式" r:id="rId35" imgW="190440" imgH="228600" progId="Equation.3">
                      <p:embed/>
                      <p:pic>
                        <p:nvPicPr>
                          <p:cNvPr id="0" name="Object 181"/>
                          <p:cNvPicPr>
                            <a:picLocks noChangeAspect="1" noChangeArrowheads="1"/>
                          </p:cNvPicPr>
                          <p:nvPr/>
                        </p:nvPicPr>
                        <p:blipFill>
                          <a:blip r:embed="rId36">
                            <a:extLst>
                              <a:ext uri="{28A0092B-C50C-407E-A947-70E740481C1C}">
                                <a14:useLocalDpi xmlns:a14="http://schemas.microsoft.com/office/drawing/2010/main" val="0"/>
                              </a:ext>
                            </a:extLst>
                          </a:blip>
                          <a:srcRect/>
                          <a:stretch>
                            <a:fillRect/>
                          </a:stretch>
                        </p:blipFill>
                        <p:spPr bwMode="auto">
                          <a:xfrm>
                            <a:off x="4502" y="126"/>
                            <a:ext cx="242" cy="290"/>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3430" name="Object 182"/>
              <p:cNvGraphicFramePr>
                <a:graphicFrameLocks noChangeAspect="1"/>
              </p:cNvGraphicFramePr>
              <p:nvPr/>
            </p:nvGraphicFramePr>
            <p:xfrm>
              <a:off x="4748" y="666"/>
              <a:ext cx="290" cy="290"/>
            </p:xfrm>
            <a:graphic>
              <a:graphicData uri="http://schemas.openxmlformats.org/presentationml/2006/ole">
                <mc:AlternateContent xmlns:mc="http://schemas.openxmlformats.org/markup-compatibility/2006">
                  <mc:Choice xmlns:v="urn:schemas-microsoft-com:vml" Requires="v">
                    <p:oleObj spid="_x0000_s202019" name="公式" r:id="rId37" imgW="228600" imgH="228600" progId="Equation.3">
                      <p:embed/>
                    </p:oleObj>
                  </mc:Choice>
                  <mc:Fallback>
                    <p:oleObj name="公式" r:id="rId37" imgW="228600" imgH="228600" progId="Equation.3">
                      <p:embed/>
                      <p:pic>
                        <p:nvPicPr>
                          <p:cNvPr id="0" name="Object 182"/>
                          <p:cNvPicPr>
                            <a:picLocks noChangeAspect="1" noChangeArrowheads="1"/>
                          </p:cNvPicPr>
                          <p:nvPr/>
                        </p:nvPicPr>
                        <p:blipFill>
                          <a:blip r:embed="rId38">
                            <a:extLst>
                              <a:ext uri="{28A0092B-C50C-407E-A947-70E740481C1C}">
                                <a14:useLocalDpi xmlns:a14="http://schemas.microsoft.com/office/drawing/2010/main" val="0"/>
                              </a:ext>
                            </a:extLst>
                          </a:blip>
                          <a:srcRect/>
                          <a:stretch>
                            <a:fillRect/>
                          </a:stretch>
                        </p:blipFill>
                        <p:spPr bwMode="auto">
                          <a:xfrm>
                            <a:off x="4748" y="666"/>
                            <a:ext cx="290" cy="290"/>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3431" name="Text Box 183"/>
              <p:cNvSpPr txBox="1">
                <a:spLocks noChangeArrowheads="1"/>
              </p:cNvSpPr>
              <p:nvPr/>
            </p:nvSpPr>
            <p:spPr bwMode="auto">
              <a:xfrm>
                <a:off x="4745" y="848"/>
                <a:ext cx="250"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r>
                  <a:rPr lang="en-US" altLang="zh-CN" b="0">
                    <a:latin typeface="黑体" panose="02010609060101010101" pitchFamily="49" charset="-122"/>
                    <a:ea typeface="黑体" panose="02010609060101010101" pitchFamily="49" charset="-122"/>
                    <a:sym typeface="Symbol" panose="05050102010706020507" pitchFamily="18" charset="2"/>
                  </a:rPr>
                  <a:t>-</a:t>
                </a:r>
              </a:p>
            </p:txBody>
          </p:sp>
          <p:sp>
            <p:nvSpPr>
              <p:cNvPr id="53432" name="Line 184"/>
              <p:cNvSpPr>
                <a:spLocks noChangeShapeType="1"/>
              </p:cNvSpPr>
              <p:nvPr/>
            </p:nvSpPr>
            <p:spPr bwMode="auto">
              <a:xfrm>
                <a:off x="3367" y="424"/>
                <a:ext cx="240"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53433" name="Line 185"/>
              <p:cNvSpPr>
                <a:spLocks noChangeShapeType="1"/>
              </p:cNvSpPr>
              <p:nvPr/>
            </p:nvSpPr>
            <p:spPr bwMode="auto">
              <a:xfrm flipH="1">
                <a:off x="4489" y="436"/>
                <a:ext cx="246"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53436" name="Text Box 188"/>
              <p:cNvSpPr txBox="1">
                <a:spLocks noChangeArrowheads="1"/>
              </p:cNvSpPr>
              <p:nvPr/>
            </p:nvSpPr>
            <p:spPr bwMode="auto">
              <a:xfrm>
                <a:off x="5375" y="469"/>
                <a:ext cx="267"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spcBef>
                    <a:spcPct val="50000"/>
                  </a:spcBef>
                </a:pPr>
                <a:r>
                  <a:rPr lang="en-US" altLang="zh-CN">
                    <a:solidFill>
                      <a:srgbClr val="FF0000"/>
                    </a:solidFill>
                    <a:latin typeface="Times New Roman" panose="02020603050405020304" pitchFamily="18" charset="0"/>
                  </a:rPr>
                  <a:t>+</a:t>
                </a:r>
                <a:endParaRPr lang="en-US" altLang="zh-CN">
                  <a:latin typeface="Times New Roman" panose="02020603050405020304" pitchFamily="18" charset="0"/>
                </a:endParaRPr>
              </a:p>
            </p:txBody>
          </p:sp>
          <p:sp>
            <p:nvSpPr>
              <p:cNvPr id="53438" name="Line 190"/>
              <p:cNvSpPr>
                <a:spLocks noChangeShapeType="1"/>
              </p:cNvSpPr>
              <p:nvPr/>
            </p:nvSpPr>
            <p:spPr bwMode="auto">
              <a:xfrm>
                <a:off x="4903" y="499"/>
                <a:ext cx="556" cy="1"/>
              </a:xfrm>
              <a:prstGeom prst="line">
                <a:avLst/>
              </a:prstGeom>
              <a:noFill/>
              <a:ln w="19050">
                <a:solidFill>
                  <a:srgbClr val="FF33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439" name="Line 191"/>
              <p:cNvSpPr>
                <a:spLocks noChangeShapeType="1"/>
              </p:cNvSpPr>
              <p:nvPr/>
            </p:nvSpPr>
            <p:spPr bwMode="auto">
              <a:xfrm>
                <a:off x="4907" y="1080"/>
                <a:ext cx="550" cy="1"/>
              </a:xfrm>
              <a:prstGeom prst="line">
                <a:avLst/>
              </a:prstGeom>
              <a:noFill/>
              <a:ln w="19050">
                <a:solidFill>
                  <a:srgbClr val="FF33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53440" name="Object 192"/>
              <p:cNvGraphicFramePr>
                <a:graphicFrameLocks noChangeAspect="1"/>
              </p:cNvGraphicFramePr>
              <p:nvPr/>
            </p:nvGraphicFramePr>
            <p:xfrm>
              <a:off x="5388" y="674"/>
              <a:ext cx="255" cy="291"/>
            </p:xfrm>
            <a:graphic>
              <a:graphicData uri="http://schemas.openxmlformats.org/presentationml/2006/ole">
                <mc:AlternateContent xmlns:mc="http://schemas.openxmlformats.org/markup-compatibility/2006">
                  <mc:Choice xmlns:v="urn:schemas-microsoft-com:vml" Requires="v">
                    <p:oleObj spid="_x0000_s202020" name="公式" r:id="rId39" imgW="203040" imgH="228600" progId="Equation.3">
                      <p:embed/>
                    </p:oleObj>
                  </mc:Choice>
                  <mc:Fallback>
                    <p:oleObj name="公式" r:id="rId39" imgW="203040" imgH="228600" progId="Equation.3">
                      <p:embed/>
                      <p:pic>
                        <p:nvPicPr>
                          <p:cNvPr id="0" name="Object 192"/>
                          <p:cNvPicPr>
                            <a:picLocks noChangeAspect="1" noChangeArrowheads="1"/>
                          </p:cNvPicPr>
                          <p:nvPr/>
                        </p:nvPicPr>
                        <p:blipFill>
                          <a:blip r:embed="rId40">
                            <a:extLst>
                              <a:ext uri="{28A0092B-C50C-407E-A947-70E740481C1C}">
                                <a14:useLocalDpi xmlns:a14="http://schemas.microsoft.com/office/drawing/2010/main" val="0"/>
                              </a:ext>
                            </a:extLst>
                          </a:blip>
                          <a:srcRect/>
                          <a:stretch>
                            <a:fillRect/>
                          </a:stretch>
                        </p:blipFill>
                        <p:spPr bwMode="auto">
                          <a:xfrm>
                            <a:off x="5388" y="674"/>
                            <a:ext cx="255"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3442" name="Text Box 194"/>
              <p:cNvSpPr txBox="1">
                <a:spLocks noChangeArrowheads="1"/>
              </p:cNvSpPr>
              <p:nvPr/>
            </p:nvSpPr>
            <p:spPr bwMode="auto">
              <a:xfrm>
                <a:off x="5362" y="851"/>
                <a:ext cx="267"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spcBef>
                    <a:spcPct val="50000"/>
                  </a:spcBef>
                </a:pPr>
                <a:r>
                  <a:rPr lang="en-US" altLang="zh-CN" b="0">
                    <a:solidFill>
                      <a:srgbClr val="FF0000"/>
                    </a:solidFill>
                    <a:latin typeface="黑体" panose="02010609060101010101" pitchFamily="49" charset="-122"/>
                    <a:ea typeface="黑体" panose="02010609060101010101" pitchFamily="49" charset="-122"/>
                    <a:sym typeface="Symbol" panose="05050102010706020507" pitchFamily="18" charset="2"/>
                  </a:rPr>
                  <a:t>-</a:t>
                </a:r>
                <a:endParaRPr lang="en-US" altLang="zh-CN" b="0">
                  <a:latin typeface="黑体" panose="02010609060101010101" pitchFamily="49" charset="-122"/>
                  <a:ea typeface="黑体" panose="02010609060101010101" pitchFamily="49" charset="-122"/>
                  <a:sym typeface="Symbol" panose="05050102010706020507" pitchFamily="18" charset="2"/>
                </a:endParaRPr>
              </a:p>
            </p:txBody>
          </p:sp>
          <p:sp>
            <p:nvSpPr>
              <p:cNvPr id="53443" name="Oval 195"/>
              <p:cNvSpPr>
                <a:spLocks noChangeArrowheads="1"/>
              </p:cNvSpPr>
              <p:nvPr/>
            </p:nvSpPr>
            <p:spPr bwMode="auto">
              <a:xfrm>
                <a:off x="5454" y="460"/>
                <a:ext cx="68" cy="68"/>
              </a:xfrm>
              <a:prstGeom prst="ellipse">
                <a:avLst/>
              </a:prstGeom>
              <a:noFill/>
              <a:ln w="19050">
                <a:solidFill>
                  <a:srgbClr val="FF33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53444" name="Oval 196"/>
              <p:cNvSpPr>
                <a:spLocks noChangeArrowheads="1"/>
              </p:cNvSpPr>
              <p:nvPr/>
            </p:nvSpPr>
            <p:spPr bwMode="auto">
              <a:xfrm>
                <a:off x="5460" y="1042"/>
                <a:ext cx="68" cy="68"/>
              </a:xfrm>
              <a:prstGeom prst="ellipse">
                <a:avLst/>
              </a:prstGeom>
              <a:noFill/>
              <a:ln w="19050">
                <a:solidFill>
                  <a:srgbClr val="FF33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graphicFrame>
            <p:nvGraphicFramePr>
              <p:cNvPr id="53445" name="Object 197"/>
              <p:cNvGraphicFramePr>
                <a:graphicFrameLocks noChangeAspect="1"/>
              </p:cNvGraphicFramePr>
              <p:nvPr/>
            </p:nvGraphicFramePr>
            <p:xfrm>
              <a:off x="5165" y="158"/>
              <a:ext cx="224" cy="290"/>
            </p:xfrm>
            <a:graphic>
              <a:graphicData uri="http://schemas.openxmlformats.org/presentationml/2006/ole">
                <mc:AlternateContent xmlns:mc="http://schemas.openxmlformats.org/markup-compatibility/2006">
                  <mc:Choice xmlns:v="urn:schemas-microsoft-com:vml" Requires="v">
                    <p:oleObj spid="_x0000_s202021" name="公式" r:id="rId41" imgW="177480" imgH="228600" progId="Equation.3">
                      <p:embed/>
                    </p:oleObj>
                  </mc:Choice>
                  <mc:Fallback>
                    <p:oleObj name="公式" r:id="rId41" imgW="177480" imgH="228600" progId="Equation.3">
                      <p:embed/>
                      <p:pic>
                        <p:nvPicPr>
                          <p:cNvPr id="0" name="Object 197"/>
                          <p:cNvPicPr>
                            <a:picLocks noChangeAspect="1" noChangeArrowheads="1"/>
                          </p:cNvPicPr>
                          <p:nvPr/>
                        </p:nvPicPr>
                        <p:blipFill>
                          <a:blip r:embed="rId42">
                            <a:extLst>
                              <a:ext uri="{28A0092B-C50C-407E-A947-70E740481C1C}">
                                <a14:useLocalDpi xmlns:a14="http://schemas.microsoft.com/office/drawing/2010/main" val="0"/>
                              </a:ext>
                            </a:extLst>
                          </a:blip>
                          <a:srcRect/>
                          <a:stretch>
                            <a:fillRect/>
                          </a:stretch>
                        </p:blipFill>
                        <p:spPr bwMode="auto">
                          <a:xfrm>
                            <a:off x="5165" y="158"/>
                            <a:ext cx="224" cy="2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3446" name="Line 198"/>
              <p:cNvSpPr>
                <a:spLocks noChangeShapeType="1"/>
              </p:cNvSpPr>
              <p:nvPr/>
            </p:nvSpPr>
            <p:spPr bwMode="auto">
              <a:xfrm flipH="1">
                <a:off x="5107" y="448"/>
                <a:ext cx="282" cy="0"/>
              </a:xfrm>
              <a:prstGeom prst="line">
                <a:avLst/>
              </a:prstGeom>
              <a:noFill/>
              <a:ln w="19050">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53526" name="Line 278"/>
              <p:cNvSpPr>
                <a:spLocks noChangeShapeType="1"/>
              </p:cNvSpPr>
              <p:nvPr/>
            </p:nvSpPr>
            <p:spPr bwMode="auto">
              <a:xfrm>
                <a:off x="584" y="424"/>
                <a:ext cx="248" cy="0"/>
              </a:xfrm>
              <a:prstGeom prst="line">
                <a:avLst/>
              </a:prstGeom>
              <a:noFill/>
              <a:ln w="19050">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272" fill="hold" nodeType="clickEffect">
                                  <p:stCondLst>
                                    <p:cond delay="0"/>
                                  </p:stCondLst>
                                  <p:childTnLst>
                                    <p:set>
                                      <p:cBhvr>
                                        <p:cTn id="6" dur="1" fill="hold">
                                          <p:stCondLst>
                                            <p:cond delay="0"/>
                                          </p:stCondLst>
                                        </p:cTn>
                                        <p:tgtEl>
                                          <p:spTgt spid="53529"/>
                                        </p:tgtEl>
                                        <p:attrNameLst>
                                          <p:attrName>style.visibility</p:attrName>
                                        </p:attrNameLst>
                                      </p:cBhvr>
                                      <p:to>
                                        <p:strVal val="visible"/>
                                      </p:to>
                                    </p:set>
                                    <p:anim calcmode="lin" valueType="num">
                                      <p:cBhvr>
                                        <p:cTn id="7" dur="500" fill="hold"/>
                                        <p:tgtEl>
                                          <p:spTgt spid="53529"/>
                                        </p:tgtEl>
                                        <p:attrNameLst>
                                          <p:attrName>ppt_w</p:attrName>
                                        </p:attrNameLst>
                                      </p:cBhvr>
                                      <p:tavLst>
                                        <p:tav tm="0">
                                          <p:val>
                                            <p:strVal val="2/3*#ppt_w"/>
                                          </p:val>
                                        </p:tav>
                                        <p:tav tm="100000">
                                          <p:val>
                                            <p:strVal val="#ppt_w"/>
                                          </p:val>
                                        </p:tav>
                                      </p:tavLst>
                                    </p:anim>
                                    <p:anim calcmode="lin" valueType="num">
                                      <p:cBhvr>
                                        <p:cTn id="8" dur="500" fill="hold"/>
                                        <p:tgtEl>
                                          <p:spTgt spid="53529"/>
                                        </p:tgtEl>
                                        <p:attrNameLst>
                                          <p:attrName>ppt_h</p:attrName>
                                        </p:attrNameLst>
                                      </p:cBhvr>
                                      <p:tavLst>
                                        <p:tav tm="0">
                                          <p:val>
                                            <p:strVal val="2/3*#ppt_h"/>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53323">
                                            <p:txEl>
                                              <p:pRg st="0" end="0"/>
                                            </p:txEl>
                                          </p:spTgt>
                                        </p:tgtEl>
                                        <p:attrNameLst>
                                          <p:attrName>style.visibility</p:attrName>
                                        </p:attrNameLst>
                                      </p:cBhvr>
                                      <p:to>
                                        <p:strVal val="visible"/>
                                      </p:to>
                                    </p:set>
                                    <p:animEffect transition="in" filter="wipe(left)">
                                      <p:cBhvr>
                                        <p:cTn id="13" dur="500"/>
                                        <p:tgtEl>
                                          <p:spTgt spid="53323">
                                            <p:txEl>
                                              <p:pRg st="0" end="0"/>
                                            </p:txEl>
                                          </p:spTgt>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8" fill="hold" nodeType="clickEffect">
                                  <p:stCondLst>
                                    <p:cond delay="0"/>
                                  </p:stCondLst>
                                  <p:childTnLst>
                                    <p:set>
                                      <p:cBhvr>
                                        <p:cTn id="17" dur="1" fill="hold">
                                          <p:stCondLst>
                                            <p:cond delay="0"/>
                                          </p:stCondLst>
                                        </p:cTn>
                                        <p:tgtEl>
                                          <p:spTgt spid="53324"/>
                                        </p:tgtEl>
                                        <p:attrNameLst>
                                          <p:attrName>style.visibility</p:attrName>
                                        </p:attrNameLst>
                                      </p:cBhvr>
                                      <p:to>
                                        <p:strVal val="visible"/>
                                      </p:to>
                                    </p:set>
                                    <p:animEffect transition="in" filter="wipe(left)">
                                      <p:cBhvr>
                                        <p:cTn id="18" dur="500"/>
                                        <p:tgtEl>
                                          <p:spTgt spid="53324"/>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nodeType="clickEffect">
                                  <p:stCondLst>
                                    <p:cond delay="0"/>
                                  </p:stCondLst>
                                  <p:childTnLst>
                                    <p:set>
                                      <p:cBhvr>
                                        <p:cTn id="22" dur="1" fill="hold">
                                          <p:stCondLst>
                                            <p:cond delay="0"/>
                                          </p:stCondLst>
                                        </p:cTn>
                                        <p:tgtEl>
                                          <p:spTgt spid="53325"/>
                                        </p:tgtEl>
                                        <p:attrNameLst>
                                          <p:attrName>style.visibility</p:attrName>
                                        </p:attrNameLst>
                                      </p:cBhvr>
                                      <p:to>
                                        <p:strVal val="visible"/>
                                      </p:to>
                                    </p:set>
                                    <p:animEffect transition="in" filter="wipe(left)">
                                      <p:cBhvr>
                                        <p:cTn id="23" dur="500"/>
                                        <p:tgtEl>
                                          <p:spTgt spid="533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323" grpId="0" build="p" autoUpdateAnimBg="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Text Box 2"/>
          <p:cNvSpPr txBox="1">
            <a:spLocks noChangeArrowheads="1"/>
          </p:cNvSpPr>
          <p:nvPr/>
        </p:nvSpPr>
        <p:spPr bwMode="auto">
          <a:xfrm>
            <a:off x="552450" y="1876425"/>
            <a:ext cx="8763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spcBef>
                <a:spcPct val="50000"/>
              </a:spcBef>
            </a:pPr>
            <a:r>
              <a:rPr lang="zh-CN" altLang="en-US">
                <a:latin typeface="Times New Roman" panose="02020603050405020304" pitchFamily="18" charset="0"/>
              </a:rPr>
              <a:t>得</a:t>
            </a:r>
          </a:p>
        </p:txBody>
      </p:sp>
      <p:sp>
        <p:nvSpPr>
          <p:cNvPr id="54275" name="Text Box 3"/>
          <p:cNvSpPr txBox="1">
            <a:spLocks noChangeArrowheads="1"/>
          </p:cNvSpPr>
          <p:nvPr/>
        </p:nvSpPr>
        <p:spPr bwMode="auto">
          <a:xfrm>
            <a:off x="604838" y="2400300"/>
            <a:ext cx="13716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spcBef>
                <a:spcPct val="50000"/>
              </a:spcBef>
            </a:pPr>
            <a:r>
              <a:rPr lang="zh-CN" altLang="en-US">
                <a:solidFill>
                  <a:srgbClr val="FF3300"/>
                </a:solidFill>
                <a:latin typeface="Times New Roman" panose="02020603050405020304" pitchFamily="18" charset="0"/>
              </a:rPr>
              <a:t>结论</a:t>
            </a:r>
          </a:p>
        </p:txBody>
      </p:sp>
      <p:sp>
        <p:nvSpPr>
          <p:cNvPr id="54276" name="Text Box 4"/>
          <p:cNvSpPr txBox="1">
            <a:spLocks noChangeArrowheads="1"/>
          </p:cNvSpPr>
          <p:nvPr/>
        </p:nvSpPr>
        <p:spPr bwMode="auto">
          <a:xfrm>
            <a:off x="592138" y="2879725"/>
            <a:ext cx="7883525" cy="14065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just" eaLnBrk="1" hangingPunct="1">
              <a:lnSpc>
                <a:spcPct val="120000"/>
              </a:lnSpc>
              <a:spcBef>
                <a:spcPct val="50000"/>
              </a:spcBef>
            </a:pPr>
            <a:r>
              <a:rPr lang="en-US" altLang="zh-CN">
                <a:latin typeface="Times New Roman" panose="02020603050405020304" pitchFamily="18" charset="0"/>
              </a:rPr>
              <a:t>        </a:t>
            </a:r>
            <a:r>
              <a:rPr lang="zh-CN" altLang="en-US">
                <a:latin typeface="Times New Roman" panose="02020603050405020304" pitchFamily="18" charset="0"/>
              </a:rPr>
              <a:t>级联后所得复合二端口（</a:t>
            </a:r>
            <a:r>
              <a:rPr lang="en-US" altLang="zh-CN">
                <a:latin typeface="Times New Roman" panose="02020603050405020304" pitchFamily="18" charset="0"/>
              </a:rPr>
              <a:t>composite two-port</a:t>
            </a:r>
            <a:r>
              <a:rPr lang="zh-CN" altLang="en-US">
                <a:latin typeface="Times New Roman" panose="02020603050405020304" pitchFamily="18" charset="0"/>
              </a:rPr>
              <a:t>）</a:t>
            </a:r>
            <a:r>
              <a:rPr lang="en-US" altLang="zh-CN" i="1">
                <a:latin typeface="Times New Roman" panose="02020603050405020304" pitchFamily="18" charset="0"/>
              </a:rPr>
              <a:t>T</a:t>
            </a:r>
            <a:r>
              <a:rPr lang="zh-CN" altLang="en-US">
                <a:latin typeface="Times New Roman" panose="02020603050405020304" pitchFamily="18" charset="0"/>
              </a:rPr>
              <a:t>参  数矩阵等于级联的二端口</a:t>
            </a:r>
            <a:r>
              <a:rPr lang="en-US" altLang="zh-CN" i="1">
                <a:latin typeface="Times New Roman" panose="02020603050405020304" pitchFamily="18" charset="0"/>
              </a:rPr>
              <a:t>T</a:t>
            </a:r>
            <a:r>
              <a:rPr lang="en-US" altLang="zh-CN">
                <a:latin typeface="Times New Roman" panose="02020603050405020304" pitchFamily="18" charset="0"/>
              </a:rPr>
              <a:t> </a:t>
            </a:r>
            <a:r>
              <a:rPr lang="zh-CN" altLang="en-US">
                <a:latin typeface="Times New Roman" panose="02020603050405020304" pitchFamily="18" charset="0"/>
              </a:rPr>
              <a:t>参数矩阵相乘。上述结论可推  广到</a:t>
            </a:r>
            <a:r>
              <a:rPr lang="en-US" altLang="zh-CN" i="1">
                <a:latin typeface="Times New Roman" panose="02020603050405020304" pitchFamily="18" charset="0"/>
              </a:rPr>
              <a:t>n</a:t>
            </a:r>
            <a:r>
              <a:rPr lang="zh-CN" altLang="en-US">
                <a:latin typeface="Times New Roman" panose="02020603050405020304" pitchFamily="18" charset="0"/>
              </a:rPr>
              <a:t>个二端口级联的关系。                                                     </a:t>
            </a:r>
          </a:p>
        </p:txBody>
      </p:sp>
      <p:graphicFrame>
        <p:nvGraphicFramePr>
          <p:cNvPr id="54277" name="Object 5"/>
          <p:cNvGraphicFramePr>
            <a:graphicFrameLocks noChangeAspect="1"/>
          </p:cNvGraphicFramePr>
          <p:nvPr/>
        </p:nvGraphicFramePr>
        <p:xfrm>
          <a:off x="1171575" y="403225"/>
          <a:ext cx="4446588" cy="987425"/>
        </p:xfrm>
        <a:graphic>
          <a:graphicData uri="http://schemas.openxmlformats.org/presentationml/2006/ole">
            <mc:AlternateContent xmlns:mc="http://schemas.openxmlformats.org/markup-compatibility/2006">
              <mc:Choice xmlns:v="urn:schemas-microsoft-com:vml" Requires="v">
                <p:oleObj spid="_x0000_s202778" name="公式" r:id="rId3" imgW="2222280" imgH="495000" progId="Equation.3">
                  <p:embed/>
                </p:oleObj>
              </mc:Choice>
              <mc:Fallback>
                <p:oleObj name="公式" r:id="rId3" imgW="2222280" imgH="495000"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71575" y="403225"/>
                        <a:ext cx="4446588" cy="987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4278" name="Object 6"/>
          <p:cNvGraphicFramePr>
            <a:graphicFrameLocks noChangeAspect="1"/>
          </p:cNvGraphicFramePr>
          <p:nvPr/>
        </p:nvGraphicFramePr>
        <p:xfrm>
          <a:off x="1714500" y="1955800"/>
          <a:ext cx="1562100" cy="485775"/>
        </p:xfrm>
        <a:graphic>
          <a:graphicData uri="http://schemas.openxmlformats.org/presentationml/2006/ole">
            <mc:AlternateContent xmlns:mc="http://schemas.openxmlformats.org/markup-compatibility/2006">
              <mc:Choice xmlns:v="urn:schemas-microsoft-com:vml" Requires="v">
                <p:oleObj spid="_x0000_s202779" name="公式" r:id="rId5" imgW="647640" imgH="203040" progId="Equation.3">
                  <p:embed/>
                </p:oleObj>
              </mc:Choice>
              <mc:Fallback>
                <p:oleObj name="公式" r:id="rId5" imgW="647640" imgH="203040" progId="Equation.3">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14500" y="1955800"/>
                        <a:ext cx="1562100" cy="485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4280" name="Text Box 8"/>
          <p:cNvSpPr txBox="1">
            <a:spLocks noChangeArrowheads="1"/>
          </p:cNvSpPr>
          <p:nvPr/>
        </p:nvSpPr>
        <p:spPr bwMode="auto">
          <a:xfrm>
            <a:off x="703263" y="5872163"/>
            <a:ext cx="3408362"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r>
              <a:rPr lang="en-US" altLang="zh-CN" i="1">
                <a:latin typeface="Times New Roman" panose="02020603050405020304" pitchFamily="18" charset="0"/>
              </a:rPr>
              <a:t>T</a:t>
            </a:r>
            <a:r>
              <a:rPr lang="en-US" altLang="zh-CN">
                <a:latin typeface="Times New Roman" panose="02020603050405020304" pitchFamily="18" charset="0"/>
              </a:rPr>
              <a:t>=[</a:t>
            </a:r>
            <a:r>
              <a:rPr lang="en-US" altLang="zh-CN" i="1">
                <a:latin typeface="Times New Roman" panose="02020603050405020304" pitchFamily="18" charset="0"/>
              </a:rPr>
              <a:t>T</a:t>
            </a:r>
            <a:r>
              <a:rPr lang="en-US" altLang="zh-CN" baseline="-25000">
                <a:latin typeface="Times New Roman" panose="02020603050405020304" pitchFamily="18" charset="0"/>
              </a:rPr>
              <a:t>1</a:t>
            </a:r>
            <a:r>
              <a:rPr lang="en-US" altLang="zh-CN">
                <a:latin typeface="Times New Roman" panose="02020603050405020304" pitchFamily="18" charset="0"/>
              </a:rPr>
              <a:t>][</a:t>
            </a:r>
            <a:r>
              <a:rPr lang="en-US" altLang="zh-CN" i="1">
                <a:latin typeface="Times New Roman" panose="02020603050405020304" pitchFamily="18" charset="0"/>
              </a:rPr>
              <a:t>T</a:t>
            </a:r>
            <a:r>
              <a:rPr lang="en-US" altLang="zh-CN" baseline="-25000">
                <a:latin typeface="Times New Roman" panose="02020603050405020304" pitchFamily="18" charset="0"/>
              </a:rPr>
              <a:t>2</a:t>
            </a:r>
            <a:r>
              <a:rPr lang="en-US" altLang="zh-CN">
                <a:latin typeface="Times New Roman" panose="02020603050405020304" pitchFamily="18" charset="0"/>
              </a:rPr>
              <a:t>]  ….  [</a:t>
            </a:r>
            <a:r>
              <a:rPr lang="en-US" altLang="zh-CN" i="1">
                <a:latin typeface="Times New Roman" panose="02020603050405020304" pitchFamily="18" charset="0"/>
              </a:rPr>
              <a:t>T</a:t>
            </a:r>
            <a:r>
              <a:rPr lang="en-US" altLang="zh-CN" baseline="-25000">
                <a:latin typeface="Times New Roman" panose="02020603050405020304" pitchFamily="18" charset="0"/>
              </a:rPr>
              <a:t>n</a:t>
            </a:r>
            <a:r>
              <a:rPr lang="en-US" altLang="zh-CN">
                <a:latin typeface="Times New Roman" panose="02020603050405020304" pitchFamily="18" charset="0"/>
              </a:rPr>
              <a:t>]     </a:t>
            </a:r>
          </a:p>
        </p:txBody>
      </p:sp>
      <p:grpSp>
        <p:nvGrpSpPr>
          <p:cNvPr id="54332" name="Group 60"/>
          <p:cNvGrpSpPr>
            <a:grpSpLocks/>
          </p:cNvGrpSpPr>
          <p:nvPr/>
        </p:nvGrpSpPr>
        <p:grpSpPr bwMode="auto">
          <a:xfrm>
            <a:off x="1787525" y="4500563"/>
            <a:ext cx="5713413" cy="1143000"/>
            <a:chOff x="942" y="2478"/>
            <a:chExt cx="3599" cy="720"/>
          </a:xfrm>
        </p:grpSpPr>
        <p:sp>
          <p:nvSpPr>
            <p:cNvPr id="54281" name="Rectangle 9"/>
            <p:cNvSpPr>
              <a:spLocks noChangeArrowheads="1"/>
            </p:cNvSpPr>
            <p:nvPr/>
          </p:nvSpPr>
          <p:spPr bwMode="auto">
            <a:xfrm>
              <a:off x="1122" y="2478"/>
              <a:ext cx="3240" cy="720"/>
            </a:xfrm>
            <a:prstGeom prst="rect">
              <a:avLst/>
            </a:prstGeom>
            <a:solidFill>
              <a:schemeClr val="bg1"/>
            </a:solidFill>
            <a:ln w="28575">
              <a:solidFill>
                <a:srgbClr val="FF0000"/>
              </a:solidFill>
              <a:prstDash val="dash"/>
              <a:miter lim="800000"/>
              <a:headEnd/>
              <a:tailEnd/>
            </a:ln>
          </p:spPr>
          <p:txBody>
            <a:bodyPr wrap="none" anchor="ctr"/>
            <a:lstStyle/>
            <a:p>
              <a:endParaRPr lang="zh-CN" altLang="en-US"/>
            </a:p>
          </p:txBody>
        </p:sp>
        <p:grpSp>
          <p:nvGrpSpPr>
            <p:cNvPr id="54329" name="Group 57"/>
            <p:cNvGrpSpPr>
              <a:grpSpLocks/>
            </p:cNvGrpSpPr>
            <p:nvPr/>
          </p:nvGrpSpPr>
          <p:grpSpPr bwMode="auto">
            <a:xfrm>
              <a:off x="942" y="2516"/>
              <a:ext cx="3599" cy="556"/>
              <a:chOff x="942" y="2516"/>
              <a:chExt cx="3599" cy="556"/>
            </a:xfrm>
          </p:grpSpPr>
          <p:sp>
            <p:nvSpPr>
              <p:cNvPr id="54283" name="Rectangle 11"/>
              <p:cNvSpPr>
                <a:spLocks noChangeArrowheads="1"/>
              </p:cNvSpPr>
              <p:nvPr/>
            </p:nvSpPr>
            <p:spPr bwMode="auto">
              <a:xfrm>
                <a:off x="1284" y="2592"/>
                <a:ext cx="564" cy="468"/>
              </a:xfrm>
              <a:prstGeom prst="rect">
                <a:avLst/>
              </a:prstGeom>
              <a:solidFill>
                <a:schemeClr val="accent1"/>
              </a:solidFill>
              <a:ln w="31750">
                <a:solidFill>
                  <a:schemeClr val="tx1"/>
                </a:solidFill>
                <a:miter lim="800000"/>
                <a:headEnd/>
                <a:tailEnd/>
              </a:ln>
            </p:spPr>
            <p:txBody>
              <a:bodyPr wrap="none" anchor="ctr"/>
              <a:lstStyle/>
              <a:p>
                <a:pPr eaLnBrk="1" hangingPunct="1"/>
                <a:r>
                  <a:rPr lang="en-US" altLang="zh-CN" i="1">
                    <a:latin typeface="Times New Roman" panose="02020603050405020304" pitchFamily="18" charset="0"/>
                  </a:rPr>
                  <a:t>T</a:t>
                </a:r>
                <a:r>
                  <a:rPr lang="en-US" altLang="zh-CN" baseline="-25000">
                    <a:latin typeface="Times New Roman" panose="02020603050405020304" pitchFamily="18" charset="0"/>
                  </a:rPr>
                  <a:t>1</a:t>
                </a:r>
                <a:endParaRPr lang="en-US" altLang="zh-CN">
                  <a:latin typeface="Times New Roman" panose="02020603050405020304" pitchFamily="18" charset="0"/>
                </a:endParaRPr>
              </a:p>
            </p:txBody>
          </p:sp>
          <p:sp>
            <p:nvSpPr>
              <p:cNvPr id="54284" name="Line 12"/>
              <p:cNvSpPr>
                <a:spLocks noChangeShapeType="1"/>
              </p:cNvSpPr>
              <p:nvPr/>
            </p:nvSpPr>
            <p:spPr bwMode="auto">
              <a:xfrm>
                <a:off x="960" y="2712"/>
                <a:ext cx="324"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4285" name="Line 13"/>
              <p:cNvSpPr>
                <a:spLocks noChangeShapeType="1"/>
              </p:cNvSpPr>
              <p:nvPr/>
            </p:nvSpPr>
            <p:spPr bwMode="auto">
              <a:xfrm>
                <a:off x="948" y="3000"/>
                <a:ext cx="336"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4286" name="Line 14"/>
              <p:cNvSpPr>
                <a:spLocks noChangeShapeType="1"/>
              </p:cNvSpPr>
              <p:nvPr/>
            </p:nvSpPr>
            <p:spPr bwMode="auto">
              <a:xfrm>
                <a:off x="1836" y="2712"/>
                <a:ext cx="504"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4287" name="Line 15"/>
              <p:cNvSpPr>
                <a:spLocks noChangeShapeType="1"/>
              </p:cNvSpPr>
              <p:nvPr/>
            </p:nvSpPr>
            <p:spPr bwMode="auto">
              <a:xfrm>
                <a:off x="1836" y="2964"/>
                <a:ext cx="54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4288" name="Rectangle 16"/>
              <p:cNvSpPr>
                <a:spLocks noChangeArrowheads="1"/>
              </p:cNvSpPr>
              <p:nvPr/>
            </p:nvSpPr>
            <p:spPr bwMode="auto">
              <a:xfrm>
                <a:off x="2340" y="2604"/>
                <a:ext cx="564" cy="468"/>
              </a:xfrm>
              <a:prstGeom prst="rect">
                <a:avLst/>
              </a:prstGeom>
              <a:solidFill>
                <a:schemeClr val="accent1"/>
              </a:solidFill>
              <a:ln w="31750">
                <a:solidFill>
                  <a:schemeClr val="tx1"/>
                </a:solidFill>
                <a:miter lim="800000"/>
                <a:headEnd/>
                <a:tailEnd/>
              </a:ln>
            </p:spPr>
            <p:txBody>
              <a:bodyPr wrap="none" anchor="ctr"/>
              <a:lstStyle/>
              <a:p>
                <a:pPr eaLnBrk="1" hangingPunct="1"/>
                <a:r>
                  <a:rPr lang="en-US" altLang="zh-CN" i="1">
                    <a:latin typeface="Times New Roman" panose="02020603050405020304" pitchFamily="18" charset="0"/>
                  </a:rPr>
                  <a:t>T</a:t>
                </a:r>
                <a:r>
                  <a:rPr lang="en-US" altLang="zh-CN" baseline="-25000">
                    <a:latin typeface="Times New Roman" panose="02020603050405020304" pitchFamily="18" charset="0"/>
                  </a:rPr>
                  <a:t>2</a:t>
                </a:r>
                <a:endParaRPr lang="en-US" altLang="zh-CN">
                  <a:latin typeface="Times New Roman" panose="02020603050405020304" pitchFamily="18" charset="0"/>
                </a:endParaRPr>
              </a:p>
            </p:txBody>
          </p:sp>
          <p:sp>
            <p:nvSpPr>
              <p:cNvPr id="54289" name="Line 17"/>
              <p:cNvSpPr>
                <a:spLocks noChangeShapeType="1"/>
              </p:cNvSpPr>
              <p:nvPr/>
            </p:nvSpPr>
            <p:spPr bwMode="auto">
              <a:xfrm>
                <a:off x="2904" y="2700"/>
                <a:ext cx="18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4290" name="Line 18"/>
              <p:cNvSpPr>
                <a:spLocks noChangeShapeType="1"/>
              </p:cNvSpPr>
              <p:nvPr/>
            </p:nvSpPr>
            <p:spPr bwMode="auto">
              <a:xfrm>
                <a:off x="2904" y="2928"/>
                <a:ext cx="198"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4291" name="Text Box 19"/>
              <p:cNvSpPr txBox="1">
                <a:spLocks noChangeArrowheads="1"/>
              </p:cNvSpPr>
              <p:nvPr/>
            </p:nvSpPr>
            <p:spPr bwMode="auto">
              <a:xfrm>
                <a:off x="3164" y="2516"/>
                <a:ext cx="260"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Lst>
            </p:spPr>
            <p:txBody>
              <a:bodyPr wrap="none">
                <a:spAutoFit/>
              </a:bodyPr>
              <a:lstStyle/>
              <a:p>
                <a:pPr algn="l" eaLnBrk="1" hangingPunct="1"/>
                <a:r>
                  <a:rPr lang="en-US" altLang="zh-CN">
                    <a:latin typeface="Times New Roman" panose="02020603050405020304" pitchFamily="18" charset="0"/>
                  </a:rPr>
                  <a:t>...</a:t>
                </a:r>
              </a:p>
            </p:txBody>
          </p:sp>
          <p:sp>
            <p:nvSpPr>
              <p:cNvPr id="54292" name="Text Box 20"/>
              <p:cNvSpPr txBox="1">
                <a:spLocks noChangeArrowheads="1"/>
              </p:cNvSpPr>
              <p:nvPr/>
            </p:nvSpPr>
            <p:spPr bwMode="auto">
              <a:xfrm>
                <a:off x="3128" y="2744"/>
                <a:ext cx="260"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Lst>
            </p:spPr>
            <p:txBody>
              <a:bodyPr wrap="none">
                <a:spAutoFit/>
              </a:bodyPr>
              <a:lstStyle/>
              <a:p>
                <a:pPr algn="l" eaLnBrk="1" hangingPunct="1"/>
                <a:r>
                  <a:rPr lang="en-US" altLang="zh-CN">
                    <a:latin typeface="Times New Roman" panose="02020603050405020304" pitchFamily="18" charset="0"/>
                  </a:rPr>
                  <a:t>...</a:t>
                </a:r>
              </a:p>
            </p:txBody>
          </p:sp>
          <p:sp>
            <p:nvSpPr>
              <p:cNvPr id="54293" name="Rectangle 21"/>
              <p:cNvSpPr>
                <a:spLocks noChangeArrowheads="1"/>
              </p:cNvSpPr>
              <p:nvPr/>
            </p:nvSpPr>
            <p:spPr bwMode="auto">
              <a:xfrm>
                <a:off x="3612" y="2592"/>
                <a:ext cx="564" cy="468"/>
              </a:xfrm>
              <a:prstGeom prst="rect">
                <a:avLst/>
              </a:prstGeom>
              <a:solidFill>
                <a:schemeClr val="accent1"/>
              </a:solidFill>
              <a:ln w="31750">
                <a:solidFill>
                  <a:schemeClr val="tx1"/>
                </a:solidFill>
                <a:miter lim="800000"/>
                <a:headEnd/>
                <a:tailEnd/>
              </a:ln>
            </p:spPr>
            <p:txBody>
              <a:bodyPr wrap="none" anchor="ctr"/>
              <a:lstStyle/>
              <a:p>
                <a:pPr eaLnBrk="1" hangingPunct="1"/>
                <a:r>
                  <a:rPr lang="en-US" altLang="zh-CN" i="1">
                    <a:latin typeface="Times New Roman" panose="02020603050405020304" pitchFamily="18" charset="0"/>
                  </a:rPr>
                  <a:t>T</a:t>
                </a:r>
                <a:r>
                  <a:rPr lang="en-US" altLang="zh-CN" baseline="-25000">
                    <a:latin typeface="Times New Roman" panose="02020603050405020304" pitchFamily="18" charset="0"/>
                  </a:rPr>
                  <a:t>n</a:t>
                </a:r>
                <a:endParaRPr lang="en-US" altLang="zh-CN">
                  <a:latin typeface="Times New Roman" panose="02020603050405020304" pitchFamily="18" charset="0"/>
                </a:endParaRPr>
              </a:p>
            </p:txBody>
          </p:sp>
          <p:sp>
            <p:nvSpPr>
              <p:cNvPr id="54294" name="Line 22"/>
              <p:cNvSpPr>
                <a:spLocks noChangeShapeType="1"/>
              </p:cNvSpPr>
              <p:nvPr/>
            </p:nvSpPr>
            <p:spPr bwMode="auto">
              <a:xfrm>
                <a:off x="3444" y="2712"/>
                <a:ext cx="168"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4295" name="Line 23"/>
              <p:cNvSpPr>
                <a:spLocks noChangeShapeType="1"/>
              </p:cNvSpPr>
              <p:nvPr/>
            </p:nvSpPr>
            <p:spPr bwMode="auto">
              <a:xfrm>
                <a:off x="3456" y="2934"/>
                <a:ext cx="156" cy="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4296" name="Line 24"/>
              <p:cNvSpPr>
                <a:spLocks noChangeShapeType="1"/>
              </p:cNvSpPr>
              <p:nvPr/>
            </p:nvSpPr>
            <p:spPr bwMode="auto">
              <a:xfrm>
                <a:off x="4176" y="2688"/>
                <a:ext cx="324"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4297" name="Line 25"/>
              <p:cNvSpPr>
                <a:spLocks noChangeShapeType="1"/>
              </p:cNvSpPr>
              <p:nvPr/>
            </p:nvSpPr>
            <p:spPr bwMode="auto">
              <a:xfrm>
                <a:off x="4176" y="2916"/>
                <a:ext cx="36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4299" name="Oval 27"/>
              <p:cNvSpPr>
                <a:spLocks noChangeArrowheads="1"/>
              </p:cNvSpPr>
              <p:nvPr/>
            </p:nvSpPr>
            <p:spPr bwMode="auto">
              <a:xfrm>
                <a:off x="942" y="2682"/>
                <a:ext cx="47" cy="47"/>
              </a:xfrm>
              <a:prstGeom prst="ellipse">
                <a:avLst/>
              </a:prstGeom>
              <a:solidFill>
                <a:srgbClr val="FFFFFF"/>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4318" name="Oval 46"/>
              <p:cNvSpPr>
                <a:spLocks noChangeArrowheads="1"/>
              </p:cNvSpPr>
              <p:nvPr/>
            </p:nvSpPr>
            <p:spPr bwMode="auto">
              <a:xfrm>
                <a:off x="948" y="2964"/>
                <a:ext cx="47" cy="47"/>
              </a:xfrm>
              <a:prstGeom prst="ellipse">
                <a:avLst/>
              </a:prstGeom>
              <a:solidFill>
                <a:srgbClr val="FFFFFF"/>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4319" name="Oval 47"/>
              <p:cNvSpPr>
                <a:spLocks noChangeArrowheads="1"/>
              </p:cNvSpPr>
              <p:nvPr/>
            </p:nvSpPr>
            <p:spPr bwMode="auto">
              <a:xfrm>
                <a:off x="2040" y="2682"/>
                <a:ext cx="47" cy="47"/>
              </a:xfrm>
              <a:prstGeom prst="ellipse">
                <a:avLst/>
              </a:prstGeom>
              <a:solidFill>
                <a:srgbClr val="FFFFFF"/>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4320" name="Oval 48"/>
              <p:cNvSpPr>
                <a:spLocks noChangeArrowheads="1"/>
              </p:cNvSpPr>
              <p:nvPr/>
            </p:nvSpPr>
            <p:spPr bwMode="auto">
              <a:xfrm>
                <a:off x="2034" y="2940"/>
                <a:ext cx="47" cy="47"/>
              </a:xfrm>
              <a:prstGeom prst="ellipse">
                <a:avLst/>
              </a:prstGeom>
              <a:solidFill>
                <a:srgbClr val="FFFFFF"/>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4321" name="Oval 49"/>
              <p:cNvSpPr>
                <a:spLocks noChangeArrowheads="1"/>
              </p:cNvSpPr>
              <p:nvPr/>
            </p:nvSpPr>
            <p:spPr bwMode="auto">
              <a:xfrm>
                <a:off x="3090" y="2676"/>
                <a:ext cx="47" cy="47"/>
              </a:xfrm>
              <a:prstGeom prst="ellipse">
                <a:avLst/>
              </a:prstGeom>
              <a:solidFill>
                <a:srgbClr val="FFFFFF"/>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4322" name="Oval 50"/>
              <p:cNvSpPr>
                <a:spLocks noChangeArrowheads="1"/>
              </p:cNvSpPr>
              <p:nvPr/>
            </p:nvSpPr>
            <p:spPr bwMode="auto">
              <a:xfrm>
                <a:off x="3090" y="2910"/>
                <a:ext cx="47" cy="47"/>
              </a:xfrm>
              <a:prstGeom prst="ellipse">
                <a:avLst/>
              </a:prstGeom>
              <a:solidFill>
                <a:srgbClr val="FFFFFF"/>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4323" name="Oval 51"/>
              <p:cNvSpPr>
                <a:spLocks noChangeArrowheads="1"/>
              </p:cNvSpPr>
              <p:nvPr/>
            </p:nvSpPr>
            <p:spPr bwMode="auto">
              <a:xfrm>
                <a:off x="3402" y="2688"/>
                <a:ext cx="47" cy="47"/>
              </a:xfrm>
              <a:prstGeom prst="ellipse">
                <a:avLst/>
              </a:prstGeom>
              <a:solidFill>
                <a:srgbClr val="FFFFFF"/>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4324" name="Oval 52"/>
              <p:cNvSpPr>
                <a:spLocks noChangeArrowheads="1"/>
              </p:cNvSpPr>
              <p:nvPr/>
            </p:nvSpPr>
            <p:spPr bwMode="auto">
              <a:xfrm>
                <a:off x="3408" y="2904"/>
                <a:ext cx="47" cy="47"/>
              </a:xfrm>
              <a:prstGeom prst="ellipse">
                <a:avLst/>
              </a:prstGeom>
              <a:solidFill>
                <a:srgbClr val="FFFFFF"/>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4325" name="Oval 53"/>
              <p:cNvSpPr>
                <a:spLocks noChangeArrowheads="1"/>
              </p:cNvSpPr>
              <p:nvPr/>
            </p:nvSpPr>
            <p:spPr bwMode="auto">
              <a:xfrm>
                <a:off x="4482" y="2670"/>
                <a:ext cx="47" cy="47"/>
              </a:xfrm>
              <a:prstGeom prst="ellipse">
                <a:avLst/>
              </a:prstGeom>
              <a:solidFill>
                <a:srgbClr val="FFFFFF"/>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4326" name="Oval 54"/>
              <p:cNvSpPr>
                <a:spLocks noChangeArrowheads="1"/>
              </p:cNvSpPr>
              <p:nvPr/>
            </p:nvSpPr>
            <p:spPr bwMode="auto">
              <a:xfrm>
                <a:off x="4494" y="2886"/>
                <a:ext cx="47" cy="47"/>
              </a:xfrm>
              <a:prstGeom prst="ellipse">
                <a:avLst/>
              </a:prstGeom>
              <a:solidFill>
                <a:srgbClr val="FFFFFF"/>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4274">
                                            <p:txEl>
                                              <p:pRg st="0" end="0"/>
                                            </p:txEl>
                                          </p:spTgt>
                                        </p:tgtEl>
                                        <p:attrNameLst>
                                          <p:attrName>style.visibility</p:attrName>
                                        </p:attrNameLst>
                                      </p:cBhvr>
                                      <p:to>
                                        <p:strVal val="visible"/>
                                      </p:to>
                                    </p:set>
                                    <p:animEffect transition="in" filter="wipe(left)">
                                      <p:cBhvr>
                                        <p:cTn id="7" dur="500"/>
                                        <p:tgtEl>
                                          <p:spTgt spid="54274">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54278"/>
                                        </p:tgtEl>
                                        <p:attrNameLst>
                                          <p:attrName>style.visibility</p:attrName>
                                        </p:attrNameLst>
                                      </p:cBhvr>
                                      <p:to>
                                        <p:strVal val="visible"/>
                                      </p:to>
                                    </p:set>
                                    <p:animEffect transition="in" filter="wipe(left)">
                                      <p:cBhvr>
                                        <p:cTn id="12" dur="500"/>
                                        <p:tgtEl>
                                          <p:spTgt spid="5427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4275">
                                            <p:txEl>
                                              <p:pRg st="0" end="0"/>
                                            </p:txEl>
                                          </p:spTgt>
                                        </p:tgtEl>
                                        <p:attrNameLst>
                                          <p:attrName>style.visibility</p:attrName>
                                        </p:attrNameLst>
                                      </p:cBhvr>
                                      <p:to>
                                        <p:strVal val="visible"/>
                                      </p:to>
                                    </p:set>
                                    <p:animEffect transition="in" filter="wipe(left)">
                                      <p:cBhvr>
                                        <p:cTn id="17" dur="500"/>
                                        <p:tgtEl>
                                          <p:spTgt spid="54275">
                                            <p:txEl>
                                              <p:pRg st="0" end="0"/>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4276">
                                            <p:txEl>
                                              <p:pRg st="0" end="0"/>
                                            </p:txEl>
                                          </p:spTgt>
                                        </p:tgtEl>
                                        <p:attrNameLst>
                                          <p:attrName>style.visibility</p:attrName>
                                        </p:attrNameLst>
                                      </p:cBhvr>
                                      <p:to>
                                        <p:strVal val="visible"/>
                                      </p:to>
                                    </p:set>
                                    <p:animEffect transition="in" filter="wipe(left)">
                                      <p:cBhvr>
                                        <p:cTn id="22" dur="500"/>
                                        <p:tgtEl>
                                          <p:spTgt spid="54276">
                                            <p:txEl>
                                              <p:pRg st="0" end="0"/>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3" presetClass="entr" presetSubtype="272" fill="hold" nodeType="clickEffect">
                                  <p:stCondLst>
                                    <p:cond delay="0"/>
                                  </p:stCondLst>
                                  <p:childTnLst>
                                    <p:set>
                                      <p:cBhvr>
                                        <p:cTn id="26" dur="1" fill="hold">
                                          <p:stCondLst>
                                            <p:cond delay="0"/>
                                          </p:stCondLst>
                                        </p:cTn>
                                        <p:tgtEl>
                                          <p:spTgt spid="54332"/>
                                        </p:tgtEl>
                                        <p:attrNameLst>
                                          <p:attrName>style.visibility</p:attrName>
                                        </p:attrNameLst>
                                      </p:cBhvr>
                                      <p:to>
                                        <p:strVal val="visible"/>
                                      </p:to>
                                    </p:set>
                                    <p:anim calcmode="lin" valueType="num">
                                      <p:cBhvr>
                                        <p:cTn id="27" dur="500" fill="hold"/>
                                        <p:tgtEl>
                                          <p:spTgt spid="54332"/>
                                        </p:tgtEl>
                                        <p:attrNameLst>
                                          <p:attrName>ppt_w</p:attrName>
                                        </p:attrNameLst>
                                      </p:cBhvr>
                                      <p:tavLst>
                                        <p:tav tm="0">
                                          <p:val>
                                            <p:strVal val="2/3*#ppt_w"/>
                                          </p:val>
                                        </p:tav>
                                        <p:tav tm="100000">
                                          <p:val>
                                            <p:strVal val="#ppt_w"/>
                                          </p:val>
                                        </p:tav>
                                      </p:tavLst>
                                    </p:anim>
                                    <p:anim calcmode="lin" valueType="num">
                                      <p:cBhvr>
                                        <p:cTn id="28" dur="500" fill="hold"/>
                                        <p:tgtEl>
                                          <p:spTgt spid="54332"/>
                                        </p:tgtEl>
                                        <p:attrNameLst>
                                          <p:attrName>ppt_h</p:attrName>
                                        </p:attrNameLst>
                                      </p:cBhvr>
                                      <p:tavLst>
                                        <p:tav tm="0">
                                          <p:val>
                                            <p:strVal val="2/3*#ppt_h"/>
                                          </p:val>
                                        </p:tav>
                                        <p:tav tm="100000">
                                          <p:val>
                                            <p:strVal val="#ppt_h"/>
                                          </p:val>
                                        </p:tav>
                                      </p:tavLst>
                                    </p:anim>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54280">
                                            <p:txEl>
                                              <p:pRg st="0" end="0"/>
                                            </p:txEl>
                                          </p:spTgt>
                                        </p:tgtEl>
                                        <p:attrNameLst>
                                          <p:attrName>style.visibility</p:attrName>
                                        </p:attrNameLst>
                                      </p:cBhvr>
                                      <p:to>
                                        <p:strVal val="visible"/>
                                      </p:to>
                                    </p:set>
                                    <p:animEffect transition="in" filter="wipe(left)">
                                      <p:cBhvr>
                                        <p:cTn id="33" dur="500"/>
                                        <p:tgtEl>
                                          <p:spTgt spid="5428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274" grpId="0" build="p" autoUpdateAnimBg="0"/>
      <p:bldP spid="54275" grpId="0" build="p" autoUpdateAnimBg="0"/>
      <p:bldP spid="54276" grpId="0" build="p" autoUpdateAnimBg="0"/>
      <p:bldP spid="54280" grpId="0" build="p" autoUpdateAnimBg="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9" name="Text Box 3"/>
          <p:cNvSpPr txBox="1">
            <a:spLocks noChangeArrowheads="1"/>
          </p:cNvSpPr>
          <p:nvPr/>
        </p:nvSpPr>
        <p:spPr bwMode="auto">
          <a:xfrm>
            <a:off x="514350" y="3460750"/>
            <a:ext cx="137795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spcBef>
                <a:spcPct val="50000"/>
              </a:spcBef>
            </a:pPr>
            <a:r>
              <a:rPr lang="zh-CN" altLang="en-US">
                <a:latin typeface="Times New Roman" panose="02020603050405020304" pitchFamily="18" charset="0"/>
              </a:rPr>
              <a:t>易求出    </a:t>
            </a:r>
          </a:p>
        </p:txBody>
      </p:sp>
      <p:graphicFrame>
        <p:nvGraphicFramePr>
          <p:cNvPr id="55300" name="Object 4"/>
          <p:cNvGraphicFramePr>
            <a:graphicFrameLocks noChangeAspect="1"/>
          </p:cNvGraphicFramePr>
          <p:nvPr/>
        </p:nvGraphicFramePr>
        <p:xfrm>
          <a:off x="1790700" y="3371850"/>
          <a:ext cx="1751013" cy="938213"/>
        </p:xfrm>
        <a:graphic>
          <a:graphicData uri="http://schemas.openxmlformats.org/presentationml/2006/ole">
            <mc:AlternateContent xmlns:mc="http://schemas.openxmlformats.org/markup-compatibility/2006">
              <mc:Choice xmlns:v="urn:schemas-microsoft-com:vml" Requires="v">
                <p:oleObj spid="_x0000_s55435" name="公式" r:id="rId3" imgW="876240" imgH="469800" progId="Equation.3">
                  <p:embed/>
                </p:oleObj>
              </mc:Choice>
              <mc:Fallback>
                <p:oleObj name="公式" r:id="rId3" imgW="876240" imgH="4698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90700" y="3371850"/>
                        <a:ext cx="1751013" cy="938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5301" name="Object 5"/>
          <p:cNvGraphicFramePr>
            <a:graphicFrameLocks noChangeAspect="1"/>
          </p:cNvGraphicFramePr>
          <p:nvPr/>
        </p:nvGraphicFramePr>
        <p:xfrm>
          <a:off x="4029075" y="3373438"/>
          <a:ext cx="2303463" cy="939800"/>
        </p:xfrm>
        <a:graphic>
          <a:graphicData uri="http://schemas.openxmlformats.org/presentationml/2006/ole">
            <mc:AlternateContent xmlns:mc="http://schemas.openxmlformats.org/markup-compatibility/2006">
              <mc:Choice xmlns:v="urn:schemas-microsoft-com:vml" Requires="v">
                <p:oleObj spid="_x0000_s55436" name="公式" r:id="rId5" imgW="1066680" imgH="469800" progId="Equation.3">
                  <p:embed/>
                </p:oleObj>
              </mc:Choice>
              <mc:Fallback>
                <p:oleObj name="公式" r:id="rId5" imgW="1066680" imgH="469800" progId="Equation.3">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29075" y="3373438"/>
                        <a:ext cx="2303463" cy="939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5302" name="Object 6"/>
          <p:cNvGraphicFramePr>
            <a:graphicFrameLocks noChangeAspect="1"/>
          </p:cNvGraphicFramePr>
          <p:nvPr/>
        </p:nvGraphicFramePr>
        <p:xfrm>
          <a:off x="6794500" y="3406775"/>
          <a:ext cx="1778000" cy="938213"/>
        </p:xfrm>
        <a:graphic>
          <a:graphicData uri="http://schemas.openxmlformats.org/presentationml/2006/ole">
            <mc:AlternateContent xmlns:mc="http://schemas.openxmlformats.org/markup-compatibility/2006">
              <mc:Choice xmlns:v="urn:schemas-microsoft-com:vml" Requires="v">
                <p:oleObj spid="_x0000_s55437" name="公式" r:id="rId7" imgW="888840" imgH="469800" progId="Equation.3">
                  <p:embed/>
                </p:oleObj>
              </mc:Choice>
              <mc:Fallback>
                <p:oleObj name="公式" r:id="rId7" imgW="888840" imgH="469800" progId="Equation.3">
                  <p:embed/>
                  <p:pic>
                    <p:nvPicPr>
                      <p:cNvPr id="0"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794500" y="3406775"/>
                        <a:ext cx="1778000" cy="938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55374" name="Group 78"/>
          <p:cNvGrpSpPr>
            <a:grpSpLocks/>
          </p:cNvGrpSpPr>
          <p:nvPr/>
        </p:nvGrpSpPr>
        <p:grpSpPr bwMode="auto">
          <a:xfrm>
            <a:off x="5207000" y="349250"/>
            <a:ext cx="3154363" cy="1271588"/>
            <a:chOff x="3052" y="184"/>
            <a:chExt cx="1987" cy="801"/>
          </a:xfrm>
        </p:grpSpPr>
        <p:sp>
          <p:nvSpPr>
            <p:cNvPr id="55304" name="Rectangle 8"/>
            <p:cNvSpPr>
              <a:spLocks noChangeArrowheads="1"/>
            </p:cNvSpPr>
            <p:nvPr/>
          </p:nvSpPr>
          <p:spPr bwMode="auto">
            <a:xfrm>
              <a:off x="3466" y="184"/>
              <a:ext cx="263" cy="88"/>
            </a:xfrm>
            <a:prstGeom prst="rect">
              <a:avLst/>
            </a:prstGeom>
            <a:solidFill>
              <a:srgbClr val="FFFFCC"/>
            </a:solidFill>
            <a:ln w="31750">
              <a:solidFill>
                <a:srgbClr val="000000"/>
              </a:solidFill>
              <a:miter lim="800000"/>
              <a:headEnd/>
              <a:tailEnd/>
            </a:ln>
          </p:spPr>
          <p:txBody>
            <a:bodyPr/>
            <a:lstStyle/>
            <a:p>
              <a:endParaRPr lang="zh-CN" altLang="en-US"/>
            </a:p>
          </p:txBody>
        </p:sp>
        <p:sp>
          <p:nvSpPr>
            <p:cNvPr id="55305" name="Line 9"/>
            <p:cNvSpPr>
              <a:spLocks noChangeShapeType="1"/>
            </p:cNvSpPr>
            <p:nvPr/>
          </p:nvSpPr>
          <p:spPr bwMode="auto">
            <a:xfrm flipV="1">
              <a:off x="4588" y="226"/>
              <a:ext cx="382" cy="4"/>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06" name="Line 10"/>
            <p:cNvSpPr>
              <a:spLocks noChangeShapeType="1"/>
            </p:cNvSpPr>
            <p:nvPr/>
          </p:nvSpPr>
          <p:spPr bwMode="auto">
            <a:xfrm flipH="1" flipV="1">
              <a:off x="3105" y="224"/>
              <a:ext cx="360" cy="4"/>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07" name="Line 11"/>
            <p:cNvSpPr>
              <a:spLocks noChangeShapeType="1"/>
            </p:cNvSpPr>
            <p:nvPr/>
          </p:nvSpPr>
          <p:spPr bwMode="auto">
            <a:xfrm>
              <a:off x="3114" y="961"/>
              <a:ext cx="1871" cy="1"/>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08" name="Rectangle 12"/>
            <p:cNvSpPr>
              <a:spLocks noChangeArrowheads="1"/>
            </p:cNvSpPr>
            <p:nvPr/>
          </p:nvSpPr>
          <p:spPr bwMode="auto">
            <a:xfrm>
              <a:off x="3994" y="475"/>
              <a:ext cx="101" cy="243"/>
            </a:xfrm>
            <a:prstGeom prst="rect">
              <a:avLst/>
            </a:prstGeom>
            <a:solidFill>
              <a:srgbClr val="FFFFCC"/>
            </a:solidFill>
            <a:ln w="31750">
              <a:solidFill>
                <a:srgbClr val="000000"/>
              </a:solidFill>
              <a:miter lim="800000"/>
              <a:headEnd/>
              <a:tailEnd/>
            </a:ln>
          </p:spPr>
          <p:txBody>
            <a:bodyPr/>
            <a:lstStyle/>
            <a:p>
              <a:endParaRPr lang="zh-CN" altLang="en-US"/>
            </a:p>
          </p:txBody>
        </p:sp>
        <p:sp>
          <p:nvSpPr>
            <p:cNvPr id="55309" name="Line 13"/>
            <p:cNvSpPr>
              <a:spLocks noChangeShapeType="1"/>
            </p:cNvSpPr>
            <p:nvPr/>
          </p:nvSpPr>
          <p:spPr bwMode="auto">
            <a:xfrm>
              <a:off x="4043" y="223"/>
              <a:ext cx="1" cy="256"/>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10" name="Line 14"/>
            <p:cNvSpPr>
              <a:spLocks noChangeShapeType="1"/>
            </p:cNvSpPr>
            <p:nvPr/>
          </p:nvSpPr>
          <p:spPr bwMode="auto">
            <a:xfrm>
              <a:off x="4043" y="724"/>
              <a:ext cx="1" cy="242"/>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11" name="Oval 15"/>
            <p:cNvSpPr>
              <a:spLocks noChangeArrowheads="1"/>
            </p:cNvSpPr>
            <p:nvPr/>
          </p:nvSpPr>
          <p:spPr bwMode="auto">
            <a:xfrm>
              <a:off x="3052" y="196"/>
              <a:ext cx="55" cy="53"/>
            </a:xfrm>
            <a:prstGeom prst="ellipse">
              <a:avLst/>
            </a:prstGeom>
            <a:noFill/>
            <a:ln w="19050">
              <a:solidFill>
                <a:schemeClr val="tx1"/>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sp>
          <p:nvSpPr>
            <p:cNvPr id="55312" name="Oval 16"/>
            <p:cNvSpPr>
              <a:spLocks noChangeArrowheads="1"/>
            </p:cNvSpPr>
            <p:nvPr/>
          </p:nvSpPr>
          <p:spPr bwMode="auto">
            <a:xfrm>
              <a:off x="3066" y="931"/>
              <a:ext cx="55" cy="54"/>
            </a:xfrm>
            <a:prstGeom prst="ellipse">
              <a:avLst/>
            </a:prstGeom>
            <a:noFill/>
            <a:ln w="19050">
              <a:solidFill>
                <a:schemeClr val="tx1"/>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sp>
          <p:nvSpPr>
            <p:cNvPr id="55313" name="Oval 17"/>
            <p:cNvSpPr>
              <a:spLocks noChangeArrowheads="1"/>
            </p:cNvSpPr>
            <p:nvPr/>
          </p:nvSpPr>
          <p:spPr bwMode="auto">
            <a:xfrm>
              <a:off x="4965" y="201"/>
              <a:ext cx="55" cy="52"/>
            </a:xfrm>
            <a:prstGeom prst="ellipse">
              <a:avLst/>
            </a:prstGeom>
            <a:noFill/>
            <a:ln w="19050">
              <a:solidFill>
                <a:schemeClr val="tx1"/>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sp>
          <p:nvSpPr>
            <p:cNvPr id="55314" name="Oval 18"/>
            <p:cNvSpPr>
              <a:spLocks noChangeArrowheads="1"/>
            </p:cNvSpPr>
            <p:nvPr/>
          </p:nvSpPr>
          <p:spPr bwMode="auto">
            <a:xfrm>
              <a:off x="4984" y="931"/>
              <a:ext cx="55" cy="54"/>
            </a:xfrm>
            <a:prstGeom prst="ellipse">
              <a:avLst/>
            </a:prstGeom>
            <a:noFill/>
            <a:ln w="19050">
              <a:solidFill>
                <a:schemeClr val="tx1"/>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sp>
          <p:nvSpPr>
            <p:cNvPr id="55315" name="Rectangle 19"/>
            <p:cNvSpPr>
              <a:spLocks noChangeArrowheads="1"/>
            </p:cNvSpPr>
            <p:nvPr/>
          </p:nvSpPr>
          <p:spPr bwMode="auto">
            <a:xfrm>
              <a:off x="3428" y="318"/>
              <a:ext cx="353"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eaLnBrk="1" hangingPunct="1"/>
              <a:r>
                <a:rPr lang="en-US" altLang="zh-CN">
                  <a:solidFill>
                    <a:srgbClr val="000000"/>
                  </a:solidFill>
                  <a:latin typeface="Times New Roman" panose="02020603050405020304" pitchFamily="18" charset="0"/>
                </a:rPr>
                <a:t> 4</a:t>
              </a:r>
              <a:r>
                <a:rPr lang="en-US" altLang="zh-CN">
                  <a:solidFill>
                    <a:srgbClr val="000000"/>
                  </a:solidFill>
                  <a:latin typeface="Times New Roman" panose="02020603050405020304" pitchFamily="18" charset="0"/>
                  <a:sym typeface="Symbol" panose="05050102010706020507" pitchFamily="18" charset="2"/>
                </a:rPr>
                <a:t></a:t>
              </a:r>
              <a:endParaRPr lang="en-US" altLang="zh-CN">
                <a:latin typeface="Times New Roman" panose="02020603050405020304" pitchFamily="18" charset="0"/>
              </a:endParaRPr>
            </a:p>
          </p:txBody>
        </p:sp>
        <p:sp>
          <p:nvSpPr>
            <p:cNvPr id="55316" name="Rectangle 20"/>
            <p:cNvSpPr>
              <a:spLocks noChangeArrowheads="1"/>
            </p:cNvSpPr>
            <p:nvPr/>
          </p:nvSpPr>
          <p:spPr bwMode="auto">
            <a:xfrm>
              <a:off x="4321" y="184"/>
              <a:ext cx="263" cy="88"/>
            </a:xfrm>
            <a:prstGeom prst="rect">
              <a:avLst/>
            </a:prstGeom>
            <a:solidFill>
              <a:srgbClr val="FFFFCC"/>
            </a:solidFill>
            <a:ln w="31750">
              <a:solidFill>
                <a:srgbClr val="000000"/>
              </a:solidFill>
              <a:miter lim="800000"/>
              <a:headEnd/>
              <a:tailEnd/>
            </a:ln>
          </p:spPr>
          <p:txBody>
            <a:bodyPr/>
            <a:lstStyle/>
            <a:p>
              <a:endParaRPr lang="zh-CN" altLang="en-US"/>
            </a:p>
          </p:txBody>
        </p:sp>
        <p:sp>
          <p:nvSpPr>
            <p:cNvPr id="55317" name="Line 21"/>
            <p:cNvSpPr>
              <a:spLocks noChangeShapeType="1"/>
            </p:cNvSpPr>
            <p:nvPr/>
          </p:nvSpPr>
          <p:spPr bwMode="auto">
            <a:xfrm>
              <a:off x="3725" y="225"/>
              <a:ext cx="59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55318" name="Rectangle 22"/>
            <p:cNvSpPr>
              <a:spLocks noChangeArrowheads="1"/>
            </p:cNvSpPr>
            <p:nvPr/>
          </p:nvSpPr>
          <p:spPr bwMode="auto">
            <a:xfrm>
              <a:off x="4311" y="295"/>
              <a:ext cx="351"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eaLnBrk="1" hangingPunct="1"/>
              <a:r>
                <a:rPr lang="en-US" altLang="zh-CN">
                  <a:solidFill>
                    <a:srgbClr val="000000"/>
                  </a:solidFill>
                  <a:latin typeface="Times New Roman" panose="02020603050405020304" pitchFamily="18" charset="0"/>
                </a:rPr>
                <a:t> 6</a:t>
              </a:r>
              <a:r>
                <a:rPr lang="en-US" altLang="zh-CN">
                  <a:solidFill>
                    <a:srgbClr val="000000"/>
                  </a:solidFill>
                  <a:latin typeface="Times New Roman" panose="02020603050405020304" pitchFamily="18" charset="0"/>
                  <a:sym typeface="Symbol" panose="05050102010706020507" pitchFamily="18" charset="2"/>
                </a:rPr>
                <a:t></a:t>
              </a:r>
              <a:endParaRPr lang="en-US" altLang="zh-CN">
                <a:latin typeface="Times New Roman" panose="02020603050405020304" pitchFamily="18" charset="0"/>
              </a:endParaRPr>
            </a:p>
          </p:txBody>
        </p:sp>
        <p:sp>
          <p:nvSpPr>
            <p:cNvPr id="55319" name="Rectangle 23"/>
            <p:cNvSpPr>
              <a:spLocks noChangeArrowheads="1"/>
            </p:cNvSpPr>
            <p:nvPr/>
          </p:nvSpPr>
          <p:spPr bwMode="auto">
            <a:xfrm>
              <a:off x="4096" y="499"/>
              <a:ext cx="327"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eaLnBrk="1" hangingPunct="1"/>
              <a:r>
                <a:rPr lang="en-US" altLang="zh-CN">
                  <a:solidFill>
                    <a:srgbClr val="000000"/>
                  </a:solidFill>
                  <a:latin typeface="Times New Roman" panose="02020603050405020304" pitchFamily="18" charset="0"/>
                </a:rPr>
                <a:t> 4</a:t>
              </a:r>
              <a:r>
                <a:rPr lang="en-US" altLang="zh-CN">
                  <a:solidFill>
                    <a:srgbClr val="000000"/>
                  </a:solidFill>
                  <a:latin typeface="Times New Roman" panose="02020603050405020304" pitchFamily="18" charset="0"/>
                  <a:sym typeface="Symbol" panose="05050102010706020507" pitchFamily="18" charset="2"/>
                </a:rPr>
                <a:t></a:t>
              </a:r>
              <a:endParaRPr lang="en-US" altLang="zh-CN">
                <a:latin typeface="Times New Roman" panose="02020603050405020304" pitchFamily="18" charset="0"/>
              </a:endParaRPr>
            </a:p>
          </p:txBody>
        </p:sp>
      </p:grpSp>
      <p:grpSp>
        <p:nvGrpSpPr>
          <p:cNvPr id="55376" name="Group 80"/>
          <p:cNvGrpSpPr>
            <a:grpSpLocks/>
          </p:cNvGrpSpPr>
          <p:nvPr/>
        </p:nvGrpSpPr>
        <p:grpSpPr bwMode="auto">
          <a:xfrm>
            <a:off x="3086100" y="2003425"/>
            <a:ext cx="1701800" cy="1101725"/>
            <a:chOff x="1944" y="1262"/>
            <a:chExt cx="1072" cy="694"/>
          </a:xfrm>
        </p:grpSpPr>
        <p:sp>
          <p:nvSpPr>
            <p:cNvPr id="55321" name="Rectangle 25"/>
            <p:cNvSpPr>
              <a:spLocks noChangeArrowheads="1"/>
            </p:cNvSpPr>
            <p:nvPr/>
          </p:nvSpPr>
          <p:spPr bwMode="auto">
            <a:xfrm>
              <a:off x="2431" y="1502"/>
              <a:ext cx="96" cy="214"/>
            </a:xfrm>
            <a:prstGeom prst="rect">
              <a:avLst/>
            </a:prstGeom>
            <a:solidFill>
              <a:srgbClr val="FFFFCC"/>
            </a:solidFill>
            <a:ln w="31750">
              <a:solidFill>
                <a:srgbClr val="000000"/>
              </a:solidFill>
              <a:miter lim="800000"/>
              <a:headEnd/>
              <a:tailEnd/>
            </a:ln>
          </p:spPr>
          <p:txBody>
            <a:bodyPr/>
            <a:lstStyle/>
            <a:p>
              <a:endParaRPr lang="zh-CN" altLang="en-US"/>
            </a:p>
          </p:txBody>
        </p:sp>
        <p:sp>
          <p:nvSpPr>
            <p:cNvPr id="55322" name="Line 26"/>
            <p:cNvSpPr>
              <a:spLocks noChangeShapeType="1"/>
            </p:cNvSpPr>
            <p:nvPr/>
          </p:nvSpPr>
          <p:spPr bwMode="auto">
            <a:xfrm>
              <a:off x="2478" y="1286"/>
              <a:ext cx="1" cy="22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23" name="Line 27"/>
            <p:cNvSpPr>
              <a:spLocks noChangeShapeType="1"/>
            </p:cNvSpPr>
            <p:nvPr/>
          </p:nvSpPr>
          <p:spPr bwMode="auto">
            <a:xfrm>
              <a:off x="2478" y="1716"/>
              <a:ext cx="1" cy="214"/>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24" name="Rectangle 28"/>
            <p:cNvSpPr>
              <a:spLocks noChangeArrowheads="1"/>
            </p:cNvSpPr>
            <p:nvPr/>
          </p:nvSpPr>
          <p:spPr bwMode="auto">
            <a:xfrm>
              <a:off x="2534" y="1513"/>
              <a:ext cx="315"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eaLnBrk="1" hangingPunct="1"/>
              <a:r>
                <a:rPr lang="en-US" altLang="zh-CN">
                  <a:solidFill>
                    <a:srgbClr val="000000"/>
                  </a:solidFill>
                  <a:latin typeface="Times New Roman" panose="02020603050405020304" pitchFamily="18" charset="0"/>
                </a:rPr>
                <a:t> 4</a:t>
              </a:r>
              <a:r>
                <a:rPr lang="en-US" altLang="zh-CN">
                  <a:solidFill>
                    <a:srgbClr val="000000"/>
                  </a:solidFill>
                  <a:latin typeface="Times New Roman" panose="02020603050405020304" pitchFamily="18" charset="0"/>
                  <a:sym typeface="Symbol" panose="05050102010706020507" pitchFamily="18" charset="2"/>
                </a:rPr>
                <a:t></a:t>
              </a:r>
              <a:endParaRPr lang="en-US" altLang="zh-CN">
                <a:latin typeface="Times New Roman" panose="02020603050405020304" pitchFamily="18" charset="0"/>
              </a:endParaRPr>
            </a:p>
          </p:txBody>
        </p:sp>
        <p:sp>
          <p:nvSpPr>
            <p:cNvPr id="55325" name="Oval 29"/>
            <p:cNvSpPr>
              <a:spLocks noChangeArrowheads="1"/>
            </p:cNvSpPr>
            <p:nvPr/>
          </p:nvSpPr>
          <p:spPr bwMode="auto">
            <a:xfrm>
              <a:off x="1964" y="1909"/>
              <a:ext cx="53" cy="47"/>
            </a:xfrm>
            <a:prstGeom prst="ellipse">
              <a:avLst/>
            </a:prstGeom>
            <a:noFill/>
            <a:ln w="19050">
              <a:solidFill>
                <a:schemeClr val="tx1"/>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grpSp>
          <p:nvGrpSpPr>
            <p:cNvPr id="55326" name="Group 30"/>
            <p:cNvGrpSpPr>
              <a:grpSpLocks/>
            </p:cNvGrpSpPr>
            <p:nvPr/>
          </p:nvGrpSpPr>
          <p:grpSpPr bwMode="auto">
            <a:xfrm>
              <a:off x="1944" y="1262"/>
              <a:ext cx="1064" cy="51"/>
              <a:chOff x="1944" y="1470"/>
              <a:chExt cx="1064" cy="51"/>
            </a:xfrm>
          </p:grpSpPr>
          <p:sp>
            <p:nvSpPr>
              <p:cNvPr id="55327" name="Line 31"/>
              <p:cNvSpPr>
                <a:spLocks noChangeShapeType="1"/>
              </p:cNvSpPr>
              <p:nvPr/>
            </p:nvSpPr>
            <p:spPr bwMode="auto">
              <a:xfrm flipH="1" flipV="1">
                <a:off x="1995" y="1495"/>
                <a:ext cx="967" cy="3"/>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28" name="Oval 32"/>
              <p:cNvSpPr>
                <a:spLocks noChangeArrowheads="1"/>
              </p:cNvSpPr>
              <p:nvPr/>
            </p:nvSpPr>
            <p:spPr bwMode="auto">
              <a:xfrm>
                <a:off x="1944" y="1470"/>
                <a:ext cx="53" cy="46"/>
              </a:xfrm>
              <a:prstGeom prst="ellipse">
                <a:avLst/>
              </a:prstGeom>
              <a:noFill/>
              <a:ln w="19050">
                <a:solidFill>
                  <a:schemeClr val="tx1"/>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sp>
            <p:nvSpPr>
              <p:cNvPr id="55329" name="Oval 33"/>
              <p:cNvSpPr>
                <a:spLocks noChangeArrowheads="1"/>
              </p:cNvSpPr>
              <p:nvPr/>
            </p:nvSpPr>
            <p:spPr bwMode="auto">
              <a:xfrm>
                <a:off x="2955" y="1475"/>
                <a:ext cx="53" cy="46"/>
              </a:xfrm>
              <a:prstGeom prst="ellipse">
                <a:avLst/>
              </a:prstGeom>
              <a:noFill/>
              <a:ln w="19050">
                <a:solidFill>
                  <a:schemeClr val="tx1"/>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grpSp>
        <p:sp>
          <p:nvSpPr>
            <p:cNvPr id="55330" name="Oval 34"/>
            <p:cNvSpPr>
              <a:spLocks noChangeArrowheads="1"/>
            </p:cNvSpPr>
            <p:nvPr/>
          </p:nvSpPr>
          <p:spPr bwMode="auto">
            <a:xfrm>
              <a:off x="2963" y="1909"/>
              <a:ext cx="53" cy="47"/>
            </a:xfrm>
            <a:prstGeom prst="ellipse">
              <a:avLst/>
            </a:prstGeom>
            <a:noFill/>
            <a:ln w="19050">
              <a:solidFill>
                <a:schemeClr val="tx1"/>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sp>
          <p:nvSpPr>
            <p:cNvPr id="55331" name="Line 35"/>
            <p:cNvSpPr>
              <a:spLocks noChangeShapeType="1"/>
            </p:cNvSpPr>
            <p:nvPr/>
          </p:nvSpPr>
          <p:spPr bwMode="auto">
            <a:xfrm>
              <a:off x="2015" y="1929"/>
              <a:ext cx="946" cy="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grpSp>
      <p:grpSp>
        <p:nvGrpSpPr>
          <p:cNvPr id="55332" name="Group 36"/>
          <p:cNvGrpSpPr>
            <a:grpSpLocks/>
          </p:cNvGrpSpPr>
          <p:nvPr/>
        </p:nvGrpSpPr>
        <p:grpSpPr bwMode="auto">
          <a:xfrm>
            <a:off x="2663825" y="2054225"/>
            <a:ext cx="476250" cy="1022350"/>
            <a:chOff x="1678" y="1502"/>
            <a:chExt cx="300" cy="644"/>
          </a:xfrm>
        </p:grpSpPr>
        <p:sp>
          <p:nvSpPr>
            <p:cNvPr id="55333" name="Line 37"/>
            <p:cNvSpPr>
              <a:spLocks noChangeShapeType="1"/>
            </p:cNvSpPr>
            <p:nvPr/>
          </p:nvSpPr>
          <p:spPr bwMode="auto">
            <a:xfrm>
              <a:off x="1678" y="1502"/>
              <a:ext cx="282" cy="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55334" name="Line 38"/>
            <p:cNvSpPr>
              <a:spLocks noChangeShapeType="1"/>
            </p:cNvSpPr>
            <p:nvPr/>
          </p:nvSpPr>
          <p:spPr bwMode="auto">
            <a:xfrm>
              <a:off x="1678" y="2146"/>
              <a:ext cx="300" cy="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grpSp>
      <p:grpSp>
        <p:nvGrpSpPr>
          <p:cNvPr id="55335" name="Group 39"/>
          <p:cNvGrpSpPr>
            <a:grpSpLocks/>
          </p:cNvGrpSpPr>
          <p:nvPr/>
        </p:nvGrpSpPr>
        <p:grpSpPr bwMode="auto">
          <a:xfrm>
            <a:off x="4787900" y="2041525"/>
            <a:ext cx="476250" cy="1035050"/>
            <a:chOff x="3016" y="1494"/>
            <a:chExt cx="300" cy="652"/>
          </a:xfrm>
        </p:grpSpPr>
        <p:sp>
          <p:nvSpPr>
            <p:cNvPr id="55336" name="Line 40"/>
            <p:cNvSpPr>
              <a:spLocks noChangeShapeType="1"/>
            </p:cNvSpPr>
            <p:nvPr/>
          </p:nvSpPr>
          <p:spPr bwMode="auto">
            <a:xfrm>
              <a:off x="3016" y="1494"/>
              <a:ext cx="282" cy="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55337" name="Line 41"/>
            <p:cNvSpPr>
              <a:spLocks noChangeShapeType="1"/>
            </p:cNvSpPr>
            <p:nvPr/>
          </p:nvSpPr>
          <p:spPr bwMode="auto">
            <a:xfrm>
              <a:off x="3016" y="2146"/>
              <a:ext cx="300" cy="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grpSp>
      <p:grpSp>
        <p:nvGrpSpPr>
          <p:cNvPr id="55338" name="Group 42"/>
          <p:cNvGrpSpPr>
            <a:grpSpLocks/>
          </p:cNvGrpSpPr>
          <p:nvPr/>
        </p:nvGrpSpPr>
        <p:grpSpPr bwMode="auto">
          <a:xfrm>
            <a:off x="1187450" y="1581150"/>
            <a:ext cx="1041400" cy="1587500"/>
            <a:chOff x="748" y="1204"/>
            <a:chExt cx="656" cy="1000"/>
          </a:xfrm>
        </p:grpSpPr>
        <p:sp>
          <p:nvSpPr>
            <p:cNvPr id="55339" name="Rectangle 43"/>
            <p:cNvSpPr>
              <a:spLocks noChangeArrowheads="1"/>
            </p:cNvSpPr>
            <p:nvPr/>
          </p:nvSpPr>
          <p:spPr bwMode="auto">
            <a:xfrm>
              <a:off x="748" y="1204"/>
              <a:ext cx="656" cy="1000"/>
            </a:xfrm>
            <a:prstGeom prst="rect">
              <a:avLst/>
            </a:prstGeom>
            <a:noFill/>
            <a:ln w="12700">
              <a:solidFill>
                <a:srgbClr val="FF3300"/>
              </a:solidFill>
              <a:prstDash val="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sp>
          <p:nvSpPr>
            <p:cNvPr id="55340" name="Text Box 44"/>
            <p:cNvSpPr txBox="1">
              <a:spLocks noChangeArrowheads="1"/>
            </p:cNvSpPr>
            <p:nvPr/>
          </p:nvSpPr>
          <p:spPr bwMode="auto">
            <a:xfrm>
              <a:off x="928" y="1648"/>
              <a:ext cx="29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eaLnBrk="1" hangingPunct="1">
                <a:spcBef>
                  <a:spcPct val="50000"/>
                </a:spcBef>
              </a:pPr>
              <a:r>
                <a:rPr lang="en-US" altLang="zh-CN" i="1">
                  <a:solidFill>
                    <a:srgbClr val="FF3300"/>
                  </a:solidFill>
                  <a:latin typeface="Times New Roman" panose="02020603050405020304" pitchFamily="18" charset="0"/>
                </a:rPr>
                <a:t>T</a:t>
              </a:r>
              <a:r>
                <a:rPr lang="en-US" altLang="zh-CN" baseline="-25000">
                  <a:solidFill>
                    <a:srgbClr val="FF3300"/>
                  </a:solidFill>
                  <a:latin typeface="Times New Roman" panose="02020603050405020304" pitchFamily="18" charset="0"/>
                </a:rPr>
                <a:t>1</a:t>
              </a:r>
              <a:endParaRPr lang="en-US" altLang="zh-CN">
                <a:solidFill>
                  <a:srgbClr val="FF3300"/>
                </a:solidFill>
                <a:latin typeface="Times New Roman" panose="02020603050405020304" pitchFamily="18" charset="0"/>
              </a:endParaRPr>
            </a:p>
          </p:txBody>
        </p:sp>
      </p:grpSp>
      <p:graphicFrame>
        <p:nvGraphicFramePr>
          <p:cNvPr id="55341" name="Object 45"/>
          <p:cNvGraphicFramePr>
            <a:graphicFrameLocks noChangeAspect="1"/>
          </p:cNvGraphicFramePr>
          <p:nvPr/>
        </p:nvGraphicFramePr>
        <p:xfrm>
          <a:off x="850900" y="4699000"/>
          <a:ext cx="7702550" cy="939800"/>
        </p:xfrm>
        <a:graphic>
          <a:graphicData uri="http://schemas.openxmlformats.org/presentationml/2006/ole">
            <mc:AlternateContent xmlns:mc="http://schemas.openxmlformats.org/markup-compatibility/2006">
              <mc:Choice xmlns:v="urn:schemas-microsoft-com:vml" Requires="v">
                <p:oleObj spid="_x0000_s55438" name="公式" r:id="rId9" imgW="3848040" imgH="469800" progId="Equation.3">
                  <p:embed/>
                </p:oleObj>
              </mc:Choice>
              <mc:Fallback>
                <p:oleObj name="公式" r:id="rId9" imgW="3848040" imgH="469800" progId="Equation.3">
                  <p:embed/>
                  <p:pic>
                    <p:nvPicPr>
                      <p:cNvPr id="0" name="Object 4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50900" y="4699000"/>
                        <a:ext cx="7702550" cy="939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5342" name="Text Box 46"/>
          <p:cNvSpPr txBox="1">
            <a:spLocks noChangeArrowheads="1"/>
          </p:cNvSpPr>
          <p:nvPr/>
        </p:nvSpPr>
        <p:spPr bwMode="auto">
          <a:xfrm>
            <a:off x="596900" y="4387850"/>
            <a:ext cx="93345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spcBef>
                <a:spcPct val="50000"/>
              </a:spcBef>
            </a:pPr>
            <a:r>
              <a:rPr lang="zh-CN" altLang="en-US">
                <a:latin typeface="Times New Roman" panose="02020603050405020304" pitchFamily="18" charset="0"/>
              </a:rPr>
              <a:t>得</a:t>
            </a:r>
          </a:p>
        </p:txBody>
      </p:sp>
      <p:grpSp>
        <p:nvGrpSpPr>
          <p:cNvPr id="55375" name="Group 79"/>
          <p:cNvGrpSpPr>
            <a:grpSpLocks/>
          </p:cNvGrpSpPr>
          <p:nvPr/>
        </p:nvGrpSpPr>
        <p:grpSpPr bwMode="auto">
          <a:xfrm>
            <a:off x="952500" y="1585913"/>
            <a:ext cx="1701800" cy="1514475"/>
            <a:chOff x="600" y="999"/>
            <a:chExt cx="1072" cy="954"/>
          </a:xfrm>
        </p:grpSpPr>
        <p:sp>
          <p:nvSpPr>
            <p:cNvPr id="55344" name="Rectangle 48"/>
            <p:cNvSpPr>
              <a:spLocks noChangeArrowheads="1"/>
            </p:cNvSpPr>
            <p:nvPr/>
          </p:nvSpPr>
          <p:spPr bwMode="auto">
            <a:xfrm>
              <a:off x="840" y="999"/>
              <a:ext cx="415"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eaLnBrk="1" hangingPunct="1"/>
              <a:r>
                <a:rPr lang="en-US" altLang="zh-CN">
                  <a:solidFill>
                    <a:srgbClr val="000000"/>
                  </a:solidFill>
                  <a:latin typeface="Times New Roman" panose="02020603050405020304" pitchFamily="18" charset="0"/>
                </a:rPr>
                <a:t> 4</a:t>
              </a:r>
              <a:r>
                <a:rPr lang="en-US" altLang="zh-CN">
                  <a:solidFill>
                    <a:srgbClr val="000000"/>
                  </a:solidFill>
                  <a:latin typeface="Times New Roman" panose="02020603050405020304" pitchFamily="18" charset="0"/>
                  <a:sym typeface="Symbol" panose="05050102010706020507" pitchFamily="18" charset="2"/>
                </a:rPr>
                <a:t></a:t>
              </a:r>
              <a:endParaRPr lang="en-US" altLang="zh-CN">
                <a:latin typeface="Times New Roman" panose="02020603050405020304" pitchFamily="18" charset="0"/>
              </a:endParaRPr>
            </a:p>
          </p:txBody>
        </p:sp>
        <p:grpSp>
          <p:nvGrpSpPr>
            <p:cNvPr id="55345" name="Group 49"/>
            <p:cNvGrpSpPr>
              <a:grpSpLocks/>
            </p:cNvGrpSpPr>
            <p:nvPr/>
          </p:nvGrpSpPr>
          <p:grpSpPr bwMode="auto">
            <a:xfrm>
              <a:off x="600" y="1902"/>
              <a:ext cx="1064" cy="51"/>
              <a:chOff x="1944" y="1470"/>
              <a:chExt cx="1064" cy="51"/>
            </a:xfrm>
          </p:grpSpPr>
          <p:sp>
            <p:nvSpPr>
              <p:cNvPr id="55346" name="Line 50"/>
              <p:cNvSpPr>
                <a:spLocks noChangeShapeType="1"/>
              </p:cNvSpPr>
              <p:nvPr/>
            </p:nvSpPr>
            <p:spPr bwMode="auto">
              <a:xfrm flipH="1" flipV="1">
                <a:off x="1995" y="1495"/>
                <a:ext cx="967" cy="3"/>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47" name="Oval 51"/>
              <p:cNvSpPr>
                <a:spLocks noChangeArrowheads="1"/>
              </p:cNvSpPr>
              <p:nvPr/>
            </p:nvSpPr>
            <p:spPr bwMode="auto">
              <a:xfrm>
                <a:off x="1944" y="1470"/>
                <a:ext cx="53" cy="46"/>
              </a:xfrm>
              <a:prstGeom prst="ellipse">
                <a:avLst/>
              </a:prstGeom>
              <a:noFill/>
              <a:ln w="19050">
                <a:solidFill>
                  <a:schemeClr val="tx1"/>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sp>
            <p:nvSpPr>
              <p:cNvPr id="55348" name="Oval 52"/>
              <p:cNvSpPr>
                <a:spLocks noChangeArrowheads="1"/>
              </p:cNvSpPr>
              <p:nvPr/>
            </p:nvSpPr>
            <p:spPr bwMode="auto">
              <a:xfrm>
                <a:off x="2955" y="1475"/>
                <a:ext cx="53" cy="46"/>
              </a:xfrm>
              <a:prstGeom prst="ellipse">
                <a:avLst/>
              </a:prstGeom>
              <a:noFill/>
              <a:ln w="19050">
                <a:solidFill>
                  <a:schemeClr val="tx1"/>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grpSp>
        <p:grpSp>
          <p:nvGrpSpPr>
            <p:cNvPr id="55349" name="Group 53"/>
            <p:cNvGrpSpPr>
              <a:grpSpLocks/>
            </p:cNvGrpSpPr>
            <p:nvPr/>
          </p:nvGrpSpPr>
          <p:grpSpPr bwMode="auto">
            <a:xfrm>
              <a:off x="608" y="1262"/>
              <a:ext cx="1064" cy="51"/>
              <a:chOff x="1944" y="1470"/>
              <a:chExt cx="1064" cy="51"/>
            </a:xfrm>
          </p:grpSpPr>
          <p:sp>
            <p:nvSpPr>
              <p:cNvPr id="55350" name="Line 54"/>
              <p:cNvSpPr>
                <a:spLocks noChangeShapeType="1"/>
              </p:cNvSpPr>
              <p:nvPr/>
            </p:nvSpPr>
            <p:spPr bwMode="auto">
              <a:xfrm flipH="1" flipV="1">
                <a:off x="1995" y="1495"/>
                <a:ext cx="967" cy="3"/>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51" name="Oval 55"/>
              <p:cNvSpPr>
                <a:spLocks noChangeArrowheads="1"/>
              </p:cNvSpPr>
              <p:nvPr/>
            </p:nvSpPr>
            <p:spPr bwMode="auto">
              <a:xfrm>
                <a:off x="1944" y="1470"/>
                <a:ext cx="53" cy="46"/>
              </a:xfrm>
              <a:prstGeom prst="ellipse">
                <a:avLst/>
              </a:prstGeom>
              <a:noFill/>
              <a:ln w="19050">
                <a:solidFill>
                  <a:schemeClr val="tx1"/>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sp>
            <p:nvSpPr>
              <p:cNvPr id="55352" name="Oval 56"/>
              <p:cNvSpPr>
                <a:spLocks noChangeArrowheads="1"/>
              </p:cNvSpPr>
              <p:nvPr/>
            </p:nvSpPr>
            <p:spPr bwMode="auto">
              <a:xfrm>
                <a:off x="2955" y="1475"/>
                <a:ext cx="53" cy="46"/>
              </a:xfrm>
              <a:prstGeom prst="ellipse">
                <a:avLst/>
              </a:prstGeom>
              <a:noFill/>
              <a:ln w="19050">
                <a:solidFill>
                  <a:schemeClr val="tx1"/>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grpSp>
        <p:sp>
          <p:nvSpPr>
            <p:cNvPr id="55353" name="Rectangle 57"/>
            <p:cNvSpPr>
              <a:spLocks noChangeArrowheads="1"/>
            </p:cNvSpPr>
            <p:nvPr/>
          </p:nvSpPr>
          <p:spPr bwMode="auto">
            <a:xfrm rot="5400000">
              <a:off x="1023" y="1182"/>
              <a:ext cx="96" cy="214"/>
            </a:xfrm>
            <a:prstGeom prst="rect">
              <a:avLst/>
            </a:prstGeom>
            <a:solidFill>
              <a:srgbClr val="FFFFCC"/>
            </a:solidFill>
            <a:ln w="31750">
              <a:solidFill>
                <a:srgbClr val="000000"/>
              </a:solidFill>
              <a:miter lim="800000"/>
              <a:headEnd/>
              <a:tailEnd/>
            </a:ln>
          </p:spPr>
          <p:txBody>
            <a:bodyPr/>
            <a:lstStyle/>
            <a:p>
              <a:endParaRPr lang="zh-CN" altLang="en-US"/>
            </a:p>
          </p:txBody>
        </p:sp>
      </p:grpSp>
      <p:grpSp>
        <p:nvGrpSpPr>
          <p:cNvPr id="55377" name="Group 81"/>
          <p:cNvGrpSpPr>
            <a:grpSpLocks/>
          </p:cNvGrpSpPr>
          <p:nvPr/>
        </p:nvGrpSpPr>
        <p:grpSpPr bwMode="auto">
          <a:xfrm>
            <a:off x="5207000" y="1598613"/>
            <a:ext cx="1701800" cy="1514475"/>
            <a:chOff x="3280" y="1007"/>
            <a:chExt cx="1072" cy="954"/>
          </a:xfrm>
        </p:grpSpPr>
        <p:sp>
          <p:nvSpPr>
            <p:cNvPr id="55355" name="Rectangle 59"/>
            <p:cNvSpPr>
              <a:spLocks noChangeArrowheads="1"/>
            </p:cNvSpPr>
            <p:nvPr/>
          </p:nvSpPr>
          <p:spPr bwMode="auto">
            <a:xfrm>
              <a:off x="3520" y="1007"/>
              <a:ext cx="415"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eaLnBrk="1" hangingPunct="1"/>
              <a:r>
                <a:rPr lang="en-US" altLang="zh-CN">
                  <a:solidFill>
                    <a:srgbClr val="000000"/>
                  </a:solidFill>
                  <a:latin typeface="Times New Roman" panose="02020603050405020304" pitchFamily="18" charset="0"/>
                </a:rPr>
                <a:t> 6</a:t>
              </a:r>
              <a:r>
                <a:rPr lang="en-US" altLang="zh-CN">
                  <a:solidFill>
                    <a:srgbClr val="000000"/>
                  </a:solidFill>
                  <a:latin typeface="Times New Roman" panose="02020603050405020304" pitchFamily="18" charset="0"/>
                  <a:sym typeface="Symbol" panose="05050102010706020507" pitchFamily="18" charset="2"/>
                </a:rPr>
                <a:t></a:t>
              </a:r>
              <a:endParaRPr lang="en-US" altLang="zh-CN">
                <a:latin typeface="Times New Roman" panose="02020603050405020304" pitchFamily="18" charset="0"/>
              </a:endParaRPr>
            </a:p>
          </p:txBody>
        </p:sp>
        <p:grpSp>
          <p:nvGrpSpPr>
            <p:cNvPr id="55356" name="Group 60"/>
            <p:cNvGrpSpPr>
              <a:grpSpLocks/>
            </p:cNvGrpSpPr>
            <p:nvPr/>
          </p:nvGrpSpPr>
          <p:grpSpPr bwMode="auto">
            <a:xfrm>
              <a:off x="3280" y="1910"/>
              <a:ext cx="1064" cy="51"/>
              <a:chOff x="1944" y="1470"/>
              <a:chExt cx="1064" cy="51"/>
            </a:xfrm>
          </p:grpSpPr>
          <p:sp>
            <p:nvSpPr>
              <p:cNvPr id="55357" name="Line 61"/>
              <p:cNvSpPr>
                <a:spLocks noChangeShapeType="1"/>
              </p:cNvSpPr>
              <p:nvPr/>
            </p:nvSpPr>
            <p:spPr bwMode="auto">
              <a:xfrm flipH="1" flipV="1">
                <a:off x="1995" y="1495"/>
                <a:ext cx="967" cy="3"/>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58" name="Oval 62"/>
              <p:cNvSpPr>
                <a:spLocks noChangeArrowheads="1"/>
              </p:cNvSpPr>
              <p:nvPr/>
            </p:nvSpPr>
            <p:spPr bwMode="auto">
              <a:xfrm>
                <a:off x="1944" y="1470"/>
                <a:ext cx="53" cy="46"/>
              </a:xfrm>
              <a:prstGeom prst="ellipse">
                <a:avLst/>
              </a:prstGeom>
              <a:noFill/>
              <a:ln w="19050">
                <a:solidFill>
                  <a:schemeClr val="tx1"/>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sp>
            <p:nvSpPr>
              <p:cNvPr id="55359" name="Oval 63"/>
              <p:cNvSpPr>
                <a:spLocks noChangeArrowheads="1"/>
              </p:cNvSpPr>
              <p:nvPr/>
            </p:nvSpPr>
            <p:spPr bwMode="auto">
              <a:xfrm>
                <a:off x="2955" y="1475"/>
                <a:ext cx="53" cy="46"/>
              </a:xfrm>
              <a:prstGeom prst="ellipse">
                <a:avLst/>
              </a:prstGeom>
              <a:noFill/>
              <a:ln w="19050">
                <a:solidFill>
                  <a:schemeClr val="tx1"/>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grpSp>
        <p:grpSp>
          <p:nvGrpSpPr>
            <p:cNvPr id="55360" name="Group 64"/>
            <p:cNvGrpSpPr>
              <a:grpSpLocks/>
            </p:cNvGrpSpPr>
            <p:nvPr/>
          </p:nvGrpSpPr>
          <p:grpSpPr bwMode="auto">
            <a:xfrm>
              <a:off x="3288" y="1270"/>
              <a:ext cx="1064" cy="51"/>
              <a:chOff x="1944" y="1470"/>
              <a:chExt cx="1064" cy="51"/>
            </a:xfrm>
          </p:grpSpPr>
          <p:sp>
            <p:nvSpPr>
              <p:cNvPr id="55361" name="Line 65"/>
              <p:cNvSpPr>
                <a:spLocks noChangeShapeType="1"/>
              </p:cNvSpPr>
              <p:nvPr/>
            </p:nvSpPr>
            <p:spPr bwMode="auto">
              <a:xfrm flipH="1" flipV="1">
                <a:off x="1995" y="1495"/>
                <a:ext cx="967" cy="3"/>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62" name="Oval 66"/>
              <p:cNvSpPr>
                <a:spLocks noChangeArrowheads="1"/>
              </p:cNvSpPr>
              <p:nvPr/>
            </p:nvSpPr>
            <p:spPr bwMode="auto">
              <a:xfrm>
                <a:off x="1944" y="1470"/>
                <a:ext cx="53" cy="46"/>
              </a:xfrm>
              <a:prstGeom prst="ellipse">
                <a:avLst/>
              </a:prstGeom>
              <a:noFill/>
              <a:ln w="19050">
                <a:solidFill>
                  <a:schemeClr val="tx1"/>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sp>
            <p:nvSpPr>
              <p:cNvPr id="55363" name="Oval 67"/>
              <p:cNvSpPr>
                <a:spLocks noChangeArrowheads="1"/>
              </p:cNvSpPr>
              <p:nvPr/>
            </p:nvSpPr>
            <p:spPr bwMode="auto">
              <a:xfrm>
                <a:off x="2955" y="1475"/>
                <a:ext cx="53" cy="46"/>
              </a:xfrm>
              <a:prstGeom prst="ellipse">
                <a:avLst/>
              </a:prstGeom>
              <a:noFill/>
              <a:ln w="19050">
                <a:solidFill>
                  <a:schemeClr val="tx1"/>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grpSp>
        <p:sp>
          <p:nvSpPr>
            <p:cNvPr id="55364" name="Rectangle 68"/>
            <p:cNvSpPr>
              <a:spLocks noChangeArrowheads="1"/>
            </p:cNvSpPr>
            <p:nvPr/>
          </p:nvSpPr>
          <p:spPr bwMode="auto">
            <a:xfrm rot="5400000">
              <a:off x="3703" y="1190"/>
              <a:ext cx="96" cy="214"/>
            </a:xfrm>
            <a:prstGeom prst="rect">
              <a:avLst/>
            </a:prstGeom>
            <a:solidFill>
              <a:srgbClr val="FFFFCC"/>
            </a:solidFill>
            <a:ln w="31750">
              <a:solidFill>
                <a:srgbClr val="000000"/>
              </a:solidFill>
              <a:miter lim="800000"/>
              <a:headEnd/>
              <a:tailEnd/>
            </a:ln>
          </p:spPr>
          <p:txBody>
            <a:bodyPr/>
            <a:lstStyle/>
            <a:p>
              <a:endParaRPr lang="zh-CN" altLang="en-US"/>
            </a:p>
          </p:txBody>
        </p:sp>
      </p:grpSp>
      <p:grpSp>
        <p:nvGrpSpPr>
          <p:cNvPr id="55365" name="Group 69"/>
          <p:cNvGrpSpPr>
            <a:grpSpLocks/>
          </p:cNvGrpSpPr>
          <p:nvPr/>
        </p:nvGrpSpPr>
        <p:grpSpPr bwMode="auto">
          <a:xfrm>
            <a:off x="5619750" y="1644650"/>
            <a:ext cx="1041400" cy="1587500"/>
            <a:chOff x="748" y="1204"/>
            <a:chExt cx="656" cy="1000"/>
          </a:xfrm>
        </p:grpSpPr>
        <p:sp>
          <p:nvSpPr>
            <p:cNvPr id="55366" name="Rectangle 70"/>
            <p:cNvSpPr>
              <a:spLocks noChangeArrowheads="1"/>
            </p:cNvSpPr>
            <p:nvPr/>
          </p:nvSpPr>
          <p:spPr bwMode="auto">
            <a:xfrm>
              <a:off x="748" y="1204"/>
              <a:ext cx="656" cy="1000"/>
            </a:xfrm>
            <a:prstGeom prst="rect">
              <a:avLst/>
            </a:prstGeom>
            <a:noFill/>
            <a:ln w="12700">
              <a:solidFill>
                <a:srgbClr val="FF3300"/>
              </a:solidFill>
              <a:prstDash val="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sp>
          <p:nvSpPr>
            <p:cNvPr id="55367" name="Text Box 71"/>
            <p:cNvSpPr txBox="1">
              <a:spLocks noChangeArrowheads="1"/>
            </p:cNvSpPr>
            <p:nvPr/>
          </p:nvSpPr>
          <p:spPr bwMode="auto">
            <a:xfrm>
              <a:off x="928" y="1648"/>
              <a:ext cx="29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eaLnBrk="1" hangingPunct="1">
                <a:spcBef>
                  <a:spcPct val="50000"/>
                </a:spcBef>
              </a:pPr>
              <a:r>
                <a:rPr lang="en-US" altLang="zh-CN" i="1">
                  <a:solidFill>
                    <a:srgbClr val="FF3300"/>
                  </a:solidFill>
                  <a:latin typeface="Times New Roman" panose="02020603050405020304" pitchFamily="18" charset="0"/>
                </a:rPr>
                <a:t>T</a:t>
              </a:r>
              <a:r>
                <a:rPr lang="en-US" altLang="zh-CN" baseline="-25000">
                  <a:solidFill>
                    <a:srgbClr val="FF3300"/>
                  </a:solidFill>
                  <a:latin typeface="Times New Roman" panose="02020603050405020304" pitchFamily="18" charset="0"/>
                </a:rPr>
                <a:t>3</a:t>
              </a:r>
              <a:endParaRPr lang="en-US" altLang="zh-CN">
                <a:solidFill>
                  <a:srgbClr val="FF3300"/>
                </a:solidFill>
                <a:latin typeface="Times New Roman" panose="02020603050405020304" pitchFamily="18" charset="0"/>
              </a:endParaRPr>
            </a:p>
          </p:txBody>
        </p:sp>
      </p:grpSp>
      <p:grpSp>
        <p:nvGrpSpPr>
          <p:cNvPr id="55368" name="Group 72"/>
          <p:cNvGrpSpPr>
            <a:grpSpLocks/>
          </p:cNvGrpSpPr>
          <p:nvPr/>
        </p:nvGrpSpPr>
        <p:grpSpPr bwMode="auto">
          <a:xfrm>
            <a:off x="3448050" y="1562100"/>
            <a:ext cx="1041400" cy="1657350"/>
            <a:chOff x="2172" y="1192"/>
            <a:chExt cx="656" cy="1044"/>
          </a:xfrm>
        </p:grpSpPr>
        <p:sp>
          <p:nvSpPr>
            <p:cNvPr id="55369" name="Rectangle 73"/>
            <p:cNvSpPr>
              <a:spLocks noChangeArrowheads="1"/>
            </p:cNvSpPr>
            <p:nvPr/>
          </p:nvSpPr>
          <p:spPr bwMode="auto">
            <a:xfrm>
              <a:off x="2172" y="1236"/>
              <a:ext cx="656" cy="1000"/>
            </a:xfrm>
            <a:prstGeom prst="rect">
              <a:avLst/>
            </a:prstGeom>
            <a:noFill/>
            <a:ln w="12700">
              <a:solidFill>
                <a:srgbClr val="FF3300"/>
              </a:solidFill>
              <a:prstDash val="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sp>
          <p:nvSpPr>
            <p:cNvPr id="55370" name="Text Box 74"/>
            <p:cNvSpPr txBox="1">
              <a:spLocks noChangeArrowheads="1"/>
            </p:cNvSpPr>
            <p:nvPr/>
          </p:nvSpPr>
          <p:spPr bwMode="auto">
            <a:xfrm>
              <a:off x="2352" y="1192"/>
              <a:ext cx="29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eaLnBrk="1" hangingPunct="1">
                <a:spcBef>
                  <a:spcPct val="50000"/>
                </a:spcBef>
              </a:pPr>
              <a:r>
                <a:rPr lang="en-US" altLang="zh-CN" i="1">
                  <a:solidFill>
                    <a:srgbClr val="FF3300"/>
                  </a:solidFill>
                  <a:latin typeface="Times New Roman" panose="02020603050405020304" pitchFamily="18" charset="0"/>
                </a:rPr>
                <a:t>T</a:t>
              </a:r>
              <a:r>
                <a:rPr lang="en-US" altLang="zh-CN" baseline="-25000">
                  <a:solidFill>
                    <a:srgbClr val="FF3300"/>
                  </a:solidFill>
                  <a:latin typeface="Times New Roman" panose="02020603050405020304" pitchFamily="18" charset="0"/>
                </a:rPr>
                <a:t>2</a:t>
              </a:r>
              <a:endParaRPr lang="en-US" altLang="zh-CN">
                <a:solidFill>
                  <a:srgbClr val="FF3300"/>
                </a:solidFill>
                <a:latin typeface="Times New Roman" panose="02020603050405020304" pitchFamily="18" charset="0"/>
              </a:endParaRPr>
            </a:p>
          </p:txBody>
        </p:sp>
      </p:grpSp>
      <p:sp>
        <p:nvSpPr>
          <p:cNvPr id="55380" name="Rectangle 84"/>
          <p:cNvSpPr>
            <a:spLocks noChangeArrowheads="1"/>
          </p:cNvSpPr>
          <p:nvPr/>
        </p:nvSpPr>
        <p:spPr bwMode="auto">
          <a:xfrm>
            <a:off x="698500" y="366713"/>
            <a:ext cx="4113213" cy="457200"/>
          </a:xfrm>
          <a:prstGeom prst="rect">
            <a:avLst/>
          </a:prstGeom>
          <a:noFill/>
          <a:ln>
            <a:noFill/>
          </a:ln>
          <a:effectLst/>
          <a:extLst>
            <a:ext uri="{909E8E84-426E-40DD-AFC4-6F175D3DCCD1}">
              <a14:hiddenFill xmlns:a14="http://schemas.microsoft.com/office/drawing/2010/main">
                <a:solidFill>
                  <a:srgbClr val="FFFFCC">
                    <a:alpha val="50000"/>
                  </a:srgbClr>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p>
            <a:pPr algn="l"/>
            <a:r>
              <a:rPr lang="zh-CN" altLang="en-US">
                <a:solidFill>
                  <a:srgbClr val="FF0000"/>
                </a:solidFill>
                <a:latin typeface="Times New Roman" panose="02020603050405020304" pitchFamily="18" charset="0"/>
              </a:rPr>
              <a:t>例    求图示电路的</a:t>
            </a:r>
            <a:r>
              <a:rPr lang="en-US" altLang="zh-CN" i="1">
                <a:solidFill>
                  <a:srgbClr val="FF0000"/>
                </a:solidFill>
                <a:latin typeface="Times New Roman" panose="02020603050405020304" pitchFamily="18" charset="0"/>
              </a:rPr>
              <a:t>T</a:t>
            </a:r>
            <a:r>
              <a:rPr lang="zh-CN" altLang="en-US">
                <a:solidFill>
                  <a:srgbClr val="FF0000"/>
                </a:solidFill>
                <a:latin typeface="Times New Roman" panose="02020603050405020304" pitchFamily="18" charset="0"/>
              </a:rPr>
              <a:t>参数。</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1" fill="hold" nodeType="clickEffect">
                                  <p:stCondLst>
                                    <p:cond delay="0"/>
                                  </p:stCondLst>
                                  <p:childTnLst>
                                    <p:set>
                                      <p:cBhvr>
                                        <p:cTn id="6" dur="1" fill="hold">
                                          <p:stCondLst>
                                            <p:cond delay="0"/>
                                          </p:stCondLst>
                                        </p:cTn>
                                        <p:tgtEl>
                                          <p:spTgt spid="55374"/>
                                        </p:tgtEl>
                                        <p:attrNameLst>
                                          <p:attrName>style.visibility</p:attrName>
                                        </p:attrNameLst>
                                      </p:cBhvr>
                                      <p:to>
                                        <p:strVal val="visible"/>
                                      </p:to>
                                    </p:set>
                                    <p:anim calcmode="lin" valueType="num">
                                      <p:cBhvr additive="base">
                                        <p:cTn id="7" dur="500" fill="hold"/>
                                        <p:tgtEl>
                                          <p:spTgt spid="55374"/>
                                        </p:tgtEl>
                                        <p:attrNameLst>
                                          <p:attrName>ppt_x</p:attrName>
                                        </p:attrNameLst>
                                      </p:cBhvr>
                                      <p:tavLst>
                                        <p:tav tm="0">
                                          <p:val>
                                            <p:strVal val="#ppt_x"/>
                                          </p:val>
                                        </p:tav>
                                        <p:tav tm="100000">
                                          <p:val>
                                            <p:strVal val="#ppt_x"/>
                                          </p:val>
                                        </p:tav>
                                      </p:tavLst>
                                    </p:anim>
                                    <p:anim calcmode="lin" valueType="num">
                                      <p:cBhvr additive="base">
                                        <p:cTn id="8" dur="500" fill="hold"/>
                                        <p:tgtEl>
                                          <p:spTgt spid="55374"/>
                                        </p:tgtEl>
                                        <p:attrNameLst>
                                          <p:attrName>ppt_y</p:attrName>
                                        </p:attrNameLst>
                                      </p:cBhvr>
                                      <p:tavLst>
                                        <p:tav tm="0">
                                          <p:val>
                                            <p:strVal val="0-#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3" presetClass="entr" presetSubtype="272" fill="hold" nodeType="clickEffect">
                                  <p:stCondLst>
                                    <p:cond delay="0"/>
                                  </p:stCondLst>
                                  <p:childTnLst>
                                    <p:set>
                                      <p:cBhvr>
                                        <p:cTn id="12" dur="1" fill="hold">
                                          <p:stCondLst>
                                            <p:cond delay="0"/>
                                          </p:stCondLst>
                                        </p:cTn>
                                        <p:tgtEl>
                                          <p:spTgt spid="55375"/>
                                        </p:tgtEl>
                                        <p:attrNameLst>
                                          <p:attrName>style.visibility</p:attrName>
                                        </p:attrNameLst>
                                      </p:cBhvr>
                                      <p:to>
                                        <p:strVal val="visible"/>
                                      </p:to>
                                    </p:set>
                                    <p:anim calcmode="lin" valueType="num">
                                      <p:cBhvr>
                                        <p:cTn id="13" dur="500" fill="hold"/>
                                        <p:tgtEl>
                                          <p:spTgt spid="55375"/>
                                        </p:tgtEl>
                                        <p:attrNameLst>
                                          <p:attrName>ppt_w</p:attrName>
                                        </p:attrNameLst>
                                      </p:cBhvr>
                                      <p:tavLst>
                                        <p:tav tm="0">
                                          <p:val>
                                            <p:strVal val="2/3*#ppt_w"/>
                                          </p:val>
                                        </p:tav>
                                        <p:tav tm="100000">
                                          <p:val>
                                            <p:strVal val="#ppt_w"/>
                                          </p:val>
                                        </p:tav>
                                      </p:tavLst>
                                    </p:anim>
                                    <p:anim calcmode="lin" valueType="num">
                                      <p:cBhvr>
                                        <p:cTn id="14" dur="500" fill="hold"/>
                                        <p:tgtEl>
                                          <p:spTgt spid="55375"/>
                                        </p:tgtEl>
                                        <p:attrNameLst>
                                          <p:attrName>ppt_h</p:attrName>
                                        </p:attrNameLst>
                                      </p:cBhvr>
                                      <p:tavLst>
                                        <p:tav tm="0">
                                          <p:val>
                                            <p:strVal val="2/3*#ppt_h"/>
                                          </p:val>
                                        </p:tav>
                                        <p:tav tm="100000">
                                          <p:val>
                                            <p:strVal val="#ppt_h"/>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3" presetClass="entr" presetSubtype="272" fill="hold" nodeType="clickEffect">
                                  <p:stCondLst>
                                    <p:cond delay="0"/>
                                  </p:stCondLst>
                                  <p:childTnLst>
                                    <p:set>
                                      <p:cBhvr>
                                        <p:cTn id="18" dur="1" fill="hold">
                                          <p:stCondLst>
                                            <p:cond delay="0"/>
                                          </p:stCondLst>
                                        </p:cTn>
                                        <p:tgtEl>
                                          <p:spTgt spid="55376"/>
                                        </p:tgtEl>
                                        <p:attrNameLst>
                                          <p:attrName>style.visibility</p:attrName>
                                        </p:attrNameLst>
                                      </p:cBhvr>
                                      <p:to>
                                        <p:strVal val="visible"/>
                                      </p:to>
                                    </p:set>
                                    <p:anim calcmode="lin" valueType="num">
                                      <p:cBhvr>
                                        <p:cTn id="19" dur="500" fill="hold"/>
                                        <p:tgtEl>
                                          <p:spTgt spid="55376"/>
                                        </p:tgtEl>
                                        <p:attrNameLst>
                                          <p:attrName>ppt_w</p:attrName>
                                        </p:attrNameLst>
                                      </p:cBhvr>
                                      <p:tavLst>
                                        <p:tav tm="0">
                                          <p:val>
                                            <p:strVal val="2/3*#ppt_w"/>
                                          </p:val>
                                        </p:tav>
                                        <p:tav tm="100000">
                                          <p:val>
                                            <p:strVal val="#ppt_w"/>
                                          </p:val>
                                        </p:tav>
                                      </p:tavLst>
                                    </p:anim>
                                    <p:anim calcmode="lin" valueType="num">
                                      <p:cBhvr>
                                        <p:cTn id="20" dur="500" fill="hold"/>
                                        <p:tgtEl>
                                          <p:spTgt spid="55376"/>
                                        </p:tgtEl>
                                        <p:attrNameLst>
                                          <p:attrName>ppt_h</p:attrName>
                                        </p:attrNameLst>
                                      </p:cBhvr>
                                      <p:tavLst>
                                        <p:tav tm="0">
                                          <p:val>
                                            <p:strVal val="2/3*#ppt_h"/>
                                          </p:val>
                                        </p:tav>
                                        <p:tav tm="100000">
                                          <p:val>
                                            <p:strVal val="#ppt_h"/>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3" presetClass="entr" presetSubtype="272" fill="hold" nodeType="clickEffect">
                                  <p:stCondLst>
                                    <p:cond delay="0"/>
                                  </p:stCondLst>
                                  <p:childTnLst>
                                    <p:set>
                                      <p:cBhvr>
                                        <p:cTn id="24" dur="1" fill="hold">
                                          <p:stCondLst>
                                            <p:cond delay="0"/>
                                          </p:stCondLst>
                                        </p:cTn>
                                        <p:tgtEl>
                                          <p:spTgt spid="55377"/>
                                        </p:tgtEl>
                                        <p:attrNameLst>
                                          <p:attrName>style.visibility</p:attrName>
                                        </p:attrNameLst>
                                      </p:cBhvr>
                                      <p:to>
                                        <p:strVal val="visible"/>
                                      </p:to>
                                    </p:set>
                                    <p:anim calcmode="lin" valueType="num">
                                      <p:cBhvr>
                                        <p:cTn id="25" dur="500" fill="hold"/>
                                        <p:tgtEl>
                                          <p:spTgt spid="55377"/>
                                        </p:tgtEl>
                                        <p:attrNameLst>
                                          <p:attrName>ppt_w</p:attrName>
                                        </p:attrNameLst>
                                      </p:cBhvr>
                                      <p:tavLst>
                                        <p:tav tm="0">
                                          <p:val>
                                            <p:strVal val="2/3*#ppt_w"/>
                                          </p:val>
                                        </p:tav>
                                        <p:tav tm="100000">
                                          <p:val>
                                            <p:strVal val="#ppt_w"/>
                                          </p:val>
                                        </p:tav>
                                      </p:tavLst>
                                    </p:anim>
                                    <p:anim calcmode="lin" valueType="num">
                                      <p:cBhvr>
                                        <p:cTn id="26" dur="500" fill="hold"/>
                                        <p:tgtEl>
                                          <p:spTgt spid="55377"/>
                                        </p:tgtEl>
                                        <p:attrNameLst>
                                          <p:attrName>ppt_h</p:attrName>
                                        </p:attrNameLst>
                                      </p:cBhvr>
                                      <p:tavLst>
                                        <p:tav tm="0">
                                          <p:val>
                                            <p:strVal val="2/3*#ppt_h"/>
                                          </p:val>
                                        </p:tav>
                                        <p:tav tm="100000">
                                          <p:val>
                                            <p:strVal val="#ppt_h"/>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9" presetClass="entr" presetSubtype="0" fill="hold" nodeType="clickEffect">
                                  <p:stCondLst>
                                    <p:cond delay="0"/>
                                  </p:stCondLst>
                                  <p:childTnLst>
                                    <p:set>
                                      <p:cBhvr>
                                        <p:cTn id="30" dur="1" fill="hold">
                                          <p:stCondLst>
                                            <p:cond delay="0"/>
                                          </p:stCondLst>
                                        </p:cTn>
                                        <p:tgtEl>
                                          <p:spTgt spid="55332"/>
                                        </p:tgtEl>
                                        <p:attrNameLst>
                                          <p:attrName>style.visibility</p:attrName>
                                        </p:attrNameLst>
                                      </p:cBhvr>
                                      <p:to>
                                        <p:strVal val="visible"/>
                                      </p:to>
                                    </p:set>
                                    <p:animEffect transition="in" filter="dissolve">
                                      <p:cBhvr>
                                        <p:cTn id="31" dur="500"/>
                                        <p:tgtEl>
                                          <p:spTgt spid="55332"/>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9" presetClass="entr" presetSubtype="0" fill="hold" nodeType="clickEffect">
                                  <p:stCondLst>
                                    <p:cond delay="0"/>
                                  </p:stCondLst>
                                  <p:childTnLst>
                                    <p:set>
                                      <p:cBhvr>
                                        <p:cTn id="35" dur="1" fill="hold">
                                          <p:stCondLst>
                                            <p:cond delay="0"/>
                                          </p:stCondLst>
                                        </p:cTn>
                                        <p:tgtEl>
                                          <p:spTgt spid="55335"/>
                                        </p:tgtEl>
                                        <p:attrNameLst>
                                          <p:attrName>style.visibility</p:attrName>
                                        </p:attrNameLst>
                                      </p:cBhvr>
                                      <p:to>
                                        <p:strVal val="visible"/>
                                      </p:to>
                                    </p:set>
                                    <p:animEffect transition="in" filter="dissolve">
                                      <p:cBhvr>
                                        <p:cTn id="36" dur="500"/>
                                        <p:tgtEl>
                                          <p:spTgt spid="55335"/>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9" presetClass="entr" presetSubtype="0" fill="hold" nodeType="clickEffect">
                                  <p:stCondLst>
                                    <p:cond delay="0"/>
                                  </p:stCondLst>
                                  <p:childTnLst>
                                    <p:set>
                                      <p:cBhvr>
                                        <p:cTn id="40" dur="1" fill="hold">
                                          <p:stCondLst>
                                            <p:cond delay="0"/>
                                          </p:stCondLst>
                                        </p:cTn>
                                        <p:tgtEl>
                                          <p:spTgt spid="55338"/>
                                        </p:tgtEl>
                                        <p:attrNameLst>
                                          <p:attrName>style.visibility</p:attrName>
                                        </p:attrNameLst>
                                      </p:cBhvr>
                                      <p:to>
                                        <p:strVal val="visible"/>
                                      </p:to>
                                    </p:set>
                                    <p:animEffect transition="in" filter="dissolve">
                                      <p:cBhvr>
                                        <p:cTn id="41" dur="500"/>
                                        <p:tgtEl>
                                          <p:spTgt spid="55338"/>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3" presetClass="entr" presetSubtype="272" fill="hold" nodeType="clickEffect">
                                  <p:stCondLst>
                                    <p:cond delay="0"/>
                                  </p:stCondLst>
                                  <p:childTnLst>
                                    <p:set>
                                      <p:cBhvr>
                                        <p:cTn id="45" dur="1" fill="hold">
                                          <p:stCondLst>
                                            <p:cond delay="0"/>
                                          </p:stCondLst>
                                        </p:cTn>
                                        <p:tgtEl>
                                          <p:spTgt spid="55368"/>
                                        </p:tgtEl>
                                        <p:attrNameLst>
                                          <p:attrName>style.visibility</p:attrName>
                                        </p:attrNameLst>
                                      </p:cBhvr>
                                      <p:to>
                                        <p:strVal val="visible"/>
                                      </p:to>
                                    </p:set>
                                    <p:anim calcmode="lin" valueType="num">
                                      <p:cBhvr>
                                        <p:cTn id="46" dur="500" fill="hold"/>
                                        <p:tgtEl>
                                          <p:spTgt spid="55368"/>
                                        </p:tgtEl>
                                        <p:attrNameLst>
                                          <p:attrName>ppt_w</p:attrName>
                                        </p:attrNameLst>
                                      </p:cBhvr>
                                      <p:tavLst>
                                        <p:tav tm="0">
                                          <p:val>
                                            <p:strVal val="2/3*#ppt_w"/>
                                          </p:val>
                                        </p:tav>
                                        <p:tav tm="100000">
                                          <p:val>
                                            <p:strVal val="#ppt_w"/>
                                          </p:val>
                                        </p:tav>
                                      </p:tavLst>
                                    </p:anim>
                                    <p:anim calcmode="lin" valueType="num">
                                      <p:cBhvr>
                                        <p:cTn id="47" dur="500" fill="hold"/>
                                        <p:tgtEl>
                                          <p:spTgt spid="55368"/>
                                        </p:tgtEl>
                                        <p:attrNameLst>
                                          <p:attrName>ppt_h</p:attrName>
                                        </p:attrNameLst>
                                      </p:cBhvr>
                                      <p:tavLst>
                                        <p:tav tm="0">
                                          <p:val>
                                            <p:strVal val="2/3*#ppt_h"/>
                                          </p:val>
                                        </p:tav>
                                        <p:tav tm="100000">
                                          <p:val>
                                            <p:strVal val="#ppt_h"/>
                                          </p:val>
                                        </p:tav>
                                      </p:tavLst>
                                    </p:anim>
                                  </p:childTnLst>
                                </p:cTn>
                              </p:par>
                            </p:childTnLst>
                          </p:cTn>
                        </p:par>
                      </p:childTnLst>
                    </p:cTn>
                  </p:par>
                  <p:par>
                    <p:cTn id="48" fill="hold" nodeType="clickPar">
                      <p:stCondLst>
                        <p:cond delay="indefinite"/>
                      </p:stCondLst>
                      <p:childTnLst>
                        <p:par>
                          <p:cTn id="49" fill="hold" nodeType="withGroup">
                            <p:stCondLst>
                              <p:cond delay="0"/>
                            </p:stCondLst>
                            <p:childTnLst>
                              <p:par>
                                <p:cTn id="50" presetID="9" presetClass="entr" presetSubtype="0" fill="hold" nodeType="clickEffect">
                                  <p:stCondLst>
                                    <p:cond delay="0"/>
                                  </p:stCondLst>
                                  <p:childTnLst>
                                    <p:set>
                                      <p:cBhvr>
                                        <p:cTn id="51" dur="1" fill="hold">
                                          <p:stCondLst>
                                            <p:cond delay="0"/>
                                          </p:stCondLst>
                                        </p:cTn>
                                        <p:tgtEl>
                                          <p:spTgt spid="55365"/>
                                        </p:tgtEl>
                                        <p:attrNameLst>
                                          <p:attrName>style.visibility</p:attrName>
                                        </p:attrNameLst>
                                      </p:cBhvr>
                                      <p:to>
                                        <p:strVal val="visible"/>
                                      </p:to>
                                    </p:set>
                                    <p:animEffect transition="in" filter="dissolve">
                                      <p:cBhvr>
                                        <p:cTn id="52" dur="500"/>
                                        <p:tgtEl>
                                          <p:spTgt spid="55365"/>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55299">
                                            <p:txEl>
                                              <p:pRg st="0" end="0"/>
                                            </p:txEl>
                                          </p:spTgt>
                                        </p:tgtEl>
                                        <p:attrNameLst>
                                          <p:attrName>style.visibility</p:attrName>
                                        </p:attrNameLst>
                                      </p:cBhvr>
                                      <p:to>
                                        <p:strVal val="visible"/>
                                      </p:to>
                                    </p:set>
                                    <p:animEffect transition="in" filter="wipe(left)">
                                      <p:cBhvr>
                                        <p:cTn id="57" dur="500"/>
                                        <p:tgtEl>
                                          <p:spTgt spid="55299">
                                            <p:txEl>
                                              <p:pRg st="0" end="0"/>
                                            </p:txEl>
                                          </p:spTgt>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8" fill="hold" nodeType="clickEffect">
                                  <p:stCondLst>
                                    <p:cond delay="0"/>
                                  </p:stCondLst>
                                  <p:childTnLst>
                                    <p:set>
                                      <p:cBhvr>
                                        <p:cTn id="61" dur="1" fill="hold">
                                          <p:stCondLst>
                                            <p:cond delay="0"/>
                                          </p:stCondLst>
                                        </p:cTn>
                                        <p:tgtEl>
                                          <p:spTgt spid="55300"/>
                                        </p:tgtEl>
                                        <p:attrNameLst>
                                          <p:attrName>style.visibility</p:attrName>
                                        </p:attrNameLst>
                                      </p:cBhvr>
                                      <p:to>
                                        <p:strVal val="visible"/>
                                      </p:to>
                                    </p:set>
                                    <p:animEffect transition="in" filter="wipe(left)">
                                      <p:cBhvr>
                                        <p:cTn id="62" dur="500"/>
                                        <p:tgtEl>
                                          <p:spTgt spid="55300"/>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8" fill="hold" nodeType="clickEffect">
                                  <p:stCondLst>
                                    <p:cond delay="0"/>
                                  </p:stCondLst>
                                  <p:childTnLst>
                                    <p:set>
                                      <p:cBhvr>
                                        <p:cTn id="66" dur="1" fill="hold">
                                          <p:stCondLst>
                                            <p:cond delay="0"/>
                                          </p:stCondLst>
                                        </p:cTn>
                                        <p:tgtEl>
                                          <p:spTgt spid="55301"/>
                                        </p:tgtEl>
                                        <p:attrNameLst>
                                          <p:attrName>style.visibility</p:attrName>
                                        </p:attrNameLst>
                                      </p:cBhvr>
                                      <p:to>
                                        <p:strVal val="visible"/>
                                      </p:to>
                                    </p:set>
                                    <p:animEffect transition="in" filter="wipe(left)">
                                      <p:cBhvr>
                                        <p:cTn id="67" dur="500"/>
                                        <p:tgtEl>
                                          <p:spTgt spid="55301"/>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22" presetClass="entr" presetSubtype="8" fill="hold" nodeType="clickEffect">
                                  <p:stCondLst>
                                    <p:cond delay="0"/>
                                  </p:stCondLst>
                                  <p:childTnLst>
                                    <p:set>
                                      <p:cBhvr>
                                        <p:cTn id="71" dur="1" fill="hold">
                                          <p:stCondLst>
                                            <p:cond delay="0"/>
                                          </p:stCondLst>
                                        </p:cTn>
                                        <p:tgtEl>
                                          <p:spTgt spid="55302"/>
                                        </p:tgtEl>
                                        <p:attrNameLst>
                                          <p:attrName>style.visibility</p:attrName>
                                        </p:attrNameLst>
                                      </p:cBhvr>
                                      <p:to>
                                        <p:strVal val="visible"/>
                                      </p:to>
                                    </p:set>
                                    <p:animEffect transition="in" filter="wipe(left)">
                                      <p:cBhvr>
                                        <p:cTn id="72" dur="500"/>
                                        <p:tgtEl>
                                          <p:spTgt spid="55302"/>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22" presetClass="entr" presetSubtype="8" fill="hold" grpId="0" nodeType="clickEffect">
                                  <p:stCondLst>
                                    <p:cond delay="0"/>
                                  </p:stCondLst>
                                  <p:childTnLst>
                                    <p:set>
                                      <p:cBhvr>
                                        <p:cTn id="76" dur="1" fill="hold">
                                          <p:stCondLst>
                                            <p:cond delay="0"/>
                                          </p:stCondLst>
                                        </p:cTn>
                                        <p:tgtEl>
                                          <p:spTgt spid="55342">
                                            <p:txEl>
                                              <p:pRg st="0" end="0"/>
                                            </p:txEl>
                                          </p:spTgt>
                                        </p:tgtEl>
                                        <p:attrNameLst>
                                          <p:attrName>style.visibility</p:attrName>
                                        </p:attrNameLst>
                                      </p:cBhvr>
                                      <p:to>
                                        <p:strVal val="visible"/>
                                      </p:to>
                                    </p:set>
                                    <p:animEffect transition="in" filter="wipe(left)">
                                      <p:cBhvr>
                                        <p:cTn id="77" dur="500"/>
                                        <p:tgtEl>
                                          <p:spTgt spid="55342">
                                            <p:txEl>
                                              <p:pRg st="0" end="0"/>
                                            </p:txEl>
                                          </p:spTgt>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22" presetClass="entr" presetSubtype="8" fill="hold" nodeType="clickEffect">
                                  <p:stCondLst>
                                    <p:cond delay="0"/>
                                  </p:stCondLst>
                                  <p:childTnLst>
                                    <p:set>
                                      <p:cBhvr>
                                        <p:cTn id="81" dur="1" fill="hold">
                                          <p:stCondLst>
                                            <p:cond delay="0"/>
                                          </p:stCondLst>
                                        </p:cTn>
                                        <p:tgtEl>
                                          <p:spTgt spid="55341"/>
                                        </p:tgtEl>
                                        <p:attrNameLst>
                                          <p:attrName>style.visibility</p:attrName>
                                        </p:attrNameLst>
                                      </p:cBhvr>
                                      <p:to>
                                        <p:strVal val="visible"/>
                                      </p:to>
                                    </p:set>
                                    <p:animEffect transition="in" filter="wipe(left)">
                                      <p:cBhvr>
                                        <p:cTn id="82" dur="500"/>
                                        <p:tgtEl>
                                          <p:spTgt spid="553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299" grpId="0" build="p" autoUpdateAnimBg="0"/>
      <p:bldP spid="55342" grpId="0" build="p" autoUpdateAnimBg="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Text Box 2"/>
          <p:cNvSpPr txBox="1">
            <a:spLocks noChangeArrowheads="1"/>
          </p:cNvSpPr>
          <p:nvPr/>
        </p:nvSpPr>
        <p:spPr bwMode="auto">
          <a:xfrm>
            <a:off x="234950" y="196850"/>
            <a:ext cx="2659063" cy="212365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400" b="1" i="0" u="none" strike="noStrike" kern="1200" cap="none" spc="0" normalizeH="0" baseline="0" noProof="0" dirty="0" smtClean="0">
                <a:ln>
                  <a:noFill/>
                </a:ln>
                <a:solidFill>
                  <a:srgbClr val="CC0066"/>
                </a:solidFill>
                <a:effectLst/>
                <a:uLnTx/>
                <a:uFillTx/>
                <a:latin typeface="Times New Roman" panose="02020603050405020304" pitchFamily="18" charset="0"/>
                <a:ea typeface="宋体" panose="02010600030101010101" pitchFamily="2" charset="-122"/>
                <a:cs typeface="+mn-cs"/>
              </a:rPr>
              <a:t>二、串联</a:t>
            </a:r>
          </a:p>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400" b="1" i="0" u="none" strike="noStrike" kern="120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cs typeface="+mn-cs"/>
              </a:rPr>
              <a:t>    输入端口串联</a:t>
            </a:r>
          </a:p>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400" b="1" i="0" u="none" strike="noStrike" kern="120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cs typeface="+mn-cs"/>
              </a:rPr>
              <a:t>    输出端口串联</a:t>
            </a:r>
          </a:p>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400" b="1" i="0" u="none" strike="noStrike" kern="120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cs typeface="+mn-cs"/>
              </a:rPr>
              <a:t>    采用</a:t>
            </a:r>
            <a:r>
              <a:rPr kumimoji="1" lang="en-US" altLang="zh-CN" sz="2400" b="1" i="1" u="none" strike="noStrike" kern="120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cs typeface="+mn-cs"/>
              </a:rPr>
              <a:t>Z</a:t>
            </a:r>
            <a:r>
              <a:rPr kumimoji="1" lang="en-US" altLang="zh-CN" sz="2400" b="1" i="0" u="none" strike="noStrike" kern="120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cs typeface="+mn-cs"/>
              </a:rPr>
              <a:t> </a:t>
            </a:r>
            <a:r>
              <a:rPr kumimoji="1" lang="zh-CN" altLang="en-US" sz="2400" b="1" i="0" u="none" strike="noStrike" kern="120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cs typeface="+mn-cs"/>
              </a:rPr>
              <a:t>参数</a:t>
            </a:r>
            <a:endParaRPr kumimoji="1" lang="zh-CN" altLang="en-US" sz="2400" b="1" i="0" u="none" strike="noStrike" kern="1200" cap="none" spc="0" normalizeH="0" baseline="0" noProof="0" dirty="0" smtClean="0">
              <a:ln>
                <a:noFill/>
              </a:ln>
              <a:solidFill>
                <a:srgbClr val="FF0000"/>
              </a:solidFill>
              <a:effectLst/>
              <a:uLnTx/>
              <a:uFillTx/>
              <a:latin typeface="Times New Roman" panose="02020603050405020304" pitchFamily="18" charset="0"/>
              <a:ea typeface="宋体" panose="02010600030101010101" pitchFamily="2" charset="-122"/>
              <a:cs typeface="+mn-cs"/>
            </a:endParaRPr>
          </a:p>
        </p:txBody>
      </p:sp>
      <p:grpSp>
        <p:nvGrpSpPr>
          <p:cNvPr id="63491" name="Group 3"/>
          <p:cNvGrpSpPr>
            <a:grpSpLocks/>
          </p:cNvGrpSpPr>
          <p:nvPr/>
        </p:nvGrpSpPr>
        <p:grpSpPr bwMode="auto">
          <a:xfrm>
            <a:off x="3209925" y="184150"/>
            <a:ext cx="1514475" cy="3128963"/>
            <a:chOff x="918" y="524"/>
            <a:chExt cx="954" cy="1971"/>
          </a:xfrm>
        </p:grpSpPr>
        <p:sp>
          <p:nvSpPr>
            <p:cNvPr id="63492" name="Line 4"/>
            <p:cNvSpPr>
              <a:spLocks noChangeShapeType="1"/>
            </p:cNvSpPr>
            <p:nvPr/>
          </p:nvSpPr>
          <p:spPr bwMode="auto">
            <a:xfrm>
              <a:off x="1078" y="833"/>
              <a:ext cx="790" cy="1"/>
            </a:xfrm>
            <a:prstGeom prst="line">
              <a:avLst/>
            </a:prstGeom>
            <a:noFill/>
            <a:ln w="19050">
              <a:solidFill>
                <a:srgbClr val="FF33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63493" name="Oval 5"/>
            <p:cNvSpPr>
              <a:spLocks noChangeArrowheads="1"/>
            </p:cNvSpPr>
            <p:nvPr/>
          </p:nvSpPr>
          <p:spPr bwMode="auto">
            <a:xfrm>
              <a:off x="1004" y="796"/>
              <a:ext cx="68" cy="68"/>
            </a:xfrm>
            <a:prstGeom prst="ellipse">
              <a:avLst/>
            </a:prstGeom>
            <a:noFill/>
            <a:ln w="19050">
              <a:solidFill>
                <a:srgbClr val="FF33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63494" name="Line 6"/>
            <p:cNvSpPr>
              <a:spLocks noChangeShapeType="1"/>
            </p:cNvSpPr>
            <p:nvPr/>
          </p:nvSpPr>
          <p:spPr bwMode="auto">
            <a:xfrm flipV="1">
              <a:off x="1086" y="2461"/>
              <a:ext cx="786" cy="0"/>
            </a:xfrm>
            <a:prstGeom prst="line">
              <a:avLst/>
            </a:prstGeom>
            <a:noFill/>
            <a:ln w="19050">
              <a:solidFill>
                <a:srgbClr val="FF33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63495" name="Oval 7"/>
            <p:cNvSpPr>
              <a:spLocks noChangeArrowheads="1"/>
            </p:cNvSpPr>
            <p:nvPr/>
          </p:nvSpPr>
          <p:spPr bwMode="auto">
            <a:xfrm>
              <a:off x="1012" y="2422"/>
              <a:ext cx="68" cy="68"/>
            </a:xfrm>
            <a:prstGeom prst="ellipse">
              <a:avLst/>
            </a:prstGeom>
            <a:noFill/>
            <a:ln w="19050">
              <a:solidFill>
                <a:srgbClr val="FF33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63496" name="Text Box 8"/>
            <p:cNvSpPr txBox="1">
              <a:spLocks noChangeArrowheads="1"/>
            </p:cNvSpPr>
            <p:nvPr/>
          </p:nvSpPr>
          <p:spPr bwMode="auto">
            <a:xfrm>
              <a:off x="935" y="859"/>
              <a:ext cx="267"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0000"/>
                  </a:solidFill>
                  <a:miter lim="800000"/>
                  <a:headEnd/>
                  <a:tailEnd/>
                </a14:hiddenLine>
              </a:ext>
            </a:ex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1" i="0" u="none" strike="noStrike" kern="1200" cap="none" spc="0" normalizeH="0" baseline="0" noProof="0" smtClean="0">
                  <a:ln>
                    <a:noFill/>
                  </a:ln>
                  <a:solidFill>
                    <a:srgbClr val="FF0000"/>
                  </a:solidFill>
                  <a:effectLst/>
                  <a:uLnTx/>
                  <a:uFillTx/>
                  <a:latin typeface="Times New Roman" panose="02020603050405020304" pitchFamily="18" charset="0"/>
                  <a:ea typeface="宋体" panose="02010600030101010101" pitchFamily="2" charset="-122"/>
                  <a:cs typeface="+mn-cs"/>
                </a:rPr>
                <a:t>+</a:t>
              </a:r>
              <a:endParaRPr kumimoji="1" lang="en-US" altLang="zh-CN" sz="24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63497" name="Text Box 9"/>
            <p:cNvSpPr txBox="1">
              <a:spLocks noChangeArrowheads="1"/>
            </p:cNvSpPr>
            <p:nvPr/>
          </p:nvSpPr>
          <p:spPr bwMode="auto">
            <a:xfrm>
              <a:off x="932" y="2207"/>
              <a:ext cx="267"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0000"/>
                  </a:solidFill>
                  <a:miter lim="800000"/>
                  <a:headEnd/>
                  <a:tailEnd/>
                </a14:hiddenLine>
              </a:ext>
            </a:ex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smtClean="0">
                  <a:ln>
                    <a:noFill/>
                  </a:ln>
                  <a:solidFill>
                    <a:srgbClr val="FF0000"/>
                  </a:solidFill>
                  <a:effectLst/>
                  <a:uLnTx/>
                  <a:uFillTx/>
                  <a:latin typeface="黑体" panose="02010609060101010101" pitchFamily="49" charset="-122"/>
                  <a:ea typeface="黑体" panose="02010609060101010101" pitchFamily="49" charset="-122"/>
                  <a:cs typeface="+mn-cs"/>
                  <a:sym typeface="Symbol" panose="05050102010706020507" pitchFamily="18" charset="2"/>
                </a:rPr>
                <a:t>-</a:t>
              </a:r>
              <a:endParaRPr kumimoji="1" lang="en-US" altLang="zh-CN" sz="2400" b="0" i="0" u="none" strike="noStrike" kern="1200" cap="none" spc="0" normalizeH="0" baseline="0" noProof="0" smtClean="0">
                <a:ln>
                  <a:noFill/>
                </a:ln>
                <a:solidFill>
                  <a:srgbClr val="000000"/>
                </a:solidFill>
                <a:effectLst/>
                <a:uLnTx/>
                <a:uFillTx/>
                <a:latin typeface="黑体" panose="02010609060101010101" pitchFamily="49" charset="-122"/>
                <a:ea typeface="黑体" panose="02010609060101010101" pitchFamily="49" charset="-122"/>
                <a:cs typeface="+mn-cs"/>
              </a:endParaRPr>
            </a:p>
          </p:txBody>
        </p:sp>
        <p:graphicFrame>
          <p:nvGraphicFramePr>
            <p:cNvPr id="63498" name="Object 10"/>
            <p:cNvGraphicFramePr>
              <a:graphicFrameLocks noChangeAspect="1"/>
            </p:cNvGraphicFramePr>
            <p:nvPr/>
          </p:nvGraphicFramePr>
          <p:xfrm>
            <a:off x="1172" y="524"/>
            <a:ext cx="208" cy="290"/>
          </p:xfrm>
          <a:graphic>
            <a:graphicData uri="http://schemas.openxmlformats.org/presentationml/2006/ole">
              <mc:AlternateContent xmlns:mc="http://schemas.openxmlformats.org/markup-compatibility/2006">
                <mc:Choice xmlns:v="urn:schemas-microsoft-com:vml" Requires="v">
                  <p:oleObj spid="_x0000_s235550" name="公式" r:id="rId3" imgW="164880" imgH="228600" progId="Equation.3">
                    <p:embed/>
                  </p:oleObj>
                </mc:Choice>
                <mc:Fallback>
                  <p:oleObj name="公式" r:id="rId3" imgW="164880" imgH="228600" progId="Equation.3">
                    <p:embed/>
                    <p:pic>
                      <p:nvPicPr>
                        <p:cNvPr id="63498" name="Object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72" y="524"/>
                          <a:ext cx="208" cy="2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3499" name="Object 11"/>
            <p:cNvGraphicFramePr>
              <a:graphicFrameLocks noChangeAspect="1"/>
            </p:cNvGraphicFramePr>
            <p:nvPr/>
          </p:nvGraphicFramePr>
          <p:xfrm>
            <a:off x="918" y="1584"/>
            <a:ext cx="256" cy="291"/>
          </p:xfrm>
          <a:graphic>
            <a:graphicData uri="http://schemas.openxmlformats.org/presentationml/2006/ole">
              <mc:AlternateContent xmlns:mc="http://schemas.openxmlformats.org/markup-compatibility/2006">
                <mc:Choice xmlns:v="urn:schemas-microsoft-com:vml" Requires="v">
                  <p:oleObj spid="_x0000_s235551" name="公式" r:id="rId5" imgW="203040" imgH="228600" progId="Equation.3">
                    <p:embed/>
                  </p:oleObj>
                </mc:Choice>
                <mc:Fallback>
                  <p:oleObj name="公式" r:id="rId5" imgW="203040" imgH="228600" progId="Equation.3">
                    <p:embed/>
                    <p:pic>
                      <p:nvPicPr>
                        <p:cNvPr id="63499" name="Object 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18" y="1584"/>
                          <a:ext cx="256"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3500" name="Line 12"/>
            <p:cNvSpPr>
              <a:spLocks noChangeShapeType="1"/>
            </p:cNvSpPr>
            <p:nvPr/>
          </p:nvSpPr>
          <p:spPr bwMode="auto">
            <a:xfrm>
              <a:off x="1264" y="824"/>
              <a:ext cx="48" cy="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grpSp>
      <p:grpSp>
        <p:nvGrpSpPr>
          <p:cNvPr id="63501" name="Group 13"/>
          <p:cNvGrpSpPr>
            <a:grpSpLocks/>
          </p:cNvGrpSpPr>
          <p:nvPr/>
        </p:nvGrpSpPr>
        <p:grpSpPr bwMode="auto">
          <a:xfrm>
            <a:off x="7400925" y="196850"/>
            <a:ext cx="1231900" cy="3144838"/>
            <a:chOff x="3558" y="532"/>
            <a:chExt cx="776" cy="1981"/>
          </a:xfrm>
        </p:grpSpPr>
        <p:sp>
          <p:nvSpPr>
            <p:cNvPr id="63502" name="Line 14"/>
            <p:cNvSpPr>
              <a:spLocks noChangeShapeType="1"/>
            </p:cNvSpPr>
            <p:nvPr/>
          </p:nvSpPr>
          <p:spPr bwMode="auto">
            <a:xfrm>
              <a:off x="3558" y="853"/>
              <a:ext cx="556" cy="1"/>
            </a:xfrm>
            <a:prstGeom prst="line">
              <a:avLst/>
            </a:prstGeom>
            <a:noFill/>
            <a:ln w="19050">
              <a:solidFill>
                <a:srgbClr val="FF33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63503" name="Oval 15"/>
            <p:cNvSpPr>
              <a:spLocks noChangeArrowheads="1"/>
            </p:cNvSpPr>
            <p:nvPr/>
          </p:nvSpPr>
          <p:spPr bwMode="auto">
            <a:xfrm>
              <a:off x="4109" y="814"/>
              <a:ext cx="68" cy="68"/>
            </a:xfrm>
            <a:prstGeom prst="ellipse">
              <a:avLst/>
            </a:prstGeom>
            <a:noFill/>
            <a:ln w="19050">
              <a:solidFill>
                <a:srgbClr val="FF33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63504" name="Line 16"/>
            <p:cNvSpPr>
              <a:spLocks noChangeShapeType="1"/>
            </p:cNvSpPr>
            <p:nvPr/>
          </p:nvSpPr>
          <p:spPr bwMode="auto">
            <a:xfrm>
              <a:off x="3586" y="2474"/>
              <a:ext cx="550" cy="1"/>
            </a:xfrm>
            <a:prstGeom prst="line">
              <a:avLst/>
            </a:prstGeom>
            <a:noFill/>
            <a:ln w="19050">
              <a:solidFill>
                <a:srgbClr val="FF33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63505" name="Oval 17"/>
            <p:cNvSpPr>
              <a:spLocks noChangeArrowheads="1"/>
            </p:cNvSpPr>
            <p:nvPr/>
          </p:nvSpPr>
          <p:spPr bwMode="auto">
            <a:xfrm>
              <a:off x="4139" y="2436"/>
              <a:ext cx="68" cy="68"/>
            </a:xfrm>
            <a:prstGeom prst="ellipse">
              <a:avLst/>
            </a:prstGeom>
            <a:noFill/>
            <a:ln w="19050">
              <a:solidFill>
                <a:srgbClr val="FF33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63506" name="Text Box 18"/>
            <p:cNvSpPr txBox="1">
              <a:spLocks noChangeArrowheads="1"/>
            </p:cNvSpPr>
            <p:nvPr/>
          </p:nvSpPr>
          <p:spPr bwMode="auto">
            <a:xfrm>
              <a:off x="4038" y="871"/>
              <a:ext cx="267"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1" i="0" u="none" strike="noStrike" kern="1200" cap="none" spc="0" normalizeH="0" baseline="0" noProof="0" smtClean="0">
                  <a:ln>
                    <a:noFill/>
                  </a:ln>
                  <a:solidFill>
                    <a:srgbClr val="FF0000"/>
                  </a:solidFill>
                  <a:effectLst/>
                  <a:uLnTx/>
                  <a:uFillTx/>
                  <a:latin typeface="Times New Roman" panose="02020603050405020304" pitchFamily="18" charset="0"/>
                  <a:ea typeface="宋体" panose="02010600030101010101" pitchFamily="2" charset="-122"/>
                  <a:cs typeface="+mn-cs"/>
                </a:rPr>
                <a:t>+</a:t>
              </a:r>
              <a:endParaRPr kumimoji="1" lang="en-US" altLang="zh-CN" sz="24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63507" name="Text Box 19"/>
            <p:cNvSpPr txBox="1">
              <a:spLocks noChangeArrowheads="1"/>
            </p:cNvSpPr>
            <p:nvPr/>
          </p:nvSpPr>
          <p:spPr bwMode="auto">
            <a:xfrm>
              <a:off x="4065" y="2225"/>
              <a:ext cx="267"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smtClean="0">
                  <a:ln>
                    <a:noFill/>
                  </a:ln>
                  <a:solidFill>
                    <a:srgbClr val="FF0000"/>
                  </a:solidFill>
                  <a:effectLst/>
                  <a:uLnTx/>
                  <a:uFillTx/>
                  <a:latin typeface="黑体" panose="02010609060101010101" pitchFamily="49" charset="-122"/>
                  <a:ea typeface="黑体" panose="02010609060101010101" pitchFamily="49" charset="-122"/>
                  <a:cs typeface="+mn-cs"/>
                  <a:sym typeface="Symbol" panose="05050102010706020507" pitchFamily="18" charset="2"/>
                </a:rPr>
                <a:t>-</a:t>
              </a:r>
              <a:endParaRPr kumimoji="1" lang="en-US" altLang="zh-CN" sz="2400" b="0" i="0" u="none" strike="noStrike" kern="1200" cap="none" spc="0" normalizeH="0" baseline="0" noProof="0" smtClean="0">
                <a:ln>
                  <a:noFill/>
                </a:ln>
                <a:solidFill>
                  <a:srgbClr val="000000"/>
                </a:solidFill>
                <a:effectLst/>
                <a:uLnTx/>
                <a:uFillTx/>
                <a:latin typeface="黑体" panose="02010609060101010101" pitchFamily="49" charset="-122"/>
                <a:ea typeface="黑体" panose="02010609060101010101" pitchFamily="49" charset="-122"/>
                <a:cs typeface="+mn-cs"/>
              </a:endParaRPr>
            </a:p>
          </p:txBody>
        </p:sp>
        <p:graphicFrame>
          <p:nvGraphicFramePr>
            <p:cNvPr id="63508" name="Object 20"/>
            <p:cNvGraphicFramePr>
              <a:graphicFrameLocks noChangeAspect="1"/>
            </p:cNvGraphicFramePr>
            <p:nvPr/>
          </p:nvGraphicFramePr>
          <p:xfrm>
            <a:off x="4078" y="1520"/>
            <a:ext cx="256" cy="291"/>
          </p:xfrm>
          <a:graphic>
            <a:graphicData uri="http://schemas.openxmlformats.org/presentationml/2006/ole">
              <mc:AlternateContent xmlns:mc="http://schemas.openxmlformats.org/markup-compatibility/2006">
                <mc:Choice xmlns:v="urn:schemas-microsoft-com:vml" Requires="v">
                  <p:oleObj spid="_x0000_s235552" name="公式" r:id="rId7" imgW="203040" imgH="228600" progId="Equation.3">
                    <p:embed/>
                  </p:oleObj>
                </mc:Choice>
                <mc:Fallback>
                  <p:oleObj name="公式" r:id="rId7" imgW="203040" imgH="228600" progId="Equation.3">
                    <p:embed/>
                    <p:pic>
                      <p:nvPicPr>
                        <p:cNvPr id="63508" name="Object 2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078" y="1520"/>
                          <a:ext cx="256"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3509" name="Object 21"/>
            <p:cNvGraphicFramePr>
              <a:graphicFrameLocks noChangeAspect="1"/>
            </p:cNvGraphicFramePr>
            <p:nvPr/>
          </p:nvGraphicFramePr>
          <p:xfrm>
            <a:off x="3836" y="532"/>
            <a:ext cx="224" cy="290"/>
          </p:xfrm>
          <a:graphic>
            <a:graphicData uri="http://schemas.openxmlformats.org/presentationml/2006/ole">
              <mc:AlternateContent xmlns:mc="http://schemas.openxmlformats.org/markup-compatibility/2006">
                <mc:Choice xmlns:v="urn:schemas-microsoft-com:vml" Requires="v">
                  <p:oleObj spid="_x0000_s235553" name="公式" r:id="rId9" imgW="177480" imgH="228600" progId="Equation.3">
                    <p:embed/>
                  </p:oleObj>
                </mc:Choice>
                <mc:Fallback>
                  <p:oleObj name="公式" r:id="rId9" imgW="177480" imgH="228600" progId="Equation.3">
                    <p:embed/>
                    <p:pic>
                      <p:nvPicPr>
                        <p:cNvPr id="63509" name="Object 2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836" y="532"/>
                          <a:ext cx="224" cy="2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3510" name="Line 22"/>
            <p:cNvSpPr>
              <a:spLocks noChangeShapeType="1"/>
            </p:cNvSpPr>
            <p:nvPr/>
          </p:nvSpPr>
          <p:spPr bwMode="auto">
            <a:xfrm flipH="1">
              <a:off x="3864" y="856"/>
              <a:ext cx="48" cy="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grpSp>
      <p:sp>
        <p:nvSpPr>
          <p:cNvPr id="63553" name="Rectangle 65"/>
          <p:cNvSpPr>
            <a:spLocks noChangeArrowheads="1"/>
          </p:cNvSpPr>
          <p:nvPr/>
        </p:nvSpPr>
        <p:spPr bwMode="auto">
          <a:xfrm>
            <a:off x="4222750" y="234950"/>
            <a:ext cx="3511550" cy="3219450"/>
          </a:xfrm>
          <a:prstGeom prst="rect">
            <a:avLst/>
          </a:prstGeom>
          <a:noFill/>
          <a:ln w="12700">
            <a:solidFill>
              <a:srgbClr val="FF0000"/>
            </a:solidFill>
            <a:prstDash val="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grpSp>
        <p:nvGrpSpPr>
          <p:cNvPr id="63554" name="Group 66"/>
          <p:cNvGrpSpPr>
            <a:grpSpLocks/>
          </p:cNvGrpSpPr>
          <p:nvPr/>
        </p:nvGrpSpPr>
        <p:grpSpPr bwMode="auto">
          <a:xfrm>
            <a:off x="4749800" y="1638300"/>
            <a:ext cx="2590800" cy="685800"/>
            <a:chOff x="1888" y="1440"/>
            <a:chExt cx="1632" cy="432"/>
          </a:xfrm>
        </p:grpSpPr>
        <p:sp>
          <p:nvSpPr>
            <p:cNvPr id="63555" name="Line 67"/>
            <p:cNvSpPr>
              <a:spLocks noChangeShapeType="1"/>
            </p:cNvSpPr>
            <p:nvPr/>
          </p:nvSpPr>
          <p:spPr bwMode="auto">
            <a:xfrm>
              <a:off x="1888" y="1440"/>
              <a:ext cx="0" cy="408"/>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63556" name="Line 68"/>
            <p:cNvSpPr>
              <a:spLocks noChangeShapeType="1"/>
            </p:cNvSpPr>
            <p:nvPr/>
          </p:nvSpPr>
          <p:spPr bwMode="auto">
            <a:xfrm>
              <a:off x="3520" y="1464"/>
              <a:ext cx="0" cy="408"/>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grpSp>
      <p:graphicFrame>
        <p:nvGraphicFramePr>
          <p:cNvPr id="63557" name="Object 69"/>
          <p:cNvGraphicFramePr>
            <a:graphicFrameLocks noChangeAspect="1"/>
          </p:cNvGraphicFramePr>
          <p:nvPr/>
        </p:nvGraphicFramePr>
        <p:xfrm>
          <a:off x="1225550" y="3632200"/>
          <a:ext cx="5365750" cy="1017588"/>
        </p:xfrm>
        <a:graphic>
          <a:graphicData uri="http://schemas.openxmlformats.org/presentationml/2006/ole">
            <mc:AlternateContent xmlns:mc="http://schemas.openxmlformats.org/markup-compatibility/2006">
              <mc:Choice xmlns:v="urn:schemas-microsoft-com:vml" Requires="v">
                <p:oleObj spid="_x0000_s235554" name="公式" r:id="rId11" imgW="2679480" imgH="507960" progId="Equation.3">
                  <p:embed/>
                </p:oleObj>
              </mc:Choice>
              <mc:Fallback>
                <p:oleObj name="公式" r:id="rId11" imgW="2679480" imgH="507960" progId="Equation.3">
                  <p:embed/>
                  <p:pic>
                    <p:nvPicPr>
                      <p:cNvPr id="63557" name="Object 6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225550" y="3632200"/>
                        <a:ext cx="5365750" cy="10175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3558" name="Text Box 70"/>
          <p:cNvSpPr txBox="1">
            <a:spLocks noChangeArrowheads="1"/>
          </p:cNvSpPr>
          <p:nvPr/>
        </p:nvSpPr>
        <p:spPr bwMode="auto">
          <a:xfrm>
            <a:off x="1038225" y="4829175"/>
            <a:ext cx="2327275"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4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串联电流相等    </a:t>
            </a:r>
            <a:endParaRPr kumimoji="1" lang="zh-CN" altLang="en-US" sz="2400" b="0"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aphicFrame>
        <p:nvGraphicFramePr>
          <p:cNvPr id="63559" name="Object 71"/>
          <p:cNvGraphicFramePr>
            <a:graphicFrameLocks noChangeAspect="1"/>
          </p:cNvGraphicFramePr>
          <p:nvPr/>
        </p:nvGraphicFramePr>
        <p:xfrm>
          <a:off x="3576638" y="4762500"/>
          <a:ext cx="2466975" cy="1017588"/>
        </p:xfrm>
        <a:graphic>
          <a:graphicData uri="http://schemas.openxmlformats.org/presentationml/2006/ole">
            <mc:AlternateContent xmlns:mc="http://schemas.openxmlformats.org/markup-compatibility/2006">
              <mc:Choice xmlns:v="urn:schemas-microsoft-com:vml" Requires="v">
                <p:oleObj spid="_x0000_s235555" name="公式" r:id="rId13" imgW="1231560" imgH="507960" progId="Equation.3">
                  <p:embed/>
                </p:oleObj>
              </mc:Choice>
              <mc:Fallback>
                <p:oleObj name="公式" r:id="rId13" imgW="1231560" imgH="507960" progId="Equation.3">
                  <p:embed/>
                  <p:pic>
                    <p:nvPicPr>
                      <p:cNvPr id="63559" name="Object 71"/>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576638" y="4762500"/>
                        <a:ext cx="2466975" cy="10175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63563" name="Group 75"/>
          <p:cNvGrpSpPr>
            <a:grpSpLocks/>
          </p:cNvGrpSpPr>
          <p:nvPr/>
        </p:nvGrpSpPr>
        <p:grpSpPr bwMode="auto">
          <a:xfrm>
            <a:off x="4556125" y="206375"/>
            <a:ext cx="3027363" cy="1598613"/>
            <a:chOff x="2854" y="138"/>
            <a:chExt cx="1907" cy="1007"/>
          </a:xfrm>
        </p:grpSpPr>
        <p:grpSp>
          <p:nvGrpSpPr>
            <p:cNvPr id="63562" name="Group 74"/>
            <p:cNvGrpSpPr>
              <a:grpSpLocks/>
            </p:cNvGrpSpPr>
            <p:nvPr/>
          </p:nvGrpSpPr>
          <p:grpSpPr bwMode="auto">
            <a:xfrm>
              <a:off x="2854" y="138"/>
              <a:ext cx="1907" cy="1007"/>
              <a:chOff x="2854" y="138"/>
              <a:chExt cx="1907" cy="1007"/>
            </a:xfrm>
          </p:grpSpPr>
          <p:sp>
            <p:nvSpPr>
              <p:cNvPr id="63512" name="Rectangle 24"/>
              <p:cNvSpPr>
                <a:spLocks noChangeArrowheads="1"/>
              </p:cNvSpPr>
              <p:nvPr/>
            </p:nvSpPr>
            <p:spPr bwMode="auto">
              <a:xfrm>
                <a:off x="3428" y="313"/>
                <a:ext cx="713" cy="832"/>
              </a:xfrm>
              <a:prstGeom prst="rect">
                <a:avLst/>
              </a:prstGeom>
              <a:solidFill>
                <a:srgbClr val="FFFFCC"/>
              </a:solidFill>
              <a:ln w="28575">
                <a:solidFill>
                  <a:srgbClr val="000000"/>
                </a:solidFill>
                <a:miter lim="800000"/>
                <a:headEnd/>
                <a:tailEnd/>
              </a:ln>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63513" name="Rectangle 25"/>
              <p:cNvSpPr>
                <a:spLocks noChangeArrowheads="1"/>
              </p:cNvSpPr>
              <p:nvPr/>
            </p:nvSpPr>
            <p:spPr bwMode="auto">
              <a:xfrm>
                <a:off x="3693" y="598"/>
                <a:ext cx="193"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800" b="1" i="1"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Z</a:t>
                </a:r>
                <a:r>
                  <a:rPr kumimoji="1" lang="en-US" altLang="zh-CN" sz="28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sym typeface="Symbol" panose="05050102010706020507" pitchFamily="18" charset="2"/>
                  </a:rPr>
                  <a:t></a:t>
                </a:r>
                <a:endParaRPr kumimoji="1" lang="en-US" altLang="zh-CN" sz="36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sym typeface="Symbol" panose="05050102010706020507" pitchFamily="18" charset="2"/>
                </a:endParaRPr>
              </a:p>
            </p:txBody>
          </p:sp>
          <p:sp>
            <p:nvSpPr>
              <p:cNvPr id="63514" name="Line 26"/>
              <p:cNvSpPr>
                <a:spLocks noChangeShapeType="1"/>
              </p:cNvSpPr>
              <p:nvPr/>
            </p:nvSpPr>
            <p:spPr bwMode="auto">
              <a:xfrm>
                <a:off x="3022" y="431"/>
                <a:ext cx="418" cy="1"/>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63515" name="Line 27"/>
              <p:cNvSpPr>
                <a:spLocks noChangeShapeType="1"/>
              </p:cNvSpPr>
              <p:nvPr/>
            </p:nvSpPr>
            <p:spPr bwMode="auto">
              <a:xfrm flipV="1">
                <a:off x="3016" y="1021"/>
                <a:ext cx="418"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63516" name="Text Box 28"/>
              <p:cNvSpPr txBox="1">
                <a:spLocks noChangeArrowheads="1"/>
              </p:cNvSpPr>
              <p:nvPr/>
            </p:nvSpPr>
            <p:spPr bwMode="auto">
              <a:xfrm>
                <a:off x="2863" y="409"/>
                <a:ext cx="267"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a:t>
                </a:r>
              </a:p>
            </p:txBody>
          </p:sp>
          <p:sp>
            <p:nvSpPr>
              <p:cNvPr id="63517" name="Text Box 29"/>
              <p:cNvSpPr txBox="1">
                <a:spLocks noChangeArrowheads="1"/>
              </p:cNvSpPr>
              <p:nvPr/>
            </p:nvSpPr>
            <p:spPr bwMode="auto">
              <a:xfrm>
                <a:off x="2868" y="773"/>
                <a:ext cx="267"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smtClean="0">
                    <a:ln>
                      <a:noFill/>
                    </a:ln>
                    <a:solidFill>
                      <a:srgbClr val="000000"/>
                    </a:solidFill>
                    <a:effectLst/>
                    <a:uLnTx/>
                    <a:uFillTx/>
                    <a:latin typeface="黑体" panose="02010609060101010101" pitchFamily="49" charset="-122"/>
                    <a:ea typeface="黑体" panose="02010609060101010101" pitchFamily="49" charset="-122"/>
                    <a:cs typeface="+mn-cs"/>
                    <a:sym typeface="Symbol" panose="05050102010706020507" pitchFamily="18" charset="2"/>
                  </a:rPr>
                  <a:t>-</a:t>
                </a:r>
                <a:endParaRPr kumimoji="1" lang="en-US" altLang="zh-CN" sz="2400" b="0" i="0" u="none" strike="noStrike" kern="1200" cap="none" spc="0" normalizeH="0" baseline="0" noProof="0" smtClean="0">
                  <a:ln>
                    <a:noFill/>
                  </a:ln>
                  <a:solidFill>
                    <a:srgbClr val="000000"/>
                  </a:solidFill>
                  <a:effectLst/>
                  <a:uLnTx/>
                  <a:uFillTx/>
                  <a:latin typeface="黑体" panose="02010609060101010101" pitchFamily="49" charset="-122"/>
                  <a:ea typeface="黑体" panose="02010609060101010101" pitchFamily="49" charset="-122"/>
                  <a:cs typeface="+mn-cs"/>
                </a:endParaRPr>
              </a:p>
            </p:txBody>
          </p:sp>
          <p:sp>
            <p:nvSpPr>
              <p:cNvPr id="63518" name="Line 30"/>
              <p:cNvSpPr>
                <a:spLocks noChangeShapeType="1"/>
              </p:cNvSpPr>
              <p:nvPr/>
            </p:nvSpPr>
            <p:spPr bwMode="auto">
              <a:xfrm>
                <a:off x="4143" y="437"/>
                <a:ext cx="418" cy="3"/>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63519" name="Line 31"/>
              <p:cNvSpPr>
                <a:spLocks noChangeShapeType="1"/>
              </p:cNvSpPr>
              <p:nvPr/>
            </p:nvSpPr>
            <p:spPr bwMode="auto">
              <a:xfrm>
                <a:off x="4147" y="1026"/>
                <a:ext cx="418" cy="1"/>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63520" name="Text Box 32"/>
              <p:cNvSpPr txBox="1">
                <a:spLocks noChangeArrowheads="1"/>
              </p:cNvSpPr>
              <p:nvPr/>
            </p:nvSpPr>
            <p:spPr bwMode="auto">
              <a:xfrm>
                <a:off x="4483" y="415"/>
                <a:ext cx="267"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a:t>
                </a:r>
              </a:p>
            </p:txBody>
          </p:sp>
          <p:sp>
            <p:nvSpPr>
              <p:cNvPr id="63521" name="Text Box 33"/>
              <p:cNvSpPr txBox="1">
                <a:spLocks noChangeArrowheads="1"/>
              </p:cNvSpPr>
              <p:nvPr/>
            </p:nvSpPr>
            <p:spPr bwMode="auto">
              <a:xfrm>
                <a:off x="4494" y="761"/>
                <a:ext cx="267"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smtClean="0">
                    <a:ln>
                      <a:noFill/>
                    </a:ln>
                    <a:solidFill>
                      <a:srgbClr val="000000"/>
                    </a:solidFill>
                    <a:effectLst/>
                    <a:uLnTx/>
                    <a:uFillTx/>
                    <a:latin typeface="黑体" panose="02010609060101010101" pitchFamily="49" charset="-122"/>
                    <a:ea typeface="黑体" panose="02010609060101010101" pitchFamily="49" charset="-122"/>
                    <a:cs typeface="+mn-cs"/>
                    <a:sym typeface="Symbol" panose="05050102010706020507" pitchFamily="18" charset="2"/>
                  </a:rPr>
                  <a:t>-</a:t>
                </a:r>
                <a:endParaRPr kumimoji="1" lang="en-US" altLang="zh-CN" sz="2400" b="0" i="0" u="none" strike="noStrike" kern="1200" cap="none" spc="0" normalizeH="0" baseline="0" noProof="0" smtClean="0">
                  <a:ln>
                    <a:noFill/>
                  </a:ln>
                  <a:solidFill>
                    <a:srgbClr val="000000"/>
                  </a:solidFill>
                  <a:effectLst/>
                  <a:uLnTx/>
                  <a:uFillTx/>
                  <a:latin typeface="黑体" panose="02010609060101010101" pitchFamily="49" charset="-122"/>
                  <a:ea typeface="黑体" panose="02010609060101010101" pitchFamily="49" charset="-122"/>
                  <a:cs typeface="+mn-cs"/>
                </a:endParaRPr>
              </a:p>
            </p:txBody>
          </p:sp>
          <p:graphicFrame>
            <p:nvGraphicFramePr>
              <p:cNvPr id="63522" name="Object 34"/>
              <p:cNvGraphicFramePr>
                <a:graphicFrameLocks noChangeAspect="1"/>
              </p:cNvGraphicFramePr>
              <p:nvPr/>
            </p:nvGraphicFramePr>
            <p:xfrm>
              <a:off x="3104" y="138"/>
              <a:ext cx="208" cy="290"/>
            </p:xfrm>
            <a:graphic>
              <a:graphicData uri="http://schemas.openxmlformats.org/presentationml/2006/ole">
                <mc:AlternateContent xmlns:mc="http://schemas.openxmlformats.org/markup-compatibility/2006">
                  <mc:Choice xmlns:v="urn:schemas-microsoft-com:vml" Requires="v">
                    <p:oleObj spid="_x0000_s235556" name="公式" r:id="rId15" imgW="164880" imgH="228600" progId="Equation.3">
                      <p:embed/>
                    </p:oleObj>
                  </mc:Choice>
                  <mc:Fallback>
                    <p:oleObj name="公式" r:id="rId15" imgW="164880" imgH="228600" progId="Equation.3">
                      <p:embed/>
                      <p:pic>
                        <p:nvPicPr>
                          <p:cNvPr id="63522" name="Object 34"/>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104" y="138"/>
                            <a:ext cx="208" cy="2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3523" name="Oval 35"/>
              <p:cNvSpPr>
                <a:spLocks noChangeArrowheads="1"/>
              </p:cNvSpPr>
              <p:nvPr/>
            </p:nvSpPr>
            <p:spPr bwMode="auto">
              <a:xfrm>
                <a:off x="2948" y="394"/>
                <a:ext cx="68" cy="68"/>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63524" name="Oval 36"/>
              <p:cNvSpPr>
                <a:spLocks noChangeArrowheads="1"/>
              </p:cNvSpPr>
              <p:nvPr/>
            </p:nvSpPr>
            <p:spPr bwMode="auto">
              <a:xfrm>
                <a:off x="2948" y="988"/>
                <a:ext cx="68" cy="68"/>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63525" name="Oval 37"/>
              <p:cNvSpPr>
                <a:spLocks noChangeArrowheads="1"/>
              </p:cNvSpPr>
              <p:nvPr/>
            </p:nvSpPr>
            <p:spPr bwMode="auto">
              <a:xfrm>
                <a:off x="4562" y="406"/>
                <a:ext cx="68" cy="68"/>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63526" name="Oval 38"/>
              <p:cNvSpPr>
                <a:spLocks noChangeArrowheads="1"/>
              </p:cNvSpPr>
              <p:nvPr/>
            </p:nvSpPr>
            <p:spPr bwMode="auto">
              <a:xfrm>
                <a:off x="4568" y="988"/>
                <a:ext cx="68" cy="68"/>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graphicFrame>
            <p:nvGraphicFramePr>
              <p:cNvPr id="63527" name="Object 39"/>
              <p:cNvGraphicFramePr>
                <a:graphicFrameLocks noChangeAspect="1"/>
              </p:cNvGraphicFramePr>
              <p:nvPr/>
            </p:nvGraphicFramePr>
            <p:xfrm>
              <a:off x="2854" y="614"/>
              <a:ext cx="256" cy="290"/>
            </p:xfrm>
            <a:graphic>
              <a:graphicData uri="http://schemas.openxmlformats.org/presentationml/2006/ole">
                <mc:AlternateContent xmlns:mc="http://schemas.openxmlformats.org/markup-compatibility/2006">
                  <mc:Choice xmlns:v="urn:schemas-microsoft-com:vml" Requires="v">
                    <p:oleObj spid="_x0000_s235557" name="公式" r:id="rId17" imgW="203040" imgH="228600" progId="Equation.3">
                      <p:embed/>
                    </p:oleObj>
                  </mc:Choice>
                  <mc:Fallback>
                    <p:oleObj name="公式" r:id="rId17" imgW="203040" imgH="228600" progId="Equation.3">
                      <p:embed/>
                      <p:pic>
                        <p:nvPicPr>
                          <p:cNvPr id="63527" name="Object 39"/>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854" y="614"/>
                            <a:ext cx="256" cy="2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3530" name="Object 42"/>
              <p:cNvGraphicFramePr>
                <a:graphicFrameLocks noChangeAspect="1"/>
              </p:cNvGraphicFramePr>
              <p:nvPr/>
            </p:nvGraphicFramePr>
            <p:xfrm>
              <a:off x="4470" y="622"/>
              <a:ext cx="256" cy="290"/>
            </p:xfrm>
            <a:graphic>
              <a:graphicData uri="http://schemas.openxmlformats.org/presentationml/2006/ole">
                <mc:AlternateContent xmlns:mc="http://schemas.openxmlformats.org/markup-compatibility/2006">
                  <mc:Choice xmlns:v="urn:schemas-microsoft-com:vml" Requires="v">
                    <p:oleObj spid="_x0000_s235558" name="公式" r:id="rId19" imgW="203040" imgH="228600" progId="Equation.3">
                      <p:embed/>
                    </p:oleObj>
                  </mc:Choice>
                  <mc:Fallback>
                    <p:oleObj name="公式" r:id="rId19" imgW="203040" imgH="228600" progId="Equation.3">
                      <p:embed/>
                      <p:pic>
                        <p:nvPicPr>
                          <p:cNvPr id="63530" name="Object 42"/>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4470" y="622"/>
                            <a:ext cx="256" cy="2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3531" name="Object 43"/>
              <p:cNvGraphicFramePr>
                <a:graphicFrameLocks noChangeAspect="1"/>
              </p:cNvGraphicFramePr>
              <p:nvPr/>
            </p:nvGraphicFramePr>
            <p:xfrm>
              <a:off x="4244" y="148"/>
              <a:ext cx="224" cy="290"/>
            </p:xfrm>
            <a:graphic>
              <a:graphicData uri="http://schemas.openxmlformats.org/presentationml/2006/ole">
                <mc:AlternateContent xmlns:mc="http://schemas.openxmlformats.org/markup-compatibility/2006">
                  <mc:Choice xmlns:v="urn:schemas-microsoft-com:vml" Requires="v">
                    <p:oleObj spid="_x0000_s235559" name="公式" r:id="rId21" imgW="177480" imgH="228600" progId="Equation.3">
                      <p:embed/>
                    </p:oleObj>
                  </mc:Choice>
                  <mc:Fallback>
                    <p:oleObj name="公式" r:id="rId21" imgW="177480" imgH="228600" progId="Equation.3">
                      <p:embed/>
                      <p:pic>
                        <p:nvPicPr>
                          <p:cNvPr id="63531" name="Object 43"/>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4244" y="148"/>
                            <a:ext cx="224" cy="2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63560" name="Line 72"/>
            <p:cNvSpPr>
              <a:spLocks noChangeShapeType="1"/>
            </p:cNvSpPr>
            <p:nvPr/>
          </p:nvSpPr>
          <p:spPr bwMode="auto">
            <a:xfrm>
              <a:off x="3104" y="496"/>
              <a:ext cx="240"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63561" name="Line 73"/>
            <p:cNvSpPr>
              <a:spLocks noChangeShapeType="1"/>
            </p:cNvSpPr>
            <p:nvPr/>
          </p:nvSpPr>
          <p:spPr bwMode="auto">
            <a:xfrm flipH="1">
              <a:off x="4224" y="512"/>
              <a:ext cx="248"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grpSp>
      <p:grpSp>
        <p:nvGrpSpPr>
          <p:cNvPr id="63567" name="Group 79"/>
          <p:cNvGrpSpPr>
            <a:grpSpLocks/>
          </p:cNvGrpSpPr>
          <p:nvPr/>
        </p:nvGrpSpPr>
        <p:grpSpPr bwMode="auto">
          <a:xfrm>
            <a:off x="4589463" y="1784350"/>
            <a:ext cx="3013075" cy="1671638"/>
            <a:chOff x="2891" y="1124"/>
            <a:chExt cx="1898" cy="1053"/>
          </a:xfrm>
        </p:grpSpPr>
        <p:grpSp>
          <p:nvGrpSpPr>
            <p:cNvPr id="63566" name="Group 78"/>
            <p:cNvGrpSpPr>
              <a:grpSpLocks/>
            </p:cNvGrpSpPr>
            <p:nvPr/>
          </p:nvGrpSpPr>
          <p:grpSpPr bwMode="auto">
            <a:xfrm>
              <a:off x="2891" y="1124"/>
              <a:ext cx="1898" cy="1053"/>
              <a:chOff x="2891" y="1124"/>
              <a:chExt cx="1898" cy="1053"/>
            </a:xfrm>
          </p:grpSpPr>
          <p:sp>
            <p:nvSpPr>
              <p:cNvPr id="63533" name="Rectangle 45"/>
              <p:cNvSpPr>
                <a:spLocks noChangeArrowheads="1"/>
              </p:cNvSpPr>
              <p:nvPr/>
            </p:nvSpPr>
            <p:spPr bwMode="auto">
              <a:xfrm>
                <a:off x="3456" y="1345"/>
                <a:ext cx="713" cy="832"/>
              </a:xfrm>
              <a:prstGeom prst="rect">
                <a:avLst/>
              </a:prstGeom>
              <a:solidFill>
                <a:srgbClr val="FFFFCC"/>
              </a:solidFill>
              <a:ln w="28575">
                <a:solidFill>
                  <a:srgbClr val="000000"/>
                </a:solidFill>
                <a:miter lim="800000"/>
                <a:headEnd/>
                <a:tailEnd/>
              </a:ln>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63534" name="Rectangle 46"/>
              <p:cNvSpPr>
                <a:spLocks noChangeArrowheads="1"/>
              </p:cNvSpPr>
              <p:nvPr/>
            </p:nvSpPr>
            <p:spPr bwMode="auto">
              <a:xfrm>
                <a:off x="3604" y="1598"/>
                <a:ext cx="445"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800" b="1" i="1"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Z</a:t>
                </a:r>
                <a:r>
                  <a:rPr kumimoji="1" lang="en-US" altLang="zh-CN" sz="28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sym typeface="Symbol" panose="05050102010706020507" pitchFamily="18" charset="2"/>
                  </a:rPr>
                  <a:t></a:t>
                </a:r>
                <a:endParaRPr kumimoji="1" lang="en-US" altLang="zh-CN" sz="36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sym typeface="Symbol" panose="05050102010706020507" pitchFamily="18" charset="2"/>
                </a:endParaRPr>
              </a:p>
            </p:txBody>
          </p:sp>
          <p:sp>
            <p:nvSpPr>
              <p:cNvPr id="63535" name="Line 47"/>
              <p:cNvSpPr>
                <a:spLocks noChangeShapeType="1"/>
              </p:cNvSpPr>
              <p:nvPr/>
            </p:nvSpPr>
            <p:spPr bwMode="auto">
              <a:xfrm>
                <a:off x="3050" y="1463"/>
                <a:ext cx="418" cy="1"/>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63536" name="Line 48"/>
              <p:cNvSpPr>
                <a:spLocks noChangeShapeType="1"/>
              </p:cNvSpPr>
              <p:nvPr/>
            </p:nvSpPr>
            <p:spPr bwMode="auto">
              <a:xfrm flipV="1">
                <a:off x="3044" y="2053"/>
                <a:ext cx="418"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63537" name="Text Box 49"/>
              <p:cNvSpPr txBox="1">
                <a:spLocks noChangeArrowheads="1"/>
              </p:cNvSpPr>
              <p:nvPr/>
            </p:nvSpPr>
            <p:spPr bwMode="auto">
              <a:xfrm>
                <a:off x="2891" y="1441"/>
                <a:ext cx="267"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a:t>
                </a:r>
              </a:p>
            </p:txBody>
          </p:sp>
          <p:sp>
            <p:nvSpPr>
              <p:cNvPr id="63538" name="Text Box 50"/>
              <p:cNvSpPr txBox="1">
                <a:spLocks noChangeArrowheads="1"/>
              </p:cNvSpPr>
              <p:nvPr/>
            </p:nvSpPr>
            <p:spPr bwMode="auto">
              <a:xfrm>
                <a:off x="2896" y="1805"/>
                <a:ext cx="267"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smtClean="0">
                    <a:ln>
                      <a:noFill/>
                    </a:ln>
                    <a:solidFill>
                      <a:srgbClr val="000000"/>
                    </a:solidFill>
                    <a:effectLst/>
                    <a:uLnTx/>
                    <a:uFillTx/>
                    <a:latin typeface="黑体" panose="02010609060101010101" pitchFamily="49" charset="-122"/>
                    <a:ea typeface="黑体" panose="02010609060101010101" pitchFamily="49" charset="-122"/>
                    <a:cs typeface="+mn-cs"/>
                    <a:sym typeface="Symbol" panose="05050102010706020507" pitchFamily="18" charset="2"/>
                  </a:rPr>
                  <a:t>-</a:t>
                </a:r>
                <a:endParaRPr kumimoji="1" lang="en-US" altLang="zh-CN" sz="2400" b="0" i="0" u="none" strike="noStrike" kern="1200" cap="none" spc="0" normalizeH="0" baseline="0" noProof="0" smtClean="0">
                  <a:ln>
                    <a:noFill/>
                  </a:ln>
                  <a:solidFill>
                    <a:srgbClr val="000000"/>
                  </a:solidFill>
                  <a:effectLst/>
                  <a:uLnTx/>
                  <a:uFillTx/>
                  <a:latin typeface="黑体" panose="02010609060101010101" pitchFamily="49" charset="-122"/>
                  <a:ea typeface="黑体" panose="02010609060101010101" pitchFamily="49" charset="-122"/>
                  <a:cs typeface="+mn-cs"/>
                </a:endParaRPr>
              </a:p>
            </p:txBody>
          </p:sp>
          <p:sp>
            <p:nvSpPr>
              <p:cNvPr id="63539" name="Line 51"/>
              <p:cNvSpPr>
                <a:spLocks noChangeShapeType="1"/>
              </p:cNvSpPr>
              <p:nvPr/>
            </p:nvSpPr>
            <p:spPr bwMode="auto">
              <a:xfrm>
                <a:off x="4171" y="1469"/>
                <a:ext cx="418" cy="3"/>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63540" name="Line 52"/>
              <p:cNvSpPr>
                <a:spLocks noChangeShapeType="1"/>
              </p:cNvSpPr>
              <p:nvPr/>
            </p:nvSpPr>
            <p:spPr bwMode="auto">
              <a:xfrm>
                <a:off x="4175" y="2058"/>
                <a:ext cx="418" cy="1"/>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63541" name="Text Box 53"/>
              <p:cNvSpPr txBox="1">
                <a:spLocks noChangeArrowheads="1"/>
              </p:cNvSpPr>
              <p:nvPr/>
            </p:nvSpPr>
            <p:spPr bwMode="auto">
              <a:xfrm>
                <a:off x="4511" y="1447"/>
                <a:ext cx="267"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a:t>
                </a:r>
              </a:p>
            </p:txBody>
          </p:sp>
          <p:sp>
            <p:nvSpPr>
              <p:cNvPr id="63542" name="Text Box 54"/>
              <p:cNvSpPr txBox="1">
                <a:spLocks noChangeArrowheads="1"/>
              </p:cNvSpPr>
              <p:nvPr/>
            </p:nvSpPr>
            <p:spPr bwMode="auto">
              <a:xfrm>
                <a:off x="4522" y="1793"/>
                <a:ext cx="267"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smtClean="0">
                    <a:ln>
                      <a:noFill/>
                    </a:ln>
                    <a:solidFill>
                      <a:srgbClr val="000000"/>
                    </a:solidFill>
                    <a:effectLst/>
                    <a:uLnTx/>
                    <a:uFillTx/>
                    <a:latin typeface="黑体" panose="02010609060101010101" pitchFamily="49" charset="-122"/>
                    <a:ea typeface="黑体" panose="02010609060101010101" pitchFamily="49" charset="-122"/>
                    <a:cs typeface="+mn-cs"/>
                    <a:sym typeface="Symbol" panose="05050102010706020507" pitchFamily="18" charset="2"/>
                  </a:rPr>
                  <a:t>-</a:t>
                </a:r>
                <a:endParaRPr kumimoji="1" lang="en-US" altLang="zh-CN" sz="2400" b="0" i="0" u="none" strike="noStrike" kern="1200" cap="none" spc="0" normalizeH="0" baseline="0" noProof="0" smtClean="0">
                  <a:ln>
                    <a:noFill/>
                  </a:ln>
                  <a:solidFill>
                    <a:srgbClr val="000000"/>
                  </a:solidFill>
                  <a:effectLst/>
                  <a:uLnTx/>
                  <a:uFillTx/>
                  <a:latin typeface="黑体" panose="02010609060101010101" pitchFamily="49" charset="-122"/>
                  <a:ea typeface="黑体" panose="02010609060101010101" pitchFamily="49" charset="-122"/>
                  <a:cs typeface="+mn-cs"/>
                </a:endParaRPr>
              </a:p>
            </p:txBody>
          </p:sp>
          <p:sp>
            <p:nvSpPr>
              <p:cNvPr id="63543" name="Oval 55"/>
              <p:cNvSpPr>
                <a:spLocks noChangeArrowheads="1"/>
              </p:cNvSpPr>
              <p:nvPr/>
            </p:nvSpPr>
            <p:spPr bwMode="auto">
              <a:xfrm>
                <a:off x="2976" y="1426"/>
                <a:ext cx="68" cy="68"/>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63544" name="Oval 56"/>
              <p:cNvSpPr>
                <a:spLocks noChangeArrowheads="1"/>
              </p:cNvSpPr>
              <p:nvPr/>
            </p:nvSpPr>
            <p:spPr bwMode="auto">
              <a:xfrm>
                <a:off x="2976" y="2020"/>
                <a:ext cx="68" cy="68"/>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63545" name="Oval 57"/>
              <p:cNvSpPr>
                <a:spLocks noChangeArrowheads="1"/>
              </p:cNvSpPr>
              <p:nvPr/>
            </p:nvSpPr>
            <p:spPr bwMode="auto">
              <a:xfrm>
                <a:off x="4590" y="1438"/>
                <a:ext cx="68" cy="68"/>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63546" name="Oval 58"/>
              <p:cNvSpPr>
                <a:spLocks noChangeArrowheads="1"/>
              </p:cNvSpPr>
              <p:nvPr/>
            </p:nvSpPr>
            <p:spPr bwMode="auto">
              <a:xfrm>
                <a:off x="4596" y="2020"/>
                <a:ext cx="68" cy="68"/>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graphicFrame>
            <p:nvGraphicFramePr>
              <p:cNvPr id="63549" name="Object 61"/>
              <p:cNvGraphicFramePr>
                <a:graphicFrameLocks noChangeAspect="1"/>
              </p:cNvGraphicFramePr>
              <p:nvPr/>
            </p:nvGraphicFramePr>
            <p:xfrm>
              <a:off x="4462" y="1638"/>
              <a:ext cx="304" cy="290"/>
            </p:xfrm>
            <a:graphic>
              <a:graphicData uri="http://schemas.openxmlformats.org/presentationml/2006/ole">
                <mc:AlternateContent xmlns:mc="http://schemas.openxmlformats.org/markup-compatibility/2006">
                  <mc:Choice xmlns:v="urn:schemas-microsoft-com:vml" Requires="v">
                    <p:oleObj spid="_x0000_s235560" name="公式" r:id="rId23" imgW="241200" imgH="228600" progId="Equation.3">
                      <p:embed/>
                    </p:oleObj>
                  </mc:Choice>
                  <mc:Fallback>
                    <p:oleObj name="公式" r:id="rId23" imgW="241200" imgH="228600" progId="Equation.3">
                      <p:embed/>
                      <p:pic>
                        <p:nvPicPr>
                          <p:cNvPr id="63549" name="Object 61"/>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4462" y="1638"/>
                            <a:ext cx="304" cy="2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3550" name="Object 62"/>
              <p:cNvGraphicFramePr>
                <a:graphicFrameLocks noChangeAspect="1"/>
              </p:cNvGraphicFramePr>
              <p:nvPr/>
            </p:nvGraphicFramePr>
            <p:xfrm>
              <a:off x="2894" y="1638"/>
              <a:ext cx="304" cy="290"/>
            </p:xfrm>
            <a:graphic>
              <a:graphicData uri="http://schemas.openxmlformats.org/presentationml/2006/ole">
                <mc:AlternateContent xmlns:mc="http://schemas.openxmlformats.org/markup-compatibility/2006">
                  <mc:Choice xmlns:v="urn:schemas-microsoft-com:vml" Requires="v">
                    <p:oleObj spid="_x0000_s235561" name="公式" r:id="rId25" imgW="241200" imgH="228600" progId="Equation.3">
                      <p:embed/>
                    </p:oleObj>
                  </mc:Choice>
                  <mc:Fallback>
                    <p:oleObj name="公式" r:id="rId25" imgW="241200" imgH="228600" progId="Equation.3">
                      <p:embed/>
                      <p:pic>
                        <p:nvPicPr>
                          <p:cNvPr id="63550" name="Object 62"/>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2894" y="1638"/>
                            <a:ext cx="304" cy="2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3551" name="Object 63"/>
              <p:cNvGraphicFramePr>
                <a:graphicFrameLocks noChangeAspect="1"/>
              </p:cNvGraphicFramePr>
              <p:nvPr/>
            </p:nvGraphicFramePr>
            <p:xfrm>
              <a:off x="4307" y="1124"/>
              <a:ext cx="243" cy="290"/>
            </p:xfrm>
            <a:graphic>
              <a:graphicData uri="http://schemas.openxmlformats.org/presentationml/2006/ole">
                <mc:AlternateContent xmlns:mc="http://schemas.openxmlformats.org/markup-compatibility/2006">
                  <mc:Choice xmlns:v="urn:schemas-microsoft-com:vml" Requires="v">
                    <p:oleObj spid="_x0000_s235562" name="公式" r:id="rId27" imgW="190440" imgH="228600" progId="Equation.3">
                      <p:embed/>
                    </p:oleObj>
                  </mc:Choice>
                  <mc:Fallback>
                    <p:oleObj name="公式" r:id="rId27" imgW="190440" imgH="228600" progId="Equation.3">
                      <p:embed/>
                      <p:pic>
                        <p:nvPicPr>
                          <p:cNvPr id="63551" name="Object 63"/>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4307" y="1124"/>
                            <a:ext cx="243" cy="2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3552" name="Object 64"/>
              <p:cNvGraphicFramePr>
                <a:graphicFrameLocks noChangeAspect="1"/>
              </p:cNvGraphicFramePr>
              <p:nvPr/>
            </p:nvGraphicFramePr>
            <p:xfrm>
              <a:off x="3088" y="1138"/>
              <a:ext cx="256" cy="290"/>
            </p:xfrm>
            <a:graphic>
              <a:graphicData uri="http://schemas.openxmlformats.org/presentationml/2006/ole">
                <mc:AlternateContent xmlns:mc="http://schemas.openxmlformats.org/markup-compatibility/2006">
                  <mc:Choice xmlns:v="urn:schemas-microsoft-com:vml" Requires="v">
                    <p:oleObj spid="_x0000_s235563" name="公式" r:id="rId29" imgW="203040" imgH="228600" progId="Equation.3">
                      <p:embed/>
                    </p:oleObj>
                  </mc:Choice>
                  <mc:Fallback>
                    <p:oleObj name="公式" r:id="rId29" imgW="203040" imgH="228600" progId="Equation.3">
                      <p:embed/>
                      <p:pic>
                        <p:nvPicPr>
                          <p:cNvPr id="63552" name="Object 64"/>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3088" y="1138"/>
                            <a:ext cx="256" cy="2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63564" name="Line 76"/>
            <p:cNvSpPr>
              <a:spLocks noChangeShapeType="1"/>
            </p:cNvSpPr>
            <p:nvPr/>
          </p:nvSpPr>
          <p:spPr bwMode="auto">
            <a:xfrm>
              <a:off x="3096" y="1432"/>
              <a:ext cx="248"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63565" name="Line 77"/>
            <p:cNvSpPr>
              <a:spLocks noChangeShapeType="1"/>
            </p:cNvSpPr>
            <p:nvPr/>
          </p:nvSpPr>
          <p:spPr bwMode="auto">
            <a:xfrm flipH="1">
              <a:off x="4232" y="1416"/>
              <a:ext cx="216"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grpSp>
    </p:spTree>
    <p:extLst>
      <p:ext uri="{BB962C8B-B14F-4D97-AF65-F5344CB8AC3E}">
        <p14:creationId xmlns:p14="http://schemas.microsoft.com/office/powerpoint/2010/main" val="194130345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272" fill="hold" nodeType="clickEffect">
                                  <p:stCondLst>
                                    <p:cond delay="0"/>
                                  </p:stCondLst>
                                  <p:childTnLst>
                                    <p:set>
                                      <p:cBhvr>
                                        <p:cTn id="6" dur="1" fill="hold">
                                          <p:stCondLst>
                                            <p:cond delay="0"/>
                                          </p:stCondLst>
                                        </p:cTn>
                                        <p:tgtEl>
                                          <p:spTgt spid="63563"/>
                                        </p:tgtEl>
                                        <p:attrNameLst>
                                          <p:attrName>style.visibility</p:attrName>
                                        </p:attrNameLst>
                                      </p:cBhvr>
                                      <p:to>
                                        <p:strVal val="visible"/>
                                      </p:to>
                                    </p:set>
                                    <p:anim calcmode="lin" valueType="num">
                                      <p:cBhvr>
                                        <p:cTn id="7" dur="500" fill="hold"/>
                                        <p:tgtEl>
                                          <p:spTgt spid="63563"/>
                                        </p:tgtEl>
                                        <p:attrNameLst>
                                          <p:attrName>ppt_w</p:attrName>
                                        </p:attrNameLst>
                                      </p:cBhvr>
                                      <p:tavLst>
                                        <p:tav tm="0">
                                          <p:val>
                                            <p:strVal val="2/3*#ppt_w"/>
                                          </p:val>
                                        </p:tav>
                                        <p:tav tm="100000">
                                          <p:val>
                                            <p:strVal val="#ppt_w"/>
                                          </p:val>
                                        </p:tav>
                                      </p:tavLst>
                                    </p:anim>
                                    <p:anim calcmode="lin" valueType="num">
                                      <p:cBhvr>
                                        <p:cTn id="8" dur="500" fill="hold"/>
                                        <p:tgtEl>
                                          <p:spTgt spid="63563"/>
                                        </p:tgtEl>
                                        <p:attrNameLst>
                                          <p:attrName>ppt_h</p:attrName>
                                        </p:attrNameLst>
                                      </p:cBhvr>
                                      <p:tavLst>
                                        <p:tav tm="0">
                                          <p:val>
                                            <p:strVal val="2/3*#ppt_h"/>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3" presetClass="entr" presetSubtype="272" fill="hold" nodeType="clickEffect">
                                  <p:stCondLst>
                                    <p:cond delay="0"/>
                                  </p:stCondLst>
                                  <p:childTnLst>
                                    <p:set>
                                      <p:cBhvr>
                                        <p:cTn id="12" dur="1" fill="hold">
                                          <p:stCondLst>
                                            <p:cond delay="0"/>
                                          </p:stCondLst>
                                        </p:cTn>
                                        <p:tgtEl>
                                          <p:spTgt spid="63567"/>
                                        </p:tgtEl>
                                        <p:attrNameLst>
                                          <p:attrName>style.visibility</p:attrName>
                                        </p:attrNameLst>
                                      </p:cBhvr>
                                      <p:to>
                                        <p:strVal val="visible"/>
                                      </p:to>
                                    </p:set>
                                    <p:anim calcmode="lin" valueType="num">
                                      <p:cBhvr>
                                        <p:cTn id="13" dur="500" fill="hold"/>
                                        <p:tgtEl>
                                          <p:spTgt spid="63567"/>
                                        </p:tgtEl>
                                        <p:attrNameLst>
                                          <p:attrName>ppt_w</p:attrName>
                                        </p:attrNameLst>
                                      </p:cBhvr>
                                      <p:tavLst>
                                        <p:tav tm="0">
                                          <p:val>
                                            <p:strVal val="2/3*#ppt_w"/>
                                          </p:val>
                                        </p:tav>
                                        <p:tav tm="100000">
                                          <p:val>
                                            <p:strVal val="#ppt_w"/>
                                          </p:val>
                                        </p:tav>
                                      </p:tavLst>
                                    </p:anim>
                                    <p:anim calcmode="lin" valueType="num">
                                      <p:cBhvr>
                                        <p:cTn id="14" dur="500" fill="hold"/>
                                        <p:tgtEl>
                                          <p:spTgt spid="63567"/>
                                        </p:tgtEl>
                                        <p:attrNameLst>
                                          <p:attrName>ppt_h</p:attrName>
                                        </p:attrNameLst>
                                      </p:cBhvr>
                                      <p:tavLst>
                                        <p:tav tm="0">
                                          <p:val>
                                            <p:strVal val="2/3*#ppt_h"/>
                                          </p:val>
                                        </p:tav>
                                        <p:tav tm="100000">
                                          <p:val>
                                            <p:strVal val="#ppt_h"/>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9" presetClass="entr" presetSubtype="0" fill="hold" nodeType="clickEffect">
                                  <p:stCondLst>
                                    <p:cond delay="0"/>
                                  </p:stCondLst>
                                  <p:childTnLst>
                                    <p:set>
                                      <p:cBhvr>
                                        <p:cTn id="18" dur="1" fill="hold">
                                          <p:stCondLst>
                                            <p:cond delay="0"/>
                                          </p:stCondLst>
                                        </p:cTn>
                                        <p:tgtEl>
                                          <p:spTgt spid="63554"/>
                                        </p:tgtEl>
                                        <p:attrNameLst>
                                          <p:attrName>style.visibility</p:attrName>
                                        </p:attrNameLst>
                                      </p:cBhvr>
                                      <p:to>
                                        <p:strVal val="visible"/>
                                      </p:to>
                                    </p:set>
                                    <p:animEffect transition="in" filter="dissolve">
                                      <p:cBhvr>
                                        <p:cTn id="19" dur="500"/>
                                        <p:tgtEl>
                                          <p:spTgt spid="63554"/>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9" presetClass="entr" presetSubtype="0" fill="hold" nodeType="clickEffect">
                                  <p:stCondLst>
                                    <p:cond delay="0"/>
                                  </p:stCondLst>
                                  <p:childTnLst>
                                    <p:set>
                                      <p:cBhvr>
                                        <p:cTn id="23" dur="1" fill="hold">
                                          <p:stCondLst>
                                            <p:cond delay="0"/>
                                          </p:stCondLst>
                                        </p:cTn>
                                        <p:tgtEl>
                                          <p:spTgt spid="63491"/>
                                        </p:tgtEl>
                                        <p:attrNameLst>
                                          <p:attrName>style.visibility</p:attrName>
                                        </p:attrNameLst>
                                      </p:cBhvr>
                                      <p:to>
                                        <p:strVal val="visible"/>
                                      </p:to>
                                    </p:set>
                                    <p:animEffect transition="in" filter="dissolve">
                                      <p:cBhvr>
                                        <p:cTn id="24" dur="500"/>
                                        <p:tgtEl>
                                          <p:spTgt spid="63491"/>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9" presetClass="entr" presetSubtype="0" fill="hold" nodeType="clickEffect">
                                  <p:stCondLst>
                                    <p:cond delay="0"/>
                                  </p:stCondLst>
                                  <p:childTnLst>
                                    <p:set>
                                      <p:cBhvr>
                                        <p:cTn id="28" dur="1" fill="hold">
                                          <p:stCondLst>
                                            <p:cond delay="0"/>
                                          </p:stCondLst>
                                        </p:cTn>
                                        <p:tgtEl>
                                          <p:spTgt spid="63501"/>
                                        </p:tgtEl>
                                        <p:attrNameLst>
                                          <p:attrName>style.visibility</p:attrName>
                                        </p:attrNameLst>
                                      </p:cBhvr>
                                      <p:to>
                                        <p:strVal val="visible"/>
                                      </p:to>
                                    </p:set>
                                    <p:animEffect transition="in" filter="dissolve">
                                      <p:cBhvr>
                                        <p:cTn id="29" dur="500"/>
                                        <p:tgtEl>
                                          <p:spTgt spid="63501"/>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3" presetClass="entr" presetSubtype="288" fill="hold" nodeType="clickEffect">
                                  <p:stCondLst>
                                    <p:cond delay="0"/>
                                  </p:stCondLst>
                                  <p:childTnLst>
                                    <p:set>
                                      <p:cBhvr>
                                        <p:cTn id="33" dur="1" fill="hold">
                                          <p:stCondLst>
                                            <p:cond delay="0"/>
                                          </p:stCondLst>
                                        </p:cTn>
                                        <p:tgtEl>
                                          <p:spTgt spid="63553"/>
                                        </p:tgtEl>
                                        <p:attrNameLst>
                                          <p:attrName>style.visibility</p:attrName>
                                        </p:attrNameLst>
                                      </p:cBhvr>
                                      <p:to>
                                        <p:strVal val="visible"/>
                                      </p:to>
                                    </p:set>
                                    <p:anim calcmode="lin" valueType="num">
                                      <p:cBhvr>
                                        <p:cTn id="34" dur="500" fill="hold"/>
                                        <p:tgtEl>
                                          <p:spTgt spid="63553"/>
                                        </p:tgtEl>
                                        <p:attrNameLst>
                                          <p:attrName>ppt_w</p:attrName>
                                        </p:attrNameLst>
                                      </p:cBhvr>
                                      <p:tavLst>
                                        <p:tav tm="0">
                                          <p:val>
                                            <p:strVal val="4/3*#ppt_w"/>
                                          </p:val>
                                        </p:tav>
                                        <p:tav tm="100000">
                                          <p:val>
                                            <p:strVal val="#ppt_w"/>
                                          </p:val>
                                        </p:tav>
                                      </p:tavLst>
                                    </p:anim>
                                    <p:anim calcmode="lin" valueType="num">
                                      <p:cBhvr>
                                        <p:cTn id="35" dur="500" fill="hold"/>
                                        <p:tgtEl>
                                          <p:spTgt spid="63553"/>
                                        </p:tgtEl>
                                        <p:attrNameLst>
                                          <p:attrName>ppt_h</p:attrName>
                                        </p:attrNameLst>
                                      </p:cBhvr>
                                      <p:tavLst>
                                        <p:tav tm="0">
                                          <p:val>
                                            <p:strVal val="4/3*#ppt_h"/>
                                          </p:val>
                                        </p:tav>
                                        <p:tav tm="100000">
                                          <p:val>
                                            <p:strVal val="#ppt_h"/>
                                          </p:val>
                                        </p:tav>
                                      </p:tavLst>
                                    </p:anim>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8" fill="hold" nodeType="clickEffect">
                                  <p:stCondLst>
                                    <p:cond delay="0"/>
                                  </p:stCondLst>
                                  <p:childTnLst>
                                    <p:set>
                                      <p:cBhvr>
                                        <p:cTn id="39" dur="1" fill="hold">
                                          <p:stCondLst>
                                            <p:cond delay="0"/>
                                          </p:stCondLst>
                                        </p:cTn>
                                        <p:tgtEl>
                                          <p:spTgt spid="63557"/>
                                        </p:tgtEl>
                                        <p:attrNameLst>
                                          <p:attrName>style.visibility</p:attrName>
                                        </p:attrNameLst>
                                      </p:cBhvr>
                                      <p:to>
                                        <p:strVal val="visible"/>
                                      </p:to>
                                    </p:set>
                                    <p:animEffect transition="in" filter="wipe(left)">
                                      <p:cBhvr>
                                        <p:cTn id="40" dur="500"/>
                                        <p:tgtEl>
                                          <p:spTgt spid="63557"/>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63558">
                                            <p:txEl>
                                              <p:pRg st="0" end="0"/>
                                            </p:txEl>
                                          </p:spTgt>
                                        </p:tgtEl>
                                        <p:attrNameLst>
                                          <p:attrName>style.visibility</p:attrName>
                                        </p:attrNameLst>
                                      </p:cBhvr>
                                      <p:to>
                                        <p:strVal val="visible"/>
                                      </p:to>
                                    </p:set>
                                    <p:animEffect transition="in" filter="wipe(left)">
                                      <p:cBhvr>
                                        <p:cTn id="45" dur="500"/>
                                        <p:tgtEl>
                                          <p:spTgt spid="63558">
                                            <p:txEl>
                                              <p:pRg st="0" end="0"/>
                                            </p:txEl>
                                          </p:spTgt>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22" presetClass="entr" presetSubtype="8" fill="hold" nodeType="clickEffect">
                                  <p:stCondLst>
                                    <p:cond delay="0"/>
                                  </p:stCondLst>
                                  <p:childTnLst>
                                    <p:set>
                                      <p:cBhvr>
                                        <p:cTn id="49" dur="1" fill="hold">
                                          <p:stCondLst>
                                            <p:cond delay="0"/>
                                          </p:stCondLst>
                                        </p:cTn>
                                        <p:tgtEl>
                                          <p:spTgt spid="63559"/>
                                        </p:tgtEl>
                                        <p:attrNameLst>
                                          <p:attrName>style.visibility</p:attrName>
                                        </p:attrNameLst>
                                      </p:cBhvr>
                                      <p:to>
                                        <p:strVal val="visible"/>
                                      </p:to>
                                    </p:set>
                                    <p:animEffect transition="in" filter="wipe(left)">
                                      <p:cBhvr>
                                        <p:cTn id="50" dur="500"/>
                                        <p:tgtEl>
                                          <p:spTgt spid="635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558" grpId="0" build="p" autoUpdateAnimBg="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Text Box 2"/>
          <p:cNvSpPr txBox="1">
            <a:spLocks noChangeArrowheads="1"/>
          </p:cNvSpPr>
          <p:nvPr/>
        </p:nvSpPr>
        <p:spPr bwMode="auto">
          <a:xfrm>
            <a:off x="609600" y="666750"/>
            <a:ext cx="9906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4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则  </a:t>
            </a:r>
          </a:p>
        </p:txBody>
      </p:sp>
      <p:graphicFrame>
        <p:nvGraphicFramePr>
          <p:cNvPr id="64515" name="Object 3"/>
          <p:cNvGraphicFramePr>
            <a:graphicFrameLocks noChangeAspect="1"/>
          </p:cNvGraphicFramePr>
          <p:nvPr/>
        </p:nvGraphicFramePr>
        <p:xfrm>
          <a:off x="1647825" y="742950"/>
          <a:ext cx="2024063" cy="412750"/>
        </p:xfrm>
        <a:graphic>
          <a:graphicData uri="http://schemas.openxmlformats.org/presentationml/2006/ole">
            <mc:AlternateContent xmlns:mc="http://schemas.openxmlformats.org/markup-compatibility/2006">
              <mc:Choice xmlns:v="urn:schemas-microsoft-com:vml" Requires="v">
                <p:oleObj spid="_x0000_s236550" name="公式" r:id="rId3" imgW="799920" imgH="164880" progId="Equation.3">
                  <p:embed/>
                </p:oleObj>
              </mc:Choice>
              <mc:Fallback>
                <p:oleObj name="公式" r:id="rId3" imgW="799920" imgH="164880" progId="Equation.3">
                  <p:embed/>
                  <p:pic>
                    <p:nvPicPr>
                      <p:cNvPr id="64515"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47825" y="742950"/>
                        <a:ext cx="2024063" cy="412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64516" name="Group 4"/>
          <p:cNvGrpSpPr>
            <a:grpSpLocks/>
          </p:cNvGrpSpPr>
          <p:nvPr/>
        </p:nvGrpSpPr>
        <p:grpSpPr bwMode="auto">
          <a:xfrm>
            <a:off x="476250" y="1428750"/>
            <a:ext cx="5826125" cy="963613"/>
            <a:chOff x="300" y="900"/>
            <a:chExt cx="3670" cy="607"/>
          </a:xfrm>
        </p:grpSpPr>
        <p:sp>
          <p:nvSpPr>
            <p:cNvPr id="64517" name="Text Box 5"/>
            <p:cNvSpPr txBox="1">
              <a:spLocks noChangeArrowheads="1"/>
            </p:cNvSpPr>
            <p:nvPr/>
          </p:nvSpPr>
          <p:spPr bwMode="auto">
            <a:xfrm>
              <a:off x="300" y="1032"/>
              <a:ext cx="468"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4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即    </a:t>
              </a:r>
            </a:p>
          </p:txBody>
        </p:sp>
        <p:graphicFrame>
          <p:nvGraphicFramePr>
            <p:cNvPr id="64518" name="Object 6"/>
            <p:cNvGraphicFramePr>
              <a:graphicFrameLocks noChangeAspect="1"/>
            </p:cNvGraphicFramePr>
            <p:nvPr/>
          </p:nvGraphicFramePr>
          <p:xfrm>
            <a:off x="844" y="900"/>
            <a:ext cx="3126" cy="607"/>
          </p:xfrm>
          <a:graphic>
            <a:graphicData uri="http://schemas.openxmlformats.org/presentationml/2006/ole">
              <mc:AlternateContent xmlns:mc="http://schemas.openxmlformats.org/markup-compatibility/2006">
                <mc:Choice xmlns:v="urn:schemas-microsoft-com:vml" Requires="v">
                  <p:oleObj spid="_x0000_s236551" name="公式" r:id="rId5" imgW="2476440" imgH="482400" progId="Equation.3">
                    <p:embed/>
                  </p:oleObj>
                </mc:Choice>
                <mc:Fallback>
                  <p:oleObj name="公式" r:id="rId5" imgW="2476440" imgH="482400" progId="Equation.3">
                    <p:embed/>
                    <p:pic>
                      <p:nvPicPr>
                        <p:cNvPr id="64518"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44" y="900"/>
                          <a:ext cx="3126" cy="6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64519" name="Text Box 7"/>
          <p:cNvSpPr txBox="1">
            <a:spLocks noChangeArrowheads="1"/>
          </p:cNvSpPr>
          <p:nvPr/>
        </p:nvSpPr>
        <p:spPr bwMode="auto">
          <a:xfrm>
            <a:off x="571500" y="2705100"/>
            <a:ext cx="12192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400" b="1" i="0" u="none" strike="noStrike" kern="1200" cap="none" spc="0" normalizeH="0" baseline="0" noProof="0" smtClean="0">
                <a:ln>
                  <a:noFill/>
                </a:ln>
                <a:solidFill>
                  <a:srgbClr val="FF3300"/>
                </a:solidFill>
                <a:effectLst/>
                <a:uLnTx/>
                <a:uFillTx/>
                <a:latin typeface="Times New Roman" panose="02020603050405020304" pitchFamily="18" charset="0"/>
                <a:ea typeface="宋体" panose="02010600030101010101" pitchFamily="2" charset="-122"/>
                <a:cs typeface="+mn-cs"/>
              </a:rPr>
              <a:t>结论   </a:t>
            </a:r>
          </a:p>
        </p:txBody>
      </p:sp>
      <p:sp>
        <p:nvSpPr>
          <p:cNvPr id="64520" name="Text Box 8"/>
          <p:cNvSpPr txBox="1">
            <a:spLocks noChangeArrowheads="1"/>
          </p:cNvSpPr>
          <p:nvPr/>
        </p:nvSpPr>
        <p:spPr bwMode="auto">
          <a:xfrm>
            <a:off x="641350" y="3225800"/>
            <a:ext cx="8031163" cy="9683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marL="0" marR="0" lvl="0" indent="0" algn="l" defTabSz="914400" rtl="0" eaLnBrk="1" fontAlgn="base" latinLnBrk="0" hangingPunct="1">
              <a:lnSpc>
                <a:spcPct val="120000"/>
              </a:lnSpc>
              <a:spcBef>
                <a:spcPct val="50000"/>
              </a:spcBef>
              <a:spcAft>
                <a:spcPct val="0"/>
              </a:spcAft>
              <a:buClrTx/>
              <a:buSzTx/>
              <a:buFontTx/>
              <a:buNone/>
              <a:tabLst/>
              <a:defRPr/>
            </a:pPr>
            <a:r>
              <a:rPr kumimoji="1" lang="en-US" altLang="zh-CN" sz="24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        </a:t>
            </a:r>
            <a:r>
              <a:rPr kumimoji="1" lang="zh-CN" altLang="en-US" sz="24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串联后复合二端口</a:t>
            </a:r>
            <a:r>
              <a:rPr kumimoji="1" lang="en-US" altLang="zh-CN" sz="2400" b="1" i="1"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Z</a:t>
            </a:r>
            <a:r>
              <a:rPr kumimoji="1" lang="en-US" altLang="zh-CN" sz="24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 </a:t>
            </a:r>
            <a:r>
              <a:rPr kumimoji="1" lang="zh-CN" altLang="en-US" sz="24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参数矩阵等于原二端口</a:t>
            </a:r>
            <a:r>
              <a:rPr kumimoji="1" lang="en-US" altLang="zh-CN" sz="2400" b="1" i="1"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Z</a:t>
            </a:r>
            <a:r>
              <a:rPr kumimoji="1" lang="en-US" altLang="zh-CN" sz="24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 </a:t>
            </a:r>
            <a:r>
              <a:rPr kumimoji="1" lang="zh-CN" altLang="en-US" sz="24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参数矩阵相加。可推广到 </a:t>
            </a:r>
            <a:r>
              <a:rPr kumimoji="1" lang="en-US" altLang="zh-CN" sz="2400" b="1" i="1" u="none" strike="noStrike" kern="1200" cap="none" spc="0" normalizeH="0" baseline="0" noProof="0" smtClean="0">
                <a:ln>
                  <a:noFill/>
                </a:ln>
                <a:solidFill>
                  <a:srgbClr val="FF3300"/>
                </a:solidFill>
                <a:effectLst/>
                <a:uLnTx/>
                <a:uFillTx/>
                <a:latin typeface="Times New Roman" panose="02020603050405020304" pitchFamily="18" charset="0"/>
                <a:ea typeface="宋体" panose="02010600030101010101" pitchFamily="2" charset="-122"/>
                <a:cs typeface="+mn-cs"/>
              </a:rPr>
              <a:t>n</a:t>
            </a:r>
            <a:r>
              <a:rPr kumimoji="1" lang="zh-CN" altLang="en-US" sz="2400" b="1" i="0" u="none" strike="noStrike" kern="1200" cap="none" spc="0" normalizeH="0" baseline="0" noProof="0" smtClean="0">
                <a:ln>
                  <a:noFill/>
                </a:ln>
                <a:solidFill>
                  <a:srgbClr val="FF3300"/>
                </a:solidFill>
                <a:effectLst/>
                <a:uLnTx/>
                <a:uFillTx/>
                <a:latin typeface="Times New Roman" panose="02020603050405020304" pitchFamily="18" charset="0"/>
                <a:ea typeface="宋体" panose="02010600030101010101" pitchFamily="2" charset="-122"/>
                <a:cs typeface="+mn-cs"/>
              </a:rPr>
              <a:t>端口串联</a:t>
            </a:r>
            <a:r>
              <a:rPr kumimoji="1" lang="zh-CN" altLang="en-US" sz="24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a:t>
            </a:r>
          </a:p>
        </p:txBody>
      </p:sp>
      <p:sp>
        <p:nvSpPr>
          <p:cNvPr id="64523" name="Text Box 11"/>
          <p:cNvSpPr txBox="1">
            <a:spLocks noChangeArrowheads="1"/>
          </p:cNvSpPr>
          <p:nvPr/>
        </p:nvSpPr>
        <p:spPr bwMode="auto">
          <a:xfrm>
            <a:off x="690563" y="4287838"/>
            <a:ext cx="8205787" cy="1187450"/>
          </a:xfrm>
          <a:prstGeom prst="rect">
            <a:avLst/>
          </a:prstGeom>
          <a:noFill/>
          <a:ln>
            <a:noFill/>
          </a:ln>
          <a:effectLst/>
          <a:extLst>
            <a:ext uri="{909E8E84-426E-40DD-AFC4-6F175D3DCCD1}">
              <a14:hiddenFill xmlns:a14="http://schemas.microsoft.com/office/drawing/2010/main">
                <a:solidFill>
                  <a:srgbClr val="FFFFCC">
                    <a:alpha val="50000"/>
                  </a:srgbClr>
                </a:solidFill>
              </a14:hiddenFill>
            </a:ext>
            <a:ext uri="{91240B29-F687-4F45-9708-019B960494DF}">
              <a14:hiddenLine xmlns:a14="http://schemas.microsoft.com/office/drawing/2010/main" w="19050">
                <a:solidFill>
                  <a:schemeClr val="tx1"/>
                </a:solidFill>
                <a:miter lim="800000"/>
                <a:headEnd/>
                <a:tailEnd type="none" w="med"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2400" b="1" i="0" u="none" strike="noStrike" kern="1200" cap="none" spc="0" normalizeH="0" baseline="0" noProof="0" smtClean="0">
                <a:ln>
                  <a:noFill/>
                </a:ln>
                <a:solidFill>
                  <a:srgbClr val="0000CC"/>
                </a:solidFill>
                <a:effectLst/>
                <a:uLnTx/>
                <a:uFillTx/>
                <a:latin typeface="宋体" panose="02010600030101010101" pitchFamily="2" charset="-122"/>
                <a:ea typeface="宋体" panose="02010600030101010101" pitchFamily="2" charset="-122"/>
                <a:cs typeface="+mn-cs"/>
              </a:rPr>
              <a:t>    </a:t>
            </a:r>
            <a:r>
              <a:rPr kumimoji="1" lang="zh-CN" altLang="en-US" sz="2400" b="1" i="0" u="none" strike="noStrike" kern="1200" cap="none" spc="0" normalizeH="0" baseline="0" noProof="0" smtClean="0">
                <a:ln>
                  <a:noFill/>
                </a:ln>
                <a:solidFill>
                  <a:srgbClr val="0000CC"/>
                </a:solidFill>
                <a:effectLst/>
                <a:uLnTx/>
                <a:uFillTx/>
                <a:latin typeface="宋体" panose="02010600030101010101" pitchFamily="2" charset="-122"/>
                <a:ea typeface="宋体" panose="02010600030101010101" pitchFamily="2" charset="-122"/>
                <a:cs typeface="+mn-cs"/>
              </a:rPr>
              <a:t>二端口串联也要注意串联后原端口条件是否满足，即</a:t>
            </a:r>
          </a:p>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400" b="1" i="0" u="none" strike="noStrike" kern="1200" cap="none" spc="0" normalizeH="0" baseline="0" noProof="0" smtClean="0">
                <a:ln>
                  <a:noFill/>
                </a:ln>
                <a:solidFill>
                  <a:srgbClr val="0000CC"/>
                </a:solidFill>
                <a:effectLst/>
                <a:uLnTx/>
                <a:uFillTx/>
                <a:latin typeface="宋体" panose="02010600030101010101" pitchFamily="2" charset="-122"/>
                <a:ea typeface="宋体" panose="02010600030101010101" pitchFamily="2" charset="-122"/>
                <a:cs typeface="+mn-cs"/>
              </a:rPr>
              <a:t>是否是正规连接，只有在正规连接的条件下，上述结论才</a:t>
            </a:r>
          </a:p>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400" b="1" i="0" u="none" strike="noStrike" kern="1200" cap="none" spc="0" normalizeH="0" baseline="0" noProof="0" smtClean="0">
                <a:ln>
                  <a:noFill/>
                </a:ln>
                <a:solidFill>
                  <a:srgbClr val="0000CC"/>
                </a:solidFill>
                <a:effectLst/>
                <a:uLnTx/>
                <a:uFillTx/>
                <a:latin typeface="宋体" panose="02010600030101010101" pitchFamily="2" charset="-122"/>
                <a:ea typeface="宋体" panose="02010600030101010101" pitchFamily="2" charset="-122"/>
                <a:cs typeface="+mn-cs"/>
              </a:rPr>
              <a:t>能成立。</a:t>
            </a:r>
          </a:p>
        </p:txBody>
      </p:sp>
    </p:spTree>
    <p:extLst>
      <p:ext uri="{BB962C8B-B14F-4D97-AF65-F5344CB8AC3E}">
        <p14:creationId xmlns:p14="http://schemas.microsoft.com/office/powerpoint/2010/main" val="354811177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64515"/>
                                        </p:tgtEl>
                                        <p:attrNameLst>
                                          <p:attrName>style.visibility</p:attrName>
                                        </p:attrNameLst>
                                      </p:cBhvr>
                                      <p:to>
                                        <p:strVal val="visible"/>
                                      </p:to>
                                    </p:set>
                                    <p:animEffect transition="in" filter="wipe(left)">
                                      <p:cBhvr>
                                        <p:cTn id="7" dur="500"/>
                                        <p:tgtEl>
                                          <p:spTgt spid="6451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64516"/>
                                        </p:tgtEl>
                                        <p:attrNameLst>
                                          <p:attrName>style.visibility</p:attrName>
                                        </p:attrNameLst>
                                      </p:cBhvr>
                                      <p:to>
                                        <p:strVal val="visible"/>
                                      </p:to>
                                    </p:set>
                                    <p:animEffect transition="in" filter="wipe(left)">
                                      <p:cBhvr>
                                        <p:cTn id="12" dur="500"/>
                                        <p:tgtEl>
                                          <p:spTgt spid="6451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4519">
                                            <p:txEl>
                                              <p:pRg st="0" end="0"/>
                                            </p:txEl>
                                          </p:spTgt>
                                        </p:tgtEl>
                                        <p:attrNameLst>
                                          <p:attrName>style.visibility</p:attrName>
                                        </p:attrNameLst>
                                      </p:cBhvr>
                                      <p:to>
                                        <p:strVal val="visible"/>
                                      </p:to>
                                    </p:set>
                                    <p:animEffect transition="in" filter="wipe(left)">
                                      <p:cBhvr>
                                        <p:cTn id="17" dur="500"/>
                                        <p:tgtEl>
                                          <p:spTgt spid="64519">
                                            <p:txEl>
                                              <p:pRg st="0" end="0"/>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64520">
                                            <p:txEl>
                                              <p:pRg st="0" end="0"/>
                                            </p:txEl>
                                          </p:spTgt>
                                        </p:tgtEl>
                                        <p:attrNameLst>
                                          <p:attrName>style.visibility</p:attrName>
                                        </p:attrNameLst>
                                      </p:cBhvr>
                                      <p:to>
                                        <p:strVal val="visible"/>
                                      </p:to>
                                    </p:set>
                                    <p:animEffect transition="in" filter="wipe(left)">
                                      <p:cBhvr>
                                        <p:cTn id="22" dur="500"/>
                                        <p:tgtEl>
                                          <p:spTgt spid="64520">
                                            <p:txEl>
                                              <p:pRg st="0" end="0"/>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2" presetClass="entr" presetSubtype="4" fill="hold" grpId="0" nodeType="clickEffect">
                                  <p:stCondLst>
                                    <p:cond delay="0"/>
                                  </p:stCondLst>
                                  <p:childTnLst>
                                    <p:set>
                                      <p:cBhvr>
                                        <p:cTn id="26" dur="1" fill="hold">
                                          <p:stCondLst>
                                            <p:cond delay="0"/>
                                          </p:stCondLst>
                                        </p:cTn>
                                        <p:tgtEl>
                                          <p:spTgt spid="64523"/>
                                        </p:tgtEl>
                                        <p:attrNameLst>
                                          <p:attrName>style.visibility</p:attrName>
                                        </p:attrNameLst>
                                      </p:cBhvr>
                                      <p:to>
                                        <p:strVal val="visible"/>
                                      </p:to>
                                    </p:set>
                                    <p:animEffect transition="in" filter="slide(fromBottom)">
                                      <p:cBhvr>
                                        <p:cTn id="27" dur="500"/>
                                        <p:tgtEl>
                                          <p:spTgt spid="645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519" grpId="0" build="p" autoUpdateAnimBg="0"/>
      <p:bldP spid="64520" grpId="0" build="p" autoUpdateAnimBg="0"/>
      <p:bldP spid="64523" grpId="0" autoUpdateAnimBg="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Text Box 2"/>
          <p:cNvSpPr txBox="1">
            <a:spLocks noChangeArrowheads="1"/>
          </p:cNvSpPr>
          <p:nvPr/>
        </p:nvSpPr>
        <p:spPr bwMode="auto">
          <a:xfrm>
            <a:off x="4016375" y="4962525"/>
            <a:ext cx="443865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400" b="1" i="0" u="none" strike="noStrike" kern="1200" cap="none" spc="0" normalizeH="0" baseline="0" noProof="0" smtClean="0">
                <a:ln>
                  <a:noFill/>
                </a:ln>
                <a:solidFill>
                  <a:srgbClr val="FF3300"/>
                </a:solidFill>
                <a:effectLst/>
                <a:uLnTx/>
                <a:uFillTx/>
                <a:latin typeface="Times New Roman" panose="02020603050405020304" pitchFamily="18" charset="0"/>
                <a:ea typeface="宋体" panose="02010600030101010101" pitchFamily="2" charset="-122"/>
                <a:cs typeface="+mn-cs"/>
              </a:rPr>
              <a:t>端口条件破坏 ，不正规连接</a:t>
            </a:r>
            <a:r>
              <a:rPr kumimoji="1" lang="en-US" altLang="zh-CN" sz="2400" b="1" i="0" u="none" strike="noStrike" kern="1200" cap="none" spc="0" normalizeH="0" baseline="0" noProof="0" smtClean="0">
                <a:ln>
                  <a:noFill/>
                </a:ln>
                <a:solidFill>
                  <a:srgbClr val="FF3300"/>
                </a:solidFill>
                <a:effectLst/>
                <a:uLnTx/>
                <a:uFillTx/>
                <a:latin typeface="Times New Roman" panose="02020603050405020304" pitchFamily="18" charset="0"/>
                <a:ea typeface="宋体" panose="02010600030101010101" pitchFamily="2" charset="-122"/>
                <a:cs typeface="+mn-cs"/>
              </a:rPr>
              <a:t>!    </a:t>
            </a:r>
          </a:p>
        </p:txBody>
      </p:sp>
      <p:graphicFrame>
        <p:nvGraphicFramePr>
          <p:cNvPr id="65539" name="Object 3"/>
          <p:cNvGraphicFramePr>
            <a:graphicFrameLocks noChangeAspect="1"/>
          </p:cNvGraphicFramePr>
          <p:nvPr/>
        </p:nvGraphicFramePr>
        <p:xfrm>
          <a:off x="7834313" y="3530600"/>
          <a:ext cx="612775" cy="1317625"/>
        </p:xfrm>
        <a:graphic>
          <a:graphicData uri="http://schemas.openxmlformats.org/presentationml/2006/ole">
            <mc:AlternateContent xmlns:mc="http://schemas.openxmlformats.org/markup-compatibility/2006">
              <mc:Choice xmlns:v="urn:schemas-microsoft-com:vml" Requires="v">
                <p:oleObj spid="_x0000_s237580" name="剪辑" r:id="rId3" imgW="1857600" imgH="3995640" progId="MS_ClipArt_Gallery.2">
                  <p:embed/>
                </p:oleObj>
              </mc:Choice>
              <mc:Fallback>
                <p:oleObj name="剪辑" r:id="rId3" imgW="1857600" imgH="3995640" progId="MS_ClipArt_Gallery.2">
                  <p:embed/>
                  <p:pic>
                    <p:nvPicPr>
                      <p:cNvPr id="65539"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834313" y="3530600"/>
                        <a:ext cx="612775" cy="1317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65749" name="Group 213"/>
          <p:cNvGrpSpPr>
            <a:grpSpLocks/>
          </p:cNvGrpSpPr>
          <p:nvPr/>
        </p:nvGrpSpPr>
        <p:grpSpPr bwMode="auto">
          <a:xfrm>
            <a:off x="4806950" y="304800"/>
            <a:ext cx="2511425" cy="1392238"/>
            <a:chOff x="3028" y="192"/>
            <a:chExt cx="1582" cy="877"/>
          </a:xfrm>
        </p:grpSpPr>
        <p:sp>
          <p:nvSpPr>
            <p:cNvPr id="65541" name="Rectangle 5"/>
            <p:cNvSpPr>
              <a:spLocks noChangeArrowheads="1"/>
            </p:cNvSpPr>
            <p:nvPr/>
          </p:nvSpPr>
          <p:spPr bwMode="auto">
            <a:xfrm>
              <a:off x="3377" y="402"/>
              <a:ext cx="244" cy="78"/>
            </a:xfrm>
            <a:prstGeom prst="rect">
              <a:avLst/>
            </a:prstGeom>
            <a:solidFill>
              <a:srgbClr val="FFFFCC"/>
            </a:solidFill>
            <a:ln w="31750">
              <a:solidFill>
                <a:srgbClr val="000000"/>
              </a:solidFill>
              <a:miter lim="800000"/>
              <a:headEnd/>
              <a:tailEnd/>
            </a:ln>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65547" name="Rectangle 11"/>
            <p:cNvSpPr>
              <a:spLocks noChangeArrowheads="1"/>
            </p:cNvSpPr>
            <p:nvPr/>
          </p:nvSpPr>
          <p:spPr bwMode="auto">
            <a:xfrm>
              <a:off x="3400" y="192"/>
              <a:ext cx="203"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0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2</a:t>
              </a:r>
              <a:r>
                <a:rPr kumimoji="1" lang="en-US" altLang="zh-CN" sz="20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sym typeface="Symbol" panose="05050102010706020507" pitchFamily="18" charset="2"/>
                </a:rPr>
                <a:t></a:t>
              </a:r>
              <a:endParaRPr kumimoji="1" lang="en-US" altLang="zh-CN" sz="24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65548" name="Rectangle 12"/>
            <p:cNvSpPr>
              <a:spLocks noChangeArrowheads="1"/>
            </p:cNvSpPr>
            <p:nvPr/>
          </p:nvSpPr>
          <p:spPr bwMode="auto">
            <a:xfrm rot="5400000">
              <a:off x="3707" y="694"/>
              <a:ext cx="230" cy="83"/>
            </a:xfrm>
            <a:prstGeom prst="rect">
              <a:avLst/>
            </a:prstGeom>
            <a:solidFill>
              <a:srgbClr val="FFFFCC"/>
            </a:solidFill>
            <a:ln w="31750">
              <a:solidFill>
                <a:srgbClr val="000000"/>
              </a:solidFill>
              <a:miter lim="800000"/>
              <a:headEnd/>
              <a:tailEnd/>
            </a:ln>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65549" name="Rectangle 13"/>
            <p:cNvSpPr>
              <a:spLocks noChangeArrowheads="1"/>
            </p:cNvSpPr>
            <p:nvPr/>
          </p:nvSpPr>
          <p:spPr bwMode="auto">
            <a:xfrm>
              <a:off x="3879" y="639"/>
              <a:ext cx="203"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0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2</a:t>
              </a:r>
              <a:r>
                <a:rPr kumimoji="1" lang="en-US" altLang="zh-CN" sz="20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sym typeface="Symbol" panose="05050102010706020507" pitchFamily="18" charset="2"/>
                </a:rPr>
                <a:t></a:t>
              </a:r>
              <a:endParaRPr kumimoji="1" lang="en-US" altLang="zh-CN" sz="24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65550" name="Rectangle 14"/>
            <p:cNvSpPr>
              <a:spLocks noChangeArrowheads="1"/>
            </p:cNvSpPr>
            <p:nvPr/>
          </p:nvSpPr>
          <p:spPr bwMode="auto">
            <a:xfrm>
              <a:off x="4018" y="222"/>
              <a:ext cx="203"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0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sym typeface="Symbol" panose="05050102010706020507" pitchFamily="18" charset="2"/>
                </a:rPr>
                <a:t>2</a:t>
              </a:r>
              <a:endParaRPr kumimoji="1" lang="en-US" altLang="zh-CN" sz="24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65555" name="Rectangle 19"/>
            <p:cNvSpPr>
              <a:spLocks noChangeArrowheads="1"/>
            </p:cNvSpPr>
            <p:nvPr/>
          </p:nvSpPr>
          <p:spPr bwMode="auto">
            <a:xfrm>
              <a:off x="3373" y="816"/>
              <a:ext cx="203"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0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sym typeface="Symbol" panose="05050102010706020507" pitchFamily="18" charset="2"/>
                </a:rPr>
                <a:t>1</a:t>
              </a:r>
              <a:endParaRPr kumimoji="1" lang="en-US" altLang="zh-CN" sz="24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65556" name="Rectangle 20"/>
            <p:cNvSpPr>
              <a:spLocks noChangeArrowheads="1"/>
            </p:cNvSpPr>
            <p:nvPr/>
          </p:nvSpPr>
          <p:spPr bwMode="auto">
            <a:xfrm>
              <a:off x="4040" y="821"/>
              <a:ext cx="203"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0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sym typeface="Symbol" panose="05050102010706020507" pitchFamily="18" charset="2"/>
                </a:rPr>
                <a:t>1</a:t>
              </a:r>
              <a:endParaRPr kumimoji="1" lang="en-US" altLang="zh-CN" sz="24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65557" name="Rectangle 21"/>
            <p:cNvSpPr>
              <a:spLocks noChangeArrowheads="1"/>
            </p:cNvSpPr>
            <p:nvPr/>
          </p:nvSpPr>
          <p:spPr bwMode="auto">
            <a:xfrm>
              <a:off x="3367" y="990"/>
              <a:ext cx="243" cy="79"/>
            </a:xfrm>
            <a:prstGeom prst="rect">
              <a:avLst/>
            </a:prstGeom>
            <a:solidFill>
              <a:srgbClr val="FFFFCC"/>
            </a:solidFill>
            <a:ln w="31750">
              <a:solidFill>
                <a:srgbClr val="000000"/>
              </a:solidFill>
              <a:miter lim="800000"/>
              <a:headEnd/>
              <a:tailEnd/>
            </a:ln>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65558" name="Rectangle 22"/>
            <p:cNvSpPr>
              <a:spLocks noChangeArrowheads="1"/>
            </p:cNvSpPr>
            <p:nvPr/>
          </p:nvSpPr>
          <p:spPr bwMode="auto">
            <a:xfrm>
              <a:off x="4001" y="402"/>
              <a:ext cx="244" cy="78"/>
            </a:xfrm>
            <a:prstGeom prst="rect">
              <a:avLst/>
            </a:prstGeom>
            <a:solidFill>
              <a:srgbClr val="FFFFCC"/>
            </a:solidFill>
            <a:ln w="31750">
              <a:solidFill>
                <a:srgbClr val="000000"/>
              </a:solidFill>
              <a:miter lim="800000"/>
              <a:headEnd/>
              <a:tailEnd/>
            </a:ln>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65559" name="Rectangle 23"/>
            <p:cNvSpPr>
              <a:spLocks noChangeArrowheads="1"/>
            </p:cNvSpPr>
            <p:nvPr/>
          </p:nvSpPr>
          <p:spPr bwMode="auto">
            <a:xfrm>
              <a:off x="4006" y="990"/>
              <a:ext cx="244" cy="79"/>
            </a:xfrm>
            <a:prstGeom prst="rect">
              <a:avLst/>
            </a:prstGeom>
            <a:solidFill>
              <a:srgbClr val="FFFFCC"/>
            </a:solidFill>
            <a:ln w="31750">
              <a:solidFill>
                <a:srgbClr val="000000"/>
              </a:solidFill>
              <a:miter lim="800000"/>
              <a:headEnd/>
              <a:tailEnd/>
            </a:ln>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grpSp>
          <p:nvGrpSpPr>
            <p:cNvPr id="65741" name="Group 205"/>
            <p:cNvGrpSpPr>
              <a:grpSpLocks/>
            </p:cNvGrpSpPr>
            <p:nvPr/>
          </p:nvGrpSpPr>
          <p:grpSpPr bwMode="auto">
            <a:xfrm>
              <a:off x="3028" y="410"/>
              <a:ext cx="1582" cy="651"/>
              <a:chOff x="3028" y="410"/>
              <a:chExt cx="1582" cy="651"/>
            </a:xfrm>
          </p:grpSpPr>
          <p:sp>
            <p:nvSpPr>
              <p:cNvPr id="65542" name="Line 6"/>
              <p:cNvSpPr>
                <a:spLocks noChangeShapeType="1"/>
              </p:cNvSpPr>
              <p:nvPr/>
            </p:nvSpPr>
            <p:spPr bwMode="auto">
              <a:xfrm>
                <a:off x="3823" y="435"/>
                <a:ext cx="1" cy="17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65543" name="Line 7"/>
              <p:cNvSpPr>
                <a:spLocks noChangeShapeType="1"/>
              </p:cNvSpPr>
              <p:nvPr/>
            </p:nvSpPr>
            <p:spPr bwMode="auto">
              <a:xfrm>
                <a:off x="3823" y="841"/>
                <a:ext cx="1" cy="18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65544" name="Line 8"/>
              <p:cNvSpPr>
                <a:spLocks noChangeShapeType="1"/>
              </p:cNvSpPr>
              <p:nvPr/>
            </p:nvSpPr>
            <p:spPr bwMode="auto">
              <a:xfrm flipV="1">
                <a:off x="3082" y="434"/>
                <a:ext cx="295" cy="1"/>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65545" name="Line 9"/>
              <p:cNvSpPr>
                <a:spLocks noChangeShapeType="1"/>
              </p:cNvSpPr>
              <p:nvPr/>
            </p:nvSpPr>
            <p:spPr bwMode="auto">
              <a:xfrm>
                <a:off x="4259" y="1028"/>
                <a:ext cx="288"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65546" name="Line 10"/>
              <p:cNvSpPr>
                <a:spLocks noChangeShapeType="1"/>
              </p:cNvSpPr>
              <p:nvPr/>
            </p:nvSpPr>
            <p:spPr bwMode="auto">
              <a:xfrm>
                <a:off x="4242" y="440"/>
                <a:ext cx="300" cy="1"/>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65551" name="Oval 15"/>
              <p:cNvSpPr>
                <a:spLocks noChangeArrowheads="1"/>
              </p:cNvSpPr>
              <p:nvPr/>
            </p:nvSpPr>
            <p:spPr bwMode="auto">
              <a:xfrm>
                <a:off x="3028" y="410"/>
                <a:ext cx="61" cy="58"/>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65552" name="Oval 16"/>
              <p:cNvSpPr>
                <a:spLocks noChangeArrowheads="1"/>
              </p:cNvSpPr>
              <p:nvPr/>
            </p:nvSpPr>
            <p:spPr bwMode="auto">
              <a:xfrm>
                <a:off x="3028" y="1004"/>
                <a:ext cx="61" cy="57"/>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65553" name="Oval 17"/>
              <p:cNvSpPr>
                <a:spLocks noChangeArrowheads="1"/>
              </p:cNvSpPr>
              <p:nvPr/>
            </p:nvSpPr>
            <p:spPr bwMode="auto">
              <a:xfrm>
                <a:off x="4544" y="410"/>
                <a:ext cx="61" cy="58"/>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65554" name="Oval 18"/>
              <p:cNvSpPr>
                <a:spLocks noChangeArrowheads="1"/>
              </p:cNvSpPr>
              <p:nvPr/>
            </p:nvSpPr>
            <p:spPr bwMode="auto">
              <a:xfrm>
                <a:off x="4549" y="999"/>
                <a:ext cx="61" cy="57"/>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65560" name="Line 24"/>
              <p:cNvSpPr>
                <a:spLocks noChangeShapeType="1"/>
              </p:cNvSpPr>
              <p:nvPr/>
            </p:nvSpPr>
            <p:spPr bwMode="auto">
              <a:xfrm flipV="1">
                <a:off x="3619" y="434"/>
                <a:ext cx="393" cy="1"/>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65561" name="Line 25"/>
              <p:cNvSpPr>
                <a:spLocks noChangeShapeType="1"/>
              </p:cNvSpPr>
              <p:nvPr/>
            </p:nvSpPr>
            <p:spPr bwMode="auto">
              <a:xfrm flipV="1">
                <a:off x="3087" y="1029"/>
                <a:ext cx="285" cy="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65562" name="Line 26"/>
              <p:cNvSpPr>
                <a:spLocks noChangeShapeType="1"/>
              </p:cNvSpPr>
              <p:nvPr/>
            </p:nvSpPr>
            <p:spPr bwMode="auto">
              <a:xfrm>
                <a:off x="3603" y="1029"/>
                <a:ext cx="409"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grpSp>
      </p:grpSp>
      <p:sp>
        <p:nvSpPr>
          <p:cNvPr id="65563" name="Text Box 27"/>
          <p:cNvSpPr txBox="1">
            <a:spLocks noChangeArrowheads="1"/>
          </p:cNvSpPr>
          <p:nvPr/>
        </p:nvSpPr>
        <p:spPr bwMode="auto">
          <a:xfrm>
            <a:off x="225425" y="231775"/>
            <a:ext cx="795338"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400" b="1" i="0" u="none" strike="noStrike" kern="1200" cap="none" spc="0" normalizeH="0" baseline="0" noProof="0" smtClean="0">
                <a:ln>
                  <a:noFill/>
                </a:ln>
                <a:solidFill>
                  <a:srgbClr val="FF0000"/>
                </a:solidFill>
                <a:effectLst/>
                <a:uLnTx/>
                <a:uFillTx/>
                <a:latin typeface="Times New Roman" panose="02020603050405020304" pitchFamily="18" charset="0"/>
                <a:ea typeface="宋体" panose="02010600030101010101" pitchFamily="2" charset="-122"/>
                <a:cs typeface="+mn-cs"/>
              </a:rPr>
              <a:t>例    </a:t>
            </a:r>
            <a:endParaRPr kumimoji="1" lang="zh-CN" altLang="en-US" sz="2400" b="0"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pSp>
        <p:nvGrpSpPr>
          <p:cNvPr id="65742" name="Group 206"/>
          <p:cNvGrpSpPr>
            <a:grpSpLocks/>
          </p:cNvGrpSpPr>
          <p:nvPr/>
        </p:nvGrpSpPr>
        <p:grpSpPr bwMode="auto">
          <a:xfrm>
            <a:off x="4870450" y="1905000"/>
            <a:ext cx="2511425" cy="1392238"/>
            <a:chOff x="3068" y="1200"/>
            <a:chExt cx="1582" cy="877"/>
          </a:xfrm>
        </p:grpSpPr>
        <p:sp>
          <p:nvSpPr>
            <p:cNvPr id="65565" name="Rectangle 29"/>
            <p:cNvSpPr>
              <a:spLocks noChangeArrowheads="1"/>
            </p:cNvSpPr>
            <p:nvPr/>
          </p:nvSpPr>
          <p:spPr bwMode="auto">
            <a:xfrm>
              <a:off x="3417" y="1410"/>
              <a:ext cx="244" cy="78"/>
            </a:xfrm>
            <a:prstGeom prst="rect">
              <a:avLst/>
            </a:prstGeom>
            <a:solidFill>
              <a:srgbClr val="FFFFCC"/>
            </a:solidFill>
            <a:ln w="31750">
              <a:solidFill>
                <a:srgbClr val="000000"/>
              </a:solidFill>
              <a:miter lim="800000"/>
              <a:headEnd/>
              <a:tailEnd/>
            </a:ln>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65566" name="Line 30"/>
            <p:cNvSpPr>
              <a:spLocks noChangeShapeType="1"/>
            </p:cNvSpPr>
            <p:nvPr/>
          </p:nvSpPr>
          <p:spPr bwMode="auto">
            <a:xfrm>
              <a:off x="3863" y="1443"/>
              <a:ext cx="1" cy="17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65567" name="Line 31"/>
            <p:cNvSpPr>
              <a:spLocks noChangeShapeType="1"/>
            </p:cNvSpPr>
            <p:nvPr/>
          </p:nvSpPr>
          <p:spPr bwMode="auto">
            <a:xfrm>
              <a:off x="3863" y="1849"/>
              <a:ext cx="1" cy="18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65568" name="Line 32"/>
            <p:cNvSpPr>
              <a:spLocks noChangeShapeType="1"/>
            </p:cNvSpPr>
            <p:nvPr/>
          </p:nvSpPr>
          <p:spPr bwMode="auto">
            <a:xfrm flipV="1">
              <a:off x="3122" y="1442"/>
              <a:ext cx="295" cy="1"/>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65569" name="Line 33"/>
            <p:cNvSpPr>
              <a:spLocks noChangeShapeType="1"/>
            </p:cNvSpPr>
            <p:nvPr/>
          </p:nvSpPr>
          <p:spPr bwMode="auto">
            <a:xfrm>
              <a:off x="4299" y="2036"/>
              <a:ext cx="288"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65570" name="Line 34"/>
            <p:cNvSpPr>
              <a:spLocks noChangeShapeType="1"/>
            </p:cNvSpPr>
            <p:nvPr/>
          </p:nvSpPr>
          <p:spPr bwMode="auto">
            <a:xfrm>
              <a:off x="4282" y="1448"/>
              <a:ext cx="300" cy="1"/>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65571" name="Rectangle 35"/>
            <p:cNvSpPr>
              <a:spLocks noChangeArrowheads="1"/>
            </p:cNvSpPr>
            <p:nvPr/>
          </p:nvSpPr>
          <p:spPr bwMode="auto">
            <a:xfrm>
              <a:off x="3440" y="1200"/>
              <a:ext cx="203"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0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1</a:t>
              </a:r>
              <a:r>
                <a:rPr kumimoji="1" lang="en-US" altLang="zh-CN" sz="20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sym typeface="Symbol" panose="05050102010706020507" pitchFamily="18" charset="2"/>
                </a:rPr>
                <a:t></a:t>
              </a:r>
              <a:endParaRPr kumimoji="1" lang="en-US" altLang="zh-CN" sz="24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65572" name="Rectangle 36"/>
            <p:cNvSpPr>
              <a:spLocks noChangeArrowheads="1"/>
            </p:cNvSpPr>
            <p:nvPr/>
          </p:nvSpPr>
          <p:spPr bwMode="auto">
            <a:xfrm rot="5400000">
              <a:off x="3747" y="1702"/>
              <a:ext cx="230" cy="83"/>
            </a:xfrm>
            <a:prstGeom prst="rect">
              <a:avLst/>
            </a:prstGeom>
            <a:solidFill>
              <a:srgbClr val="FFFFCC"/>
            </a:solidFill>
            <a:ln w="31750">
              <a:solidFill>
                <a:srgbClr val="000000"/>
              </a:solidFill>
              <a:miter lim="800000"/>
              <a:headEnd/>
              <a:tailEnd/>
            </a:ln>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65573" name="Rectangle 37"/>
            <p:cNvSpPr>
              <a:spLocks noChangeArrowheads="1"/>
            </p:cNvSpPr>
            <p:nvPr/>
          </p:nvSpPr>
          <p:spPr bwMode="auto">
            <a:xfrm>
              <a:off x="3919" y="1647"/>
              <a:ext cx="203"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0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3</a:t>
              </a:r>
              <a:r>
                <a:rPr kumimoji="1" lang="en-US" altLang="zh-CN" sz="20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sym typeface="Symbol" panose="05050102010706020507" pitchFamily="18" charset="2"/>
                </a:rPr>
                <a:t></a:t>
              </a:r>
              <a:endParaRPr kumimoji="1" lang="en-US" altLang="zh-CN" sz="24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65574" name="Rectangle 38"/>
            <p:cNvSpPr>
              <a:spLocks noChangeArrowheads="1"/>
            </p:cNvSpPr>
            <p:nvPr/>
          </p:nvSpPr>
          <p:spPr bwMode="auto">
            <a:xfrm>
              <a:off x="4058" y="1230"/>
              <a:ext cx="203"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0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sym typeface="Symbol" panose="05050102010706020507" pitchFamily="18" charset="2"/>
                </a:rPr>
                <a:t>1</a:t>
              </a:r>
              <a:endParaRPr kumimoji="1" lang="en-US" altLang="zh-CN" sz="24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65575" name="Oval 39"/>
            <p:cNvSpPr>
              <a:spLocks noChangeArrowheads="1"/>
            </p:cNvSpPr>
            <p:nvPr/>
          </p:nvSpPr>
          <p:spPr bwMode="auto">
            <a:xfrm>
              <a:off x="3068" y="1418"/>
              <a:ext cx="61" cy="58"/>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65576" name="Oval 40"/>
            <p:cNvSpPr>
              <a:spLocks noChangeArrowheads="1"/>
            </p:cNvSpPr>
            <p:nvPr/>
          </p:nvSpPr>
          <p:spPr bwMode="auto">
            <a:xfrm>
              <a:off x="3068" y="2012"/>
              <a:ext cx="61" cy="57"/>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65577" name="Oval 41"/>
            <p:cNvSpPr>
              <a:spLocks noChangeArrowheads="1"/>
            </p:cNvSpPr>
            <p:nvPr/>
          </p:nvSpPr>
          <p:spPr bwMode="auto">
            <a:xfrm>
              <a:off x="4584" y="1418"/>
              <a:ext cx="61" cy="58"/>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65578" name="Oval 42"/>
            <p:cNvSpPr>
              <a:spLocks noChangeArrowheads="1"/>
            </p:cNvSpPr>
            <p:nvPr/>
          </p:nvSpPr>
          <p:spPr bwMode="auto">
            <a:xfrm>
              <a:off x="4589" y="2007"/>
              <a:ext cx="61" cy="57"/>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65579" name="Rectangle 43"/>
            <p:cNvSpPr>
              <a:spLocks noChangeArrowheads="1"/>
            </p:cNvSpPr>
            <p:nvPr/>
          </p:nvSpPr>
          <p:spPr bwMode="auto">
            <a:xfrm>
              <a:off x="3413" y="1824"/>
              <a:ext cx="203"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0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sym typeface="Symbol" panose="05050102010706020507" pitchFamily="18" charset="2"/>
                </a:rPr>
                <a:t>4</a:t>
              </a:r>
              <a:endParaRPr kumimoji="1" lang="en-US" altLang="zh-CN" sz="24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65580" name="Rectangle 44"/>
            <p:cNvSpPr>
              <a:spLocks noChangeArrowheads="1"/>
            </p:cNvSpPr>
            <p:nvPr/>
          </p:nvSpPr>
          <p:spPr bwMode="auto">
            <a:xfrm>
              <a:off x="4080" y="1829"/>
              <a:ext cx="203"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0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sym typeface="Symbol" panose="05050102010706020507" pitchFamily="18" charset="2"/>
                </a:rPr>
                <a:t>4</a:t>
              </a:r>
              <a:endParaRPr kumimoji="1" lang="en-US" altLang="zh-CN" sz="24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65581" name="Rectangle 45"/>
            <p:cNvSpPr>
              <a:spLocks noChangeArrowheads="1"/>
            </p:cNvSpPr>
            <p:nvPr/>
          </p:nvSpPr>
          <p:spPr bwMode="auto">
            <a:xfrm>
              <a:off x="3407" y="1998"/>
              <a:ext cx="243" cy="79"/>
            </a:xfrm>
            <a:prstGeom prst="rect">
              <a:avLst/>
            </a:prstGeom>
            <a:solidFill>
              <a:srgbClr val="FFFFCC"/>
            </a:solidFill>
            <a:ln w="31750">
              <a:solidFill>
                <a:srgbClr val="000000"/>
              </a:solidFill>
              <a:miter lim="800000"/>
              <a:headEnd/>
              <a:tailEnd/>
            </a:ln>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65582" name="Rectangle 46"/>
            <p:cNvSpPr>
              <a:spLocks noChangeArrowheads="1"/>
            </p:cNvSpPr>
            <p:nvPr/>
          </p:nvSpPr>
          <p:spPr bwMode="auto">
            <a:xfrm>
              <a:off x="4041" y="1410"/>
              <a:ext cx="244" cy="78"/>
            </a:xfrm>
            <a:prstGeom prst="rect">
              <a:avLst/>
            </a:prstGeom>
            <a:solidFill>
              <a:srgbClr val="FFFFCC"/>
            </a:solidFill>
            <a:ln w="31750">
              <a:solidFill>
                <a:srgbClr val="000000"/>
              </a:solidFill>
              <a:miter lim="800000"/>
              <a:headEnd/>
              <a:tailEnd/>
            </a:ln>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65583" name="Rectangle 47"/>
            <p:cNvSpPr>
              <a:spLocks noChangeArrowheads="1"/>
            </p:cNvSpPr>
            <p:nvPr/>
          </p:nvSpPr>
          <p:spPr bwMode="auto">
            <a:xfrm>
              <a:off x="4046" y="1998"/>
              <a:ext cx="244" cy="79"/>
            </a:xfrm>
            <a:prstGeom prst="rect">
              <a:avLst/>
            </a:prstGeom>
            <a:solidFill>
              <a:srgbClr val="FFFFCC"/>
            </a:solidFill>
            <a:ln w="31750">
              <a:solidFill>
                <a:srgbClr val="000000"/>
              </a:solidFill>
              <a:miter lim="800000"/>
              <a:headEnd/>
              <a:tailEnd/>
            </a:ln>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65584" name="Line 48"/>
            <p:cNvSpPr>
              <a:spLocks noChangeShapeType="1"/>
            </p:cNvSpPr>
            <p:nvPr/>
          </p:nvSpPr>
          <p:spPr bwMode="auto">
            <a:xfrm flipV="1">
              <a:off x="3659" y="1442"/>
              <a:ext cx="393" cy="1"/>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65585" name="Line 49"/>
            <p:cNvSpPr>
              <a:spLocks noChangeShapeType="1"/>
            </p:cNvSpPr>
            <p:nvPr/>
          </p:nvSpPr>
          <p:spPr bwMode="auto">
            <a:xfrm flipV="1">
              <a:off x="3127" y="2037"/>
              <a:ext cx="285" cy="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65586" name="Line 50"/>
            <p:cNvSpPr>
              <a:spLocks noChangeShapeType="1"/>
            </p:cNvSpPr>
            <p:nvPr/>
          </p:nvSpPr>
          <p:spPr bwMode="auto">
            <a:xfrm>
              <a:off x="3643" y="2037"/>
              <a:ext cx="409"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grpSp>
      <p:graphicFrame>
        <p:nvGraphicFramePr>
          <p:cNvPr id="65588" name="Object 52"/>
          <p:cNvGraphicFramePr>
            <a:graphicFrameLocks noChangeAspect="1"/>
          </p:cNvGraphicFramePr>
          <p:nvPr/>
        </p:nvGraphicFramePr>
        <p:xfrm>
          <a:off x="7162800" y="679450"/>
          <a:ext cx="1468438" cy="876300"/>
        </p:xfrm>
        <a:graphic>
          <a:graphicData uri="http://schemas.openxmlformats.org/presentationml/2006/ole">
            <mc:AlternateContent xmlns:mc="http://schemas.openxmlformats.org/markup-compatibility/2006">
              <mc:Choice xmlns:v="urn:schemas-microsoft-com:vml" Requires="v">
                <p:oleObj spid="_x0000_s237581" name="公式" r:id="rId5" imgW="787320" imgH="469800" progId="Equation.3">
                  <p:embed/>
                </p:oleObj>
              </mc:Choice>
              <mc:Fallback>
                <p:oleObj name="公式" r:id="rId5" imgW="787320" imgH="469800" progId="Equation.3">
                  <p:embed/>
                  <p:pic>
                    <p:nvPicPr>
                      <p:cNvPr id="65588" name="Object 5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162800" y="679450"/>
                        <a:ext cx="1468438" cy="876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5589" name="Object 53"/>
          <p:cNvGraphicFramePr>
            <a:graphicFrameLocks noChangeAspect="1"/>
          </p:cNvGraphicFramePr>
          <p:nvPr/>
        </p:nvGraphicFramePr>
        <p:xfrm>
          <a:off x="7178675" y="2355850"/>
          <a:ext cx="1539875" cy="876300"/>
        </p:xfrm>
        <a:graphic>
          <a:graphicData uri="http://schemas.openxmlformats.org/presentationml/2006/ole">
            <mc:AlternateContent xmlns:mc="http://schemas.openxmlformats.org/markup-compatibility/2006">
              <mc:Choice xmlns:v="urn:schemas-microsoft-com:vml" Requires="v">
                <p:oleObj spid="_x0000_s237582" name="公式" r:id="rId7" imgW="825480" imgH="469800" progId="Equation.3">
                  <p:embed/>
                </p:oleObj>
              </mc:Choice>
              <mc:Fallback>
                <p:oleObj name="公式" r:id="rId7" imgW="825480" imgH="469800" progId="Equation.3">
                  <p:embed/>
                  <p:pic>
                    <p:nvPicPr>
                      <p:cNvPr id="65589" name="Object 5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178675" y="2355850"/>
                        <a:ext cx="1539875" cy="876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65739" name="Group 203"/>
          <p:cNvGrpSpPr>
            <a:grpSpLocks/>
          </p:cNvGrpSpPr>
          <p:nvPr/>
        </p:nvGrpSpPr>
        <p:grpSpPr bwMode="auto">
          <a:xfrm>
            <a:off x="742950" y="571500"/>
            <a:ext cx="3138488" cy="2890838"/>
            <a:chOff x="468" y="360"/>
            <a:chExt cx="1977" cy="1821"/>
          </a:xfrm>
        </p:grpSpPr>
        <p:sp>
          <p:nvSpPr>
            <p:cNvPr id="65592" name="Rectangle 56"/>
            <p:cNvSpPr>
              <a:spLocks noChangeArrowheads="1"/>
            </p:cNvSpPr>
            <p:nvPr/>
          </p:nvSpPr>
          <p:spPr bwMode="auto">
            <a:xfrm>
              <a:off x="1057" y="570"/>
              <a:ext cx="244" cy="78"/>
            </a:xfrm>
            <a:prstGeom prst="rect">
              <a:avLst/>
            </a:prstGeom>
            <a:solidFill>
              <a:srgbClr val="FFFFCC"/>
            </a:solidFill>
            <a:ln w="31750">
              <a:solidFill>
                <a:srgbClr val="000000"/>
              </a:solidFill>
              <a:miter lim="800000"/>
              <a:headEnd/>
              <a:tailEnd/>
            </a:ln>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65593" name="Line 57"/>
            <p:cNvSpPr>
              <a:spLocks noChangeShapeType="1"/>
            </p:cNvSpPr>
            <p:nvPr/>
          </p:nvSpPr>
          <p:spPr bwMode="auto">
            <a:xfrm>
              <a:off x="1503" y="603"/>
              <a:ext cx="1" cy="17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65594" name="Line 58"/>
            <p:cNvSpPr>
              <a:spLocks noChangeShapeType="1"/>
            </p:cNvSpPr>
            <p:nvPr/>
          </p:nvSpPr>
          <p:spPr bwMode="auto">
            <a:xfrm>
              <a:off x="1503" y="1009"/>
              <a:ext cx="1" cy="18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65595" name="Line 59"/>
            <p:cNvSpPr>
              <a:spLocks noChangeShapeType="1"/>
            </p:cNvSpPr>
            <p:nvPr/>
          </p:nvSpPr>
          <p:spPr bwMode="auto">
            <a:xfrm flipV="1">
              <a:off x="506" y="602"/>
              <a:ext cx="551" cy="1"/>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65596" name="Line 60"/>
            <p:cNvSpPr>
              <a:spLocks noChangeShapeType="1"/>
            </p:cNvSpPr>
            <p:nvPr/>
          </p:nvSpPr>
          <p:spPr bwMode="auto">
            <a:xfrm>
              <a:off x="1939" y="1196"/>
              <a:ext cx="288" cy="0"/>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65597" name="Line 61"/>
            <p:cNvSpPr>
              <a:spLocks noChangeShapeType="1"/>
            </p:cNvSpPr>
            <p:nvPr/>
          </p:nvSpPr>
          <p:spPr bwMode="auto">
            <a:xfrm>
              <a:off x="1922" y="608"/>
              <a:ext cx="452" cy="1"/>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65598" name="Rectangle 62"/>
            <p:cNvSpPr>
              <a:spLocks noChangeArrowheads="1"/>
            </p:cNvSpPr>
            <p:nvPr/>
          </p:nvSpPr>
          <p:spPr bwMode="auto">
            <a:xfrm>
              <a:off x="1080" y="360"/>
              <a:ext cx="203"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0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2</a:t>
              </a:r>
              <a:r>
                <a:rPr kumimoji="1" lang="en-US" altLang="zh-CN" sz="20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sym typeface="Symbol" panose="05050102010706020507" pitchFamily="18" charset="2"/>
                </a:rPr>
                <a:t></a:t>
              </a:r>
              <a:endParaRPr kumimoji="1" lang="en-US" altLang="zh-CN" sz="24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65599" name="Rectangle 63"/>
            <p:cNvSpPr>
              <a:spLocks noChangeArrowheads="1"/>
            </p:cNvSpPr>
            <p:nvPr/>
          </p:nvSpPr>
          <p:spPr bwMode="auto">
            <a:xfrm rot="5400000">
              <a:off x="1387" y="862"/>
              <a:ext cx="230" cy="83"/>
            </a:xfrm>
            <a:prstGeom prst="rect">
              <a:avLst/>
            </a:prstGeom>
            <a:solidFill>
              <a:srgbClr val="FFFFCC"/>
            </a:solidFill>
            <a:ln w="31750">
              <a:solidFill>
                <a:srgbClr val="000000"/>
              </a:solidFill>
              <a:miter lim="800000"/>
              <a:headEnd/>
              <a:tailEnd/>
            </a:ln>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65600" name="Rectangle 64"/>
            <p:cNvSpPr>
              <a:spLocks noChangeArrowheads="1"/>
            </p:cNvSpPr>
            <p:nvPr/>
          </p:nvSpPr>
          <p:spPr bwMode="auto">
            <a:xfrm>
              <a:off x="1559" y="807"/>
              <a:ext cx="203"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0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2</a:t>
              </a:r>
              <a:r>
                <a:rPr kumimoji="1" lang="en-US" altLang="zh-CN" sz="20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sym typeface="Symbol" panose="05050102010706020507" pitchFamily="18" charset="2"/>
                </a:rPr>
                <a:t></a:t>
              </a:r>
              <a:endParaRPr kumimoji="1" lang="en-US" altLang="zh-CN" sz="24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65601" name="Rectangle 65"/>
            <p:cNvSpPr>
              <a:spLocks noChangeArrowheads="1"/>
            </p:cNvSpPr>
            <p:nvPr/>
          </p:nvSpPr>
          <p:spPr bwMode="auto">
            <a:xfrm>
              <a:off x="1698" y="390"/>
              <a:ext cx="203"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0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sym typeface="Symbol" panose="05050102010706020507" pitchFamily="18" charset="2"/>
                </a:rPr>
                <a:t>2</a:t>
              </a:r>
              <a:endParaRPr kumimoji="1" lang="en-US" altLang="zh-CN" sz="24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65602" name="Oval 66"/>
            <p:cNvSpPr>
              <a:spLocks noChangeArrowheads="1"/>
            </p:cNvSpPr>
            <p:nvPr/>
          </p:nvSpPr>
          <p:spPr bwMode="auto">
            <a:xfrm>
              <a:off x="468" y="578"/>
              <a:ext cx="61" cy="58"/>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65603" name="Oval 67"/>
            <p:cNvSpPr>
              <a:spLocks noChangeArrowheads="1"/>
            </p:cNvSpPr>
            <p:nvPr/>
          </p:nvSpPr>
          <p:spPr bwMode="auto">
            <a:xfrm>
              <a:off x="708" y="1172"/>
              <a:ext cx="61" cy="57"/>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65604" name="Oval 68"/>
            <p:cNvSpPr>
              <a:spLocks noChangeArrowheads="1"/>
            </p:cNvSpPr>
            <p:nvPr/>
          </p:nvSpPr>
          <p:spPr bwMode="auto">
            <a:xfrm>
              <a:off x="2384" y="578"/>
              <a:ext cx="61" cy="58"/>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65605" name="Oval 69"/>
            <p:cNvSpPr>
              <a:spLocks noChangeArrowheads="1"/>
            </p:cNvSpPr>
            <p:nvPr/>
          </p:nvSpPr>
          <p:spPr bwMode="auto">
            <a:xfrm>
              <a:off x="2229" y="1167"/>
              <a:ext cx="61" cy="57"/>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65606" name="Rectangle 70"/>
            <p:cNvSpPr>
              <a:spLocks noChangeArrowheads="1"/>
            </p:cNvSpPr>
            <p:nvPr/>
          </p:nvSpPr>
          <p:spPr bwMode="auto">
            <a:xfrm>
              <a:off x="1053" y="984"/>
              <a:ext cx="203"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0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sym typeface="Symbol" panose="05050102010706020507" pitchFamily="18" charset="2"/>
                </a:rPr>
                <a:t>1</a:t>
              </a:r>
              <a:endParaRPr kumimoji="1" lang="en-US" altLang="zh-CN" sz="24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65607" name="Rectangle 71"/>
            <p:cNvSpPr>
              <a:spLocks noChangeArrowheads="1"/>
            </p:cNvSpPr>
            <p:nvPr/>
          </p:nvSpPr>
          <p:spPr bwMode="auto">
            <a:xfrm>
              <a:off x="1720" y="989"/>
              <a:ext cx="203"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0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sym typeface="Symbol" panose="05050102010706020507" pitchFamily="18" charset="2"/>
                </a:rPr>
                <a:t>1</a:t>
              </a:r>
              <a:endParaRPr kumimoji="1" lang="en-US" altLang="zh-CN" sz="24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65608" name="Rectangle 72"/>
            <p:cNvSpPr>
              <a:spLocks noChangeArrowheads="1"/>
            </p:cNvSpPr>
            <p:nvPr/>
          </p:nvSpPr>
          <p:spPr bwMode="auto">
            <a:xfrm>
              <a:off x="1047" y="1158"/>
              <a:ext cx="243" cy="79"/>
            </a:xfrm>
            <a:prstGeom prst="rect">
              <a:avLst/>
            </a:prstGeom>
            <a:solidFill>
              <a:srgbClr val="FFFFCC"/>
            </a:solidFill>
            <a:ln w="31750">
              <a:solidFill>
                <a:srgbClr val="000000"/>
              </a:solidFill>
              <a:miter lim="800000"/>
              <a:headEnd/>
              <a:tailEnd/>
            </a:ln>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65609" name="Rectangle 73"/>
            <p:cNvSpPr>
              <a:spLocks noChangeArrowheads="1"/>
            </p:cNvSpPr>
            <p:nvPr/>
          </p:nvSpPr>
          <p:spPr bwMode="auto">
            <a:xfrm>
              <a:off x="1681" y="570"/>
              <a:ext cx="244" cy="78"/>
            </a:xfrm>
            <a:prstGeom prst="rect">
              <a:avLst/>
            </a:prstGeom>
            <a:solidFill>
              <a:srgbClr val="FFFFCC"/>
            </a:solidFill>
            <a:ln w="31750">
              <a:solidFill>
                <a:srgbClr val="000000"/>
              </a:solidFill>
              <a:miter lim="800000"/>
              <a:headEnd/>
              <a:tailEnd/>
            </a:ln>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65610" name="Rectangle 74"/>
            <p:cNvSpPr>
              <a:spLocks noChangeArrowheads="1"/>
            </p:cNvSpPr>
            <p:nvPr/>
          </p:nvSpPr>
          <p:spPr bwMode="auto">
            <a:xfrm>
              <a:off x="1686" y="1158"/>
              <a:ext cx="244" cy="79"/>
            </a:xfrm>
            <a:prstGeom prst="rect">
              <a:avLst/>
            </a:prstGeom>
            <a:solidFill>
              <a:srgbClr val="FFFFCC"/>
            </a:solidFill>
            <a:ln w="31750">
              <a:solidFill>
                <a:srgbClr val="000000"/>
              </a:solidFill>
              <a:miter lim="800000"/>
              <a:headEnd/>
              <a:tailEnd/>
            </a:ln>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65611" name="Line 75"/>
            <p:cNvSpPr>
              <a:spLocks noChangeShapeType="1"/>
            </p:cNvSpPr>
            <p:nvPr/>
          </p:nvSpPr>
          <p:spPr bwMode="auto">
            <a:xfrm flipV="1">
              <a:off x="1299" y="602"/>
              <a:ext cx="393" cy="1"/>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65612" name="Line 76"/>
            <p:cNvSpPr>
              <a:spLocks noChangeShapeType="1"/>
            </p:cNvSpPr>
            <p:nvPr/>
          </p:nvSpPr>
          <p:spPr bwMode="auto">
            <a:xfrm flipV="1">
              <a:off x="767" y="1197"/>
              <a:ext cx="285" cy="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65613" name="Line 77"/>
            <p:cNvSpPr>
              <a:spLocks noChangeShapeType="1"/>
            </p:cNvSpPr>
            <p:nvPr/>
          </p:nvSpPr>
          <p:spPr bwMode="auto">
            <a:xfrm>
              <a:off x="1283" y="1197"/>
              <a:ext cx="409"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65614" name="Rectangle 78"/>
            <p:cNvSpPr>
              <a:spLocks noChangeArrowheads="1"/>
            </p:cNvSpPr>
            <p:nvPr/>
          </p:nvSpPr>
          <p:spPr bwMode="auto">
            <a:xfrm>
              <a:off x="1089" y="1506"/>
              <a:ext cx="244" cy="78"/>
            </a:xfrm>
            <a:prstGeom prst="rect">
              <a:avLst/>
            </a:prstGeom>
            <a:solidFill>
              <a:srgbClr val="FFFFCC"/>
            </a:solidFill>
            <a:ln w="31750">
              <a:solidFill>
                <a:srgbClr val="000000"/>
              </a:solidFill>
              <a:miter lim="800000"/>
              <a:headEnd/>
              <a:tailEnd/>
            </a:ln>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65615" name="Line 79"/>
            <p:cNvSpPr>
              <a:spLocks noChangeShapeType="1"/>
            </p:cNvSpPr>
            <p:nvPr/>
          </p:nvSpPr>
          <p:spPr bwMode="auto">
            <a:xfrm>
              <a:off x="1535" y="1539"/>
              <a:ext cx="1" cy="17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65616" name="Line 80"/>
            <p:cNvSpPr>
              <a:spLocks noChangeShapeType="1"/>
            </p:cNvSpPr>
            <p:nvPr/>
          </p:nvSpPr>
          <p:spPr bwMode="auto">
            <a:xfrm>
              <a:off x="1535" y="1945"/>
              <a:ext cx="1" cy="18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65617" name="Line 81"/>
            <p:cNvSpPr>
              <a:spLocks noChangeShapeType="1"/>
            </p:cNvSpPr>
            <p:nvPr/>
          </p:nvSpPr>
          <p:spPr bwMode="auto">
            <a:xfrm flipV="1">
              <a:off x="794" y="1538"/>
              <a:ext cx="295" cy="1"/>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65618" name="Line 82"/>
            <p:cNvSpPr>
              <a:spLocks noChangeShapeType="1"/>
            </p:cNvSpPr>
            <p:nvPr/>
          </p:nvSpPr>
          <p:spPr bwMode="auto">
            <a:xfrm>
              <a:off x="1979" y="2132"/>
              <a:ext cx="408" cy="8"/>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65619" name="Line 83"/>
            <p:cNvSpPr>
              <a:spLocks noChangeShapeType="1"/>
            </p:cNvSpPr>
            <p:nvPr/>
          </p:nvSpPr>
          <p:spPr bwMode="auto">
            <a:xfrm>
              <a:off x="1954" y="1544"/>
              <a:ext cx="300" cy="1"/>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65620" name="Rectangle 84"/>
            <p:cNvSpPr>
              <a:spLocks noChangeArrowheads="1"/>
            </p:cNvSpPr>
            <p:nvPr/>
          </p:nvSpPr>
          <p:spPr bwMode="auto">
            <a:xfrm>
              <a:off x="1112" y="1296"/>
              <a:ext cx="203"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0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1</a:t>
              </a:r>
              <a:r>
                <a:rPr kumimoji="1" lang="en-US" altLang="zh-CN" sz="20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sym typeface="Symbol" panose="05050102010706020507" pitchFamily="18" charset="2"/>
                </a:rPr>
                <a:t></a:t>
              </a:r>
              <a:endParaRPr kumimoji="1" lang="en-US" altLang="zh-CN" sz="24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65621" name="Rectangle 85"/>
            <p:cNvSpPr>
              <a:spLocks noChangeArrowheads="1"/>
            </p:cNvSpPr>
            <p:nvPr/>
          </p:nvSpPr>
          <p:spPr bwMode="auto">
            <a:xfrm rot="5400000">
              <a:off x="1419" y="1798"/>
              <a:ext cx="230" cy="83"/>
            </a:xfrm>
            <a:prstGeom prst="rect">
              <a:avLst/>
            </a:prstGeom>
            <a:solidFill>
              <a:srgbClr val="FFFFCC"/>
            </a:solidFill>
            <a:ln w="31750">
              <a:solidFill>
                <a:srgbClr val="000000"/>
              </a:solidFill>
              <a:miter lim="800000"/>
              <a:headEnd/>
              <a:tailEnd/>
            </a:ln>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65622" name="Rectangle 86"/>
            <p:cNvSpPr>
              <a:spLocks noChangeArrowheads="1"/>
            </p:cNvSpPr>
            <p:nvPr/>
          </p:nvSpPr>
          <p:spPr bwMode="auto">
            <a:xfrm>
              <a:off x="1591" y="1743"/>
              <a:ext cx="203"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0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3</a:t>
              </a:r>
              <a:r>
                <a:rPr kumimoji="1" lang="en-US" altLang="zh-CN" sz="20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sym typeface="Symbol" panose="05050102010706020507" pitchFamily="18" charset="2"/>
                </a:rPr>
                <a:t></a:t>
              </a:r>
              <a:endParaRPr kumimoji="1" lang="en-US" altLang="zh-CN" sz="24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65623" name="Rectangle 87"/>
            <p:cNvSpPr>
              <a:spLocks noChangeArrowheads="1"/>
            </p:cNvSpPr>
            <p:nvPr/>
          </p:nvSpPr>
          <p:spPr bwMode="auto">
            <a:xfrm>
              <a:off x="1730" y="1326"/>
              <a:ext cx="203"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0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sym typeface="Symbol" panose="05050102010706020507" pitchFamily="18" charset="2"/>
                </a:rPr>
                <a:t>1</a:t>
              </a:r>
              <a:endParaRPr kumimoji="1" lang="en-US" altLang="zh-CN" sz="24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65624" name="Oval 88"/>
            <p:cNvSpPr>
              <a:spLocks noChangeArrowheads="1"/>
            </p:cNvSpPr>
            <p:nvPr/>
          </p:nvSpPr>
          <p:spPr bwMode="auto">
            <a:xfrm>
              <a:off x="740" y="1514"/>
              <a:ext cx="61" cy="58"/>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65625" name="Oval 89"/>
            <p:cNvSpPr>
              <a:spLocks noChangeArrowheads="1"/>
            </p:cNvSpPr>
            <p:nvPr/>
          </p:nvSpPr>
          <p:spPr bwMode="auto">
            <a:xfrm>
              <a:off x="468" y="2108"/>
              <a:ext cx="61" cy="57"/>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65626" name="Oval 90"/>
            <p:cNvSpPr>
              <a:spLocks noChangeArrowheads="1"/>
            </p:cNvSpPr>
            <p:nvPr/>
          </p:nvSpPr>
          <p:spPr bwMode="auto">
            <a:xfrm>
              <a:off x="2256" y="1514"/>
              <a:ext cx="61" cy="58"/>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65627" name="Oval 91"/>
            <p:cNvSpPr>
              <a:spLocks noChangeArrowheads="1"/>
            </p:cNvSpPr>
            <p:nvPr/>
          </p:nvSpPr>
          <p:spPr bwMode="auto">
            <a:xfrm>
              <a:off x="2384" y="2103"/>
              <a:ext cx="61" cy="57"/>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65628" name="Rectangle 92"/>
            <p:cNvSpPr>
              <a:spLocks noChangeArrowheads="1"/>
            </p:cNvSpPr>
            <p:nvPr/>
          </p:nvSpPr>
          <p:spPr bwMode="auto">
            <a:xfrm>
              <a:off x="1085" y="1920"/>
              <a:ext cx="203"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0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sym typeface="Symbol" panose="05050102010706020507" pitchFamily="18" charset="2"/>
                </a:rPr>
                <a:t>4</a:t>
              </a:r>
              <a:endParaRPr kumimoji="1" lang="en-US" altLang="zh-CN" sz="24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65629" name="Rectangle 93"/>
            <p:cNvSpPr>
              <a:spLocks noChangeArrowheads="1"/>
            </p:cNvSpPr>
            <p:nvPr/>
          </p:nvSpPr>
          <p:spPr bwMode="auto">
            <a:xfrm>
              <a:off x="1752" y="1925"/>
              <a:ext cx="203"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0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sym typeface="Symbol" panose="05050102010706020507" pitchFamily="18" charset="2"/>
                </a:rPr>
                <a:t>4</a:t>
              </a:r>
              <a:endParaRPr kumimoji="1" lang="en-US" altLang="zh-CN" sz="24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65630" name="Rectangle 94"/>
            <p:cNvSpPr>
              <a:spLocks noChangeArrowheads="1"/>
            </p:cNvSpPr>
            <p:nvPr/>
          </p:nvSpPr>
          <p:spPr bwMode="auto">
            <a:xfrm>
              <a:off x="1079" y="2094"/>
              <a:ext cx="243" cy="79"/>
            </a:xfrm>
            <a:prstGeom prst="rect">
              <a:avLst/>
            </a:prstGeom>
            <a:solidFill>
              <a:srgbClr val="FFFFCC"/>
            </a:solidFill>
            <a:ln w="31750">
              <a:solidFill>
                <a:srgbClr val="000000"/>
              </a:solidFill>
              <a:miter lim="800000"/>
              <a:headEnd/>
              <a:tailEnd/>
            </a:ln>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65631" name="Rectangle 95"/>
            <p:cNvSpPr>
              <a:spLocks noChangeArrowheads="1"/>
            </p:cNvSpPr>
            <p:nvPr/>
          </p:nvSpPr>
          <p:spPr bwMode="auto">
            <a:xfrm>
              <a:off x="1713" y="1506"/>
              <a:ext cx="244" cy="78"/>
            </a:xfrm>
            <a:prstGeom prst="rect">
              <a:avLst/>
            </a:prstGeom>
            <a:solidFill>
              <a:srgbClr val="FFFFCC"/>
            </a:solidFill>
            <a:ln w="31750">
              <a:solidFill>
                <a:srgbClr val="000000"/>
              </a:solidFill>
              <a:miter lim="800000"/>
              <a:headEnd/>
              <a:tailEnd/>
            </a:ln>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65632" name="Rectangle 96"/>
            <p:cNvSpPr>
              <a:spLocks noChangeArrowheads="1"/>
            </p:cNvSpPr>
            <p:nvPr/>
          </p:nvSpPr>
          <p:spPr bwMode="auto">
            <a:xfrm>
              <a:off x="1718" y="2102"/>
              <a:ext cx="244" cy="79"/>
            </a:xfrm>
            <a:prstGeom prst="rect">
              <a:avLst/>
            </a:prstGeom>
            <a:solidFill>
              <a:srgbClr val="FFFFCC"/>
            </a:solidFill>
            <a:ln w="31750">
              <a:solidFill>
                <a:srgbClr val="000000"/>
              </a:solidFill>
              <a:miter lim="800000"/>
              <a:headEnd/>
              <a:tailEnd/>
            </a:ln>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65633" name="Line 97"/>
            <p:cNvSpPr>
              <a:spLocks noChangeShapeType="1"/>
            </p:cNvSpPr>
            <p:nvPr/>
          </p:nvSpPr>
          <p:spPr bwMode="auto">
            <a:xfrm flipV="1">
              <a:off x="1331" y="1538"/>
              <a:ext cx="393" cy="1"/>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65634" name="Line 98"/>
            <p:cNvSpPr>
              <a:spLocks noChangeShapeType="1"/>
            </p:cNvSpPr>
            <p:nvPr/>
          </p:nvSpPr>
          <p:spPr bwMode="auto">
            <a:xfrm flipV="1">
              <a:off x="519" y="2133"/>
              <a:ext cx="565" cy="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65635" name="Line 99"/>
            <p:cNvSpPr>
              <a:spLocks noChangeShapeType="1"/>
            </p:cNvSpPr>
            <p:nvPr/>
          </p:nvSpPr>
          <p:spPr bwMode="auto">
            <a:xfrm>
              <a:off x="1315" y="2133"/>
              <a:ext cx="409"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grpSp>
      <p:grpSp>
        <p:nvGrpSpPr>
          <p:cNvPr id="65740" name="Group 204"/>
          <p:cNvGrpSpPr>
            <a:grpSpLocks/>
          </p:cNvGrpSpPr>
          <p:nvPr/>
        </p:nvGrpSpPr>
        <p:grpSpPr bwMode="auto">
          <a:xfrm>
            <a:off x="920750" y="419100"/>
            <a:ext cx="2781300" cy="3289300"/>
            <a:chOff x="580" y="264"/>
            <a:chExt cx="1752" cy="2072"/>
          </a:xfrm>
        </p:grpSpPr>
        <p:sp>
          <p:nvSpPr>
            <p:cNvPr id="65636" name="Line 100"/>
            <p:cNvSpPr>
              <a:spLocks noChangeShapeType="1"/>
            </p:cNvSpPr>
            <p:nvPr/>
          </p:nvSpPr>
          <p:spPr bwMode="auto">
            <a:xfrm>
              <a:off x="740" y="1208"/>
              <a:ext cx="0" cy="344"/>
            </a:xfrm>
            <a:prstGeom prst="line">
              <a:avLst/>
            </a:prstGeom>
            <a:noFill/>
            <a:ln w="31750">
              <a:solidFill>
                <a:srgbClr val="CC0066"/>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65637" name="Line 101"/>
            <p:cNvSpPr>
              <a:spLocks noChangeShapeType="1"/>
            </p:cNvSpPr>
            <p:nvPr/>
          </p:nvSpPr>
          <p:spPr bwMode="auto">
            <a:xfrm>
              <a:off x="2252" y="1220"/>
              <a:ext cx="0" cy="320"/>
            </a:xfrm>
            <a:prstGeom prst="line">
              <a:avLst/>
            </a:prstGeom>
            <a:noFill/>
            <a:ln w="31750">
              <a:solidFill>
                <a:srgbClr val="CC0066"/>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65638" name="Rectangle 102"/>
            <p:cNvSpPr>
              <a:spLocks noChangeArrowheads="1"/>
            </p:cNvSpPr>
            <p:nvPr/>
          </p:nvSpPr>
          <p:spPr bwMode="auto">
            <a:xfrm>
              <a:off x="580" y="264"/>
              <a:ext cx="1752" cy="2072"/>
            </a:xfrm>
            <a:prstGeom prst="rect">
              <a:avLst/>
            </a:prstGeom>
            <a:noFill/>
            <a:ln w="9525">
              <a:solidFill>
                <a:srgbClr val="FF0000"/>
              </a:solidFill>
              <a:prstDash val="dash"/>
              <a:miter lim="800000"/>
              <a:headEnd/>
              <a:tailEnd/>
            </a:ln>
            <a:extLst>
              <a:ext uri="{909E8E84-426E-40DD-AFC4-6F175D3DCCD1}">
                <a14:hiddenFill xmlns:a14="http://schemas.microsoft.com/office/drawing/2010/main">
                  <a:solidFill>
                    <a:srgbClr val="FFFFCC"/>
                  </a:solid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grpSp>
      <p:grpSp>
        <p:nvGrpSpPr>
          <p:cNvPr id="65748" name="Group 212"/>
          <p:cNvGrpSpPr>
            <a:grpSpLocks/>
          </p:cNvGrpSpPr>
          <p:nvPr/>
        </p:nvGrpSpPr>
        <p:grpSpPr bwMode="auto">
          <a:xfrm>
            <a:off x="1200150" y="4013200"/>
            <a:ext cx="2511425" cy="1392238"/>
            <a:chOff x="756" y="2528"/>
            <a:chExt cx="1582" cy="877"/>
          </a:xfrm>
        </p:grpSpPr>
        <p:sp>
          <p:nvSpPr>
            <p:cNvPr id="65640" name="Rectangle 104"/>
            <p:cNvSpPr>
              <a:spLocks noChangeArrowheads="1"/>
            </p:cNvSpPr>
            <p:nvPr/>
          </p:nvSpPr>
          <p:spPr bwMode="auto">
            <a:xfrm>
              <a:off x="1105" y="2738"/>
              <a:ext cx="244" cy="78"/>
            </a:xfrm>
            <a:prstGeom prst="rect">
              <a:avLst/>
            </a:prstGeom>
            <a:solidFill>
              <a:srgbClr val="FFFFCC"/>
            </a:solidFill>
            <a:ln w="31750">
              <a:solidFill>
                <a:srgbClr val="000000"/>
              </a:solidFill>
              <a:miter lim="800000"/>
              <a:headEnd/>
              <a:tailEnd/>
            </a:ln>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65646" name="Rectangle 110"/>
            <p:cNvSpPr>
              <a:spLocks noChangeArrowheads="1"/>
            </p:cNvSpPr>
            <p:nvPr/>
          </p:nvSpPr>
          <p:spPr bwMode="auto">
            <a:xfrm>
              <a:off x="1128" y="2528"/>
              <a:ext cx="203"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0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2</a:t>
              </a:r>
              <a:r>
                <a:rPr kumimoji="1" lang="en-US" altLang="zh-CN" sz="20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sym typeface="Symbol" panose="05050102010706020507" pitchFamily="18" charset="2"/>
                </a:rPr>
                <a:t></a:t>
              </a:r>
              <a:endParaRPr kumimoji="1" lang="en-US" altLang="zh-CN" sz="24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65647" name="Rectangle 111"/>
            <p:cNvSpPr>
              <a:spLocks noChangeArrowheads="1"/>
            </p:cNvSpPr>
            <p:nvPr/>
          </p:nvSpPr>
          <p:spPr bwMode="auto">
            <a:xfrm rot="5400000">
              <a:off x="1435" y="3030"/>
              <a:ext cx="230" cy="83"/>
            </a:xfrm>
            <a:prstGeom prst="rect">
              <a:avLst/>
            </a:prstGeom>
            <a:solidFill>
              <a:srgbClr val="FFFFCC"/>
            </a:solidFill>
            <a:ln w="31750">
              <a:solidFill>
                <a:srgbClr val="000000"/>
              </a:solidFill>
              <a:miter lim="800000"/>
              <a:headEnd/>
              <a:tailEnd/>
            </a:ln>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65648" name="Rectangle 112"/>
            <p:cNvSpPr>
              <a:spLocks noChangeArrowheads="1"/>
            </p:cNvSpPr>
            <p:nvPr/>
          </p:nvSpPr>
          <p:spPr bwMode="auto">
            <a:xfrm>
              <a:off x="1607" y="2975"/>
              <a:ext cx="203"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0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6</a:t>
              </a:r>
              <a:r>
                <a:rPr kumimoji="1" lang="en-US" altLang="zh-CN" sz="20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sym typeface="Symbol" panose="05050102010706020507" pitchFamily="18" charset="2"/>
                </a:rPr>
                <a:t></a:t>
              </a:r>
              <a:endParaRPr kumimoji="1" lang="en-US" altLang="zh-CN" sz="24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65649" name="Rectangle 113"/>
            <p:cNvSpPr>
              <a:spLocks noChangeArrowheads="1"/>
            </p:cNvSpPr>
            <p:nvPr/>
          </p:nvSpPr>
          <p:spPr bwMode="auto">
            <a:xfrm>
              <a:off x="1746" y="2558"/>
              <a:ext cx="203"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0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sym typeface="Symbol" panose="05050102010706020507" pitchFamily="18" charset="2"/>
                </a:rPr>
                <a:t>2</a:t>
              </a:r>
              <a:endParaRPr kumimoji="1" lang="en-US" altLang="zh-CN" sz="24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65654" name="Rectangle 118"/>
            <p:cNvSpPr>
              <a:spLocks noChangeArrowheads="1"/>
            </p:cNvSpPr>
            <p:nvPr/>
          </p:nvSpPr>
          <p:spPr bwMode="auto">
            <a:xfrm>
              <a:off x="1101" y="3152"/>
              <a:ext cx="203"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0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sym typeface="Symbol" panose="05050102010706020507" pitchFamily="18" charset="2"/>
                </a:rPr>
                <a:t>4</a:t>
              </a:r>
              <a:endParaRPr kumimoji="1" lang="en-US" altLang="zh-CN" sz="24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65655" name="Rectangle 119"/>
            <p:cNvSpPr>
              <a:spLocks noChangeArrowheads="1"/>
            </p:cNvSpPr>
            <p:nvPr/>
          </p:nvSpPr>
          <p:spPr bwMode="auto">
            <a:xfrm>
              <a:off x="1768" y="3157"/>
              <a:ext cx="203"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0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sym typeface="Symbol" panose="05050102010706020507" pitchFamily="18" charset="2"/>
                </a:rPr>
                <a:t>4</a:t>
              </a:r>
              <a:endParaRPr kumimoji="1" lang="en-US" altLang="zh-CN" sz="24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65656" name="Rectangle 120"/>
            <p:cNvSpPr>
              <a:spLocks noChangeArrowheads="1"/>
            </p:cNvSpPr>
            <p:nvPr/>
          </p:nvSpPr>
          <p:spPr bwMode="auto">
            <a:xfrm>
              <a:off x="1095" y="3326"/>
              <a:ext cx="243" cy="79"/>
            </a:xfrm>
            <a:prstGeom prst="rect">
              <a:avLst/>
            </a:prstGeom>
            <a:solidFill>
              <a:srgbClr val="FFFFCC"/>
            </a:solidFill>
            <a:ln w="31750">
              <a:solidFill>
                <a:srgbClr val="000000"/>
              </a:solidFill>
              <a:miter lim="800000"/>
              <a:headEnd/>
              <a:tailEnd/>
            </a:ln>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65657" name="Rectangle 121"/>
            <p:cNvSpPr>
              <a:spLocks noChangeArrowheads="1"/>
            </p:cNvSpPr>
            <p:nvPr/>
          </p:nvSpPr>
          <p:spPr bwMode="auto">
            <a:xfrm>
              <a:off x="1729" y="2738"/>
              <a:ext cx="244" cy="78"/>
            </a:xfrm>
            <a:prstGeom prst="rect">
              <a:avLst/>
            </a:prstGeom>
            <a:solidFill>
              <a:srgbClr val="FFFFCC"/>
            </a:solidFill>
            <a:ln w="31750">
              <a:solidFill>
                <a:srgbClr val="000000"/>
              </a:solidFill>
              <a:miter lim="800000"/>
              <a:headEnd/>
              <a:tailEnd/>
            </a:ln>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65658" name="Rectangle 122"/>
            <p:cNvSpPr>
              <a:spLocks noChangeArrowheads="1"/>
            </p:cNvSpPr>
            <p:nvPr/>
          </p:nvSpPr>
          <p:spPr bwMode="auto">
            <a:xfrm>
              <a:off x="1734" y="3326"/>
              <a:ext cx="244" cy="79"/>
            </a:xfrm>
            <a:prstGeom prst="rect">
              <a:avLst/>
            </a:prstGeom>
            <a:solidFill>
              <a:srgbClr val="FFFFCC"/>
            </a:solidFill>
            <a:ln w="31750">
              <a:solidFill>
                <a:srgbClr val="000000"/>
              </a:solidFill>
              <a:miter lim="800000"/>
              <a:headEnd/>
              <a:tailEnd/>
            </a:ln>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grpSp>
          <p:nvGrpSpPr>
            <p:cNvPr id="65747" name="Group 211"/>
            <p:cNvGrpSpPr>
              <a:grpSpLocks/>
            </p:cNvGrpSpPr>
            <p:nvPr/>
          </p:nvGrpSpPr>
          <p:grpSpPr bwMode="auto">
            <a:xfrm>
              <a:off x="756" y="2746"/>
              <a:ext cx="1582" cy="651"/>
              <a:chOff x="756" y="2746"/>
              <a:chExt cx="1582" cy="651"/>
            </a:xfrm>
          </p:grpSpPr>
          <p:sp>
            <p:nvSpPr>
              <p:cNvPr id="65641" name="Line 105"/>
              <p:cNvSpPr>
                <a:spLocks noChangeShapeType="1"/>
              </p:cNvSpPr>
              <p:nvPr/>
            </p:nvSpPr>
            <p:spPr bwMode="auto">
              <a:xfrm>
                <a:off x="1551" y="2771"/>
                <a:ext cx="1" cy="177"/>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65642" name="Line 106"/>
              <p:cNvSpPr>
                <a:spLocks noChangeShapeType="1"/>
              </p:cNvSpPr>
              <p:nvPr/>
            </p:nvSpPr>
            <p:spPr bwMode="auto">
              <a:xfrm>
                <a:off x="1551" y="3177"/>
                <a:ext cx="1" cy="187"/>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65643" name="Line 107"/>
              <p:cNvSpPr>
                <a:spLocks noChangeShapeType="1"/>
              </p:cNvSpPr>
              <p:nvPr/>
            </p:nvSpPr>
            <p:spPr bwMode="auto">
              <a:xfrm flipV="1">
                <a:off x="810" y="2770"/>
                <a:ext cx="295" cy="1"/>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65644" name="Line 108"/>
              <p:cNvSpPr>
                <a:spLocks noChangeShapeType="1"/>
              </p:cNvSpPr>
              <p:nvPr/>
            </p:nvSpPr>
            <p:spPr bwMode="auto">
              <a:xfrm>
                <a:off x="1987" y="3364"/>
                <a:ext cx="288" cy="0"/>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65645" name="Line 109"/>
              <p:cNvSpPr>
                <a:spLocks noChangeShapeType="1"/>
              </p:cNvSpPr>
              <p:nvPr/>
            </p:nvSpPr>
            <p:spPr bwMode="auto">
              <a:xfrm>
                <a:off x="1970" y="2776"/>
                <a:ext cx="300" cy="1"/>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65650" name="Oval 114"/>
              <p:cNvSpPr>
                <a:spLocks noChangeArrowheads="1"/>
              </p:cNvSpPr>
              <p:nvPr/>
            </p:nvSpPr>
            <p:spPr bwMode="auto">
              <a:xfrm>
                <a:off x="756" y="2746"/>
                <a:ext cx="61" cy="58"/>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65651" name="Oval 115"/>
              <p:cNvSpPr>
                <a:spLocks noChangeArrowheads="1"/>
              </p:cNvSpPr>
              <p:nvPr/>
            </p:nvSpPr>
            <p:spPr bwMode="auto">
              <a:xfrm>
                <a:off x="756" y="3340"/>
                <a:ext cx="61" cy="57"/>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65652" name="Oval 116"/>
              <p:cNvSpPr>
                <a:spLocks noChangeArrowheads="1"/>
              </p:cNvSpPr>
              <p:nvPr/>
            </p:nvSpPr>
            <p:spPr bwMode="auto">
              <a:xfrm>
                <a:off x="2272" y="2746"/>
                <a:ext cx="61" cy="58"/>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65653" name="Oval 117"/>
              <p:cNvSpPr>
                <a:spLocks noChangeArrowheads="1"/>
              </p:cNvSpPr>
              <p:nvPr/>
            </p:nvSpPr>
            <p:spPr bwMode="auto">
              <a:xfrm>
                <a:off x="2277" y="3335"/>
                <a:ext cx="61" cy="57"/>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65659" name="Line 123"/>
              <p:cNvSpPr>
                <a:spLocks noChangeShapeType="1"/>
              </p:cNvSpPr>
              <p:nvPr/>
            </p:nvSpPr>
            <p:spPr bwMode="auto">
              <a:xfrm flipV="1">
                <a:off x="1347" y="2770"/>
                <a:ext cx="393" cy="1"/>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65660" name="Line 124"/>
              <p:cNvSpPr>
                <a:spLocks noChangeShapeType="1"/>
              </p:cNvSpPr>
              <p:nvPr/>
            </p:nvSpPr>
            <p:spPr bwMode="auto">
              <a:xfrm flipV="1">
                <a:off x="815" y="3365"/>
                <a:ext cx="285" cy="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65661" name="Line 125"/>
              <p:cNvSpPr>
                <a:spLocks noChangeShapeType="1"/>
              </p:cNvSpPr>
              <p:nvPr/>
            </p:nvSpPr>
            <p:spPr bwMode="auto">
              <a:xfrm>
                <a:off x="1331" y="3365"/>
                <a:ext cx="409"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grpSp>
      </p:grpSp>
      <p:sp>
        <p:nvSpPr>
          <p:cNvPr id="65662" name="AutoShape 126"/>
          <p:cNvSpPr>
            <a:spLocks noChangeArrowheads="1"/>
          </p:cNvSpPr>
          <p:nvPr/>
        </p:nvSpPr>
        <p:spPr bwMode="auto">
          <a:xfrm>
            <a:off x="2209800" y="3606800"/>
            <a:ext cx="417513" cy="508000"/>
          </a:xfrm>
          <a:prstGeom prst="downArrow">
            <a:avLst>
              <a:gd name="adj1" fmla="val 50000"/>
              <a:gd name="adj2" fmla="val 30418"/>
            </a:avLst>
          </a:prstGeom>
          <a:solidFill>
            <a:schemeClr val="accent1"/>
          </a:solidFill>
          <a:ln w="9525">
            <a:solidFill>
              <a:schemeClr val="tx1"/>
            </a:solidFill>
            <a:miter lim="800000"/>
            <a:headEnd/>
            <a:tailEnd/>
          </a:ln>
        </p:spPr>
        <p:txBody>
          <a:bodyPr vert="eaVert"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graphicFrame>
        <p:nvGraphicFramePr>
          <p:cNvPr id="65663" name="Object 127"/>
          <p:cNvGraphicFramePr>
            <a:graphicFrameLocks noChangeAspect="1"/>
          </p:cNvGraphicFramePr>
          <p:nvPr/>
        </p:nvGraphicFramePr>
        <p:xfrm>
          <a:off x="4224338" y="3740150"/>
          <a:ext cx="1657350" cy="876300"/>
        </p:xfrm>
        <a:graphic>
          <a:graphicData uri="http://schemas.openxmlformats.org/presentationml/2006/ole">
            <mc:AlternateContent xmlns:mc="http://schemas.openxmlformats.org/markup-compatibility/2006">
              <mc:Choice xmlns:v="urn:schemas-microsoft-com:vml" Requires="v">
                <p:oleObj spid="_x0000_s237583" name="公式" r:id="rId9" imgW="888840" imgH="469800" progId="Equation.3">
                  <p:embed/>
                </p:oleObj>
              </mc:Choice>
              <mc:Fallback>
                <p:oleObj name="公式" r:id="rId9" imgW="888840" imgH="469800" progId="Equation.3">
                  <p:embed/>
                  <p:pic>
                    <p:nvPicPr>
                      <p:cNvPr id="65663" name="Object 12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224338" y="3740150"/>
                        <a:ext cx="1657350" cy="876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5664" name="Object 128"/>
          <p:cNvGraphicFramePr>
            <a:graphicFrameLocks noChangeAspect="1"/>
          </p:cNvGraphicFramePr>
          <p:nvPr/>
        </p:nvGraphicFramePr>
        <p:xfrm>
          <a:off x="6373813" y="3956050"/>
          <a:ext cx="1285875" cy="404813"/>
        </p:xfrm>
        <a:graphic>
          <a:graphicData uri="http://schemas.openxmlformats.org/presentationml/2006/ole">
            <mc:AlternateContent xmlns:mc="http://schemas.openxmlformats.org/markup-compatibility/2006">
              <mc:Choice xmlns:v="urn:schemas-microsoft-com:vml" Requires="v">
                <p:oleObj spid="_x0000_s237584" name="公式" r:id="rId11" imgW="520560" imgH="164880" progId="Equation.3">
                  <p:embed/>
                </p:oleObj>
              </mc:Choice>
              <mc:Fallback>
                <p:oleObj name="公式" r:id="rId11" imgW="520560" imgH="164880" progId="Equation.3">
                  <p:embed/>
                  <p:pic>
                    <p:nvPicPr>
                      <p:cNvPr id="65664" name="Object 12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373813" y="3956050"/>
                        <a:ext cx="1285875" cy="4048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65665" name="Group 129"/>
          <p:cNvGrpSpPr>
            <a:grpSpLocks/>
          </p:cNvGrpSpPr>
          <p:nvPr/>
        </p:nvGrpSpPr>
        <p:grpSpPr bwMode="auto">
          <a:xfrm>
            <a:off x="5918200" y="3886200"/>
            <a:ext cx="419100" cy="495300"/>
            <a:chOff x="3728" y="2448"/>
            <a:chExt cx="264" cy="312"/>
          </a:xfrm>
        </p:grpSpPr>
        <p:sp>
          <p:nvSpPr>
            <p:cNvPr id="65666" name="Line 130"/>
            <p:cNvSpPr>
              <a:spLocks noChangeShapeType="1"/>
            </p:cNvSpPr>
            <p:nvPr/>
          </p:nvSpPr>
          <p:spPr bwMode="auto">
            <a:xfrm>
              <a:off x="3736" y="2584"/>
              <a:ext cx="256"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65667" name="Line 131"/>
            <p:cNvSpPr>
              <a:spLocks noChangeShapeType="1"/>
            </p:cNvSpPr>
            <p:nvPr/>
          </p:nvSpPr>
          <p:spPr bwMode="auto">
            <a:xfrm>
              <a:off x="3728" y="2640"/>
              <a:ext cx="256"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grpSp>
          <p:nvGrpSpPr>
            <p:cNvPr id="65668" name="Group 132"/>
            <p:cNvGrpSpPr>
              <a:grpSpLocks/>
            </p:cNvGrpSpPr>
            <p:nvPr/>
          </p:nvGrpSpPr>
          <p:grpSpPr bwMode="auto">
            <a:xfrm>
              <a:off x="3744" y="2448"/>
              <a:ext cx="200" cy="312"/>
              <a:chOff x="3736" y="2448"/>
              <a:chExt cx="200" cy="312"/>
            </a:xfrm>
          </p:grpSpPr>
          <p:sp>
            <p:nvSpPr>
              <p:cNvPr id="65669" name="Line 133"/>
              <p:cNvSpPr>
                <a:spLocks noChangeShapeType="1"/>
              </p:cNvSpPr>
              <p:nvPr/>
            </p:nvSpPr>
            <p:spPr bwMode="auto">
              <a:xfrm>
                <a:off x="3744" y="2456"/>
                <a:ext cx="192" cy="304"/>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65670" name="Line 134"/>
              <p:cNvSpPr>
                <a:spLocks noChangeShapeType="1"/>
              </p:cNvSpPr>
              <p:nvPr/>
            </p:nvSpPr>
            <p:spPr bwMode="auto">
              <a:xfrm flipH="1">
                <a:off x="3736" y="2448"/>
                <a:ext cx="192" cy="304"/>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grpSp>
      </p:grpSp>
      <p:grpSp>
        <p:nvGrpSpPr>
          <p:cNvPr id="65729" name="Group 193"/>
          <p:cNvGrpSpPr>
            <a:grpSpLocks/>
          </p:cNvGrpSpPr>
          <p:nvPr/>
        </p:nvGrpSpPr>
        <p:grpSpPr bwMode="auto">
          <a:xfrm>
            <a:off x="1063625" y="495300"/>
            <a:ext cx="2609850" cy="2836863"/>
            <a:chOff x="670" y="312"/>
            <a:chExt cx="1644" cy="1787"/>
          </a:xfrm>
        </p:grpSpPr>
        <p:grpSp>
          <p:nvGrpSpPr>
            <p:cNvPr id="65715" name="Group 179"/>
            <p:cNvGrpSpPr>
              <a:grpSpLocks/>
            </p:cNvGrpSpPr>
            <p:nvPr/>
          </p:nvGrpSpPr>
          <p:grpSpPr bwMode="auto">
            <a:xfrm>
              <a:off x="1970" y="312"/>
              <a:ext cx="312" cy="250"/>
              <a:chOff x="2006" y="337"/>
              <a:chExt cx="312" cy="250"/>
            </a:xfrm>
          </p:grpSpPr>
          <p:sp>
            <p:nvSpPr>
              <p:cNvPr id="65709" name="Text Box 173"/>
              <p:cNvSpPr txBox="1">
                <a:spLocks noChangeArrowheads="1"/>
              </p:cNvSpPr>
              <p:nvPr/>
            </p:nvSpPr>
            <p:spPr bwMode="auto">
              <a:xfrm>
                <a:off x="2006" y="337"/>
                <a:ext cx="312" cy="2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000" b="1" i="0" u="none" strike="noStrike" kern="1200" cap="none" spc="0" normalizeH="0" baseline="0" noProof="0" smtClean="0">
                    <a:ln>
                      <a:noFill/>
                    </a:ln>
                    <a:solidFill>
                      <a:srgbClr val="FF0000"/>
                    </a:solidFill>
                    <a:effectLst/>
                    <a:uLnTx/>
                    <a:uFillTx/>
                    <a:latin typeface="Times New Roman" panose="02020603050405020304" pitchFamily="18" charset="0"/>
                    <a:ea typeface="宋体" panose="02010600030101010101" pitchFamily="2" charset="-122"/>
                    <a:cs typeface="+mn-cs"/>
                  </a:rPr>
                  <a:t>2A</a:t>
                </a:r>
                <a:endParaRPr kumimoji="1" lang="en-US" altLang="zh-CN" sz="2400" b="0"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65714" name="Line 178"/>
              <p:cNvSpPr>
                <a:spLocks noChangeShapeType="1"/>
              </p:cNvSpPr>
              <p:nvPr/>
            </p:nvSpPr>
            <p:spPr bwMode="auto">
              <a:xfrm flipH="1">
                <a:off x="2040" y="568"/>
                <a:ext cx="208" cy="0"/>
              </a:xfrm>
              <a:prstGeom prst="line">
                <a:avLst/>
              </a:prstGeom>
              <a:noFill/>
              <a:ln w="19050">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grpSp>
        <p:grpSp>
          <p:nvGrpSpPr>
            <p:cNvPr id="65728" name="Group 192"/>
            <p:cNvGrpSpPr>
              <a:grpSpLocks/>
            </p:cNvGrpSpPr>
            <p:nvPr/>
          </p:nvGrpSpPr>
          <p:grpSpPr bwMode="auto">
            <a:xfrm>
              <a:off x="670" y="319"/>
              <a:ext cx="328" cy="1757"/>
              <a:chOff x="670" y="319"/>
              <a:chExt cx="328" cy="1757"/>
            </a:xfrm>
          </p:grpSpPr>
          <p:grpSp>
            <p:nvGrpSpPr>
              <p:cNvPr id="65713" name="Group 177"/>
              <p:cNvGrpSpPr>
                <a:grpSpLocks/>
              </p:cNvGrpSpPr>
              <p:nvPr/>
            </p:nvGrpSpPr>
            <p:grpSpPr bwMode="auto">
              <a:xfrm>
                <a:off x="686" y="319"/>
                <a:ext cx="312" cy="250"/>
                <a:chOff x="686" y="321"/>
                <a:chExt cx="312" cy="250"/>
              </a:xfrm>
            </p:grpSpPr>
            <p:sp>
              <p:nvSpPr>
                <p:cNvPr id="65694" name="Text Box 158"/>
                <p:cNvSpPr txBox="1">
                  <a:spLocks noChangeArrowheads="1"/>
                </p:cNvSpPr>
                <p:nvPr/>
              </p:nvSpPr>
              <p:spPr bwMode="auto">
                <a:xfrm>
                  <a:off x="686" y="321"/>
                  <a:ext cx="312" cy="2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000" b="1" i="0" u="none" strike="noStrike" kern="1200" cap="none" spc="0" normalizeH="0" baseline="0" noProof="0" smtClean="0">
                      <a:ln>
                        <a:noFill/>
                      </a:ln>
                      <a:solidFill>
                        <a:srgbClr val="FF0000"/>
                      </a:solidFill>
                      <a:effectLst/>
                      <a:uLnTx/>
                      <a:uFillTx/>
                      <a:latin typeface="Times New Roman" panose="02020603050405020304" pitchFamily="18" charset="0"/>
                      <a:ea typeface="宋体" panose="02010600030101010101" pitchFamily="2" charset="-122"/>
                      <a:cs typeface="+mn-cs"/>
                    </a:rPr>
                    <a:t>4A</a:t>
                  </a:r>
                  <a:endParaRPr kumimoji="1" lang="en-US" altLang="zh-CN" sz="2400" b="0"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65712" name="Line 176"/>
                <p:cNvSpPr>
                  <a:spLocks noChangeShapeType="1"/>
                </p:cNvSpPr>
                <p:nvPr/>
              </p:nvSpPr>
              <p:spPr bwMode="auto">
                <a:xfrm>
                  <a:off x="720" y="544"/>
                  <a:ext cx="208" cy="0"/>
                </a:xfrm>
                <a:prstGeom prst="line">
                  <a:avLst/>
                </a:prstGeom>
                <a:noFill/>
                <a:ln w="19050">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grpSp>
          <p:grpSp>
            <p:nvGrpSpPr>
              <p:cNvPr id="65719" name="Group 183"/>
              <p:cNvGrpSpPr>
                <a:grpSpLocks/>
              </p:cNvGrpSpPr>
              <p:nvPr/>
            </p:nvGrpSpPr>
            <p:grpSpPr bwMode="auto">
              <a:xfrm>
                <a:off x="670" y="1813"/>
                <a:ext cx="312" cy="263"/>
                <a:chOff x="670" y="1825"/>
                <a:chExt cx="312" cy="263"/>
              </a:xfrm>
            </p:grpSpPr>
            <p:sp>
              <p:nvSpPr>
                <p:cNvPr id="65706" name="Text Box 170"/>
                <p:cNvSpPr txBox="1">
                  <a:spLocks noChangeArrowheads="1"/>
                </p:cNvSpPr>
                <p:nvPr/>
              </p:nvSpPr>
              <p:spPr bwMode="auto">
                <a:xfrm>
                  <a:off x="670" y="1825"/>
                  <a:ext cx="312" cy="2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000" b="1" i="0" u="none" strike="noStrike" kern="1200" cap="none" spc="0" normalizeH="0" baseline="0" noProof="0" smtClean="0">
                      <a:ln>
                        <a:noFill/>
                      </a:ln>
                      <a:solidFill>
                        <a:srgbClr val="FF0000"/>
                      </a:solidFill>
                      <a:effectLst/>
                      <a:uLnTx/>
                      <a:uFillTx/>
                      <a:latin typeface="Times New Roman" panose="02020603050405020304" pitchFamily="18" charset="0"/>
                      <a:ea typeface="宋体" panose="02010600030101010101" pitchFamily="2" charset="-122"/>
                      <a:cs typeface="+mn-cs"/>
                    </a:rPr>
                    <a:t>4A</a:t>
                  </a:r>
                  <a:endParaRPr kumimoji="1" lang="en-US" altLang="zh-CN" sz="2400" b="0"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65718" name="Line 182"/>
                <p:cNvSpPr>
                  <a:spLocks noChangeShapeType="1"/>
                </p:cNvSpPr>
                <p:nvPr/>
              </p:nvSpPr>
              <p:spPr bwMode="auto">
                <a:xfrm flipH="1">
                  <a:off x="712" y="2088"/>
                  <a:ext cx="224" cy="0"/>
                </a:xfrm>
                <a:prstGeom prst="line">
                  <a:avLst/>
                </a:prstGeom>
                <a:noFill/>
                <a:ln w="19050">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grpSp>
        </p:grpSp>
        <p:grpSp>
          <p:nvGrpSpPr>
            <p:cNvPr id="65723" name="Group 187"/>
            <p:cNvGrpSpPr>
              <a:grpSpLocks/>
            </p:cNvGrpSpPr>
            <p:nvPr/>
          </p:nvGrpSpPr>
          <p:grpSpPr bwMode="auto">
            <a:xfrm>
              <a:off x="2002" y="1849"/>
              <a:ext cx="312" cy="250"/>
              <a:chOff x="1990" y="1849"/>
              <a:chExt cx="312" cy="250"/>
            </a:xfrm>
          </p:grpSpPr>
          <p:sp>
            <p:nvSpPr>
              <p:cNvPr id="65700" name="Text Box 164"/>
              <p:cNvSpPr txBox="1">
                <a:spLocks noChangeArrowheads="1"/>
              </p:cNvSpPr>
              <p:nvPr/>
            </p:nvSpPr>
            <p:spPr bwMode="auto">
              <a:xfrm>
                <a:off x="1990" y="1849"/>
                <a:ext cx="312" cy="2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000" b="1" i="0" u="none" strike="noStrike" kern="1200" cap="none" spc="0" normalizeH="0" baseline="0" noProof="0" smtClean="0">
                    <a:ln>
                      <a:noFill/>
                    </a:ln>
                    <a:solidFill>
                      <a:srgbClr val="FF0000"/>
                    </a:solidFill>
                    <a:effectLst/>
                    <a:uLnTx/>
                    <a:uFillTx/>
                    <a:latin typeface="Times New Roman" panose="02020603050405020304" pitchFamily="18" charset="0"/>
                    <a:ea typeface="宋体" panose="02010600030101010101" pitchFamily="2" charset="-122"/>
                    <a:cs typeface="+mn-cs"/>
                  </a:rPr>
                  <a:t>2A</a:t>
                </a:r>
                <a:endParaRPr kumimoji="1" lang="en-US" altLang="zh-CN" sz="2400" b="0"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65722" name="Line 186"/>
              <p:cNvSpPr>
                <a:spLocks noChangeShapeType="1"/>
              </p:cNvSpPr>
              <p:nvPr/>
            </p:nvSpPr>
            <p:spPr bwMode="auto">
              <a:xfrm>
                <a:off x="2040" y="2088"/>
                <a:ext cx="224" cy="0"/>
              </a:xfrm>
              <a:prstGeom prst="line">
                <a:avLst/>
              </a:prstGeom>
              <a:noFill/>
              <a:ln w="19050">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grpSp>
      </p:grpSp>
      <p:grpSp>
        <p:nvGrpSpPr>
          <p:cNvPr id="65738" name="Group 202"/>
          <p:cNvGrpSpPr>
            <a:grpSpLocks/>
          </p:cNvGrpSpPr>
          <p:nvPr/>
        </p:nvGrpSpPr>
        <p:grpSpPr bwMode="auto">
          <a:xfrm>
            <a:off x="1162050" y="1404938"/>
            <a:ext cx="2476500" cy="1539875"/>
            <a:chOff x="732" y="885"/>
            <a:chExt cx="1560" cy="970"/>
          </a:xfrm>
        </p:grpSpPr>
        <p:sp>
          <p:nvSpPr>
            <p:cNvPr id="65697" name="Text Box 161"/>
            <p:cNvSpPr txBox="1">
              <a:spLocks noChangeArrowheads="1"/>
            </p:cNvSpPr>
            <p:nvPr/>
          </p:nvSpPr>
          <p:spPr bwMode="auto">
            <a:xfrm>
              <a:off x="732" y="885"/>
              <a:ext cx="312" cy="2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000" b="1" i="0" u="none" strike="noStrike" kern="1200" cap="none" spc="0" normalizeH="0" baseline="0" noProof="0" smtClean="0">
                  <a:ln>
                    <a:noFill/>
                  </a:ln>
                  <a:solidFill>
                    <a:srgbClr val="0000CC"/>
                  </a:solidFill>
                  <a:effectLst/>
                  <a:uLnTx/>
                  <a:uFillTx/>
                  <a:latin typeface="Times New Roman" panose="02020603050405020304" pitchFamily="18" charset="0"/>
                  <a:ea typeface="宋体" panose="02010600030101010101" pitchFamily="2" charset="-122"/>
                  <a:cs typeface="+mn-cs"/>
                </a:rPr>
                <a:t>3A</a:t>
              </a:r>
              <a:endParaRPr kumimoji="1" lang="en-US" altLang="zh-CN" sz="2400" b="0" i="0" u="none" strike="noStrike" kern="1200" cap="none" spc="0" normalizeH="0" baseline="0" noProof="0" smtClean="0">
                <a:ln>
                  <a:noFill/>
                </a:ln>
                <a:solidFill>
                  <a:srgbClr val="0000CC"/>
                </a:solidFill>
                <a:effectLst/>
                <a:uLnTx/>
                <a:uFillTx/>
                <a:latin typeface="Times New Roman" panose="02020603050405020304" pitchFamily="18" charset="0"/>
                <a:ea typeface="宋体" panose="02010600030101010101" pitchFamily="2" charset="-122"/>
                <a:cs typeface="+mn-cs"/>
              </a:endParaRPr>
            </a:p>
          </p:txBody>
        </p:sp>
        <p:sp>
          <p:nvSpPr>
            <p:cNvPr id="65716" name="Line 180"/>
            <p:cNvSpPr>
              <a:spLocks noChangeShapeType="1"/>
            </p:cNvSpPr>
            <p:nvPr/>
          </p:nvSpPr>
          <p:spPr bwMode="auto">
            <a:xfrm flipH="1">
              <a:off x="806" y="1100"/>
              <a:ext cx="192" cy="0"/>
            </a:xfrm>
            <a:prstGeom prst="line">
              <a:avLst/>
            </a:prstGeom>
            <a:noFill/>
            <a:ln w="19050">
              <a:solidFill>
                <a:srgbClr val="0000CC"/>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65703" name="Text Box 167"/>
            <p:cNvSpPr txBox="1">
              <a:spLocks noChangeArrowheads="1"/>
            </p:cNvSpPr>
            <p:nvPr/>
          </p:nvSpPr>
          <p:spPr bwMode="auto">
            <a:xfrm>
              <a:off x="1930" y="1605"/>
              <a:ext cx="312" cy="2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000" b="1" i="0" u="none" strike="noStrike" kern="1200" cap="none" spc="0" normalizeH="0" baseline="0" noProof="0" smtClean="0">
                  <a:ln>
                    <a:noFill/>
                  </a:ln>
                  <a:solidFill>
                    <a:srgbClr val="0000CC"/>
                  </a:solidFill>
                  <a:effectLst/>
                  <a:uLnTx/>
                  <a:uFillTx/>
                  <a:latin typeface="Times New Roman" panose="02020603050405020304" pitchFamily="18" charset="0"/>
                  <a:ea typeface="宋体" panose="02010600030101010101" pitchFamily="2" charset="-122"/>
                  <a:cs typeface="+mn-cs"/>
                </a:rPr>
                <a:t>3A</a:t>
              </a:r>
              <a:endParaRPr kumimoji="1" lang="en-US" altLang="zh-CN" sz="2400" b="0" i="0" u="none" strike="noStrike" kern="1200" cap="none" spc="0" normalizeH="0" baseline="0" noProof="0" smtClean="0">
                <a:ln>
                  <a:noFill/>
                </a:ln>
                <a:solidFill>
                  <a:srgbClr val="0000CC"/>
                </a:solidFill>
                <a:effectLst/>
                <a:uLnTx/>
                <a:uFillTx/>
                <a:latin typeface="Times New Roman" panose="02020603050405020304" pitchFamily="18" charset="0"/>
                <a:ea typeface="宋体" panose="02010600030101010101" pitchFamily="2" charset="-122"/>
                <a:cs typeface="+mn-cs"/>
              </a:endParaRPr>
            </a:p>
          </p:txBody>
        </p:sp>
        <p:sp>
          <p:nvSpPr>
            <p:cNvPr id="65720" name="Line 184"/>
            <p:cNvSpPr>
              <a:spLocks noChangeShapeType="1"/>
            </p:cNvSpPr>
            <p:nvPr/>
          </p:nvSpPr>
          <p:spPr bwMode="auto">
            <a:xfrm flipH="1">
              <a:off x="1996" y="1604"/>
              <a:ext cx="200" cy="0"/>
            </a:xfrm>
            <a:prstGeom prst="line">
              <a:avLst/>
            </a:prstGeom>
            <a:noFill/>
            <a:ln w="19050">
              <a:solidFill>
                <a:srgbClr val="0000CC"/>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65731" name="Text Box 195"/>
            <p:cNvSpPr txBox="1">
              <a:spLocks noChangeArrowheads="1"/>
            </p:cNvSpPr>
            <p:nvPr/>
          </p:nvSpPr>
          <p:spPr bwMode="auto">
            <a:xfrm>
              <a:off x="1980" y="909"/>
              <a:ext cx="312" cy="2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000" b="1" i="0" u="none" strike="noStrike" kern="1200" cap="none" spc="0" normalizeH="0" baseline="0" noProof="0" smtClean="0">
                  <a:ln>
                    <a:noFill/>
                  </a:ln>
                  <a:solidFill>
                    <a:srgbClr val="0000CC"/>
                  </a:solidFill>
                  <a:effectLst/>
                  <a:uLnTx/>
                  <a:uFillTx/>
                  <a:latin typeface="Times New Roman" panose="02020603050405020304" pitchFamily="18" charset="0"/>
                  <a:ea typeface="宋体" panose="02010600030101010101" pitchFamily="2" charset="-122"/>
                  <a:cs typeface="+mn-cs"/>
                </a:rPr>
                <a:t>3A</a:t>
              </a:r>
              <a:endParaRPr kumimoji="1" lang="en-US" altLang="zh-CN" sz="2400" b="0" i="0" u="none" strike="noStrike" kern="1200" cap="none" spc="0" normalizeH="0" baseline="0" noProof="0" smtClean="0">
                <a:ln>
                  <a:noFill/>
                </a:ln>
                <a:solidFill>
                  <a:srgbClr val="0000CC"/>
                </a:solidFill>
                <a:effectLst/>
                <a:uLnTx/>
                <a:uFillTx/>
                <a:latin typeface="Times New Roman" panose="02020603050405020304" pitchFamily="18" charset="0"/>
                <a:ea typeface="宋体" panose="02010600030101010101" pitchFamily="2" charset="-122"/>
                <a:cs typeface="+mn-cs"/>
              </a:endParaRPr>
            </a:p>
          </p:txBody>
        </p:sp>
        <p:sp>
          <p:nvSpPr>
            <p:cNvPr id="65732" name="Line 196"/>
            <p:cNvSpPr>
              <a:spLocks noChangeShapeType="1"/>
            </p:cNvSpPr>
            <p:nvPr/>
          </p:nvSpPr>
          <p:spPr bwMode="auto">
            <a:xfrm>
              <a:off x="2054" y="1124"/>
              <a:ext cx="192" cy="0"/>
            </a:xfrm>
            <a:prstGeom prst="line">
              <a:avLst/>
            </a:prstGeom>
            <a:noFill/>
            <a:ln w="19050">
              <a:solidFill>
                <a:srgbClr val="0000CC"/>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65735" name="Text Box 199"/>
            <p:cNvSpPr txBox="1">
              <a:spLocks noChangeArrowheads="1"/>
            </p:cNvSpPr>
            <p:nvPr/>
          </p:nvSpPr>
          <p:spPr bwMode="auto">
            <a:xfrm>
              <a:off x="780" y="1605"/>
              <a:ext cx="312" cy="2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000" b="1" i="0" u="none" strike="noStrike" kern="1200" cap="none" spc="0" normalizeH="0" baseline="0" noProof="0" smtClean="0">
                  <a:ln>
                    <a:noFill/>
                  </a:ln>
                  <a:solidFill>
                    <a:srgbClr val="0000CC"/>
                  </a:solidFill>
                  <a:effectLst/>
                  <a:uLnTx/>
                  <a:uFillTx/>
                  <a:latin typeface="Times New Roman" panose="02020603050405020304" pitchFamily="18" charset="0"/>
                  <a:ea typeface="宋体" panose="02010600030101010101" pitchFamily="2" charset="-122"/>
                  <a:cs typeface="+mn-cs"/>
                </a:rPr>
                <a:t>3A</a:t>
              </a:r>
              <a:endParaRPr kumimoji="1" lang="en-US" altLang="zh-CN" sz="2400" b="0" i="0" u="none" strike="noStrike" kern="1200" cap="none" spc="0" normalizeH="0" baseline="0" noProof="0" smtClean="0">
                <a:ln>
                  <a:noFill/>
                </a:ln>
                <a:solidFill>
                  <a:srgbClr val="0000CC"/>
                </a:solidFill>
                <a:effectLst/>
                <a:uLnTx/>
                <a:uFillTx/>
                <a:latin typeface="Times New Roman" panose="02020603050405020304" pitchFamily="18" charset="0"/>
                <a:ea typeface="宋体" panose="02010600030101010101" pitchFamily="2" charset="-122"/>
                <a:cs typeface="+mn-cs"/>
              </a:endParaRPr>
            </a:p>
          </p:txBody>
        </p:sp>
        <p:sp>
          <p:nvSpPr>
            <p:cNvPr id="65736" name="Line 200"/>
            <p:cNvSpPr>
              <a:spLocks noChangeShapeType="1"/>
            </p:cNvSpPr>
            <p:nvPr/>
          </p:nvSpPr>
          <p:spPr bwMode="auto">
            <a:xfrm>
              <a:off x="854" y="1604"/>
              <a:ext cx="192" cy="0"/>
            </a:xfrm>
            <a:prstGeom prst="line">
              <a:avLst/>
            </a:prstGeom>
            <a:noFill/>
            <a:ln w="19050">
              <a:solidFill>
                <a:srgbClr val="0000CC"/>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grpSp>
      <p:grpSp>
        <p:nvGrpSpPr>
          <p:cNvPr id="65744" name="Group 208"/>
          <p:cNvGrpSpPr>
            <a:grpSpLocks/>
          </p:cNvGrpSpPr>
          <p:nvPr/>
        </p:nvGrpSpPr>
        <p:grpSpPr bwMode="auto">
          <a:xfrm>
            <a:off x="0" y="952500"/>
            <a:ext cx="804863" cy="2451100"/>
            <a:chOff x="0" y="600"/>
            <a:chExt cx="507" cy="1544"/>
          </a:xfrm>
        </p:grpSpPr>
        <p:sp>
          <p:nvSpPr>
            <p:cNvPr id="65673" name="Line 137"/>
            <p:cNvSpPr>
              <a:spLocks noChangeShapeType="1"/>
            </p:cNvSpPr>
            <p:nvPr/>
          </p:nvSpPr>
          <p:spPr bwMode="auto">
            <a:xfrm>
              <a:off x="376" y="600"/>
              <a:ext cx="8" cy="1544"/>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65675" name="Oval 139"/>
            <p:cNvSpPr>
              <a:spLocks noChangeArrowheads="1"/>
            </p:cNvSpPr>
            <p:nvPr/>
          </p:nvSpPr>
          <p:spPr bwMode="auto">
            <a:xfrm>
              <a:off x="280" y="1288"/>
              <a:ext cx="227" cy="227"/>
            </a:xfrm>
            <a:prstGeom prst="ellipse">
              <a:avLst/>
            </a:prstGeom>
            <a:solidFill>
              <a:schemeClr val="accent1"/>
            </a:solidFill>
            <a:ln w="31750">
              <a:solidFill>
                <a:schemeClr val="tx1"/>
              </a:solidFill>
              <a:round/>
              <a:headEnd/>
              <a:tailEnd/>
            </a:ln>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65676" name="Line 140"/>
            <p:cNvSpPr>
              <a:spLocks noChangeShapeType="1"/>
            </p:cNvSpPr>
            <p:nvPr/>
          </p:nvSpPr>
          <p:spPr bwMode="auto">
            <a:xfrm>
              <a:off x="288" y="1400"/>
              <a:ext cx="208"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65678" name="Line 142"/>
            <p:cNvSpPr>
              <a:spLocks noChangeShapeType="1"/>
            </p:cNvSpPr>
            <p:nvPr/>
          </p:nvSpPr>
          <p:spPr bwMode="auto">
            <a:xfrm>
              <a:off x="384" y="2128"/>
              <a:ext cx="88"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65679" name="Line 143"/>
            <p:cNvSpPr>
              <a:spLocks noChangeShapeType="1"/>
            </p:cNvSpPr>
            <p:nvPr/>
          </p:nvSpPr>
          <p:spPr bwMode="auto">
            <a:xfrm>
              <a:off x="384" y="608"/>
              <a:ext cx="96"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65680" name="Text Box 144"/>
            <p:cNvSpPr txBox="1">
              <a:spLocks noChangeArrowheads="1"/>
            </p:cNvSpPr>
            <p:nvPr/>
          </p:nvSpPr>
          <p:spPr bwMode="auto">
            <a:xfrm>
              <a:off x="0" y="1011"/>
              <a:ext cx="312" cy="2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0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4A</a:t>
              </a:r>
              <a:endParaRPr kumimoji="1" lang="en-US" altLang="zh-CN" sz="2400" b="0"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65743" name="Line 207"/>
            <p:cNvSpPr>
              <a:spLocks noChangeShapeType="1"/>
            </p:cNvSpPr>
            <p:nvPr/>
          </p:nvSpPr>
          <p:spPr bwMode="auto">
            <a:xfrm flipV="1">
              <a:off x="312" y="1002"/>
              <a:ext cx="0" cy="234"/>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grpSp>
      <p:grpSp>
        <p:nvGrpSpPr>
          <p:cNvPr id="65746" name="Group 210"/>
          <p:cNvGrpSpPr>
            <a:grpSpLocks/>
          </p:cNvGrpSpPr>
          <p:nvPr/>
        </p:nvGrpSpPr>
        <p:grpSpPr bwMode="auto">
          <a:xfrm>
            <a:off x="3898900" y="939800"/>
            <a:ext cx="835025" cy="2451100"/>
            <a:chOff x="2456" y="592"/>
            <a:chExt cx="526" cy="1544"/>
          </a:xfrm>
        </p:grpSpPr>
        <p:sp>
          <p:nvSpPr>
            <p:cNvPr id="65684" name="Line 148"/>
            <p:cNvSpPr>
              <a:spLocks noChangeShapeType="1"/>
            </p:cNvSpPr>
            <p:nvPr/>
          </p:nvSpPr>
          <p:spPr bwMode="auto">
            <a:xfrm>
              <a:off x="2604" y="592"/>
              <a:ext cx="8" cy="1544"/>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65686" name="Oval 150"/>
            <p:cNvSpPr>
              <a:spLocks noChangeArrowheads="1"/>
            </p:cNvSpPr>
            <p:nvPr/>
          </p:nvSpPr>
          <p:spPr bwMode="auto">
            <a:xfrm>
              <a:off x="2490" y="1304"/>
              <a:ext cx="227" cy="227"/>
            </a:xfrm>
            <a:prstGeom prst="ellipse">
              <a:avLst/>
            </a:prstGeom>
            <a:solidFill>
              <a:schemeClr val="accent1"/>
            </a:solidFill>
            <a:ln w="31750">
              <a:solidFill>
                <a:schemeClr val="tx1"/>
              </a:solidFill>
              <a:round/>
              <a:headEnd/>
              <a:tailEnd/>
            </a:ln>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65687" name="Line 151"/>
            <p:cNvSpPr>
              <a:spLocks noChangeShapeType="1"/>
            </p:cNvSpPr>
            <p:nvPr/>
          </p:nvSpPr>
          <p:spPr bwMode="auto">
            <a:xfrm>
              <a:off x="2498" y="1416"/>
              <a:ext cx="208"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65689" name="Line 153"/>
            <p:cNvSpPr>
              <a:spLocks noChangeShapeType="1"/>
            </p:cNvSpPr>
            <p:nvPr/>
          </p:nvSpPr>
          <p:spPr bwMode="auto">
            <a:xfrm>
              <a:off x="2456" y="2136"/>
              <a:ext cx="168"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65690" name="Line 154"/>
            <p:cNvSpPr>
              <a:spLocks noChangeShapeType="1"/>
            </p:cNvSpPr>
            <p:nvPr/>
          </p:nvSpPr>
          <p:spPr bwMode="auto">
            <a:xfrm>
              <a:off x="2456" y="608"/>
              <a:ext cx="16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65691" name="Text Box 155"/>
            <p:cNvSpPr txBox="1">
              <a:spLocks noChangeArrowheads="1"/>
            </p:cNvSpPr>
            <p:nvPr/>
          </p:nvSpPr>
          <p:spPr bwMode="auto">
            <a:xfrm>
              <a:off x="2670" y="1025"/>
              <a:ext cx="312" cy="2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0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2A</a:t>
              </a:r>
              <a:endParaRPr kumimoji="1" lang="en-US" altLang="zh-CN" sz="2400" b="0"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65745" name="Line 209"/>
            <p:cNvSpPr>
              <a:spLocks noChangeShapeType="1"/>
            </p:cNvSpPr>
            <p:nvPr/>
          </p:nvSpPr>
          <p:spPr bwMode="auto">
            <a:xfrm flipV="1">
              <a:off x="2664" y="1002"/>
              <a:ext cx="0" cy="216"/>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grpSp>
    </p:spTree>
    <p:extLst>
      <p:ext uri="{BB962C8B-B14F-4D97-AF65-F5344CB8AC3E}">
        <p14:creationId xmlns:p14="http://schemas.microsoft.com/office/powerpoint/2010/main" val="292222292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1" fill="hold" nodeType="clickEffect">
                                  <p:stCondLst>
                                    <p:cond delay="0"/>
                                  </p:stCondLst>
                                  <p:childTnLst>
                                    <p:set>
                                      <p:cBhvr>
                                        <p:cTn id="6" dur="1" fill="hold">
                                          <p:stCondLst>
                                            <p:cond delay="0"/>
                                          </p:stCondLst>
                                        </p:cTn>
                                        <p:tgtEl>
                                          <p:spTgt spid="65749"/>
                                        </p:tgtEl>
                                        <p:attrNameLst>
                                          <p:attrName>style.visibility</p:attrName>
                                        </p:attrNameLst>
                                      </p:cBhvr>
                                      <p:to>
                                        <p:strVal val="visible"/>
                                      </p:to>
                                    </p:set>
                                    <p:anim calcmode="lin" valueType="num">
                                      <p:cBhvr additive="base">
                                        <p:cTn id="7" dur="500" fill="hold"/>
                                        <p:tgtEl>
                                          <p:spTgt spid="65749"/>
                                        </p:tgtEl>
                                        <p:attrNameLst>
                                          <p:attrName>ppt_x</p:attrName>
                                        </p:attrNameLst>
                                      </p:cBhvr>
                                      <p:tavLst>
                                        <p:tav tm="0">
                                          <p:val>
                                            <p:strVal val="#ppt_x"/>
                                          </p:val>
                                        </p:tav>
                                        <p:tav tm="100000">
                                          <p:val>
                                            <p:strVal val="#ppt_x"/>
                                          </p:val>
                                        </p:tav>
                                      </p:tavLst>
                                    </p:anim>
                                    <p:anim calcmode="lin" valueType="num">
                                      <p:cBhvr additive="base">
                                        <p:cTn id="8" dur="500" fill="hold"/>
                                        <p:tgtEl>
                                          <p:spTgt spid="65749"/>
                                        </p:tgtEl>
                                        <p:attrNameLst>
                                          <p:attrName>ppt_y</p:attrName>
                                        </p:attrNameLst>
                                      </p:cBhvr>
                                      <p:tavLst>
                                        <p:tav tm="0">
                                          <p:val>
                                            <p:strVal val="0-#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8" fill="hold" nodeType="clickEffect">
                                  <p:stCondLst>
                                    <p:cond delay="0"/>
                                  </p:stCondLst>
                                  <p:childTnLst>
                                    <p:set>
                                      <p:cBhvr>
                                        <p:cTn id="12" dur="1" fill="hold">
                                          <p:stCondLst>
                                            <p:cond delay="0"/>
                                          </p:stCondLst>
                                        </p:cTn>
                                        <p:tgtEl>
                                          <p:spTgt spid="65588"/>
                                        </p:tgtEl>
                                        <p:attrNameLst>
                                          <p:attrName>style.visibility</p:attrName>
                                        </p:attrNameLst>
                                      </p:cBhvr>
                                      <p:to>
                                        <p:strVal val="visible"/>
                                      </p:to>
                                    </p:set>
                                    <p:animEffect transition="in" filter="wipe(left)">
                                      <p:cBhvr>
                                        <p:cTn id="13" dur="500"/>
                                        <p:tgtEl>
                                          <p:spTgt spid="65588"/>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3" presetClass="entr" presetSubtype="272" fill="hold" nodeType="clickEffect">
                                  <p:stCondLst>
                                    <p:cond delay="0"/>
                                  </p:stCondLst>
                                  <p:childTnLst>
                                    <p:set>
                                      <p:cBhvr>
                                        <p:cTn id="17" dur="1" fill="hold">
                                          <p:stCondLst>
                                            <p:cond delay="0"/>
                                          </p:stCondLst>
                                        </p:cTn>
                                        <p:tgtEl>
                                          <p:spTgt spid="65742"/>
                                        </p:tgtEl>
                                        <p:attrNameLst>
                                          <p:attrName>style.visibility</p:attrName>
                                        </p:attrNameLst>
                                      </p:cBhvr>
                                      <p:to>
                                        <p:strVal val="visible"/>
                                      </p:to>
                                    </p:set>
                                    <p:anim calcmode="lin" valueType="num">
                                      <p:cBhvr>
                                        <p:cTn id="18" dur="500" fill="hold"/>
                                        <p:tgtEl>
                                          <p:spTgt spid="65742"/>
                                        </p:tgtEl>
                                        <p:attrNameLst>
                                          <p:attrName>ppt_w</p:attrName>
                                        </p:attrNameLst>
                                      </p:cBhvr>
                                      <p:tavLst>
                                        <p:tav tm="0">
                                          <p:val>
                                            <p:strVal val="2/3*#ppt_w"/>
                                          </p:val>
                                        </p:tav>
                                        <p:tav tm="100000">
                                          <p:val>
                                            <p:strVal val="#ppt_w"/>
                                          </p:val>
                                        </p:tav>
                                      </p:tavLst>
                                    </p:anim>
                                    <p:anim calcmode="lin" valueType="num">
                                      <p:cBhvr>
                                        <p:cTn id="19" dur="500" fill="hold"/>
                                        <p:tgtEl>
                                          <p:spTgt spid="65742"/>
                                        </p:tgtEl>
                                        <p:attrNameLst>
                                          <p:attrName>ppt_h</p:attrName>
                                        </p:attrNameLst>
                                      </p:cBhvr>
                                      <p:tavLst>
                                        <p:tav tm="0">
                                          <p:val>
                                            <p:strVal val="2/3*#ppt_h"/>
                                          </p:val>
                                        </p:tav>
                                        <p:tav tm="100000">
                                          <p:val>
                                            <p:strVal val="#ppt_h"/>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22" presetClass="entr" presetSubtype="8" fill="hold" nodeType="clickEffect">
                                  <p:stCondLst>
                                    <p:cond delay="0"/>
                                  </p:stCondLst>
                                  <p:childTnLst>
                                    <p:set>
                                      <p:cBhvr>
                                        <p:cTn id="23" dur="1" fill="hold">
                                          <p:stCondLst>
                                            <p:cond delay="0"/>
                                          </p:stCondLst>
                                        </p:cTn>
                                        <p:tgtEl>
                                          <p:spTgt spid="65589"/>
                                        </p:tgtEl>
                                        <p:attrNameLst>
                                          <p:attrName>style.visibility</p:attrName>
                                        </p:attrNameLst>
                                      </p:cBhvr>
                                      <p:to>
                                        <p:strVal val="visible"/>
                                      </p:to>
                                    </p:set>
                                    <p:animEffect transition="in" filter="wipe(left)">
                                      <p:cBhvr>
                                        <p:cTn id="24" dur="500"/>
                                        <p:tgtEl>
                                          <p:spTgt spid="65589"/>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23" presetClass="entr" presetSubtype="272" fill="hold" nodeType="clickEffect">
                                  <p:stCondLst>
                                    <p:cond delay="0"/>
                                  </p:stCondLst>
                                  <p:childTnLst>
                                    <p:set>
                                      <p:cBhvr>
                                        <p:cTn id="28" dur="1" fill="hold">
                                          <p:stCondLst>
                                            <p:cond delay="0"/>
                                          </p:stCondLst>
                                        </p:cTn>
                                        <p:tgtEl>
                                          <p:spTgt spid="65739"/>
                                        </p:tgtEl>
                                        <p:attrNameLst>
                                          <p:attrName>style.visibility</p:attrName>
                                        </p:attrNameLst>
                                      </p:cBhvr>
                                      <p:to>
                                        <p:strVal val="visible"/>
                                      </p:to>
                                    </p:set>
                                    <p:anim calcmode="lin" valueType="num">
                                      <p:cBhvr>
                                        <p:cTn id="29" dur="500" fill="hold"/>
                                        <p:tgtEl>
                                          <p:spTgt spid="65739"/>
                                        </p:tgtEl>
                                        <p:attrNameLst>
                                          <p:attrName>ppt_w</p:attrName>
                                        </p:attrNameLst>
                                      </p:cBhvr>
                                      <p:tavLst>
                                        <p:tav tm="0">
                                          <p:val>
                                            <p:strVal val="2/3*#ppt_w"/>
                                          </p:val>
                                        </p:tav>
                                        <p:tav tm="100000">
                                          <p:val>
                                            <p:strVal val="#ppt_w"/>
                                          </p:val>
                                        </p:tav>
                                      </p:tavLst>
                                    </p:anim>
                                    <p:anim calcmode="lin" valueType="num">
                                      <p:cBhvr>
                                        <p:cTn id="30" dur="500" fill="hold"/>
                                        <p:tgtEl>
                                          <p:spTgt spid="65739"/>
                                        </p:tgtEl>
                                        <p:attrNameLst>
                                          <p:attrName>ppt_h</p:attrName>
                                        </p:attrNameLst>
                                      </p:cBhvr>
                                      <p:tavLst>
                                        <p:tav tm="0">
                                          <p:val>
                                            <p:strVal val="2/3*#ppt_h"/>
                                          </p:val>
                                        </p:tav>
                                        <p:tav tm="100000">
                                          <p:val>
                                            <p:strVal val="#ppt_h"/>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23" presetClass="entr" presetSubtype="272" fill="hold" nodeType="clickEffect">
                                  <p:stCondLst>
                                    <p:cond delay="0"/>
                                  </p:stCondLst>
                                  <p:childTnLst>
                                    <p:set>
                                      <p:cBhvr>
                                        <p:cTn id="34" dur="1" fill="hold">
                                          <p:stCondLst>
                                            <p:cond delay="0"/>
                                          </p:stCondLst>
                                        </p:cTn>
                                        <p:tgtEl>
                                          <p:spTgt spid="65740"/>
                                        </p:tgtEl>
                                        <p:attrNameLst>
                                          <p:attrName>style.visibility</p:attrName>
                                        </p:attrNameLst>
                                      </p:cBhvr>
                                      <p:to>
                                        <p:strVal val="visible"/>
                                      </p:to>
                                    </p:set>
                                    <p:anim calcmode="lin" valueType="num">
                                      <p:cBhvr>
                                        <p:cTn id="35" dur="500" fill="hold"/>
                                        <p:tgtEl>
                                          <p:spTgt spid="65740"/>
                                        </p:tgtEl>
                                        <p:attrNameLst>
                                          <p:attrName>ppt_w</p:attrName>
                                        </p:attrNameLst>
                                      </p:cBhvr>
                                      <p:tavLst>
                                        <p:tav tm="0">
                                          <p:val>
                                            <p:strVal val="2/3*#ppt_w"/>
                                          </p:val>
                                        </p:tav>
                                        <p:tav tm="100000">
                                          <p:val>
                                            <p:strVal val="#ppt_w"/>
                                          </p:val>
                                        </p:tav>
                                      </p:tavLst>
                                    </p:anim>
                                    <p:anim calcmode="lin" valueType="num">
                                      <p:cBhvr>
                                        <p:cTn id="36" dur="500" fill="hold"/>
                                        <p:tgtEl>
                                          <p:spTgt spid="65740"/>
                                        </p:tgtEl>
                                        <p:attrNameLst>
                                          <p:attrName>ppt_h</p:attrName>
                                        </p:attrNameLst>
                                      </p:cBhvr>
                                      <p:tavLst>
                                        <p:tav tm="0">
                                          <p:val>
                                            <p:strVal val="2/3*#ppt_h"/>
                                          </p:val>
                                        </p:tav>
                                        <p:tav tm="100000">
                                          <p:val>
                                            <p:strVal val="#ppt_h"/>
                                          </p:val>
                                        </p:tav>
                                      </p:tavLst>
                                    </p:anim>
                                  </p:childTnLst>
                                </p:cTn>
                              </p:par>
                            </p:childTnLst>
                          </p:cTn>
                        </p:par>
                      </p:childTnLst>
                    </p:cTn>
                  </p:par>
                  <p:par>
                    <p:cTn id="37" fill="hold" nodeType="clickPar">
                      <p:stCondLst>
                        <p:cond delay="indefinite"/>
                      </p:stCondLst>
                      <p:childTnLst>
                        <p:par>
                          <p:cTn id="38" fill="hold" nodeType="withGroup">
                            <p:stCondLst>
                              <p:cond delay="0"/>
                            </p:stCondLst>
                            <p:childTnLst>
                              <p:par>
                                <p:cTn id="39" presetID="9" presetClass="entr" presetSubtype="0" fill="hold" nodeType="clickEffect">
                                  <p:stCondLst>
                                    <p:cond delay="0"/>
                                  </p:stCondLst>
                                  <p:childTnLst>
                                    <p:set>
                                      <p:cBhvr>
                                        <p:cTn id="40" dur="1" fill="hold">
                                          <p:stCondLst>
                                            <p:cond delay="0"/>
                                          </p:stCondLst>
                                        </p:cTn>
                                        <p:tgtEl>
                                          <p:spTgt spid="65662"/>
                                        </p:tgtEl>
                                        <p:attrNameLst>
                                          <p:attrName>style.visibility</p:attrName>
                                        </p:attrNameLst>
                                      </p:cBhvr>
                                      <p:to>
                                        <p:strVal val="visible"/>
                                      </p:to>
                                    </p:set>
                                    <p:animEffect transition="in" filter="dissolve">
                                      <p:cBhvr>
                                        <p:cTn id="41" dur="500"/>
                                        <p:tgtEl>
                                          <p:spTgt spid="65662"/>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 presetClass="entr" presetSubtype="8" fill="hold" nodeType="clickEffect">
                                  <p:stCondLst>
                                    <p:cond delay="0"/>
                                  </p:stCondLst>
                                  <p:childTnLst>
                                    <p:set>
                                      <p:cBhvr>
                                        <p:cTn id="45" dur="1" fill="hold">
                                          <p:stCondLst>
                                            <p:cond delay="0"/>
                                          </p:stCondLst>
                                        </p:cTn>
                                        <p:tgtEl>
                                          <p:spTgt spid="65748"/>
                                        </p:tgtEl>
                                        <p:attrNameLst>
                                          <p:attrName>style.visibility</p:attrName>
                                        </p:attrNameLst>
                                      </p:cBhvr>
                                      <p:to>
                                        <p:strVal val="visible"/>
                                      </p:to>
                                    </p:set>
                                    <p:anim calcmode="lin" valueType="num">
                                      <p:cBhvr additive="base">
                                        <p:cTn id="46" dur="500" fill="hold"/>
                                        <p:tgtEl>
                                          <p:spTgt spid="65748"/>
                                        </p:tgtEl>
                                        <p:attrNameLst>
                                          <p:attrName>ppt_x</p:attrName>
                                        </p:attrNameLst>
                                      </p:cBhvr>
                                      <p:tavLst>
                                        <p:tav tm="0">
                                          <p:val>
                                            <p:strVal val="0-#ppt_w/2"/>
                                          </p:val>
                                        </p:tav>
                                        <p:tav tm="100000">
                                          <p:val>
                                            <p:strVal val="#ppt_x"/>
                                          </p:val>
                                        </p:tav>
                                      </p:tavLst>
                                    </p:anim>
                                    <p:anim calcmode="lin" valueType="num">
                                      <p:cBhvr additive="base">
                                        <p:cTn id="47" dur="500" fill="hold"/>
                                        <p:tgtEl>
                                          <p:spTgt spid="65748"/>
                                        </p:tgtEl>
                                        <p:attrNameLst>
                                          <p:attrName>ppt_y</p:attrName>
                                        </p:attrNameLst>
                                      </p:cBhvr>
                                      <p:tavLst>
                                        <p:tav tm="0">
                                          <p:val>
                                            <p:strVal val="#ppt_y"/>
                                          </p:val>
                                        </p:tav>
                                        <p:tav tm="100000">
                                          <p:val>
                                            <p:strVal val="#ppt_y"/>
                                          </p:val>
                                        </p:tav>
                                      </p:tavLst>
                                    </p:anim>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nodeType="clickEffect">
                                  <p:stCondLst>
                                    <p:cond delay="0"/>
                                  </p:stCondLst>
                                  <p:childTnLst>
                                    <p:set>
                                      <p:cBhvr>
                                        <p:cTn id="51" dur="1" fill="hold">
                                          <p:stCondLst>
                                            <p:cond delay="0"/>
                                          </p:stCondLst>
                                        </p:cTn>
                                        <p:tgtEl>
                                          <p:spTgt spid="65663"/>
                                        </p:tgtEl>
                                        <p:attrNameLst>
                                          <p:attrName>style.visibility</p:attrName>
                                        </p:attrNameLst>
                                      </p:cBhvr>
                                      <p:to>
                                        <p:strVal val="visible"/>
                                      </p:to>
                                    </p:set>
                                    <p:animEffect transition="in" filter="wipe(left)">
                                      <p:cBhvr>
                                        <p:cTn id="52" dur="500"/>
                                        <p:tgtEl>
                                          <p:spTgt spid="65663"/>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nodeType="clickEffect">
                                  <p:stCondLst>
                                    <p:cond delay="0"/>
                                  </p:stCondLst>
                                  <p:childTnLst>
                                    <p:set>
                                      <p:cBhvr>
                                        <p:cTn id="56" dur="1" fill="hold">
                                          <p:stCondLst>
                                            <p:cond delay="0"/>
                                          </p:stCondLst>
                                        </p:cTn>
                                        <p:tgtEl>
                                          <p:spTgt spid="65665"/>
                                        </p:tgtEl>
                                        <p:attrNameLst>
                                          <p:attrName>style.visibility</p:attrName>
                                        </p:attrNameLst>
                                      </p:cBhvr>
                                      <p:to>
                                        <p:strVal val="visible"/>
                                      </p:to>
                                    </p:set>
                                    <p:animEffect transition="in" filter="wipe(left)">
                                      <p:cBhvr>
                                        <p:cTn id="57" dur="500"/>
                                        <p:tgtEl>
                                          <p:spTgt spid="65665"/>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8" fill="hold" nodeType="clickEffect">
                                  <p:stCondLst>
                                    <p:cond delay="0"/>
                                  </p:stCondLst>
                                  <p:childTnLst>
                                    <p:set>
                                      <p:cBhvr>
                                        <p:cTn id="61" dur="1" fill="hold">
                                          <p:stCondLst>
                                            <p:cond delay="0"/>
                                          </p:stCondLst>
                                        </p:cTn>
                                        <p:tgtEl>
                                          <p:spTgt spid="65664"/>
                                        </p:tgtEl>
                                        <p:attrNameLst>
                                          <p:attrName>style.visibility</p:attrName>
                                        </p:attrNameLst>
                                      </p:cBhvr>
                                      <p:to>
                                        <p:strVal val="visible"/>
                                      </p:to>
                                    </p:set>
                                    <p:animEffect transition="in" filter="wipe(left)">
                                      <p:cBhvr>
                                        <p:cTn id="62" dur="500"/>
                                        <p:tgtEl>
                                          <p:spTgt spid="65664"/>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19" presetClass="entr" presetSubtype="10" fill="hold" nodeType="clickEffect">
                                  <p:stCondLst>
                                    <p:cond delay="0"/>
                                  </p:stCondLst>
                                  <p:childTnLst>
                                    <p:set>
                                      <p:cBhvr>
                                        <p:cTn id="66" dur="1" fill="hold">
                                          <p:stCondLst>
                                            <p:cond delay="0"/>
                                          </p:stCondLst>
                                        </p:cTn>
                                        <p:tgtEl>
                                          <p:spTgt spid="65539"/>
                                        </p:tgtEl>
                                        <p:attrNameLst>
                                          <p:attrName>style.visibility</p:attrName>
                                        </p:attrNameLst>
                                      </p:cBhvr>
                                      <p:to>
                                        <p:strVal val="visible"/>
                                      </p:to>
                                    </p:set>
                                    <p:anim calcmode="lin" valueType="num">
                                      <p:cBhvr>
                                        <p:cTn id="67" dur="5000" fill="hold"/>
                                        <p:tgtEl>
                                          <p:spTgt spid="65539"/>
                                        </p:tgtEl>
                                        <p:attrNameLst>
                                          <p:attrName>ppt_w</p:attrName>
                                        </p:attrNameLst>
                                      </p:cBhvr>
                                      <p:tavLst>
                                        <p:tav tm="0" fmla="#ppt_w*sin(2.5*pi*$)">
                                          <p:val>
                                            <p:fltVal val="0"/>
                                          </p:val>
                                        </p:tav>
                                        <p:tav tm="100000">
                                          <p:val>
                                            <p:fltVal val="1"/>
                                          </p:val>
                                        </p:tav>
                                      </p:tavLst>
                                    </p:anim>
                                    <p:anim calcmode="lin" valueType="num">
                                      <p:cBhvr>
                                        <p:cTn id="68" dur="5000" fill="hold"/>
                                        <p:tgtEl>
                                          <p:spTgt spid="65539"/>
                                        </p:tgtEl>
                                        <p:attrNameLst>
                                          <p:attrName>ppt_h</p:attrName>
                                        </p:attrNameLst>
                                      </p:cBhvr>
                                      <p:tavLst>
                                        <p:tav tm="0">
                                          <p:val>
                                            <p:strVal val="#ppt_h"/>
                                          </p:val>
                                        </p:tav>
                                        <p:tav tm="100000">
                                          <p:val>
                                            <p:strVal val="#ppt_h"/>
                                          </p:val>
                                        </p:tav>
                                      </p:tavLst>
                                    </p:anim>
                                  </p:childTnLst>
                                </p:cTn>
                              </p:par>
                            </p:childTnLst>
                          </p:cTn>
                        </p:par>
                      </p:childTnLst>
                    </p:cTn>
                  </p:par>
                  <p:par>
                    <p:cTn id="69" fill="hold" nodeType="clickPar">
                      <p:stCondLst>
                        <p:cond delay="indefinite"/>
                      </p:stCondLst>
                      <p:childTnLst>
                        <p:par>
                          <p:cTn id="70" fill="hold" nodeType="withGroup">
                            <p:stCondLst>
                              <p:cond delay="0"/>
                            </p:stCondLst>
                            <p:childTnLst>
                              <p:par>
                                <p:cTn id="71" presetID="2" presetClass="entr" presetSubtype="8" fill="hold" nodeType="clickEffect">
                                  <p:stCondLst>
                                    <p:cond delay="0"/>
                                  </p:stCondLst>
                                  <p:childTnLst>
                                    <p:set>
                                      <p:cBhvr>
                                        <p:cTn id="72" dur="1" fill="hold">
                                          <p:stCondLst>
                                            <p:cond delay="0"/>
                                          </p:stCondLst>
                                        </p:cTn>
                                        <p:tgtEl>
                                          <p:spTgt spid="65744"/>
                                        </p:tgtEl>
                                        <p:attrNameLst>
                                          <p:attrName>style.visibility</p:attrName>
                                        </p:attrNameLst>
                                      </p:cBhvr>
                                      <p:to>
                                        <p:strVal val="visible"/>
                                      </p:to>
                                    </p:set>
                                    <p:anim calcmode="lin" valueType="num">
                                      <p:cBhvr additive="base">
                                        <p:cTn id="73" dur="500" fill="hold"/>
                                        <p:tgtEl>
                                          <p:spTgt spid="65744"/>
                                        </p:tgtEl>
                                        <p:attrNameLst>
                                          <p:attrName>ppt_x</p:attrName>
                                        </p:attrNameLst>
                                      </p:cBhvr>
                                      <p:tavLst>
                                        <p:tav tm="0">
                                          <p:val>
                                            <p:strVal val="0-#ppt_w/2"/>
                                          </p:val>
                                        </p:tav>
                                        <p:tav tm="100000">
                                          <p:val>
                                            <p:strVal val="#ppt_x"/>
                                          </p:val>
                                        </p:tav>
                                      </p:tavLst>
                                    </p:anim>
                                    <p:anim calcmode="lin" valueType="num">
                                      <p:cBhvr additive="base">
                                        <p:cTn id="74" dur="500" fill="hold"/>
                                        <p:tgtEl>
                                          <p:spTgt spid="65744"/>
                                        </p:tgtEl>
                                        <p:attrNameLst>
                                          <p:attrName>ppt_y</p:attrName>
                                        </p:attrNameLst>
                                      </p:cBhvr>
                                      <p:tavLst>
                                        <p:tav tm="0">
                                          <p:val>
                                            <p:strVal val="#ppt_y"/>
                                          </p:val>
                                        </p:tav>
                                        <p:tav tm="100000">
                                          <p:val>
                                            <p:strVal val="#ppt_y"/>
                                          </p:val>
                                        </p:tav>
                                      </p:tavLst>
                                    </p:anim>
                                  </p:childTnLst>
                                </p:cTn>
                              </p:par>
                            </p:childTnLst>
                          </p:cTn>
                        </p:par>
                      </p:childTnLst>
                    </p:cTn>
                  </p:par>
                  <p:par>
                    <p:cTn id="75" fill="hold" nodeType="clickPar">
                      <p:stCondLst>
                        <p:cond delay="indefinite"/>
                      </p:stCondLst>
                      <p:childTnLst>
                        <p:par>
                          <p:cTn id="76" fill="hold" nodeType="withGroup">
                            <p:stCondLst>
                              <p:cond delay="0"/>
                            </p:stCondLst>
                            <p:childTnLst>
                              <p:par>
                                <p:cTn id="77" presetID="2" presetClass="entr" presetSubtype="2" fill="hold" nodeType="clickEffect">
                                  <p:stCondLst>
                                    <p:cond delay="0"/>
                                  </p:stCondLst>
                                  <p:childTnLst>
                                    <p:set>
                                      <p:cBhvr>
                                        <p:cTn id="78" dur="1" fill="hold">
                                          <p:stCondLst>
                                            <p:cond delay="0"/>
                                          </p:stCondLst>
                                        </p:cTn>
                                        <p:tgtEl>
                                          <p:spTgt spid="65746"/>
                                        </p:tgtEl>
                                        <p:attrNameLst>
                                          <p:attrName>style.visibility</p:attrName>
                                        </p:attrNameLst>
                                      </p:cBhvr>
                                      <p:to>
                                        <p:strVal val="visible"/>
                                      </p:to>
                                    </p:set>
                                    <p:anim calcmode="lin" valueType="num">
                                      <p:cBhvr additive="base">
                                        <p:cTn id="79" dur="500" fill="hold"/>
                                        <p:tgtEl>
                                          <p:spTgt spid="65746"/>
                                        </p:tgtEl>
                                        <p:attrNameLst>
                                          <p:attrName>ppt_x</p:attrName>
                                        </p:attrNameLst>
                                      </p:cBhvr>
                                      <p:tavLst>
                                        <p:tav tm="0">
                                          <p:val>
                                            <p:strVal val="1+#ppt_w/2"/>
                                          </p:val>
                                        </p:tav>
                                        <p:tav tm="100000">
                                          <p:val>
                                            <p:strVal val="#ppt_x"/>
                                          </p:val>
                                        </p:tav>
                                      </p:tavLst>
                                    </p:anim>
                                    <p:anim calcmode="lin" valueType="num">
                                      <p:cBhvr additive="base">
                                        <p:cTn id="80" dur="500" fill="hold"/>
                                        <p:tgtEl>
                                          <p:spTgt spid="65746"/>
                                        </p:tgtEl>
                                        <p:attrNameLst>
                                          <p:attrName>ppt_y</p:attrName>
                                        </p:attrNameLst>
                                      </p:cBhvr>
                                      <p:tavLst>
                                        <p:tav tm="0">
                                          <p:val>
                                            <p:strVal val="#ppt_y"/>
                                          </p:val>
                                        </p:tav>
                                        <p:tav tm="100000">
                                          <p:val>
                                            <p:strVal val="#ppt_y"/>
                                          </p:val>
                                        </p:tav>
                                      </p:tavLst>
                                    </p:anim>
                                  </p:childTnLst>
                                </p:cTn>
                              </p:par>
                            </p:childTnLst>
                          </p:cTn>
                        </p:par>
                      </p:childTnLst>
                    </p:cTn>
                  </p:par>
                  <p:par>
                    <p:cTn id="81" fill="hold" nodeType="clickPar">
                      <p:stCondLst>
                        <p:cond delay="indefinite"/>
                      </p:stCondLst>
                      <p:childTnLst>
                        <p:par>
                          <p:cTn id="82" fill="hold" nodeType="withGroup">
                            <p:stCondLst>
                              <p:cond delay="0"/>
                            </p:stCondLst>
                            <p:childTnLst>
                              <p:par>
                                <p:cTn id="83" presetID="22" presetClass="entr" presetSubtype="8" fill="hold" nodeType="clickEffect">
                                  <p:stCondLst>
                                    <p:cond delay="0"/>
                                  </p:stCondLst>
                                  <p:childTnLst>
                                    <p:set>
                                      <p:cBhvr>
                                        <p:cTn id="84" dur="1" fill="hold">
                                          <p:stCondLst>
                                            <p:cond delay="0"/>
                                          </p:stCondLst>
                                        </p:cTn>
                                        <p:tgtEl>
                                          <p:spTgt spid="65729"/>
                                        </p:tgtEl>
                                        <p:attrNameLst>
                                          <p:attrName>style.visibility</p:attrName>
                                        </p:attrNameLst>
                                      </p:cBhvr>
                                      <p:to>
                                        <p:strVal val="visible"/>
                                      </p:to>
                                    </p:set>
                                    <p:animEffect transition="in" filter="wipe(left)">
                                      <p:cBhvr>
                                        <p:cTn id="85" dur="500"/>
                                        <p:tgtEl>
                                          <p:spTgt spid="65729"/>
                                        </p:tgtEl>
                                      </p:cBhvr>
                                    </p:animEffect>
                                  </p:childTnLst>
                                </p:cTn>
                              </p:par>
                            </p:childTnLst>
                          </p:cTn>
                        </p:par>
                      </p:childTnLst>
                    </p:cTn>
                  </p:par>
                  <p:par>
                    <p:cTn id="86" fill="hold" nodeType="clickPar">
                      <p:stCondLst>
                        <p:cond delay="indefinite"/>
                      </p:stCondLst>
                      <p:childTnLst>
                        <p:par>
                          <p:cTn id="87" fill="hold" nodeType="withGroup">
                            <p:stCondLst>
                              <p:cond delay="0"/>
                            </p:stCondLst>
                            <p:childTnLst>
                              <p:par>
                                <p:cTn id="88" presetID="23" presetClass="entr" presetSubtype="288" fill="hold" nodeType="clickEffect">
                                  <p:stCondLst>
                                    <p:cond delay="0"/>
                                  </p:stCondLst>
                                  <p:childTnLst>
                                    <p:set>
                                      <p:cBhvr>
                                        <p:cTn id="89" dur="1" fill="hold">
                                          <p:stCondLst>
                                            <p:cond delay="0"/>
                                          </p:stCondLst>
                                        </p:cTn>
                                        <p:tgtEl>
                                          <p:spTgt spid="65738"/>
                                        </p:tgtEl>
                                        <p:attrNameLst>
                                          <p:attrName>style.visibility</p:attrName>
                                        </p:attrNameLst>
                                      </p:cBhvr>
                                      <p:to>
                                        <p:strVal val="visible"/>
                                      </p:to>
                                    </p:set>
                                    <p:anim calcmode="lin" valueType="num">
                                      <p:cBhvr>
                                        <p:cTn id="90" dur="500" fill="hold"/>
                                        <p:tgtEl>
                                          <p:spTgt spid="65738"/>
                                        </p:tgtEl>
                                        <p:attrNameLst>
                                          <p:attrName>ppt_w</p:attrName>
                                        </p:attrNameLst>
                                      </p:cBhvr>
                                      <p:tavLst>
                                        <p:tav tm="0">
                                          <p:val>
                                            <p:strVal val="4/3*#ppt_w"/>
                                          </p:val>
                                        </p:tav>
                                        <p:tav tm="100000">
                                          <p:val>
                                            <p:strVal val="#ppt_w"/>
                                          </p:val>
                                        </p:tav>
                                      </p:tavLst>
                                    </p:anim>
                                    <p:anim calcmode="lin" valueType="num">
                                      <p:cBhvr>
                                        <p:cTn id="91" dur="500" fill="hold"/>
                                        <p:tgtEl>
                                          <p:spTgt spid="65738"/>
                                        </p:tgtEl>
                                        <p:attrNameLst>
                                          <p:attrName>ppt_h</p:attrName>
                                        </p:attrNameLst>
                                      </p:cBhvr>
                                      <p:tavLst>
                                        <p:tav tm="0">
                                          <p:val>
                                            <p:strVal val="4/3*#ppt_h"/>
                                          </p:val>
                                        </p:tav>
                                        <p:tav tm="100000">
                                          <p:val>
                                            <p:strVal val="#ppt_h"/>
                                          </p:val>
                                        </p:tav>
                                      </p:tavLst>
                                    </p:anim>
                                  </p:childTnLst>
                                </p:cTn>
                              </p:par>
                            </p:childTnLst>
                          </p:cTn>
                        </p:par>
                      </p:childTnLst>
                    </p:cTn>
                  </p:par>
                  <p:par>
                    <p:cTn id="92" fill="hold" nodeType="clickPar">
                      <p:stCondLst>
                        <p:cond delay="indefinite"/>
                      </p:stCondLst>
                      <p:childTnLst>
                        <p:par>
                          <p:cTn id="93" fill="hold" nodeType="withGroup">
                            <p:stCondLst>
                              <p:cond delay="0"/>
                            </p:stCondLst>
                            <p:childTnLst>
                              <p:par>
                                <p:cTn id="94" presetID="22" presetClass="entr" presetSubtype="8" fill="hold" grpId="0" nodeType="clickEffect">
                                  <p:stCondLst>
                                    <p:cond delay="0"/>
                                  </p:stCondLst>
                                  <p:childTnLst>
                                    <p:set>
                                      <p:cBhvr>
                                        <p:cTn id="95" dur="1" fill="hold">
                                          <p:stCondLst>
                                            <p:cond delay="0"/>
                                          </p:stCondLst>
                                        </p:cTn>
                                        <p:tgtEl>
                                          <p:spTgt spid="65538">
                                            <p:txEl>
                                              <p:pRg st="0" end="0"/>
                                            </p:txEl>
                                          </p:spTgt>
                                        </p:tgtEl>
                                        <p:attrNameLst>
                                          <p:attrName>style.visibility</p:attrName>
                                        </p:attrNameLst>
                                      </p:cBhvr>
                                      <p:to>
                                        <p:strVal val="visible"/>
                                      </p:to>
                                    </p:set>
                                    <p:animEffect transition="in" filter="wipe(left)">
                                      <p:cBhvr>
                                        <p:cTn id="96" dur="500"/>
                                        <p:tgtEl>
                                          <p:spTgt spid="6553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538" grpId="0" build="p" autoUpdateAnimBg="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Text Box 1026"/>
          <p:cNvSpPr txBox="1">
            <a:spLocks noChangeArrowheads="1"/>
          </p:cNvSpPr>
          <p:nvPr/>
        </p:nvSpPr>
        <p:spPr bwMode="auto">
          <a:xfrm>
            <a:off x="857250" y="247650"/>
            <a:ext cx="7321550" cy="8223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        </a:t>
            </a:r>
            <a:r>
              <a:rPr kumimoji="1" lang="zh-CN" altLang="en-US" sz="24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具有公共端的二端口，将公共端串联时将不会  破坏端口条件。</a:t>
            </a:r>
          </a:p>
        </p:txBody>
      </p:sp>
      <p:sp>
        <p:nvSpPr>
          <p:cNvPr id="163843" name="Text Box 1027"/>
          <p:cNvSpPr txBox="1">
            <a:spLocks noChangeArrowheads="1"/>
          </p:cNvSpPr>
          <p:nvPr/>
        </p:nvSpPr>
        <p:spPr bwMode="auto">
          <a:xfrm>
            <a:off x="3773488" y="5060950"/>
            <a:ext cx="4114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400" b="1" i="0" u="none" strike="noStrike" kern="1200" cap="none" spc="0" normalizeH="0" baseline="0" noProof="0" smtClean="0">
                <a:ln>
                  <a:noFill/>
                </a:ln>
                <a:solidFill>
                  <a:srgbClr val="FF3300"/>
                </a:solidFill>
                <a:effectLst/>
                <a:uLnTx/>
                <a:uFillTx/>
                <a:latin typeface="Times New Roman" panose="02020603050405020304" pitchFamily="18" charset="0"/>
                <a:ea typeface="宋体" panose="02010600030101010101" pitchFamily="2" charset="-122"/>
                <a:cs typeface="+mn-cs"/>
              </a:rPr>
              <a:t>端口条件不会破坏</a:t>
            </a:r>
          </a:p>
        </p:txBody>
      </p:sp>
      <p:grpSp>
        <p:nvGrpSpPr>
          <p:cNvPr id="163903" name="Group 1087"/>
          <p:cNvGrpSpPr>
            <a:grpSpLocks/>
          </p:cNvGrpSpPr>
          <p:nvPr/>
        </p:nvGrpSpPr>
        <p:grpSpPr bwMode="auto">
          <a:xfrm>
            <a:off x="3138488" y="1066800"/>
            <a:ext cx="3978275" cy="3870325"/>
            <a:chOff x="1603" y="624"/>
            <a:chExt cx="2506" cy="2438"/>
          </a:xfrm>
        </p:grpSpPr>
        <p:graphicFrame>
          <p:nvGraphicFramePr>
            <p:cNvPr id="163857" name="Object 1041"/>
            <p:cNvGraphicFramePr>
              <a:graphicFrameLocks noChangeAspect="1"/>
            </p:cNvGraphicFramePr>
            <p:nvPr/>
          </p:nvGraphicFramePr>
          <p:xfrm>
            <a:off x="3852" y="1732"/>
            <a:ext cx="71" cy="135"/>
          </p:xfrm>
          <a:graphic>
            <a:graphicData uri="http://schemas.openxmlformats.org/presentationml/2006/ole">
              <mc:AlternateContent xmlns:mc="http://schemas.openxmlformats.org/markup-compatibility/2006">
                <mc:Choice xmlns:v="urn:schemas-microsoft-com:vml" Requires="v">
                  <p:oleObj spid="_x0000_s238604" name="公式" r:id="rId3" imgW="114120" imgH="215640" progId="Equation.3">
                    <p:embed/>
                  </p:oleObj>
                </mc:Choice>
                <mc:Fallback>
                  <p:oleObj name="公式" r:id="rId3" imgW="114120" imgH="215640" progId="Equation.3">
                    <p:embed/>
                    <p:pic>
                      <p:nvPicPr>
                        <p:cNvPr id="163857" name="Object 104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52" y="1732"/>
                          <a:ext cx="71" cy="1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63858" name="Freeform 1042"/>
            <p:cNvSpPr>
              <a:spLocks/>
            </p:cNvSpPr>
            <p:nvPr/>
          </p:nvSpPr>
          <p:spPr bwMode="auto">
            <a:xfrm>
              <a:off x="2532" y="774"/>
              <a:ext cx="650" cy="650"/>
            </a:xfrm>
            <a:custGeom>
              <a:avLst/>
              <a:gdLst>
                <a:gd name="T0" fmla="*/ 650 w 650"/>
                <a:gd name="T1" fmla="*/ 0 h 650"/>
                <a:gd name="T2" fmla="*/ 0 w 650"/>
                <a:gd name="T3" fmla="*/ 0 h 650"/>
                <a:gd name="T4" fmla="*/ 0 w 650"/>
                <a:gd name="T5" fmla="*/ 650 h 650"/>
              </a:gdLst>
              <a:ahLst/>
              <a:cxnLst>
                <a:cxn ang="0">
                  <a:pos x="T0" y="T1"/>
                </a:cxn>
                <a:cxn ang="0">
                  <a:pos x="T2" y="T3"/>
                </a:cxn>
                <a:cxn ang="0">
                  <a:pos x="T4" y="T5"/>
                </a:cxn>
              </a:cxnLst>
              <a:rect l="0" t="0" r="r" b="b"/>
              <a:pathLst>
                <a:path w="650" h="650">
                  <a:moveTo>
                    <a:pt x="650" y="0"/>
                  </a:moveTo>
                  <a:lnTo>
                    <a:pt x="0" y="0"/>
                  </a:lnTo>
                  <a:lnTo>
                    <a:pt x="0" y="650"/>
                  </a:lnTo>
                </a:path>
              </a:pathLst>
            </a:custGeom>
            <a:noFill/>
            <a:ln w="2857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163859" name="Freeform 1043"/>
            <p:cNvSpPr>
              <a:spLocks/>
            </p:cNvSpPr>
            <p:nvPr/>
          </p:nvSpPr>
          <p:spPr bwMode="auto">
            <a:xfrm>
              <a:off x="2532" y="774"/>
              <a:ext cx="650" cy="650"/>
            </a:xfrm>
            <a:custGeom>
              <a:avLst/>
              <a:gdLst>
                <a:gd name="T0" fmla="*/ 650 w 650"/>
                <a:gd name="T1" fmla="*/ 0 h 650"/>
                <a:gd name="T2" fmla="*/ 650 w 650"/>
                <a:gd name="T3" fmla="*/ 650 h 650"/>
                <a:gd name="T4" fmla="*/ 0 w 650"/>
                <a:gd name="T5" fmla="*/ 650 h 650"/>
              </a:gdLst>
              <a:ahLst/>
              <a:cxnLst>
                <a:cxn ang="0">
                  <a:pos x="T0" y="T1"/>
                </a:cxn>
                <a:cxn ang="0">
                  <a:pos x="T2" y="T3"/>
                </a:cxn>
                <a:cxn ang="0">
                  <a:pos x="T4" y="T5"/>
                </a:cxn>
              </a:cxnLst>
              <a:rect l="0" t="0" r="r" b="b"/>
              <a:pathLst>
                <a:path w="650" h="650">
                  <a:moveTo>
                    <a:pt x="650" y="0"/>
                  </a:moveTo>
                  <a:lnTo>
                    <a:pt x="650" y="650"/>
                  </a:lnTo>
                  <a:lnTo>
                    <a:pt x="0" y="650"/>
                  </a:lnTo>
                </a:path>
              </a:pathLst>
            </a:custGeom>
            <a:noFill/>
            <a:ln w="2857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163860" name="Rectangle 1044"/>
            <p:cNvSpPr>
              <a:spLocks noChangeArrowheads="1"/>
            </p:cNvSpPr>
            <p:nvPr/>
          </p:nvSpPr>
          <p:spPr bwMode="auto">
            <a:xfrm>
              <a:off x="2532" y="774"/>
              <a:ext cx="650" cy="650"/>
            </a:xfrm>
            <a:prstGeom prst="rect">
              <a:avLst/>
            </a:prstGeom>
            <a:solidFill>
              <a:srgbClr val="FFFF99"/>
            </a:solidFill>
            <a:ln w="28575">
              <a:solidFill>
                <a:srgbClr val="000000"/>
              </a:solidFill>
              <a:miter lim="800000"/>
              <a:headEnd/>
              <a:tailEnd/>
            </a:ln>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163863" name="Line 1047"/>
            <p:cNvSpPr>
              <a:spLocks noChangeShapeType="1"/>
            </p:cNvSpPr>
            <p:nvPr/>
          </p:nvSpPr>
          <p:spPr bwMode="auto">
            <a:xfrm flipV="1">
              <a:off x="3182" y="879"/>
              <a:ext cx="869" cy="4"/>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163864" name="Line 1048"/>
            <p:cNvSpPr>
              <a:spLocks noChangeShapeType="1"/>
            </p:cNvSpPr>
            <p:nvPr/>
          </p:nvSpPr>
          <p:spPr bwMode="auto">
            <a:xfrm>
              <a:off x="2857" y="1424"/>
              <a:ext cx="1" cy="217"/>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163865" name="Line 1049"/>
            <p:cNvSpPr>
              <a:spLocks noChangeShapeType="1"/>
            </p:cNvSpPr>
            <p:nvPr/>
          </p:nvSpPr>
          <p:spPr bwMode="auto">
            <a:xfrm flipH="1">
              <a:off x="2045" y="883"/>
              <a:ext cx="487" cy="1"/>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163866" name="Line 1050"/>
            <p:cNvSpPr>
              <a:spLocks noChangeShapeType="1"/>
            </p:cNvSpPr>
            <p:nvPr/>
          </p:nvSpPr>
          <p:spPr bwMode="auto">
            <a:xfrm>
              <a:off x="2098" y="1641"/>
              <a:ext cx="1517" cy="1"/>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163867" name="Line 1051"/>
            <p:cNvSpPr>
              <a:spLocks noChangeShapeType="1"/>
            </p:cNvSpPr>
            <p:nvPr/>
          </p:nvSpPr>
          <p:spPr bwMode="auto">
            <a:xfrm>
              <a:off x="2098" y="2074"/>
              <a:ext cx="1517" cy="1"/>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163868" name="Line 1052"/>
            <p:cNvSpPr>
              <a:spLocks noChangeShapeType="1"/>
            </p:cNvSpPr>
            <p:nvPr/>
          </p:nvSpPr>
          <p:spPr bwMode="auto">
            <a:xfrm>
              <a:off x="2857" y="2074"/>
              <a:ext cx="1" cy="216"/>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163869" name="Rectangle 1053"/>
            <p:cNvSpPr>
              <a:spLocks noChangeArrowheads="1"/>
            </p:cNvSpPr>
            <p:nvPr/>
          </p:nvSpPr>
          <p:spPr bwMode="auto">
            <a:xfrm>
              <a:off x="2532" y="2290"/>
              <a:ext cx="650" cy="650"/>
            </a:xfrm>
            <a:prstGeom prst="rect">
              <a:avLst/>
            </a:prstGeom>
            <a:solidFill>
              <a:srgbClr val="FFFF99"/>
            </a:solidFill>
            <a:ln w="28575">
              <a:solidFill>
                <a:srgbClr val="000000"/>
              </a:solidFill>
              <a:miter lim="800000"/>
              <a:headEnd/>
              <a:tailEnd/>
            </a:ln>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163872" name="Line 1056"/>
            <p:cNvSpPr>
              <a:spLocks noChangeShapeType="1"/>
            </p:cNvSpPr>
            <p:nvPr/>
          </p:nvSpPr>
          <p:spPr bwMode="auto">
            <a:xfrm flipV="1">
              <a:off x="3182" y="2827"/>
              <a:ext cx="870" cy="5"/>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163873" name="Line 1057"/>
            <p:cNvSpPr>
              <a:spLocks noChangeShapeType="1"/>
            </p:cNvSpPr>
            <p:nvPr/>
          </p:nvSpPr>
          <p:spPr bwMode="auto">
            <a:xfrm flipH="1" flipV="1">
              <a:off x="1657" y="2828"/>
              <a:ext cx="875" cy="4"/>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163875" name="Freeform 1059"/>
            <p:cNvSpPr>
              <a:spLocks/>
            </p:cNvSpPr>
            <p:nvPr/>
          </p:nvSpPr>
          <p:spPr bwMode="auto">
            <a:xfrm>
              <a:off x="2036" y="1610"/>
              <a:ext cx="62" cy="61"/>
            </a:xfrm>
            <a:custGeom>
              <a:avLst/>
              <a:gdLst>
                <a:gd name="T0" fmla="*/ 0 w 62"/>
                <a:gd name="T1" fmla="*/ 31 h 61"/>
                <a:gd name="T2" fmla="*/ 3 w 62"/>
                <a:gd name="T3" fmla="*/ 19 h 61"/>
                <a:gd name="T4" fmla="*/ 10 w 62"/>
                <a:gd name="T5" fmla="*/ 9 h 61"/>
                <a:gd name="T6" fmla="*/ 19 w 62"/>
                <a:gd name="T7" fmla="*/ 3 h 61"/>
                <a:gd name="T8" fmla="*/ 31 w 62"/>
                <a:gd name="T9" fmla="*/ 0 h 61"/>
                <a:gd name="T10" fmla="*/ 44 w 62"/>
                <a:gd name="T11" fmla="*/ 3 h 61"/>
                <a:gd name="T12" fmla="*/ 52 w 62"/>
                <a:gd name="T13" fmla="*/ 9 h 61"/>
                <a:gd name="T14" fmla="*/ 59 w 62"/>
                <a:gd name="T15" fmla="*/ 19 h 61"/>
                <a:gd name="T16" fmla="*/ 62 w 62"/>
                <a:gd name="T17" fmla="*/ 31 h 61"/>
                <a:gd name="T18" fmla="*/ 59 w 62"/>
                <a:gd name="T19" fmla="*/ 42 h 61"/>
                <a:gd name="T20" fmla="*/ 52 w 62"/>
                <a:gd name="T21" fmla="*/ 52 h 61"/>
                <a:gd name="T22" fmla="*/ 44 w 62"/>
                <a:gd name="T23" fmla="*/ 60 h 61"/>
                <a:gd name="T24" fmla="*/ 31 w 62"/>
                <a:gd name="T25" fmla="*/ 61 h 61"/>
                <a:gd name="T26" fmla="*/ 19 w 62"/>
                <a:gd name="T27" fmla="*/ 60 h 61"/>
                <a:gd name="T28" fmla="*/ 10 w 62"/>
                <a:gd name="T29" fmla="*/ 52 h 61"/>
                <a:gd name="T30" fmla="*/ 3 w 62"/>
                <a:gd name="T31" fmla="*/ 42 h 61"/>
                <a:gd name="T32" fmla="*/ 0 w 62"/>
                <a:gd name="T33" fmla="*/ 31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62" h="61">
                  <a:moveTo>
                    <a:pt x="0" y="31"/>
                  </a:moveTo>
                  <a:lnTo>
                    <a:pt x="3" y="19"/>
                  </a:lnTo>
                  <a:lnTo>
                    <a:pt x="10" y="9"/>
                  </a:lnTo>
                  <a:lnTo>
                    <a:pt x="19" y="3"/>
                  </a:lnTo>
                  <a:lnTo>
                    <a:pt x="31" y="0"/>
                  </a:lnTo>
                  <a:lnTo>
                    <a:pt x="44" y="3"/>
                  </a:lnTo>
                  <a:lnTo>
                    <a:pt x="52" y="9"/>
                  </a:lnTo>
                  <a:lnTo>
                    <a:pt x="59" y="19"/>
                  </a:lnTo>
                  <a:lnTo>
                    <a:pt x="62" y="31"/>
                  </a:lnTo>
                  <a:lnTo>
                    <a:pt x="59" y="42"/>
                  </a:lnTo>
                  <a:lnTo>
                    <a:pt x="52" y="52"/>
                  </a:lnTo>
                  <a:lnTo>
                    <a:pt x="44" y="60"/>
                  </a:lnTo>
                  <a:lnTo>
                    <a:pt x="31" y="61"/>
                  </a:lnTo>
                  <a:lnTo>
                    <a:pt x="19" y="60"/>
                  </a:lnTo>
                  <a:lnTo>
                    <a:pt x="10" y="52"/>
                  </a:lnTo>
                  <a:lnTo>
                    <a:pt x="3" y="42"/>
                  </a:lnTo>
                  <a:lnTo>
                    <a:pt x="0" y="31"/>
                  </a:lnTo>
                  <a:close/>
                </a:path>
              </a:pathLst>
            </a:custGeom>
            <a:solidFill>
              <a:srgbClr val="FFFFFF"/>
            </a:solidFill>
            <a:ln w="28575">
              <a:solidFill>
                <a:srgbClr val="000000"/>
              </a:solidFill>
              <a:prstDash val="solid"/>
              <a:round/>
              <a:headEnd/>
              <a:tailEnd/>
            </a:ln>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163877" name="Freeform 1061"/>
            <p:cNvSpPr>
              <a:spLocks/>
            </p:cNvSpPr>
            <p:nvPr/>
          </p:nvSpPr>
          <p:spPr bwMode="auto">
            <a:xfrm>
              <a:off x="3615" y="1610"/>
              <a:ext cx="61" cy="61"/>
            </a:xfrm>
            <a:custGeom>
              <a:avLst/>
              <a:gdLst>
                <a:gd name="T0" fmla="*/ 0 w 61"/>
                <a:gd name="T1" fmla="*/ 31 h 61"/>
                <a:gd name="T2" fmla="*/ 2 w 61"/>
                <a:gd name="T3" fmla="*/ 19 h 61"/>
                <a:gd name="T4" fmla="*/ 9 w 61"/>
                <a:gd name="T5" fmla="*/ 9 h 61"/>
                <a:gd name="T6" fmla="*/ 19 w 61"/>
                <a:gd name="T7" fmla="*/ 3 h 61"/>
                <a:gd name="T8" fmla="*/ 30 w 61"/>
                <a:gd name="T9" fmla="*/ 0 h 61"/>
                <a:gd name="T10" fmla="*/ 42 w 61"/>
                <a:gd name="T11" fmla="*/ 3 h 61"/>
                <a:gd name="T12" fmla="*/ 52 w 61"/>
                <a:gd name="T13" fmla="*/ 9 h 61"/>
                <a:gd name="T14" fmla="*/ 58 w 61"/>
                <a:gd name="T15" fmla="*/ 19 h 61"/>
                <a:gd name="T16" fmla="*/ 61 w 61"/>
                <a:gd name="T17" fmla="*/ 31 h 61"/>
                <a:gd name="T18" fmla="*/ 58 w 61"/>
                <a:gd name="T19" fmla="*/ 42 h 61"/>
                <a:gd name="T20" fmla="*/ 52 w 61"/>
                <a:gd name="T21" fmla="*/ 52 h 61"/>
                <a:gd name="T22" fmla="*/ 42 w 61"/>
                <a:gd name="T23" fmla="*/ 60 h 61"/>
                <a:gd name="T24" fmla="*/ 30 w 61"/>
                <a:gd name="T25" fmla="*/ 61 h 61"/>
                <a:gd name="T26" fmla="*/ 19 w 61"/>
                <a:gd name="T27" fmla="*/ 60 h 61"/>
                <a:gd name="T28" fmla="*/ 9 w 61"/>
                <a:gd name="T29" fmla="*/ 52 h 61"/>
                <a:gd name="T30" fmla="*/ 2 w 61"/>
                <a:gd name="T31" fmla="*/ 42 h 61"/>
                <a:gd name="T32" fmla="*/ 0 w 61"/>
                <a:gd name="T33" fmla="*/ 31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61" h="61">
                  <a:moveTo>
                    <a:pt x="0" y="31"/>
                  </a:moveTo>
                  <a:lnTo>
                    <a:pt x="2" y="19"/>
                  </a:lnTo>
                  <a:lnTo>
                    <a:pt x="9" y="9"/>
                  </a:lnTo>
                  <a:lnTo>
                    <a:pt x="19" y="3"/>
                  </a:lnTo>
                  <a:lnTo>
                    <a:pt x="30" y="0"/>
                  </a:lnTo>
                  <a:lnTo>
                    <a:pt x="42" y="3"/>
                  </a:lnTo>
                  <a:lnTo>
                    <a:pt x="52" y="9"/>
                  </a:lnTo>
                  <a:lnTo>
                    <a:pt x="58" y="19"/>
                  </a:lnTo>
                  <a:lnTo>
                    <a:pt x="61" y="31"/>
                  </a:lnTo>
                  <a:lnTo>
                    <a:pt x="58" y="42"/>
                  </a:lnTo>
                  <a:lnTo>
                    <a:pt x="52" y="52"/>
                  </a:lnTo>
                  <a:lnTo>
                    <a:pt x="42" y="60"/>
                  </a:lnTo>
                  <a:lnTo>
                    <a:pt x="30" y="61"/>
                  </a:lnTo>
                  <a:lnTo>
                    <a:pt x="19" y="60"/>
                  </a:lnTo>
                  <a:lnTo>
                    <a:pt x="9" y="52"/>
                  </a:lnTo>
                  <a:lnTo>
                    <a:pt x="2" y="42"/>
                  </a:lnTo>
                  <a:lnTo>
                    <a:pt x="0" y="31"/>
                  </a:lnTo>
                  <a:close/>
                </a:path>
              </a:pathLst>
            </a:custGeom>
            <a:solidFill>
              <a:srgbClr val="FFFFFF"/>
            </a:solidFill>
            <a:ln w="28575">
              <a:solidFill>
                <a:srgbClr val="000000"/>
              </a:solidFill>
              <a:prstDash val="solid"/>
              <a:round/>
              <a:headEnd/>
              <a:tailEnd/>
            </a:ln>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163878" name="Freeform 1062"/>
            <p:cNvSpPr>
              <a:spLocks/>
            </p:cNvSpPr>
            <p:nvPr/>
          </p:nvSpPr>
          <p:spPr bwMode="auto">
            <a:xfrm>
              <a:off x="2036" y="2044"/>
              <a:ext cx="62" cy="60"/>
            </a:xfrm>
            <a:custGeom>
              <a:avLst/>
              <a:gdLst>
                <a:gd name="T0" fmla="*/ 0 w 62"/>
                <a:gd name="T1" fmla="*/ 30 h 60"/>
                <a:gd name="T2" fmla="*/ 3 w 62"/>
                <a:gd name="T3" fmla="*/ 18 h 60"/>
                <a:gd name="T4" fmla="*/ 10 w 62"/>
                <a:gd name="T5" fmla="*/ 8 h 60"/>
                <a:gd name="T6" fmla="*/ 19 w 62"/>
                <a:gd name="T7" fmla="*/ 2 h 60"/>
                <a:gd name="T8" fmla="*/ 31 w 62"/>
                <a:gd name="T9" fmla="*/ 0 h 60"/>
                <a:gd name="T10" fmla="*/ 44 w 62"/>
                <a:gd name="T11" fmla="*/ 2 h 60"/>
                <a:gd name="T12" fmla="*/ 52 w 62"/>
                <a:gd name="T13" fmla="*/ 8 h 60"/>
                <a:gd name="T14" fmla="*/ 59 w 62"/>
                <a:gd name="T15" fmla="*/ 18 h 60"/>
                <a:gd name="T16" fmla="*/ 62 w 62"/>
                <a:gd name="T17" fmla="*/ 30 h 60"/>
                <a:gd name="T18" fmla="*/ 59 w 62"/>
                <a:gd name="T19" fmla="*/ 41 h 60"/>
                <a:gd name="T20" fmla="*/ 52 w 62"/>
                <a:gd name="T21" fmla="*/ 52 h 60"/>
                <a:gd name="T22" fmla="*/ 44 w 62"/>
                <a:gd name="T23" fmla="*/ 59 h 60"/>
                <a:gd name="T24" fmla="*/ 31 w 62"/>
                <a:gd name="T25" fmla="*/ 60 h 60"/>
                <a:gd name="T26" fmla="*/ 19 w 62"/>
                <a:gd name="T27" fmla="*/ 59 h 60"/>
                <a:gd name="T28" fmla="*/ 10 w 62"/>
                <a:gd name="T29" fmla="*/ 52 h 60"/>
                <a:gd name="T30" fmla="*/ 3 w 62"/>
                <a:gd name="T31" fmla="*/ 41 h 60"/>
                <a:gd name="T32" fmla="*/ 0 w 62"/>
                <a:gd name="T33" fmla="*/ 3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62" h="60">
                  <a:moveTo>
                    <a:pt x="0" y="30"/>
                  </a:moveTo>
                  <a:lnTo>
                    <a:pt x="3" y="18"/>
                  </a:lnTo>
                  <a:lnTo>
                    <a:pt x="10" y="8"/>
                  </a:lnTo>
                  <a:lnTo>
                    <a:pt x="19" y="2"/>
                  </a:lnTo>
                  <a:lnTo>
                    <a:pt x="31" y="0"/>
                  </a:lnTo>
                  <a:lnTo>
                    <a:pt x="44" y="2"/>
                  </a:lnTo>
                  <a:lnTo>
                    <a:pt x="52" y="8"/>
                  </a:lnTo>
                  <a:lnTo>
                    <a:pt x="59" y="18"/>
                  </a:lnTo>
                  <a:lnTo>
                    <a:pt x="62" y="30"/>
                  </a:lnTo>
                  <a:lnTo>
                    <a:pt x="59" y="41"/>
                  </a:lnTo>
                  <a:lnTo>
                    <a:pt x="52" y="52"/>
                  </a:lnTo>
                  <a:lnTo>
                    <a:pt x="44" y="59"/>
                  </a:lnTo>
                  <a:lnTo>
                    <a:pt x="31" y="60"/>
                  </a:lnTo>
                  <a:lnTo>
                    <a:pt x="19" y="59"/>
                  </a:lnTo>
                  <a:lnTo>
                    <a:pt x="10" y="52"/>
                  </a:lnTo>
                  <a:lnTo>
                    <a:pt x="3" y="41"/>
                  </a:lnTo>
                  <a:lnTo>
                    <a:pt x="0" y="30"/>
                  </a:lnTo>
                  <a:close/>
                </a:path>
              </a:pathLst>
            </a:custGeom>
            <a:solidFill>
              <a:srgbClr val="FFFFFF"/>
            </a:solidFill>
            <a:ln w="28575">
              <a:solidFill>
                <a:srgbClr val="000000"/>
              </a:solidFill>
              <a:prstDash val="solid"/>
              <a:round/>
              <a:headEnd/>
              <a:tailEnd/>
            </a:ln>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163879" name="Freeform 1063"/>
            <p:cNvSpPr>
              <a:spLocks/>
            </p:cNvSpPr>
            <p:nvPr/>
          </p:nvSpPr>
          <p:spPr bwMode="auto">
            <a:xfrm>
              <a:off x="3615" y="2044"/>
              <a:ext cx="61" cy="60"/>
            </a:xfrm>
            <a:custGeom>
              <a:avLst/>
              <a:gdLst>
                <a:gd name="T0" fmla="*/ 0 w 61"/>
                <a:gd name="T1" fmla="*/ 30 h 60"/>
                <a:gd name="T2" fmla="*/ 2 w 61"/>
                <a:gd name="T3" fmla="*/ 18 h 60"/>
                <a:gd name="T4" fmla="*/ 9 w 61"/>
                <a:gd name="T5" fmla="*/ 8 h 60"/>
                <a:gd name="T6" fmla="*/ 19 w 61"/>
                <a:gd name="T7" fmla="*/ 2 h 60"/>
                <a:gd name="T8" fmla="*/ 30 w 61"/>
                <a:gd name="T9" fmla="*/ 0 h 60"/>
                <a:gd name="T10" fmla="*/ 42 w 61"/>
                <a:gd name="T11" fmla="*/ 2 h 60"/>
                <a:gd name="T12" fmla="*/ 52 w 61"/>
                <a:gd name="T13" fmla="*/ 8 h 60"/>
                <a:gd name="T14" fmla="*/ 58 w 61"/>
                <a:gd name="T15" fmla="*/ 18 h 60"/>
                <a:gd name="T16" fmla="*/ 61 w 61"/>
                <a:gd name="T17" fmla="*/ 30 h 60"/>
                <a:gd name="T18" fmla="*/ 58 w 61"/>
                <a:gd name="T19" fmla="*/ 41 h 60"/>
                <a:gd name="T20" fmla="*/ 52 w 61"/>
                <a:gd name="T21" fmla="*/ 52 h 60"/>
                <a:gd name="T22" fmla="*/ 42 w 61"/>
                <a:gd name="T23" fmla="*/ 59 h 60"/>
                <a:gd name="T24" fmla="*/ 30 w 61"/>
                <a:gd name="T25" fmla="*/ 60 h 60"/>
                <a:gd name="T26" fmla="*/ 19 w 61"/>
                <a:gd name="T27" fmla="*/ 59 h 60"/>
                <a:gd name="T28" fmla="*/ 9 w 61"/>
                <a:gd name="T29" fmla="*/ 52 h 60"/>
                <a:gd name="T30" fmla="*/ 2 w 61"/>
                <a:gd name="T31" fmla="*/ 41 h 60"/>
                <a:gd name="T32" fmla="*/ 0 w 61"/>
                <a:gd name="T33" fmla="*/ 3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61" h="60">
                  <a:moveTo>
                    <a:pt x="0" y="30"/>
                  </a:moveTo>
                  <a:lnTo>
                    <a:pt x="2" y="18"/>
                  </a:lnTo>
                  <a:lnTo>
                    <a:pt x="9" y="8"/>
                  </a:lnTo>
                  <a:lnTo>
                    <a:pt x="19" y="2"/>
                  </a:lnTo>
                  <a:lnTo>
                    <a:pt x="30" y="0"/>
                  </a:lnTo>
                  <a:lnTo>
                    <a:pt x="42" y="2"/>
                  </a:lnTo>
                  <a:lnTo>
                    <a:pt x="52" y="8"/>
                  </a:lnTo>
                  <a:lnTo>
                    <a:pt x="58" y="18"/>
                  </a:lnTo>
                  <a:lnTo>
                    <a:pt x="61" y="30"/>
                  </a:lnTo>
                  <a:lnTo>
                    <a:pt x="58" y="41"/>
                  </a:lnTo>
                  <a:lnTo>
                    <a:pt x="52" y="52"/>
                  </a:lnTo>
                  <a:lnTo>
                    <a:pt x="42" y="59"/>
                  </a:lnTo>
                  <a:lnTo>
                    <a:pt x="30" y="60"/>
                  </a:lnTo>
                  <a:lnTo>
                    <a:pt x="19" y="59"/>
                  </a:lnTo>
                  <a:lnTo>
                    <a:pt x="9" y="52"/>
                  </a:lnTo>
                  <a:lnTo>
                    <a:pt x="2" y="41"/>
                  </a:lnTo>
                  <a:lnTo>
                    <a:pt x="0" y="30"/>
                  </a:lnTo>
                  <a:close/>
                </a:path>
              </a:pathLst>
            </a:custGeom>
            <a:solidFill>
              <a:srgbClr val="FFFFFF"/>
            </a:solidFill>
            <a:ln w="28575">
              <a:solidFill>
                <a:srgbClr val="000000"/>
              </a:solidFill>
              <a:prstDash val="solid"/>
              <a:round/>
              <a:headEnd/>
              <a:tailEnd/>
            </a:ln>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163882" name="Line 1066"/>
            <p:cNvSpPr>
              <a:spLocks noChangeShapeType="1"/>
            </p:cNvSpPr>
            <p:nvPr/>
          </p:nvSpPr>
          <p:spPr bwMode="auto">
            <a:xfrm flipH="1">
              <a:off x="3645" y="1676"/>
              <a:ext cx="0" cy="374"/>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163885" name="Line 1069"/>
            <p:cNvSpPr>
              <a:spLocks noChangeShapeType="1"/>
            </p:cNvSpPr>
            <p:nvPr/>
          </p:nvSpPr>
          <p:spPr bwMode="auto">
            <a:xfrm flipH="1">
              <a:off x="1665" y="883"/>
              <a:ext cx="378" cy="1"/>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163886" name="Freeform 1070"/>
            <p:cNvSpPr>
              <a:spLocks/>
            </p:cNvSpPr>
            <p:nvPr/>
          </p:nvSpPr>
          <p:spPr bwMode="auto">
            <a:xfrm>
              <a:off x="1603" y="852"/>
              <a:ext cx="62" cy="61"/>
            </a:xfrm>
            <a:custGeom>
              <a:avLst/>
              <a:gdLst>
                <a:gd name="T0" fmla="*/ 0 w 62"/>
                <a:gd name="T1" fmla="*/ 31 h 61"/>
                <a:gd name="T2" fmla="*/ 3 w 62"/>
                <a:gd name="T3" fmla="*/ 19 h 61"/>
                <a:gd name="T4" fmla="*/ 10 w 62"/>
                <a:gd name="T5" fmla="*/ 9 h 61"/>
                <a:gd name="T6" fmla="*/ 19 w 62"/>
                <a:gd name="T7" fmla="*/ 3 h 61"/>
                <a:gd name="T8" fmla="*/ 30 w 62"/>
                <a:gd name="T9" fmla="*/ 0 h 61"/>
                <a:gd name="T10" fmla="*/ 43 w 62"/>
                <a:gd name="T11" fmla="*/ 3 h 61"/>
                <a:gd name="T12" fmla="*/ 52 w 62"/>
                <a:gd name="T13" fmla="*/ 9 h 61"/>
                <a:gd name="T14" fmla="*/ 59 w 62"/>
                <a:gd name="T15" fmla="*/ 19 h 61"/>
                <a:gd name="T16" fmla="*/ 62 w 62"/>
                <a:gd name="T17" fmla="*/ 31 h 61"/>
                <a:gd name="T18" fmla="*/ 59 w 62"/>
                <a:gd name="T19" fmla="*/ 42 h 61"/>
                <a:gd name="T20" fmla="*/ 52 w 62"/>
                <a:gd name="T21" fmla="*/ 52 h 61"/>
                <a:gd name="T22" fmla="*/ 43 w 62"/>
                <a:gd name="T23" fmla="*/ 59 h 61"/>
                <a:gd name="T24" fmla="*/ 30 w 62"/>
                <a:gd name="T25" fmla="*/ 61 h 61"/>
                <a:gd name="T26" fmla="*/ 19 w 62"/>
                <a:gd name="T27" fmla="*/ 59 h 61"/>
                <a:gd name="T28" fmla="*/ 10 w 62"/>
                <a:gd name="T29" fmla="*/ 52 h 61"/>
                <a:gd name="T30" fmla="*/ 3 w 62"/>
                <a:gd name="T31" fmla="*/ 42 h 61"/>
                <a:gd name="T32" fmla="*/ 0 w 62"/>
                <a:gd name="T33" fmla="*/ 31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62" h="61">
                  <a:moveTo>
                    <a:pt x="0" y="31"/>
                  </a:moveTo>
                  <a:lnTo>
                    <a:pt x="3" y="19"/>
                  </a:lnTo>
                  <a:lnTo>
                    <a:pt x="10" y="9"/>
                  </a:lnTo>
                  <a:lnTo>
                    <a:pt x="19" y="3"/>
                  </a:lnTo>
                  <a:lnTo>
                    <a:pt x="30" y="0"/>
                  </a:lnTo>
                  <a:lnTo>
                    <a:pt x="43" y="3"/>
                  </a:lnTo>
                  <a:lnTo>
                    <a:pt x="52" y="9"/>
                  </a:lnTo>
                  <a:lnTo>
                    <a:pt x="59" y="19"/>
                  </a:lnTo>
                  <a:lnTo>
                    <a:pt x="62" y="31"/>
                  </a:lnTo>
                  <a:lnTo>
                    <a:pt x="59" y="42"/>
                  </a:lnTo>
                  <a:lnTo>
                    <a:pt x="52" y="52"/>
                  </a:lnTo>
                  <a:lnTo>
                    <a:pt x="43" y="59"/>
                  </a:lnTo>
                  <a:lnTo>
                    <a:pt x="30" y="61"/>
                  </a:lnTo>
                  <a:lnTo>
                    <a:pt x="19" y="59"/>
                  </a:lnTo>
                  <a:lnTo>
                    <a:pt x="10" y="52"/>
                  </a:lnTo>
                  <a:lnTo>
                    <a:pt x="3" y="42"/>
                  </a:lnTo>
                  <a:lnTo>
                    <a:pt x="0" y="31"/>
                  </a:lnTo>
                  <a:close/>
                </a:path>
              </a:pathLst>
            </a:custGeom>
            <a:solidFill>
              <a:srgbClr val="FFFFFF"/>
            </a:solidFill>
            <a:ln w="28575">
              <a:solidFill>
                <a:srgbClr val="000000"/>
              </a:solidFill>
              <a:prstDash val="solid"/>
              <a:round/>
              <a:headEnd/>
              <a:tailEnd/>
            </a:ln>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163887" name="Freeform 1071"/>
            <p:cNvSpPr>
              <a:spLocks/>
            </p:cNvSpPr>
            <p:nvPr/>
          </p:nvSpPr>
          <p:spPr bwMode="auto">
            <a:xfrm>
              <a:off x="4049" y="852"/>
              <a:ext cx="60" cy="61"/>
            </a:xfrm>
            <a:custGeom>
              <a:avLst/>
              <a:gdLst>
                <a:gd name="T0" fmla="*/ 0 w 60"/>
                <a:gd name="T1" fmla="*/ 31 h 61"/>
                <a:gd name="T2" fmla="*/ 1 w 60"/>
                <a:gd name="T3" fmla="*/ 19 h 61"/>
                <a:gd name="T4" fmla="*/ 8 w 60"/>
                <a:gd name="T5" fmla="*/ 9 h 61"/>
                <a:gd name="T6" fmla="*/ 18 w 60"/>
                <a:gd name="T7" fmla="*/ 3 h 61"/>
                <a:gd name="T8" fmla="*/ 30 w 60"/>
                <a:gd name="T9" fmla="*/ 0 h 61"/>
                <a:gd name="T10" fmla="*/ 41 w 60"/>
                <a:gd name="T11" fmla="*/ 3 h 61"/>
                <a:gd name="T12" fmla="*/ 52 w 60"/>
                <a:gd name="T13" fmla="*/ 9 h 61"/>
                <a:gd name="T14" fmla="*/ 57 w 60"/>
                <a:gd name="T15" fmla="*/ 19 h 61"/>
                <a:gd name="T16" fmla="*/ 60 w 60"/>
                <a:gd name="T17" fmla="*/ 31 h 61"/>
                <a:gd name="T18" fmla="*/ 57 w 60"/>
                <a:gd name="T19" fmla="*/ 42 h 61"/>
                <a:gd name="T20" fmla="*/ 52 w 60"/>
                <a:gd name="T21" fmla="*/ 52 h 61"/>
                <a:gd name="T22" fmla="*/ 41 w 60"/>
                <a:gd name="T23" fmla="*/ 59 h 61"/>
                <a:gd name="T24" fmla="*/ 30 w 60"/>
                <a:gd name="T25" fmla="*/ 61 h 61"/>
                <a:gd name="T26" fmla="*/ 18 w 60"/>
                <a:gd name="T27" fmla="*/ 59 h 61"/>
                <a:gd name="T28" fmla="*/ 8 w 60"/>
                <a:gd name="T29" fmla="*/ 52 h 61"/>
                <a:gd name="T30" fmla="*/ 1 w 60"/>
                <a:gd name="T31" fmla="*/ 42 h 61"/>
                <a:gd name="T32" fmla="*/ 0 w 60"/>
                <a:gd name="T33" fmla="*/ 31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60" h="61">
                  <a:moveTo>
                    <a:pt x="0" y="31"/>
                  </a:moveTo>
                  <a:lnTo>
                    <a:pt x="1" y="19"/>
                  </a:lnTo>
                  <a:lnTo>
                    <a:pt x="8" y="9"/>
                  </a:lnTo>
                  <a:lnTo>
                    <a:pt x="18" y="3"/>
                  </a:lnTo>
                  <a:lnTo>
                    <a:pt x="30" y="0"/>
                  </a:lnTo>
                  <a:lnTo>
                    <a:pt x="41" y="3"/>
                  </a:lnTo>
                  <a:lnTo>
                    <a:pt x="52" y="9"/>
                  </a:lnTo>
                  <a:lnTo>
                    <a:pt x="57" y="19"/>
                  </a:lnTo>
                  <a:lnTo>
                    <a:pt x="60" y="31"/>
                  </a:lnTo>
                  <a:lnTo>
                    <a:pt x="57" y="42"/>
                  </a:lnTo>
                  <a:lnTo>
                    <a:pt x="52" y="52"/>
                  </a:lnTo>
                  <a:lnTo>
                    <a:pt x="41" y="59"/>
                  </a:lnTo>
                  <a:lnTo>
                    <a:pt x="30" y="61"/>
                  </a:lnTo>
                  <a:lnTo>
                    <a:pt x="18" y="59"/>
                  </a:lnTo>
                  <a:lnTo>
                    <a:pt x="8" y="52"/>
                  </a:lnTo>
                  <a:lnTo>
                    <a:pt x="1" y="42"/>
                  </a:lnTo>
                  <a:lnTo>
                    <a:pt x="0" y="31"/>
                  </a:lnTo>
                  <a:close/>
                </a:path>
              </a:pathLst>
            </a:custGeom>
            <a:solidFill>
              <a:srgbClr val="FFFFFF"/>
            </a:solidFill>
            <a:ln w="28575">
              <a:solidFill>
                <a:srgbClr val="000000"/>
              </a:solidFill>
              <a:prstDash val="solid"/>
              <a:round/>
              <a:headEnd/>
              <a:tailEnd/>
            </a:ln>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163889" name="Freeform 1073"/>
            <p:cNvSpPr>
              <a:spLocks/>
            </p:cNvSpPr>
            <p:nvPr/>
          </p:nvSpPr>
          <p:spPr bwMode="auto">
            <a:xfrm>
              <a:off x="4049" y="2802"/>
              <a:ext cx="60" cy="60"/>
            </a:xfrm>
            <a:custGeom>
              <a:avLst/>
              <a:gdLst>
                <a:gd name="T0" fmla="*/ 0 w 60"/>
                <a:gd name="T1" fmla="*/ 30 h 60"/>
                <a:gd name="T2" fmla="*/ 1 w 60"/>
                <a:gd name="T3" fmla="*/ 18 h 60"/>
                <a:gd name="T4" fmla="*/ 8 w 60"/>
                <a:gd name="T5" fmla="*/ 8 h 60"/>
                <a:gd name="T6" fmla="*/ 18 w 60"/>
                <a:gd name="T7" fmla="*/ 3 h 60"/>
                <a:gd name="T8" fmla="*/ 30 w 60"/>
                <a:gd name="T9" fmla="*/ 0 h 60"/>
                <a:gd name="T10" fmla="*/ 41 w 60"/>
                <a:gd name="T11" fmla="*/ 3 h 60"/>
                <a:gd name="T12" fmla="*/ 52 w 60"/>
                <a:gd name="T13" fmla="*/ 8 h 60"/>
                <a:gd name="T14" fmla="*/ 57 w 60"/>
                <a:gd name="T15" fmla="*/ 18 h 60"/>
                <a:gd name="T16" fmla="*/ 60 w 60"/>
                <a:gd name="T17" fmla="*/ 30 h 60"/>
                <a:gd name="T18" fmla="*/ 57 w 60"/>
                <a:gd name="T19" fmla="*/ 41 h 60"/>
                <a:gd name="T20" fmla="*/ 52 w 60"/>
                <a:gd name="T21" fmla="*/ 52 h 60"/>
                <a:gd name="T22" fmla="*/ 41 w 60"/>
                <a:gd name="T23" fmla="*/ 59 h 60"/>
                <a:gd name="T24" fmla="*/ 30 w 60"/>
                <a:gd name="T25" fmla="*/ 60 h 60"/>
                <a:gd name="T26" fmla="*/ 18 w 60"/>
                <a:gd name="T27" fmla="*/ 59 h 60"/>
                <a:gd name="T28" fmla="*/ 8 w 60"/>
                <a:gd name="T29" fmla="*/ 52 h 60"/>
                <a:gd name="T30" fmla="*/ 1 w 60"/>
                <a:gd name="T31" fmla="*/ 41 h 60"/>
                <a:gd name="T32" fmla="*/ 0 w 60"/>
                <a:gd name="T33" fmla="*/ 3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60" h="60">
                  <a:moveTo>
                    <a:pt x="0" y="30"/>
                  </a:moveTo>
                  <a:lnTo>
                    <a:pt x="1" y="18"/>
                  </a:lnTo>
                  <a:lnTo>
                    <a:pt x="8" y="8"/>
                  </a:lnTo>
                  <a:lnTo>
                    <a:pt x="18" y="3"/>
                  </a:lnTo>
                  <a:lnTo>
                    <a:pt x="30" y="0"/>
                  </a:lnTo>
                  <a:lnTo>
                    <a:pt x="41" y="3"/>
                  </a:lnTo>
                  <a:lnTo>
                    <a:pt x="52" y="8"/>
                  </a:lnTo>
                  <a:lnTo>
                    <a:pt x="57" y="18"/>
                  </a:lnTo>
                  <a:lnTo>
                    <a:pt x="60" y="30"/>
                  </a:lnTo>
                  <a:lnTo>
                    <a:pt x="57" y="41"/>
                  </a:lnTo>
                  <a:lnTo>
                    <a:pt x="52" y="52"/>
                  </a:lnTo>
                  <a:lnTo>
                    <a:pt x="41" y="59"/>
                  </a:lnTo>
                  <a:lnTo>
                    <a:pt x="30" y="60"/>
                  </a:lnTo>
                  <a:lnTo>
                    <a:pt x="18" y="59"/>
                  </a:lnTo>
                  <a:lnTo>
                    <a:pt x="8" y="52"/>
                  </a:lnTo>
                  <a:lnTo>
                    <a:pt x="1" y="41"/>
                  </a:lnTo>
                  <a:lnTo>
                    <a:pt x="0" y="30"/>
                  </a:lnTo>
                  <a:close/>
                </a:path>
              </a:pathLst>
            </a:custGeom>
            <a:solidFill>
              <a:srgbClr val="FFFFFF"/>
            </a:solidFill>
            <a:ln w="28575">
              <a:solidFill>
                <a:srgbClr val="000000"/>
              </a:solidFill>
              <a:prstDash val="solid"/>
              <a:round/>
              <a:headEnd/>
              <a:tailEnd/>
            </a:ln>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163891" name="Freeform 1075"/>
            <p:cNvSpPr>
              <a:spLocks/>
            </p:cNvSpPr>
            <p:nvPr/>
          </p:nvSpPr>
          <p:spPr bwMode="auto">
            <a:xfrm>
              <a:off x="1603" y="2802"/>
              <a:ext cx="62" cy="60"/>
            </a:xfrm>
            <a:custGeom>
              <a:avLst/>
              <a:gdLst>
                <a:gd name="T0" fmla="*/ 0 w 62"/>
                <a:gd name="T1" fmla="*/ 30 h 60"/>
                <a:gd name="T2" fmla="*/ 3 w 62"/>
                <a:gd name="T3" fmla="*/ 18 h 60"/>
                <a:gd name="T4" fmla="*/ 10 w 62"/>
                <a:gd name="T5" fmla="*/ 8 h 60"/>
                <a:gd name="T6" fmla="*/ 19 w 62"/>
                <a:gd name="T7" fmla="*/ 3 h 60"/>
                <a:gd name="T8" fmla="*/ 30 w 62"/>
                <a:gd name="T9" fmla="*/ 0 h 60"/>
                <a:gd name="T10" fmla="*/ 43 w 62"/>
                <a:gd name="T11" fmla="*/ 3 h 60"/>
                <a:gd name="T12" fmla="*/ 52 w 62"/>
                <a:gd name="T13" fmla="*/ 8 h 60"/>
                <a:gd name="T14" fmla="*/ 59 w 62"/>
                <a:gd name="T15" fmla="*/ 18 h 60"/>
                <a:gd name="T16" fmla="*/ 62 w 62"/>
                <a:gd name="T17" fmla="*/ 30 h 60"/>
                <a:gd name="T18" fmla="*/ 59 w 62"/>
                <a:gd name="T19" fmla="*/ 41 h 60"/>
                <a:gd name="T20" fmla="*/ 52 w 62"/>
                <a:gd name="T21" fmla="*/ 52 h 60"/>
                <a:gd name="T22" fmla="*/ 43 w 62"/>
                <a:gd name="T23" fmla="*/ 59 h 60"/>
                <a:gd name="T24" fmla="*/ 30 w 62"/>
                <a:gd name="T25" fmla="*/ 60 h 60"/>
                <a:gd name="T26" fmla="*/ 19 w 62"/>
                <a:gd name="T27" fmla="*/ 59 h 60"/>
                <a:gd name="T28" fmla="*/ 10 w 62"/>
                <a:gd name="T29" fmla="*/ 52 h 60"/>
                <a:gd name="T30" fmla="*/ 3 w 62"/>
                <a:gd name="T31" fmla="*/ 41 h 60"/>
                <a:gd name="T32" fmla="*/ 0 w 62"/>
                <a:gd name="T33" fmla="*/ 3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62" h="60">
                  <a:moveTo>
                    <a:pt x="0" y="30"/>
                  </a:moveTo>
                  <a:lnTo>
                    <a:pt x="3" y="18"/>
                  </a:lnTo>
                  <a:lnTo>
                    <a:pt x="10" y="8"/>
                  </a:lnTo>
                  <a:lnTo>
                    <a:pt x="19" y="3"/>
                  </a:lnTo>
                  <a:lnTo>
                    <a:pt x="30" y="0"/>
                  </a:lnTo>
                  <a:lnTo>
                    <a:pt x="43" y="3"/>
                  </a:lnTo>
                  <a:lnTo>
                    <a:pt x="52" y="8"/>
                  </a:lnTo>
                  <a:lnTo>
                    <a:pt x="59" y="18"/>
                  </a:lnTo>
                  <a:lnTo>
                    <a:pt x="62" y="30"/>
                  </a:lnTo>
                  <a:lnTo>
                    <a:pt x="59" y="41"/>
                  </a:lnTo>
                  <a:lnTo>
                    <a:pt x="52" y="52"/>
                  </a:lnTo>
                  <a:lnTo>
                    <a:pt x="43" y="59"/>
                  </a:lnTo>
                  <a:lnTo>
                    <a:pt x="30" y="60"/>
                  </a:lnTo>
                  <a:lnTo>
                    <a:pt x="19" y="59"/>
                  </a:lnTo>
                  <a:lnTo>
                    <a:pt x="10" y="52"/>
                  </a:lnTo>
                  <a:lnTo>
                    <a:pt x="3" y="41"/>
                  </a:lnTo>
                  <a:lnTo>
                    <a:pt x="0" y="30"/>
                  </a:lnTo>
                  <a:close/>
                </a:path>
              </a:pathLst>
            </a:custGeom>
            <a:solidFill>
              <a:srgbClr val="FFFFFF"/>
            </a:solidFill>
            <a:ln w="28575">
              <a:solidFill>
                <a:srgbClr val="000000"/>
              </a:solidFill>
              <a:prstDash val="solid"/>
              <a:round/>
              <a:headEnd/>
              <a:tailEnd/>
            </a:ln>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graphicFrame>
          <p:nvGraphicFramePr>
            <p:cNvPr id="163892" name="Object 1076"/>
            <p:cNvGraphicFramePr>
              <a:graphicFrameLocks noChangeAspect="1"/>
            </p:cNvGraphicFramePr>
            <p:nvPr/>
          </p:nvGraphicFramePr>
          <p:xfrm>
            <a:off x="3828" y="1668"/>
            <a:ext cx="120" cy="264"/>
          </p:xfrm>
          <a:graphic>
            <a:graphicData uri="http://schemas.openxmlformats.org/presentationml/2006/ole">
              <mc:AlternateContent xmlns:mc="http://schemas.openxmlformats.org/markup-compatibility/2006">
                <mc:Choice xmlns:v="urn:schemas-microsoft-com:vml" Requires="v">
                  <p:oleObj spid="_x0000_s238605" name="公式" r:id="rId5" imgW="190440" imgH="419040" progId="Equation.3">
                    <p:embed/>
                  </p:oleObj>
                </mc:Choice>
                <mc:Fallback>
                  <p:oleObj name="公式" r:id="rId5" imgW="190440" imgH="419040" progId="Equation.3">
                    <p:embed/>
                    <p:pic>
                      <p:nvPicPr>
                        <p:cNvPr id="163892" name="Object 107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28" y="1668"/>
                          <a:ext cx="120" cy="26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3896" name="Object 1080"/>
            <p:cNvGraphicFramePr>
              <a:graphicFrameLocks noChangeAspect="1"/>
            </p:cNvGraphicFramePr>
            <p:nvPr/>
          </p:nvGraphicFramePr>
          <p:xfrm>
            <a:off x="2644" y="956"/>
            <a:ext cx="411" cy="334"/>
          </p:xfrm>
          <a:graphic>
            <a:graphicData uri="http://schemas.openxmlformats.org/presentationml/2006/ole">
              <mc:AlternateContent xmlns:mc="http://schemas.openxmlformats.org/markup-compatibility/2006">
                <mc:Choice xmlns:v="urn:schemas-microsoft-com:vml" Requires="v">
                  <p:oleObj spid="_x0000_s238606" name="Equation" r:id="rId7" imgW="203040" imgH="164880" progId="Equation.3">
                    <p:embed/>
                  </p:oleObj>
                </mc:Choice>
                <mc:Fallback>
                  <p:oleObj name="Equation" r:id="rId7" imgW="203040" imgH="164880" progId="Equation.3">
                    <p:embed/>
                    <p:pic>
                      <p:nvPicPr>
                        <p:cNvPr id="163896" name="Object 108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644" y="956"/>
                          <a:ext cx="411" cy="33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3897" name="Object 1081"/>
            <p:cNvGraphicFramePr>
              <a:graphicFrameLocks noChangeAspect="1"/>
            </p:cNvGraphicFramePr>
            <p:nvPr/>
          </p:nvGraphicFramePr>
          <p:xfrm>
            <a:off x="2631" y="2444"/>
            <a:ext cx="437" cy="334"/>
          </p:xfrm>
          <a:graphic>
            <a:graphicData uri="http://schemas.openxmlformats.org/presentationml/2006/ole">
              <mc:AlternateContent xmlns:mc="http://schemas.openxmlformats.org/markup-compatibility/2006">
                <mc:Choice xmlns:v="urn:schemas-microsoft-com:vml" Requires="v">
                  <p:oleObj spid="_x0000_s238607" name="Equation" r:id="rId9" imgW="215640" imgH="164880" progId="Equation.3">
                    <p:embed/>
                  </p:oleObj>
                </mc:Choice>
                <mc:Fallback>
                  <p:oleObj name="Equation" r:id="rId9" imgW="215640" imgH="164880" progId="Equation.3">
                    <p:embed/>
                    <p:pic>
                      <p:nvPicPr>
                        <p:cNvPr id="163897" name="Object 108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631" y="2444"/>
                          <a:ext cx="437" cy="33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63898" name="Line 1082"/>
            <p:cNvSpPr>
              <a:spLocks noChangeShapeType="1"/>
            </p:cNvSpPr>
            <p:nvPr/>
          </p:nvSpPr>
          <p:spPr bwMode="auto">
            <a:xfrm flipH="1">
              <a:off x="2071" y="1676"/>
              <a:ext cx="0" cy="374"/>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163899" name="Rectangle 1083"/>
            <p:cNvSpPr>
              <a:spLocks noChangeArrowheads="1"/>
            </p:cNvSpPr>
            <p:nvPr/>
          </p:nvSpPr>
          <p:spPr bwMode="auto">
            <a:xfrm>
              <a:off x="1805" y="624"/>
              <a:ext cx="2035" cy="2438"/>
            </a:xfrm>
            <a:prstGeom prst="rect">
              <a:avLst/>
            </a:prstGeom>
            <a:noFill/>
            <a:ln w="19050">
              <a:solidFill>
                <a:srgbClr val="CC0000"/>
              </a:solidFill>
              <a:prstDash val="dash"/>
              <a:miter lim="800000"/>
              <a:headEnd/>
              <a:tailEnd type="none" w="med" len="lg"/>
            </a:ln>
            <a:effectLst/>
            <a:extLst>
              <a:ext uri="{909E8E84-426E-40DD-AFC4-6F175D3DCCD1}">
                <a14:hiddenFill xmlns:a14="http://schemas.microsoft.com/office/drawing/2010/main">
                  <a:solidFill>
                    <a:srgbClr val="FFFFCC">
                      <a:alpha val="50000"/>
                    </a:srgbClr>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163900" name="Text Box 1084"/>
            <p:cNvSpPr txBox="1">
              <a:spLocks noChangeArrowheads="1"/>
            </p:cNvSpPr>
            <p:nvPr/>
          </p:nvSpPr>
          <p:spPr bwMode="auto">
            <a:xfrm>
              <a:off x="1897" y="2294"/>
              <a:ext cx="432" cy="404"/>
            </a:xfrm>
            <a:prstGeom prst="rect">
              <a:avLst/>
            </a:prstGeom>
            <a:noFill/>
            <a:ln>
              <a:noFill/>
            </a:ln>
            <a:effectLst/>
            <a:extLst>
              <a:ext uri="{909E8E84-426E-40DD-AFC4-6F175D3DCCD1}">
                <a14:hiddenFill xmlns:a14="http://schemas.microsoft.com/office/drawing/2010/main">
                  <a:solidFill>
                    <a:srgbClr val="FFFFCC">
                      <a:alpha val="50000"/>
                    </a:srgbClr>
                  </a:solidFill>
                </a14:hiddenFill>
              </a:ext>
              <a:ext uri="{91240B29-F687-4F45-9708-019B960494DF}">
                <a14:hiddenLine xmlns:a14="http://schemas.microsoft.com/office/drawing/2010/main" w="19050">
                  <a:solidFill>
                    <a:schemeClr val="tx1"/>
                  </a:solidFill>
                  <a:miter lim="800000"/>
                  <a:headEnd/>
                  <a:tailEnd type="none" w="med"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1" lang="en-US" altLang="zh-CN" sz="3600" b="1" i="1" u="none" strike="noStrike" kern="1200" cap="none" spc="0" normalizeH="0" baseline="0" noProof="0" smtClean="0">
                  <a:ln>
                    <a:noFill/>
                  </a:ln>
                  <a:solidFill>
                    <a:srgbClr val="CC0000"/>
                  </a:solidFill>
                  <a:effectLst/>
                  <a:uLnTx/>
                  <a:uFillTx/>
                  <a:latin typeface="宋体" panose="02010600030101010101" pitchFamily="2" charset="-122"/>
                  <a:ea typeface="宋体" panose="02010600030101010101" pitchFamily="2" charset="-122"/>
                  <a:cs typeface="+mn-cs"/>
                </a:rPr>
                <a:t>Z</a:t>
              </a:r>
            </a:p>
          </p:txBody>
        </p:sp>
      </p:grpSp>
      <p:sp>
        <p:nvSpPr>
          <p:cNvPr id="163901" name="Text Box 1085"/>
          <p:cNvSpPr txBox="1">
            <a:spLocks noChangeArrowheads="1"/>
          </p:cNvSpPr>
          <p:nvPr/>
        </p:nvSpPr>
        <p:spPr bwMode="auto">
          <a:xfrm>
            <a:off x="747713" y="5262563"/>
            <a:ext cx="180975" cy="457200"/>
          </a:xfrm>
          <a:prstGeom prst="rect">
            <a:avLst/>
          </a:prstGeom>
          <a:noFill/>
          <a:ln>
            <a:noFill/>
          </a:ln>
          <a:effectLst/>
          <a:extLst>
            <a:ext uri="{909E8E84-426E-40DD-AFC4-6F175D3DCCD1}">
              <a14:hiddenFill xmlns:a14="http://schemas.microsoft.com/office/drawing/2010/main">
                <a:solidFill>
                  <a:srgbClr val="FFFFCC">
                    <a:alpha val="50000"/>
                  </a:srgbClr>
                </a:solidFill>
              </a14:hiddenFill>
            </a:ext>
            <a:ext uri="{91240B29-F687-4F45-9708-019B960494DF}">
              <a14:hiddenLine xmlns:a14="http://schemas.microsoft.com/office/drawing/2010/main" w="19050">
                <a:solidFill>
                  <a:schemeClr val="tx1"/>
                </a:solidFill>
                <a:miter lim="800000"/>
                <a:headEnd/>
                <a:tailEnd type="none" w="med"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zh-CN" sz="2400" b="0"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graphicFrame>
        <p:nvGraphicFramePr>
          <p:cNvPr id="163902" name="Object 1086"/>
          <p:cNvGraphicFramePr>
            <a:graphicFrameLocks noChangeAspect="1"/>
          </p:cNvGraphicFramePr>
          <p:nvPr/>
        </p:nvGraphicFramePr>
        <p:xfrm>
          <a:off x="1038225" y="5603875"/>
          <a:ext cx="2460625" cy="515938"/>
        </p:xfrm>
        <a:graphic>
          <a:graphicData uri="http://schemas.openxmlformats.org/presentationml/2006/ole">
            <mc:AlternateContent xmlns:mc="http://schemas.openxmlformats.org/markup-compatibility/2006">
              <mc:Choice xmlns:v="urn:schemas-microsoft-com:vml" Requires="v">
                <p:oleObj spid="_x0000_s238608" name="Equation" r:id="rId11" imgW="787320" imgH="164880" progId="Equation.3">
                  <p:embed/>
                </p:oleObj>
              </mc:Choice>
              <mc:Fallback>
                <p:oleObj name="Equation" r:id="rId11" imgW="787320" imgH="164880" progId="Equation.3">
                  <p:embed/>
                  <p:pic>
                    <p:nvPicPr>
                      <p:cNvPr id="163902" name="Object 108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038225" y="5603875"/>
                        <a:ext cx="2460625" cy="5159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318394686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63903"/>
                                        </p:tgtEl>
                                        <p:attrNameLst>
                                          <p:attrName>style.visibility</p:attrName>
                                        </p:attrNameLst>
                                      </p:cBhvr>
                                      <p:to>
                                        <p:strVal val="visible"/>
                                      </p:to>
                                    </p:set>
                                    <p:animEffect transition="in" filter="wipe(left)">
                                      <p:cBhvr>
                                        <p:cTn id="7" dur="500"/>
                                        <p:tgtEl>
                                          <p:spTgt spid="16390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163843">
                                            <p:txEl>
                                              <p:pRg st="0" end="0"/>
                                            </p:txEl>
                                          </p:spTgt>
                                        </p:tgtEl>
                                        <p:attrNameLst>
                                          <p:attrName>style.visibility</p:attrName>
                                        </p:attrNameLst>
                                      </p:cBhvr>
                                      <p:to>
                                        <p:strVal val="visible"/>
                                      </p:to>
                                    </p:set>
                                    <p:animEffect transition="in" filter="box(out)">
                                      <p:cBhvr>
                                        <p:cTn id="12" dur="500"/>
                                        <p:tgtEl>
                                          <p:spTgt spid="163843">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63902"/>
                                        </p:tgtEl>
                                        <p:attrNameLst>
                                          <p:attrName>style.visibility</p:attrName>
                                        </p:attrNameLst>
                                      </p:cBhvr>
                                      <p:to>
                                        <p:strVal val="visible"/>
                                      </p:to>
                                    </p:set>
                                    <p:animEffect transition="in" filter="wipe(left)">
                                      <p:cBhvr>
                                        <p:cTn id="17" dur="500"/>
                                        <p:tgtEl>
                                          <p:spTgt spid="1639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43" grpId="0" build="p" autoUpdateAnimBg="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Text Box 2"/>
          <p:cNvSpPr txBox="1">
            <a:spLocks noChangeArrowheads="1"/>
          </p:cNvSpPr>
          <p:nvPr/>
        </p:nvSpPr>
        <p:spPr bwMode="auto">
          <a:xfrm>
            <a:off x="381000" y="152400"/>
            <a:ext cx="6276975"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400" b="1" i="0" u="none" strike="noStrike" kern="1200" cap="none" spc="0" normalizeH="0" baseline="0" noProof="0" dirty="0" smtClean="0">
                <a:ln>
                  <a:noFill/>
                </a:ln>
                <a:solidFill>
                  <a:srgbClr val="CC0066"/>
                </a:solidFill>
                <a:effectLst/>
                <a:uLnTx/>
                <a:uFillTx/>
                <a:latin typeface="Times New Roman" panose="02020603050405020304" pitchFamily="18" charset="0"/>
                <a:ea typeface="宋体" panose="02010600030101010101" pitchFamily="2" charset="-122"/>
                <a:cs typeface="+mn-cs"/>
              </a:rPr>
              <a:t>三、并联：</a:t>
            </a:r>
            <a:r>
              <a:rPr kumimoji="1" lang="zh-CN" altLang="en-US" sz="2400" b="1" i="0" u="none" strike="noStrike" kern="120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cs typeface="+mn-cs"/>
              </a:rPr>
              <a:t>输入端口并联，输出端口并联         </a:t>
            </a:r>
          </a:p>
        </p:txBody>
      </p:sp>
      <p:grpSp>
        <p:nvGrpSpPr>
          <p:cNvPr id="56323" name="Group 3"/>
          <p:cNvGrpSpPr>
            <a:grpSpLocks/>
          </p:cNvGrpSpPr>
          <p:nvPr/>
        </p:nvGrpSpPr>
        <p:grpSpPr bwMode="auto">
          <a:xfrm>
            <a:off x="5610225" y="1352550"/>
            <a:ext cx="1706563" cy="1638300"/>
            <a:chOff x="3534" y="852"/>
            <a:chExt cx="1075" cy="1032"/>
          </a:xfrm>
        </p:grpSpPr>
        <p:sp>
          <p:nvSpPr>
            <p:cNvPr id="56324" name="Line 4"/>
            <p:cNvSpPr>
              <a:spLocks noChangeShapeType="1"/>
            </p:cNvSpPr>
            <p:nvPr/>
          </p:nvSpPr>
          <p:spPr bwMode="auto">
            <a:xfrm>
              <a:off x="3990" y="1381"/>
              <a:ext cx="556" cy="1"/>
            </a:xfrm>
            <a:prstGeom prst="line">
              <a:avLst/>
            </a:prstGeom>
            <a:noFill/>
            <a:ln w="19050">
              <a:solidFill>
                <a:srgbClr val="FF33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56325" name="Oval 5"/>
            <p:cNvSpPr>
              <a:spLocks noChangeArrowheads="1"/>
            </p:cNvSpPr>
            <p:nvPr/>
          </p:nvSpPr>
          <p:spPr bwMode="auto">
            <a:xfrm>
              <a:off x="4541" y="1342"/>
              <a:ext cx="68" cy="68"/>
            </a:xfrm>
            <a:prstGeom prst="ellipse">
              <a:avLst/>
            </a:prstGeom>
            <a:noFill/>
            <a:ln w="19050">
              <a:solidFill>
                <a:srgbClr val="FF33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56326" name="Freeform 6"/>
            <p:cNvSpPr>
              <a:spLocks/>
            </p:cNvSpPr>
            <p:nvPr/>
          </p:nvSpPr>
          <p:spPr bwMode="auto">
            <a:xfrm>
              <a:off x="3534" y="852"/>
              <a:ext cx="468" cy="1032"/>
            </a:xfrm>
            <a:custGeom>
              <a:avLst/>
              <a:gdLst>
                <a:gd name="T0" fmla="*/ 0 w 468"/>
                <a:gd name="T1" fmla="*/ 0 h 1032"/>
                <a:gd name="T2" fmla="*/ 468 w 468"/>
                <a:gd name="T3" fmla="*/ 522 h 1032"/>
                <a:gd name="T4" fmla="*/ 24 w 468"/>
                <a:gd name="T5" fmla="*/ 1032 h 1032"/>
              </a:gdLst>
              <a:ahLst/>
              <a:cxnLst>
                <a:cxn ang="0">
                  <a:pos x="T0" y="T1"/>
                </a:cxn>
                <a:cxn ang="0">
                  <a:pos x="T2" y="T3"/>
                </a:cxn>
                <a:cxn ang="0">
                  <a:pos x="T4" y="T5"/>
                </a:cxn>
              </a:cxnLst>
              <a:rect l="0" t="0" r="r" b="b"/>
              <a:pathLst>
                <a:path w="468" h="1032">
                  <a:moveTo>
                    <a:pt x="0" y="0"/>
                  </a:moveTo>
                  <a:lnTo>
                    <a:pt x="468" y="522"/>
                  </a:lnTo>
                  <a:lnTo>
                    <a:pt x="24" y="1032"/>
                  </a:lnTo>
                </a:path>
              </a:pathLst>
            </a:custGeom>
            <a:noFill/>
            <a:ln w="19050" cap="flat" cmpd="sng">
              <a:solidFill>
                <a:srgbClr val="FF33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grpSp>
      <p:grpSp>
        <p:nvGrpSpPr>
          <p:cNvPr id="56327" name="Group 7"/>
          <p:cNvGrpSpPr>
            <a:grpSpLocks/>
          </p:cNvGrpSpPr>
          <p:nvPr/>
        </p:nvGrpSpPr>
        <p:grpSpPr bwMode="auto">
          <a:xfrm>
            <a:off x="5610225" y="2266950"/>
            <a:ext cx="1716088" cy="1638300"/>
            <a:chOff x="3534" y="1428"/>
            <a:chExt cx="1081" cy="1032"/>
          </a:xfrm>
        </p:grpSpPr>
        <p:sp>
          <p:nvSpPr>
            <p:cNvPr id="56328" name="Line 8"/>
            <p:cNvSpPr>
              <a:spLocks noChangeShapeType="1"/>
            </p:cNvSpPr>
            <p:nvPr/>
          </p:nvSpPr>
          <p:spPr bwMode="auto">
            <a:xfrm>
              <a:off x="3994" y="1962"/>
              <a:ext cx="550" cy="1"/>
            </a:xfrm>
            <a:prstGeom prst="line">
              <a:avLst/>
            </a:prstGeom>
            <a:noFill/>
            <a:ln w="19050">
              <a:solidFill>
                <a:srgbClr val="FF33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56329" name="Oval 9"/>
            <p:cNvSpPr>
              <a:spLocks noChangeArrowheads="1"/>
            </p:cNvSpPr>
            <p:nvPr/>
          </p:nvSpPr>
          <p:spPr bwMode="auto">
            <a:xfrm>
              <a:off x="4547" y="1924"/>
              <a:ext cx="68" cy="68"/>
            </a:xfrm>
            <a:prstGeom prst="ellipse">
              <a:avLst/>
            </a:prstGeom>
            <a:noFill/>
            <a:ln w="19050">
              <a:solidFill>
                <a:srgbClr val="FF33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56330" name="Freeform 10"/>
            <p:cNvSpPr>
              <a:spLocks/>
            </p:cNvSpPr>
            <p:nvPr/>
          </p:nvSpPr>
          <p:spPr bwMode="auto">
            <a:xfrm>
              <a:off x="3534" y="1428"/>
              <a:ext cx="468" cy="1032"/>
            </a:xfrm>
            <a:custGeom>
              <a:avLst/>
              <a:gdLst>
                <a:gd name="T0" fmla="*/ 0 w 468"/>
                <a:gd name="T1" fmla="*/ 0 h 1032"/>
                <a:gd name="T2" fmla="*/ 468 w 468"/>
                <a:gd name="T3" fmla="*/ 522 h 1032"/>
                <a:gd name="T4" fmla="*/ 24 w 468"/>
                <a:gd name="T5" fmla="*/ 1032 h 1032"/>
              </a:gdLst>
              <a:ahLst/>
              <a:cxnLst>
                <a:cxn ang="0">
                  <a:pos x="T0" y="T1"/>
                </a:cxn>
                <a:cxn ang="0">
                  <a:pos x="T2" y="T3"/>
                </a:cxn>
                <a:cxn ang="0">
                  <a:pos x="T4" y="T5"/>
                </a:cxn>
              </a:cxnLst>
              <a:rect l="0" t="0" r="r" b="b"/>
              <a:pathLst>
                <a:path w="468" h="1032">
                  <a:moveTo>
                    <a:pt x="0" y="0"/>
                  </a:moveTo>
                  <a:lnTo>
                    <a:pt x="468" y="522"/>
                  </a:lnTo>
                  <a:lnTo>
                    <a:pt x="24" y="1032"/>
                  </a:lnTo>
                </a:path>
              </a:pathLst>
            </a:custGeom>
            <a:noFill/>
            <a:ln w="19050" cap="flat" cmpd="sng">
              <a:solidFill>
                <a:srgbClr val="FF33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grpSp>
      <p:grpSp>
        <p:nvGrpSpPr>
          <p:cNvPr id="56331" name="Group 11"/>
          <p:cNvGrpSpPr>
            <a:grpSpLocks/>
          </p:cNvGrpSpPr>
          <p:nvPr/>
        </p:nvGrpSpPr>
        <p:grpSpPr bwMode="auto">
          <a:xfrm>
            <a:off x="1238250" y="1333500"/>
            <a:ext cx="1733550" cy="1628775"/>
            <a:chOff x="780" y="840"/>
            <a:chExt cx="1092" cy="1026"/>
          </a:xfrm>
        </p:grpSpPr>
        <p:sp>
          <p:nvSpPr>
            <p:cNvPr id="56332" name="Line 12"/>
            <p:cNvSpPr>
              <a:spLocks noChangeShapeType="1"/>
            </p:cNvSpPr>
            <p:nvPr/>
          </p:nvSpPr>
          <p:spPr bwMode="auto">
            <a:xfrm>
              <a:off x="854" y="1361"/>
              <a:ext cx="574" cy="1"/>
            </a:xfrm>
            <a:prstGeom prst="line">
              <a:avLst/>
            </a:prstGeom>
            <a:noFill/>
            <a:ln w="19050">
              <a:solidFill>
                <a:srgbClr val="FF33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56333" name="Oval 13"/>
            <p:cNvSpPr>
              <a:spLocks noChangeArrowheads="1"/>
            </p:cNvSpPr>
            <p:nvPr/>
          </p:nvSpPr>
          <p:spPr bwMode="auto">
            <a:xfrm>
              <a:off x="780" y="1324"/>
              <a:ext cx="68" cy="68"/>
            </a:xfrm>
            <a:prstGeom prst="ellipse">
              <a:avLst/>
            </a:prstGeom>
            <a:noFill/>
            <a:ln w="19050">
              <a:solidFill>
                <a:srgbClr val="FF33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56334" name="Freeform 14"/>
            <p:cNvSpPr>
              <a:spLocks/>
            </p:cNvSpPr>
            <p:nvPr/>
          </p:nvSpPr>
          <p:spPr bwMode="auto">
            <a:xfrm>
              <a:off x="1404" y="840"/>
              <a:ext cx="468" cy="1026"/>
            </a:xfrm>
            <a:custGeom>
              <a:avLst/>
              <a:gdLst>
                <a:gd name="T0" fmla="*/ 468 w 468"/>
                <a:gd name="T1" fmla="*/ 0 h 1026"/>
                <a:gd name="T2" fmla="*/ 0 w 468"/>
                <a:gd name="T3" fmla="*/ 522 h 1026"/>
                <a:gd name="T4" fmla="*/ 462 w 468"/>
                <a:gd name="T5" fmla="*/ 1026 h 1026"/>
              </a:gdLst>
              <a:ahLst/>
              <a:cxnLst>
                <a:cxn ang="0">
                  <a:pos x="T0" y="T1"/>
                </a:cxn>
                <a:cxn ang="0">
                  <a:pos x="T2" y="T3"/>
                </a:cxn>
                <a:cxn ang="0">
                  <a:pos x="T4" y="T5"/>
                </a:cxn>
              </a:cxnLst>
              <a:rect l="0" t="0" r="r" b="b"/>
              <a:pathLst>
                <a:path w="468" h="1026">
                  <a:moveTo>
                    <a:pt x="468" y="0"/>
                  </a:moveTo>
                  <a:lnTo>
                    <a:pt x="0" y="522"/>
                  </a:lnTo>
                  <a:lnTo>
                    <a:pt x="462" y="1026"/>
                  </a:lnTo>
                </a:path>
              </a:pathLst>
            </a:custGeom>
            <a:noFill/>
            <a:ln w="19050" cap="flat" cmpd="sng">
              <a:solidFill>
                <a:srgbClr val="FF33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grpSp>
      <p:grpSp>
        <p:nvGrpSpPr>
          <p:cNvPr id="56335" name="Group 15"/>
          <p:cNvGrpSpPr>
            <a:grpSpLocks/>
          </p:cNvGrpSpPr>
          <p:nvPr/>
        </p:nvGrpSpPr>
        <p:grpSpPr bwMode="auto">
          <a:xfrm>
            <a:off x="1238250" y="2276475"/>
            <a:ext cx="1724025" cy="1628775"/>
            <a:chOff x="780" y="1434"/>
            <a:chExt cx="1086" cy="1026"/>
          </a:xfrm>
        </p:grpSpPr>
        <p:sp>
          <p:nvSpPr>
            <p:cNvPr id="56336" name="Line 16"/>
            <p:cNvSpPr>
              <a:spLocks noChangeShapeType="1"/>
            </p:cNvSpPr>
            <p:nvPr/>
          </p:nvSpPr>
          <p:spPr bwMode="auto">
            <a:xfrm flipV="1">
              <a:off x="854" y="1957"/>
              <a:ext cx="562" cy="0"/>
            </a:xfrm>
            <a:prstGeom prst="line">
              <a:avLst/>
            </a:prstGeom>
            <a:noFill/>
            <a:ln w="19050">
              <a:solidFill>
                <a:srgbClr val="FF33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56337" name="Oval 17"/>
            <p:cNvSpPr>
              <a:spLocks noChangeArrowheads="1"/>
            </p:cNvSpPr>
            <p:nvPr/>
          </p:nvSpPr>
          <p:spPr bwMode="auto">
            <a:xfrm>
              <a:off x="780" y="1918"/>
              <a:ext cx="68" cy="68"/>
            </a:xfrm>
            <a:prstGeom prst="ellipse">
              <a:avLst/>
            </a:prstGeom>
            <a:noFill/>
            <a:ln w="19050">
              <a:solidFill>
                <a:srgbClr val="FF33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56338" name="Freeform 18"/>
            <p:cNvSpPr>
              <a:spLocks/>
            </p:cNvSpPr>
            <p:nvPr/>
          </p:nvSpPr>
          <p:spPr bwMode="auto">
            <a:xfrm>
              <a:off x="1398" y="1434"/>
              <a:ext cx="468" cy="1026"/>
            </a:xfrm>
            <a:custGeom>
              <a:avLst/>
              <a:gdLst>
                <a:gd name="T0" fmla="*/ 468 w 468"/>
                <a:gd name="T1" fmla="*/ 0 h 1026"/>
                <a:gd name="T2" fmla="*/ 0 w 468"/>
                <a:gd name="T3" fmla="*/ 522 h 1026"/>
                <a:gd name="T4" fmla="*/ 462 w 468"/>
                <a:gd name="T5" fmla="*/ 1026 h 1026"/>
              </a:gdLst>
              <a:ahLst/>
              <a:cxnLst>
                <a:cxn ang="0">
                  <a:pos x="T0" y="T1"/>
                </a:cxn>
                <a:cxn ang="0">
                  <a:pos x="T2" y="T3"/>
                </a:cxn>
                <a:cxn ang="0">
                  <a:pos x="T4" y="T5"/>
                </a:cxn>
              </a:cxnLst>
              <a:rect l="0" t="0" r="r" b="b"/>
              <a:pathLst>
                <a:path w="468" h="1026">
                  <a:moveTo>
                    <a:pt x="468" y="0"/>
                  </a:moveTo>
                  <a:lnTo>
                    <a:pt x="0" y="522"/>
                  </a:lnTo>
                  <a:lnTo>
                    <a:pt x="462" y="1026"/>
                  </a:lnTo>
                </a:path>
              </a:pathLst>
            </a:custGeom>
            <a:noFill/>
            <a:ln w="19050" cap="flat" cmpd="sng">
              <a:solidFill>
                <a:srgbClr val="FF33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grpSp>
      <p:graphicFrame>
        <p:nvGraphicFramePr>
          <p:cNvPr id="56339" name="Object 19"/>
          <p:cNvGraphicFramePr>
            <a:graphicFrameLocks noChangeAspect="1"/>
          </p:cNvGraphicFramePr>
          <p:nvPr/>
        </p:nvGraphicFramePr>
        <p:xfrm>
          <a:off x="852488" y="4483100"/>
          <a:ext cx="2759075" cy="958850"/>
        </p:xfrm>
        <a:graphic>
          <a:graphicData uri="http://schemas.openxmlformats.org/presentationml/2006/ole">
            <mc:AlternateContent xmlns:mc="http://schemas.openxmlformats.org/markup-compatibility/2006">
              <mc:Choice xmlns:v="urn:schemas-microsoft-com:vml" Requires="v">
                <p:oleObj spid="_x0000_s239646" name="Equation" r:id="rId3" imgW="1460160" imgH="507960" progId="Equation.3">
                  <p:embed/>
                </p:oleObj>
              </mc:Choice>
              <mc:Fallback>
                <p:oleObj name="Equation" r:id="rId3" imgW="1460160" imgH="507960" progId="Equation.3">
                  <p:embed/>
                  <p:pic>
                    <p:nvPicPr>
                      <p:cNvPr id="56339" name="Object 1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52488" y="4483100"/>
                        <a:ext cx="2759075" cy="958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6340" name="Object 20"/>
          <p:cNvGraphicFramePr>
            <a:graphicFrameLocks noChangeAspect="1"/>
          </p:cNvGraphicFramePr>
          <p:nvPr/>
        </p:nvGraphicFramePr>
        <p:xfrm>
          <a:off x="4684713" y="4470400"/>
          <a:ext cx="2803525" cy="976313"/>
        </p:xfrm>
        <a:graphic>
          <a:graphicData uri="http://schemas.openxmlformats.org/presentationml/2006/ole">
            <mc:AlternateContent xmlns:mc="http://schemas.openxmlformats.org/markup-compatibility/2006">
              <mc:Choice xmlns:v="urn:schemas-microsoft-com:vml" Requires="v">
                <p:oleObj spid="_x0000_s239647" name="公式" r:id="rId5" imgW="1460160" imgH="507960" progId="Equation.3">
                  <p:embed/>
                </p:oleObj>
              </mc:Choice>
              <mc:Fallback>
                <p:oleObj name="公式" r:id="rId5" imgW="1460160" imgH="507960" progId="Equation.3">
                  <p:embed/>
                  <p:pic>
                    <p:nvPicPr>
                      <p:cNvPr id="56340" name="Object 2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84713" y="4470400"/>
                        <a:ext cx="2803525" cy="976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56412" name="Group 92"/>
          <p:cNvGrpSpPr>
            <a:grpSpLocks/>
          </p:cNvGrpSpPr>
          <p:nvPr/>
        </p:nvGrpSpPr>
        <p:grpSpPr bwMode="auto">
          <a:xfrm>
            <a:off x="1103313" y="1670050"/>
            <a:ext cx="731837" cy="1490663"/>
            <a:chOff x="695" y="1052"/>
            <a:chExt cx="461" cy="939"/>
          </a:xfrm>
        </p:grpSpPr>
        <p:sp>
          <p:nvSpPr>
            <p:cNvPr id="56342" name="Text Box 22"/>
            <p:cNvSpPr txBox="1">
              <a:spLocks noChangeArrowheads="1"/>
            </p:cNvSpPr>
            <p:nvPr/>
          </p:nvSpPr>
          <p:spPr bwMode="auto">
            <a:xfrm>
              <a:off x="695" y="1339"/>
              <a:ext cx="267"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a:t>
              </a:r>
            </a:p>
          </p:txBody>
        </p:sp>
        <p:sp>
          <p:nvSpPr>
            <p:cNvPr id="56343" name="Text Box 23"/>
            <p:cNvSpPr txBox="1">
              <a:spLocks noChangeArrowheads="1"/>
            </p:cNvSpPr>
            <p:nvPr/>
          </p:nvSpPr>
          <p:spPr bwMode="auto">
            <a:xfrm>
              <a:off x="700" y="1703"/>
              <a:ext cx="267"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smtClean="0">
                  <a:ln>
                    <a:noFill/>
                  </a:ln>
                  <a:solidFill>
                    <a:srgbClr val="000000"/>
                  </a:solidFill>
                  <a:effectLst/>
                  <a:uLnTx/>
                  <a:uFillTx/>
                  <a:latin typeface="黑体" panose="02010609060101010101" pitchFamily="49" charset="-122"/>
                  <a:ea typeface="黑体" panose="02010609060101010101" pitchFamily="49" charset="-122"/>
                  <a:cs typeface="+mn-cs"/>
                  <a:sym typeface="Symbol" panose="05050102010706020507" pitchFamily="18" charset="2"/>
                </a:rPr>
                <a:t>-</a:t>
              </a:r>
              <a:endParaRPr kumimoji="1" lang="en-US" altLang="zh-CN" sz="2400" b="0" i="0" u="none" strike="noStrike" kern="1200" cap="none" spc="0" normalizeH="0" baseline="0" noProof="0" smtClean="0">
                <a:ln>
                  <a:noFill/>
                </a:ln>
                <a:solidFill>
                  <a:srgbClr val="000000"/>
                </a:solidFill>
                <a:effectLst/>
                <a:uLnTx/>
                <a:uFillTx/>
                <a:latin typeface="黑体" panose="02010609060101010101" pitchFamily="49" charset="-122"/>
                <a:ea typeface="黑体" panose="02010609060101010101" pitchFamily="49" charset="-122"/>
                <a:cs typeface="+mn-cs"/>
              </a:endParaRPr>
            </a:p>
          </p:txBody>
        </p:sp>
        <p:graphicFrame>
          <p:nvGraphicFramePr>
            <p:cNvPr id="56344" name="Object 24"/>
            <p:cNvGraphicFramePr>
              <a:graphicFrameLocks noChangeAspect="1"/>
            </p:cNvGraphicFramePr>
            <p:nvPr/>
          </p:nvGraphicFramePr>
          <p:xfrm>
            <a:off x="948" y="1052"/>
            <a:ext cx="208" cy="290"/>
          </p:xfrm>
          <a:graphic>
            <a:graphicData uri="http://schemas.openxmlformats.org/presentationml/2006/ole">
              <mc:AlternateContent xmlns:mc="http://schemas.openxmlformats.org/markup-compatibility/2006">
                <mc:Choice xmlns:v="urn:schemas-microsoft-com:vml" Requires="v">
                  <p:oleObj spid="_x0000_s239648" name="公式" r:id="rId7" imgW="164880" imgH="228600" progId="Equation.3">
                    <p:embed/>
                  </p:oleObj>
                </mc:Choice>
                <mc:Fallback>
                  <p:oleObj name="公式" r:id="rId7" imgW="164880" imgH="228600" progId="Equation.3">
                    <p:embed/>
                    <p:pic>
                      <p:nvPicPr>
                        <p:cNvPr id="56344" name="Object 2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48" y="1052"/>
                          <a:ext cx="208" cy="2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6345" name="Object 25"/>
            <p:cNvGraphicFramePr>
              <a:graphicFrameLocks noChangeAspect="1"/>
            </p:cNvGraphicFramePr>
            <p:nvPr/>
          </p:nvGraphicFramePr>
          <p:xfrm>
            <a:off x="702" y="1560"/>
            <a:ext cx="256" cy="291"/>
          </p:xfrm>
          <a:graphic>
            <a:graphicData uri="http://schemas.openxmlformats.org/presentationml/2006/ole">
              <mc:AlternateContent xmlns:mc="http://schemas.openxmlformats.org/markup-compatibility/2006">
                <mc:Choice xmlns:v="urn:schemas-microsoft-com:vml" Requires="v">
                  <p:oleObj spid="_x0000_s239649" name="公式" r:id="rId9" imgW="203040" imgH="228600" progId="Equation.3">
                    <p:embed/>
                  </p:oleObj>
                </mc:Choice>
                <mc:Fallback>
                  <p:oleObj name="公式" r:id="rId9" imgW="203040" imgH="228600" progId="Equation.3">
                    <p:embed/>
                    <p:pic>
                      <p:nvPicPr>
                        <p:cNvPr id="56345" name="Object 2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02" y="1560"/>
                          <a:ext cx="256"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6346" name="Line 26"/>
            <p:cNvSpPr>
              <a:spLocks noChangeShapeType="1"/>
            </p:cNvSpPr>
            <p:nvPr/>
          </p:nvSpPr>
          <p:spPr bwMode="auto">
            <a:xfrm>
              <a:off x="1040" y="1352"/>
              <a:ext cx="48" cy="0"/>
            </a:xfrm>
            <a:prstGeom prst="line">
              <a:avLst/>
            </a:prstGeom>
            <a:noFill/>
            <a:ln w="28575">
              <a:solidFill>
                <a:schemeClr val="tx1"/>
              </a:solidFill>
              <a:round/>
              <a:headEnd/>
              <a:tailEnd type="stealth" w="med" len="lg"/>
            </a:ln>
            <a:extLst>
              <a:ext uri="{909E8E84-426E-40DD-AFC4-6F175D3DCCD1}">
                <a14:hiddenFill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grpSp>
      <p:grpSp>
        <p:nvGrpSpPr>
          <p:cNvPr id="56413" name="Group 93"/>
          <p:cNvGrpSpPr>
            <a:grpSpLocks/>
          </p:cNvGrpSpPr>
          <p:nvPr/>
        </p:nvGrpSpPr>
        <p:grpSpPr bwMode="auto">
          <a:xfrm>
            <a:off x="6775450" y="1682750"/>
            <a:ext cx="749300" cy="1493838"/>
            <a:chOff x="4268" y="1060"/>
            <a:chExt cx="472" cy="941"/>
          </a:xfrm>
        </p:grpSpPr>
        <p:sp>
          <p:nvSpPr>
            <p:cNvPr id="56348" name="Text Box 28"/>
            <p:cNvSpPr txBox="1">
              <a:spLocks noChangeArrowheads="1"/>
            </p:cNvSpPr>
            <p:nvPr/>
          </p:nvSpPr>
          <p:spPr bwMode="auto">
            <a:xfrm>
              <a:off x="4462" y="1351"/>
              <a:ext cx="267"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a:t>
              </a:r>
            </a:p>
          </p:txBody>
        </p:sp>
        <p:sp>
          <p:nvSpPr>
            <p:cNvPr id="56349" name="Text Box 29"/>
            <p:cNvSpPr txBox="1">
              <a:spLocks noChangeArrowheads="1"/>
            </p:cNvSpPr>
            <p:nvPr/>
          </p:nvSpPr>
          <p:spPr bwMode="auto">
            <a:xfrm>
              <a:off x="4473" y="1713"/>
              <a:ext cx="267"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smtClean="0">
                  <a:ln>
                    <a:noFill/>
                  </a:ln>
                  <a:solidFill>
                    <a:srgbClr val="000000"/>
                  </a:solidFill>
                  <a:effectLst/>
                  <a:uLnTx/>
                  <a:uFillTx/>
                  <a:latin typeface="黑体" panose="02010609060101010101" pitchFamily="49" charset="-122"/>
                  <a:ea typeface="黑体" panose="02010609060101010101" pitchFamily="49" charset="-122"/>
                  <a:cs typeface="+mn-cs"/>
                  <a:sym typeface="Symbol" panose="05050102010706020507" pitchFamily="18" charset="2"/>
                </a:rPr>
                <a:t>-</a:t>
              </a:r>
              <a:endParaRPr kumimoji="1" lang="en-US" altLang="zh-CN" sz="2400" b="0" i="0" u="none" strike="noStrike" kern="1200" cap="none" spc="0" normalizeH="0" baseline="0" noProof="0" smtClean="0">
                <a:ln>
                  <a:noFill/>
                </a:ln>
                <a:solidFill>
                  <a:srgbClr val="000000"/>
                </a:solidFill>
                <a:effectLst/>
                <a:uLnTx/>
                <a:uFillTx/>
                <a:latin typeface="黑体" panose="02010609060101010101" pitchFamily="49" charset="-122"/>
                <a:ea typeface="黑体" panose="02010609060101010101" pitchFamily="49" charset="-122"/>
                <a:cs typeface="+mn-cs"/>
              </a:endParaRPr>
            </a:p>
          </p:txBody>
        </p:sp>
        <p:graphicFrame>
          <p:nvGraphicFramePr>
            <p:cNvPr id="56350" name="Object 30"/>
            <p:cNvGraphicFramePr>
              <a:graphicFrameLocks noChangeAspect="1"/>
            </p:cNvGraphicFramePr>
            <p:nvPr/>
          </p:nvGraphicFramePr>
          <p:xfrm>
            <a:off x="4430" y="1544"/>
            <a:ext cx="256" cy="291"/>
          </p:xfrm>
          <a:graphic>
            <a:graphicData uri="http://schemas.openxmlformats.org/presentationml/2006/ole">
              <mc:AlternateContent xmlns:mc="http://schemas.openxmlformats.org/markup-compatibility/2006">
                <mc:Choice xmlns:v="urn:schemas-microsoft-com:vml" Requires="v">
                  <p:oleObj spid="_x0000_s239650" name="公式" r:id="rId11" imgW="203040" imgH="228600" progId="Equation.3">
                    <p:embed/>
                  </p:oleObj>
                </mc:Choice>
                <mc:Fallback>
                  <p:oleObj name="公式" r:id="rId11" imgW="203040" imgH="228600" progId="Equation.3">
                    <p:embed/>
                    <p:pic>
                      <p:nvPicPr>
                        <p:cNvPr id="56350" name="Object 30"/>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430" y="1544"/>
                          <a:ext cx="256"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6351" name="Object 31"/>
            <p:cNvGraphicFramePr>
              <a:graphicFrameLocks noChangeAspect="1"/>
            </p:cNvGraphicFramePr>
            <p:nvPr/>
          </p:nvGraphicFramePr>
          <p:xfrm>
            <a:off x="4268" y="1060"/>
            <a:ext cx="224" cy="290"/>
          </p:xfrm>
          <a:graphic>
            <a:graphicData uri="http://schemas.openxmlformats.org/presentationml/2006/ole">
              <mc:AlternateContent xmlns:mc="http://schemas.openxmlformats.org/markup-compatibility/2006">
                <mc:Choice xmlns:v="urn:schemas-microsoft-com:vml" Requires="v">
                  <p:oleObj spid="_x0000_s239651" name="公式" r:id="rId13" imgW="177480" imgH="228600" progId="Equation.3">
                    <p:embed/>
                  </p:oleObj>
                </mc:Choice>
                <mc:Fallback>
                  <p:oleObj name="公式" r:id="rId13" imgW="177480" imgH="228600" progId="Equation.3">
                    <p:embed/>
                    <p:pic>
                      <p:nvPicPr>
                        <p:cNvPr id="56351" name="Object 31"/>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268" y="1060"/>
                          <a:ext cx="224" cy="2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6352" name="Line 32"/>
            <p:cNvSpPr>
              <a:spLocks noChangeShapeType="1"/>
            </p:cNvSpPr>
            <p:nvPr/>
          </p:nvSpPr>
          <p:spPr bwMode="auto">
            <a:xfrm flipH="1">
              <a:off x="4296" y="1384"/>
              <a:ext cx="48" cy="0"/>
            </a:xfrm>
            <a:prstGeom prst="line">
              <a:avLst/>
            </a:prstGeom>
            <a:noFill/>
            <a:ln w="28575">
              <a:solidFill>
                <a:schemeClr val="tx1"/>
              </a:solidFill>
              <a:round/>
              <a:headEnd/>
              <a:tailEnd type="stealth" w="med" len="lg"/>
            </a:ln>
            <a:extLst>
              <a:ext uri="{909E8E84-426E-40DD-AFC4-6F175D3DCCD1}">
                <a14:hiddenFill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grpSp>
      <p:grpSp>
        <p:nvGrpSpPr>
          <p:cNvPr id="56395" name="Group 75"/>
          <p:cNvGrpSpPr>
            <a:grpSpLocks/>
          </p:cNvGrpSpPr>
          <p:nvPr/>
        </p:nvGrpSpPr>
        <p:grpSpPr bwMode="auto">
          <a:xfrm>
            <a:off x="2000250" y="869950"/>
            <a:ext cx="4476750" cy="3321050"/>
            <a:chOff x="1260" y="548"/>
            <a:chExt cx="2820" cy="2092"/>
          </a:xfrm>
        </p:grpSpPr>
        <p:sp>
          <p:nvSpPr>
            <p:cNvPr id="56396" name="Rectangle 76"/>
            <p:cNvSpPr>
              <a:spLocks noChangeArrowheads="1"/>
            </p:cNvSpPr>
            <p:nvPr/>
          </p:nvSpPr>
          <p:spPr bwMode="auto">
            <a:xfrm>
              <a:off x="1260" y="548"/>
              <a:ext cx="2820" cy="2092"/>
            </a:xfrm>
            <a:prstGeom prst="rect">
              <a:avLst/>
            </a:prstGeom>
            <a:noFill/>
            <a:ln w="12700">
              <a:solidFill>
                <a:schemeClr val="accent1"/>
              </a:solidFill>
              <a:prstDash val="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56397" name="Text Box 77"/>
            <p:cNvSpPr txBox="1">
              <a:spLocks noChangeArrowheads="1"/>
            </p:cNvSpPr>
            <p:nvPr/>
          </p:nvSpPr>
          <p:spPr bwMode="auto">
            <a:xfrm>
              <a:off x="1310" y="594"/>
              <a:ext cx="233"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1" i="1" u="none" strike="noStrike" kern="1200" cap="none" spc="0" normalizeH="0" baseline="0" noProof="0" smtClean="0">
                  <a:ln>
                    <a:noFill/>
                  </a:ln>
                  <a:solidFill>
                    <a:srgbClr val="00CC99"/>
                  </a:solidFill>
                  <a:effectLst/>
                  <a:uLnTx/>
                  <a:uFillTx/>
                  <a:latin typeface="Times New Roman" panose="02020603050405020304" pitchFamily="18" charset="0"/>
                  <a:ea typeface="宋体" panose="02010600030101010101" pitchFamily="2" charset="-122"/>
                  <a:cs typeface="+mn-cs"/>
                </a:rPr>
                <a:t>Y</a:t>
              </a:r>
              <a:endParaRPr kumimoji="1" lang="en-US" altLang="zh-CN" sz="2400" b="0"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pSp>
      <p:grpSp>
        <p:nvGrpSpPr>
          <p:cNvPr id="56409" name="Group 89"/>
          <p:cNvGrpSpPr>
            <a:grpSpLocks/>
          </p:cNvGrpSpPr>
          <p:nvPr/>
        </p:nvGrpSpPr>
        <p:grpSpPr bwMode="auto">
          <a:xfrm>
            <a:off x="2803525" y="866775"/>
            <a:ext cx="3027363" cy="1598613"/>
            <a:chOff x="1766" y="546"/>
            <a:chExt cx="1907" cy="1007"/>
          </a:xfrm>
        </p:grpSpPr>
        <p:grpSp>
          <p:nvGrpSpPr>
            <p:cNvPr id="56408" name="Group 88"/>
            <p:cNvGrpSpPr>
              <a:grpSpLocks/>
            </p:cNvGrpSpPr>
            <p:nvPr/>
          </p:nvGrpSpPr>
          <p:grpSpPr bwMode="auto">
            <a:xfrm>
              <a:off x="1766" y="546"/>
              <a:ext cx="1907" cy="1007"/>
              <a:chOff x="1766" y="546"/>
              <a:chExt cx="1907" cy="1007"/>
            </a:xfrm>
          </p:grpSpPr>
          <p:sp>
            <p:nvSpPr>
              <p:cNvPr id="56354" name="Rectangle 34"/>
              <p:cNvSpPr>
                <a:spLocks noChangeArrowheads="1"/>
              </p:cNvSpPr>
              <p:nvPr/>
            </p:nvSpPr>
            <p:spPr bwMode="auto">
              <a:xfrm>
                <a:off x="2340" y="721"/>
                <a:ext cx="713" cy="832"/>
              </a:xfrm>
              <a:prstGeom prst="rect">
                <a:avLst/>
              </a:prstGeom>
              <a:solidFill>
                <a:srgbClr val="FFFFCC"/>
              </a:solidFill>
              <a:ln w="31750">
                <a:solidFill>
                  <a:srgbClr val="000000"/>
                </a:solidFill>
                <a:miter lim="800000"/>
                <a:headEnd/>
                <a:tailEnd/>
              </a:ln>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56355" name="Rectangle 35"/>
              <p:cNvSpPr>
                <a:spLocks noChangeArrowheads="1"/>
              </p:cNvSpPr>
              <p:nvPr/>
            </p:nvSpPr>
            <p:spPr bwMode="auto">
              <a:xfrm>
                <a:off x="2577" y="1006"/>
                <a:ext cx="249"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800" b="1" i="1"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Y </a:t>
                </a:r>
                <a:r>
                  <a:rPr kumimoji="1" lang="en-US" altLang="zh-CN" sz="28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sym typeface="Symbol" panose="05050102010706020507" pitchFamily="18" charset="2"/>
                  </a:rPr>
                  <a:t></a:t>
                </a:r>
                <a:endParaRPr kumimoji="1" lang="en-US" altLang="zh-CN" sz="36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sym typeface="Symbol" panose="05050102010706020507" pitchFamily="18" charset="2"/>
                </a:endParaRPr>
              </a:p>
            </p:txBody>
          </p:sp>
          <p:sp>
            <p:nvSpPr>
              <p:cNvPr id="56356" name="Line 36"/>
              <p:cNvSpPr>
                <a:spLocks noChangeShapeType="1"/>
              </p:cNvSpPr>
              <p:nvPr/>
            </p:nvSpPr>
            <p:spPr bwMode="auto">
              <a:xfrm>
                <a:off x="1934" y="839"/>
                <a:ext cx="418" cy="1"/>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56357" name="Line 37"/>
              <p:cNvSpPr>
                <a:spLocks noChangeShapeType="1"/>
              </p:cNvSpPr>
              <p:nvPr/>
            </p:nvSpPr>
            <p:spPr bwMode="auto">
              <a:xfrm flipV="1">
                <a:off x="1928" y="1429"/>
                <a:ext cx="418"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56358" name="Text Box 38"/>
              <p:cNvSpPr txBox="1">
                <a:spLocks noChangeArrowheads="1"/>
              </p:cNvSpPr>
              <p:nvPr/>
            </p:nvSpPr>
            <p:spPr bwMode="auto">
              <a:xfrm>
                <a:off x="1775" y="817"/>
                <a:ext cx="267"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a:t>
                </a:r>
              </a:p>
            </p:txBody>
          </p:sp>
          <p:sp>
            <p:nvSpPr>
              <p:cNvPr id="56359" name="Text Box 39"/>
              <p:cNvSpPr txBox="1">
                <a:spLocks noChangeArrowheads="1"/>
              </p:cNvSpPr>
              <p:nvPr/>
            </p:nvSpPr>
            <p:spPr bwMode="auto">
              <a:xfrm>
                <a:off x="1780" y="1181"/>
                <a:ext cx="267"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smtClean="0">
                    <a:ln>
                      <a:noFill/>
                    </a:ln>
                    <a:solidFill>
                      <a:srgbClr val="000000"/>
                    </a:solidFill>
                    <a:effectLst/>
                    <a:uLnTx/>
                    <a:uFillTx/>
                    <a:latin typeface="黑体" panose="02010609060101010101" pitchFamily="49" charset="-122"/>
                    <a:ea typeface="黑体" panose="02010609060101010101" pitchFamily="49" charset="-122"/>
                    <a:cs typeface="+mn-cs"/>
                    <a:sym typeface="Symbol" panose="05050102010706020507" pitchFamily="18" charset="2"/>
                  </a:rPr>
                  <a:t>-</a:t>
                </a:r>
                <a:endParaRPr kumimoji="1" lang="en-US" altLang="zh-CN" sz="2400" b="0" i="0" u="none" strike="noStrike" kern="1200" cap="none" spc="0" normalizeH="0" baseline="0" noProof="0" smtClean="0">
                  <a:ln>
                    <a:noFill/>
                  </a:ln>
                  <a:solidFill>
                    <a:srgbClr val="000000"/>
                  </a:solidFill>
                  <a:effectLst/>
                  <a:uLnTx/>
                  <a:uFillTx/>
                  <a:latin typeface="黑体" panose="02010609060101010101" pitchFamily="49" charset="-122"/>
                  <a:ea typeface="黑体" panose="02010609060101010101" pitchFamily="49" charset="-122"/>
                  <a:cs typeface="+mn-cs"/>
                </a:endParaRPr>
              </a:p>
            </p:txBody>
          </p:sp>
          <p:sp>
            <p:nvSpPr>
              <p:cNvPr id="56360" name="Line 40"/>
              <p:cNvSpPr>
                <a:spLocks noChangeShapeType="1"/>
              </p:cNvSpPr>
              <p:nvPr/>
            </p:nvSpPr>
            <p:spPr bwMode="auto">
              <a:xfrm>
                <a:off x="3055" y="845"/>
                <a:ext cx="418" cy="3"/>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56361" name="Line 41"/>
              <p:cNvSpPr>
                <a:spLocks noChangeShapeType="1"/>
              </p:cNvSpPr>
              <p:nvPr/>
            </p:nvSpPr>
            <p:spPr bwMode="auto">
              <a:xfrm>
                <a:off x="3059" y="1434"/>
                <a:ext cx="418" cy="1"/>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56362" name="Text Box 42"/>
              <p:cNvSpPr txBox="1">
                <a:spLocks noChangeArrowheads="1"/>
              </p:cNvSpPr>
              <p:nvPr/>
            </p:nvSpPr>
            <p:spPr bwMode="auto">
              <a:xfrm>
                <a:off x="3395" y="823"/>
                <a:ext cx="267"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a:t>
                </a:r>
              </a:p>
            </p:txBody>
          </p:sp>
          <p:sp>
            <p:nvSpPr>
              <p:cNvPr id="56363" name="Text Box 43"/>
              <p:cNvSpPr txBox="1">
                <a:spLocks noChangeArrowheads="1"/>
              </p:cNvSpPr>
              <p:nvPr/>
            </p:nvSpPr>
            <p:spPr bwMode="auto">
              <a:xfrm>
                <a:off x="3406" y="1169"/>
                <a:ext cx="267"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smtClean="0">
                    <a:ln>
                      <a:noFill/>
                    </a:ln>
                    <a:solidFill>
                      <a:srgbClr val="000000"/>
                    </a:solidFill>
                    <a:effectLst/>
                    <a:uLnTx/>
                    <a:uFillTx/>
                    <a:latin typeface="黑体" panose="02010609060101010101" pitchFamily="49" charset="-122"/>
                    <a:ea typeface="黑体" panose="02010609060101010101" pitchFamily="49" charset="-122"/>
                    <a:cs typeface="+mn-cs"/>
                    <a:sym typeface="Symbol" panose="05050102010706020507" pitchFamily="18" charset="2"/>
                  </a:rPr>
                  <a:t>-</a:t>
                </a:r>
                <a:endParaRPr kumimoji="1" lang="en-US" altLang="zh-CN" sz="2400" b="0" i="0" u="none" strike="noStrike" kern="1200" cap="none" spc="0" normalizeH="0" baseline="0" noProof="0" smtClean="0">
                  <a:ln>
                    <a:noFill/>
                  </a:ln>
                  <a:solidFill>
                    <a:srgbClr val="000000"/>
                  </a:solidFill>
                  <a:effectLst/>
                  <a:uLnTx/>
                  <a:uFillTx/>
                  <a:latin typeface="黑体" panose="02010609060101010101" pitchFamily="49" charset="-122"/>
                  <a:ea typeface="黑体" panose="02010609060101010101" pitchFamily="49" charset="-122"/>
                  <a:cs typeface="+mn-cs"/>
                </a:endParaRPr>
              </a:p>
            </p:txBody>
          </p:sp>
          <p:graphicFrame>
            <p:nvGraphicFramePr>
              <p:cNvPr id="56364" name="Object 44"/>
              <p:cNvGraphicFramePr>
                <a:graphicFrameLocks noChangeAspect="1"/>
              </p:cNvGraphicFramePr>
              <p:nvPr/>
            </p:nvGraphicFramePr>
            <p:xfrm>
              <a:off x="2016" y="546"/>
              <a:ext cx="208" cy="290"/>
            </p:xfrm>
            <a:graphic>
              <a:graphicData uri="http://schemas.openxmlformats.org/presentationml/2006/ole">
                <mc:AlternateContent xmlns:mc="http://schemas.openxmlformats.org/markup-compatibility/2006">
                  <mc:Choice xmlns:v="urn:schemas-microsoft-com:vml" Requires="v">
                    <p:oleObj spid="_x0000_s239652" name="公式" r:id="rId15" imgW="164880" imgH="228600" progId="Equation.3">
                      <p:embed/>
                    </p:oleObj>
                  </mc:Choice>
                  <mc:Fallback>
                    <p:oleObj name="公式" r:id="rId15" imgW="164880" imgH="228600" progId="Equation.3">
                      <p:embed/>
                      <p:pic>
                        <p:nvPicPr>
                          <p:cNvPr id="56364" name="Object 44"/>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016" y="546"/>
                            <a:ext cx="208" cy="2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6365" name="Oval 45"/>
              <p:cNvSpPr>
                <a:spLocks noChangeArrowheads="1"/>
              </p:cNvSpPr>
              <p:nvPr/>
            </p:nvSpPr>
            <p:spPr bwMode="auto">
              <a:xfrm>
                <a:off x="1860" y="802"/>
                <a:ext cx="68" cy="68"/>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56366" name="Oval 46"/>
              <p:cNvSpPr>
                <a:spLocks noChangeArrowheads="1"/>
              </p:cNvSpPr>
              <p:nvPr/>
            </p:nvSpPr>
            <p:spPr bwMode="auto">
              <a:xfrm>
                <a:off x="1860" y="1396"/>
                <a:ext cx="68" cy="68"/>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56367" name="Oval 47"/>
              <p:cNvSpPr>
                <a:spLocks noChangeArrowheads="1"/>
              </p:cNvSpPr>
              <p:nvPr/>
            </p:nvSpPr>
            <p:spPr bwMode="auto">
              <a:xfrm>
                <a:off x="3474" y="814"/>
                <a:ext cx="68" cy="68"/>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56368" name="Oval 48"/>
              <p:cNvSpPr>
                <a:spLocks noChangeArrowheads="1"/>
              </p:cNvSpPr>
              <p:nvPr/>
            </p:nvSpPr>
            <p:spPr bwMode="auto">
              <a:xfrm>
                <a:off x="3480" y="1396"/>
                <a:ext cx="68" cy="68"/>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graphicFrame>
            <p:nvGraphicFramePr>
              <p:cNvPr id="56369" name="Object 49"/>
              <p:cNvGraphicFramePr>
                <a:graphicFrameLocks noChangeAspect="1"/>
              </p:cNvGraphicFramePr>
              <p:nvPr/>
            </p:nvGraphicFramePr>
            <p:xfrm>
              <a:off x="1766" y="1022"/>
              <a:ext cx="256" cy="290"/>
            </p:xfrm>
            <a:graphic>
              <a:graphicData uri="http://schemas.openxmlformats.org/presentationml/2006/ole">
                <mc:AlternateContent xmlns:mc="http://schemas.openxmlformats.org/markup-compatibility/2006">
                  <mc:Choice xmlns:v="urn:schemas-microsoft-com:vml" Requires="v">
                    <p:oleObj spid="_x0000_s239653" name="公式" r:id="rId17" imgW="203040" imgH="228600" progId="Equation.3">
                      <p:embed/>
                    </p:oleObj>
                  </mc:Choice>
                  <mc:Fallback>
                    <p:oleObj name="公式" r:id="rId17" imgW="203040" imgH="228600" progId="Equation.3">
                      <p:embed/>
                      <p:pic>
                        <p:nvPicPr>
                          <p:cNvPr id="56369" name="Object 49"/>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766" y="1022"/>
                            <a:ext cx="256" cy="2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6372" name="Object 52"/>
              <p:cNvGraphicFramePr>
                <a:graphicFrameLocks noChangeAspect="1"/>
              </p:cNvGraphicFramePr>
              <p:nvPr/>
            </p:nvGraphicFramePr>
            <p:xfrm>
              <a:off x="3382" y="1030"/>
              <a:ext cx="256" cy="290"/>
            </p:xfrm>
            <a:graphic>
              <a:graphicData uri="http://schemas.openxmlformats.org/presentationml/2006/ole">
                <mc:AlternateContent xmlns:mc="http://schemas.openxmlformats.org/markup-compatibility/2006">
                  <mc:Choice xmlns:v="urn:schemas-microsoft-com:vml" Requires="v">
                    <p:oleObj spid="_x0000_s239654" name="公式" r:id="rId19" imgW="203040" imgH="228600" progId="Equation.3">
                      <p:embed/>
                    </p:oleObj>
                  </mc:Choice>
                  <mc:Fallback>
                    <p:oleObj name="公式" r:id="rId19" imgW="203040" imgH="228600" progId="Equation.3">
                      <p:embed/>
                      <p:pic>
                        <p:nvPicPr>
                          <p:cNvPr id="56372" name="Object 52"/>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3382" y="1030"/>
                            <a:ext cx="256" cy="2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6373" name="Object 53"/>
              <p:cNvGraphicFramePr>
                <a:graphicFrameLocks noChangeAspect="1"/>
              </p:cNvGraphicFramePr>
              <p:nvPr/>
            </p:nvGraphicFramePr>
            <p:xfrm>
              <a:off x="3156" y="556"/>
              <a:ext cx="224" cy="290"/>
            </p:xfrm>
            <a:graphic>
              <a:graphicData uri="http://schemas.openxmlformats.org/presentationml/2006/ole">
                <mc:AlternateContent xmlns:mc="http://schemas.openxmlformats.org/markup-compatibility/2006">
                  <mc:Choice xmlns:v="urn:schemas-microsoft-com:vml" Requires="v">
                    <p:oleObj spid="_x0000_s239655" name="公式" r:id="rId21" imgW="177480" imgH="228600" progId="Equation.3">
                      <p:embed/>
                    </p:oleObj>
                  </mc:Choice>
                  <mc:Fallback>
                    <p:oleObj name="公式" r:id="rId21" imgW="177480" imgH="228600" progId="Equation.3">
                      <p:embed/>
                      <p:pic>
                        <p:nvPicPr>
                          <p:cNvPr id="56373" name="Object 53"/>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3156" y="556"/>
                            <a:ext cx="224" cy="2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56398" name="Line 78"/>
            <p:cNvSpPr>
              <a:spLocks noChangeShapeType="1"/>
            </p:cNvSpPr>
            <p:nvPr/>
          </p:nvSpPr>
          <p:spPr bwMode="auto">
            <a:xfrm>
              <a:off x="2024" y="904"/>
              <a:ext cx="240"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56399" name="Line 79"/>
            <p:cNvSpPr>
              <a:spLocks noChangeShapeType="1"/>
            </p:cNvSpPr>
            <p:nvPr/>
          </p:nvSpPr>
          <p:spPr bwMode="auto">
            <a:xfrm flipH="1">
              <a:off x="3144" y="912"/>
              <a:ext cx="240"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grpSp>
      <p:grpSp>
        <p:nvGrpSpPr>
          <p:cNvPr id="56407" name="Group 87"/>
          <p:cNvGrpSpPr>
            <a:grpSpLocks/>
          </p:cNvGrpSpPr>
          <p:nvPr/>
        </p:nvGrpSpPr>
        <p:grpSpPr bwMode="auto">
          <a:xfrm>
            <a:off x="2836863" y="2432050"/>
            <a:ext cx="3013075" cy="1671638"/>
            <a:chOff x="1787" y="1532"/>
            <a:chExt cx="1898" cy="1053"/>
          </a:xfrm>
        </p:grpSpPr>
        <p:grpSp>
          <p:nvGrpSpPr>
            <p:cNvPr id="56406" name="Group 86"/>
            <p:cNvGrpSpPr>
              <a:grpSpLocks/>
            </p:cNvGrpSpPr>
            <p:nvPr/>
          </p:nvGrpSpPr>
          <p:grpSpPr bwMode="auto">
            <a:xfrm>
              <a:off x="1787" y="1532"/>
              <a:ext cx="1898" cy="1053"/>
              <a:chOff x="1787" y="1532"/>
              <a:chExt cx="1898" cy="1053"/>
            </a:xfrm>
          </p:grpSpPr>
          <p:sp>
            <p:nvSpPr>
              <p:cNvPr id="56375" name="Rectangle 55"/>
              <p:cNvSpPr>
                <a:spLocks noChangeArrowheads="1"/>
              </p:cNvSpPr>
              <p:nvPr/>
            </p:nvSpPr>
            <p:spPr bwMode="auto">
              <a:xfrm>
                <a:off x="2352" y="1753"/>
                <a:ext cx="713" cy="832"/>
              </a:xfrm>
              <a:prstGeom prst="rect">
                <a:avLst/>
              </a:prstGeom>
              <a:solidFill>
                <a:srgbClr val="FFFFCC"/>
              </a:solidFill>
              <a:ln w="31750">
                <a:solidFill>
                  <a:srgbClr val="000000"/>
                </a:solidFill>
                <a:miter lim="800000"/>
                <a:headEnd/>
                <a:tailEnd/>
              </a:ln>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56376" name="Rectangle 56"/>
              <p:cNvSpPr>
                <a:spLocks noChangeArrowheads="1"/>
              </p:cNvSpPr>
              <p:nvPr/>
            </p:nvSpPr>
            <p:spPr bwMode="auto">
              <a:xfrm>
                <a:off x="2500" y="2006"/>
                <a:ext cx="445"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800" b="1" i="1"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Y </a:t>
                </a:r>
                <a:r>
                  <a:rPr kumimoji="1" lang="en-US" altLang="zh-CN" sz="28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sym typeface="Symbol" panose="05050102010706020507" pitchFamily="18" charset="2"/>
                  </a:rPr>
                  <a:t></a:t>
                </a:r>
                <a:endParaRPr kumimoji="1" lang="en-US" altLang="zh-CN" sz="36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sym typeface="Symbol" panose="05050102010706020507" pitchFamily="18" charset="2"/>
                </a:endParaRPr>
              </a:p>
            </p:txBody>
          </p:sp>
          <p:sp>
            <p:nvSpPr>
              <p:cNvPr id="56377" name="Line 57"/>
              <p:cNvSpPr>
                <a:spLocks noChangeShapeType="1"/>
              </p:cNvSpPr>
              <p:nvPr/>
            </p:nvSpPr>
            <p:spPr bwMode="auto">
              <a:xfrm>
                <a:off x="1946" y="1871"/>
                <a:ext cx="418" cy="1"/>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56378" name="Line 58"/>
              <p:cNvSpPr>
                <a:spLocks noChangeShapeType="1"/>
              </p:cNvSpPr>
              <p:nvPr/>
            </p:nvSpPr>
            <p:spPr bwMode="auto">
              <a:xfrm flipV="1">
                <a:off x="1940" y="2461"/>
                <a:ext cx="418"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56379" name="Text Box 59"/>
              <p:cNvSpPr txBox="1">
                <a:spLocks noChangeArrowheads="1"/>
              </p:cNvSpPr>
              <p:nvPr/>
            </p:nvSpPr>
            <p:spPr bwMode="auto">
              <a:xfrm>
                <a:off x="1787" y="1849"/>
                <a:ext cx="267"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a:t>
                </a:r>
              </a:p>
            </p:txBody>
          </p:sp>
          <p:sp>
            <p:nvSpPr>
              <p:cNvPr id="56380" name="Text Box 60"/>
              <p:cNvSpPr txBox="1">
                <a:spLocks noChangeArrowheads="1"/>
              </p:cNvSpPr>
              <p:nvPr/>
            </p:nvSpPr>
            <p:spPr bwMode="auto">
              <a:xfrm>
                <a:off x="1792" y="2213"/>
                <a:ext cx="267"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smtClean="0">
                    <a:ln>
                      <a:noFill/>
                    </a:ln>
                    <a:solidFill>
                      <a:srgbClr val="000000"/>
                    </a:solidFill>
                    <a:effectLst/>
                    <a:uLnTx/>
                    <a:uFillTx/>
                    <a:latin typeface="黑体" panose="02010609060101010101" pitchFamily="49" charset="-122"/>
                    <a:ea typeface="黑体" panose="02010609060101010101" pitchFamily="49" charset="-122"/>
                    <a:cs typeface="+mn-cs"/>
                    <a:sym typeface="Symbol" panose="05050102010706020507" pitchFamily="18" charset="2"/>
                  </a:rPr>
                  <a:t>-</a:t>
                </a:r>
                <a:endParaRPr kumimoji="1" lang="en-US" altLang="zh-CN" sz="2400" b="0" i="0" u="none" strike="noStrike" kern="1200" cap="none" spc="0" normalizeH="0" baseline="0" noProof="0" smtClean="0">
                  <a:ln>
                    <a:noFill/>
                  </a:ln>
                  <a:solidFill>
                    <a:srgbClr val="000000"/>
                  </a:solidFill>
                  <a:effectLst/>
                  <a:uLnTx/>
                  <a:uFillTx/>
                  <a:latin typeface="黑体" panose="02010609060101010101" pitchFamily="49" charset="-122"/>
                  <a:ea typeface="黑体" panose="02010609060101010101" pitchFamily="49" charset="-122"/>
                  <a:cs typeface="+mn-cs"/>
                </a:endParaRPr>
              </a:p>
            </p:txBody>
          </p:sp>
          <p:sp>
            <p:nvSpPr>
              <p:cNvPr id="56381" name="Line 61"/>
              <p:cNvSpPr>
                <a:spLocks noChangeShapeType="1"/>
              </p:cNvSpPr>
              <p:nvPr/>
            </p:nvSpPr>
            <p:spPr bwMode="auto">
              <a:xfrm>
                <a:off x="3067" y="1877"/>
                <a:ext cx="418" cy="3"/>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56382" name="Line 62"/>
              <p:cNvSpPr>
                <a:spLocks noChangeShapeType="1"/>
              </p:cNvSpPr>
              <p:nvPr/>
            </p:nvSpPr>
            <p:spPr bwMode="auto">
              <a:xfrm>
                <a:off x="3071" y="2466"/>
                <a:ext cx="418" cy="1"/>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56383" name="Text Box 63"/>
              <p:cNvSpPr txBox="1">
                <a:spLocks noChangeArrowheads="1"/>
              </p:cNvSpPr>
              <p:nvPr/>
            </p:nvSpPr>
            <p:spPr bwMode="auto">
              <a:xfrm>
                <a:off x="3407" y="1855"/>
                <a:ext cx="267"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a:t>
                </a:r>
              </a:p>
            </p:txBody>
          </p:sp>
          <p:sp>
            <p:nvSpPr>
              <p:cNvPr id="56384" name="Text Box 64"/>
              <p:cNvSpPr txBox="1">
                <a:spLocks noChangeArrowheads="1"/>
              </p:cNvSpPr>
              <p:nvPr/>
            </p:nvSpPr>
            <p:spPr bwMode="auto">
              <a:xfrm>
                <a:off x="3418" y="2201"/>
                <a:ext cx="267"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smtClean="0">
                    <a:ln>
                      <a:noFill/>
                    </a:ln>
                    <a:solidFill>
                      <a:srgbClr val="000000"/>
                    </a:solidFill>
                    <a:effectLst/>
                    <a:uLnTx/>
                    <a:uFillTx/>
                    <a:latin typeface="黑体" panose="02010609060101010101" pitchFamily="49" charset="-122"/>
                    <a:ea typeface="黑体" panose="02010609060101010101" pitchFamily="49" charset="-122"/>
                    <a:cs typeface="+mn-cs"/>
                    <a:sym typeface="Symbol" panose="05050102010706020507" pitchFamily="18" charset="2"/>
                  </a:rPr>
                  <a:t>-</a:t>
                </a:r>
                <a:endParaRPr kumimoji="1" lang="en-US" altLang="zh-CN" sz="2400" b="0" i="0" u="none" strike="noStrike" kern="1200" cap="none" spc="0" normalizeH="0" baseline="0" noProof="0" smtClean="0">
                  <a:ln>
                    <a:noFill/>
                  </a:ln>
                  <a:solidFill>
                    <a:srgbClr val="000000"/>
                  </a:solidFill>
                  <a:effectLst/>
                  <a:uLnTx/>
                  <a:uFillTx/>
                  <a:latin typeface="黑体" panose="02010609060101010101" pitchFamily="49" charset="-122"/>
                  <a:ea typeface="黑体" panose="02010609060101010101" pitchFamily="49" charset="-122"/>
                  <a:cs typeface="+mn-cs"/>
                </a:endParaRPr>
              </a:p>
            </p:txBody>
          </p:sp>
          <p:sp>
            <p:nvSpPr>
              <p:cNvPr id="56385" name="Oval 65"/>
              <p:cNvSpPr>
                <a:spLocks noChangeArrowheads="1"/>
              </p:cNvSpPr>
              <p:nvPr/>
            </p:nvSpPr>
            <p:spPr bwMode="auto">
              <a:xfrm>
                <a:off x="1872" y="1834"/>
                <a:ext cx="68" cy="68"/>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56386" name="Oval 66"/>
              <p:cNvSpPr>
                <a:spLocks noChangeArrowheads="1"/>
              </p:cNvSpPr>
              <p:nvPr/>
            </p:nvSpPr>
            <p:spPr bwMode="auto">
              <a:xfrm>
                <a:off x="1872" y="2428"/>
                <a:ext cx="68" cy="68"/>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56387" name="Oval 67"/>
              <p:cNvSpPr>
                <a:spLocks noChangeArrowheads="1"/>
              </p:cNvSpPr>
              <p:nvPr/>
            </p:nvSpPr>
            <p:spPr bwMode="auto">
              <a:xfrm>
                <a:off x="3486" y="1846"/>
                <a:ext cx="68" cy="68"/>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56388" name="Oval 68"/>
              <p:cNvSpPr>
                <a:spLocks noChangeArrowheads="1"/>
              </p:cNvSpPr>
              <p:nvPr/>
            </p:nvSpPr>
            <p:spPr bwMode="auto">
              <a:xfrm>
                <a:off x="3492" y="2428"/>
                <a:ext cx="68" cy="68"/>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graphicFrame>
            <p:nvGraphicFramePr>
              <p:cNvPr id="56391" name="Object 71"/>
              <p:cNvGraphicFramePr>
                <a:graphicFrameLocks noChangeAspect="1"/>
              </p:cNvGraphicFramePr>
              <p:nvPr/>
            </p:nvGraphicFramePr>
            <p:xfrm>
              <a:off x="3358" y="2046"/>
              <a:ext cx="304" cy="290"/>
            </p:xfrm>
            <a:graphic>
              <a:graphicData uri="http://schemas.openxmlformats.org/presentationml/2006/ole">
                <mc:AlternateContent xmlns:mc="http://schemas.openxmlformats.org/markup-compatibility/2006">
                  <mc:Choice xmlns:v="urn:schemas-microsoft-com:vml" Requires="v">
                    <p:oleObj spid="_x0000_s239656" name="公式" r:id="rId23" imgW="241200" imgH="228600" progId="Equation.3">
                      <p:embed/>
                    </p:oleObj>
                  </mc:Choice>
                  <mc:Fallback>
                    <p:oleObj name="公式" r:id="rId23" imgW="241200" imgH="228600" progId="Equation.3">
                      <p:embed/>
                      <p:pic>
                        <p:nvPicPr>
                          <p:cNvPr id="56391" name="Object 71"/>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3358" y="2046"/>
                            <a:ext cx="304" cy="2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6392" name="Object 72"/>
              <p:cNvGraphicFramePr>
                <a:graphicFrameLocks noChangeAspect="1"/>
              </p:cNvGraphicFramePr>
              <p:nvPr/>
            </p:nvGraphicFramePr>
            <p:xfrm>
              <a:off x="1790" y="2046"/>
              <a:ext cx="304" cy="290"/>
            </p:xfrm>
            <a:graphic>
              <a:graphicData uri="http://schemas.openxmlformats.org/presentationml/2006/ole">
                <mc:AlternateContent xmlns:mc="http://schemas.openxmlformats.org/markup-compatibility/2006">
                  <mc:Choice xmlns:v="urn:schemas-microsoft-com:vml" Requires="v">
                    <p:oleObj spid="_x0000_s239657" name="公式" r:id="rId25" imgW="241200" imgH="228600" progId="Equation.3">
                      <p:embed/>
                    </p:oleObj>
                  </mc:Choice>
                  <mc:Fallback>
                    <p:oleObj name="公式" r:id="rId25" imgW="241200" imgH="228600" progId="Equation.3">
                      <p:embed/>
                      <p:pic>
                        <p:nvPicPr>
                          <p:cNvPr id="56392" name="Object 72"/>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1790" y="2046"/>
                            <a:ext cx="304" cy="2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6393" name="Object 73"/>
              <p:cNvGraphicFramePr>
                <a:graphicFrameLocks noChangeAspect="1"/>
              </p:cNvGraphicFramePr>
              <p:nvPr/>
            </p:nvGraphicFramePr>
            <p:xfrm>
              <a:off x="3203" y="1532"/>
              <a:ext cx="243" cy="290"/>
            </p:xfrm>
            <a:graphic>
              <a:graphicData uri="http://schemas.openxmlformats.org/presentationml/2006/ole">
                <mc:AlternateContent xmlns:mc="http://schemas.openxmlformats.org/markup-compatibility/2006">
                  <mc:Choice xmlns:v="urn:schemas-microsoft-com:vml" Requires="v">
                    <p:oleObj spid="_x0000_s239658" name="公式" r:id="rId27" imgW="190440" imgH="228600" progId="Equation.3">
                      <p:embed/>
                    </p:oleObj>
                  </mc:Choice>
                  <mc:Fallback>
                    <p:oleObj name="公式" r:id="rId27" imgW="190440" imgH="228600" progId="Equation.3">
                      <p:embed/>
                      <p:pic>
                        <p:nvPicPr>
                          <p:cNvPr id="56393" name="Object 73"/>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3203" y="1532"/>
                            <a:ext cx="243" cy="2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6394" name="Object 74"/>
              <p:cNvGraphicFramePr>
                <a:graphicFrameLocks noChangeAspect="1"/>
              </p:cNvGraphicFramePr>
              <p:nvPr/>
            </p:nvGraphicFramePr>
            <p:xfrm>
              <a:off x="1984" y="1546"/>
              <a:ext cx="256" cy="290"/>
            </p:xfrm>
            <a:graphic>
              <a:graphicData uri="http://schemas.openxmlformats.org/presentationml/2006/ole">
                <mc:AlternateContent xmlns:mc="http://schemas.openxmlformats.org/markup-compatibility/2006">
                  <mc:Choice xmlns:v="urn:schemas-microsoft-com:vml" Requires="v">
                    <p:oleObj spid="_x0000_s239659" name="公式" r:id="rId29" imgW="203040" imgH="228600" progId="Equation.3">
                      <p:embed/>
                    </p:oleObj>
                  </mc:Choice>
                  <mc:Fallback>
                    <p:oleObj name="公式" r:id="rId29" imgW="203040" imgH="228600" progId="Equation.3">
                      <p:embed/>
                      <p:pic>
                        <p:nvPicPr>
                          <p:cNvPr id="56394" name="Object 74"/>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1984" y="1546"/>
                            <a:ext cx="256" cy="2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56402" name="Line 82"/>
            <p:cNvSpPr>
              <a:spLocks noChangeShapeType="1"/>
            </p:cNvSpPr>
            <p:nvPr/>
          </p:nvSpPr>
          <p:spPr bwMode="auto">
            <a:xfrm>
              <a:off x="2016" y="1920"/>
              <a:ext cx="232"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56403" name="Line 83"/>
            <p:cNvSpPr>
              <a:spLocks noChangeShapeType="1"/>
            </p:cNvSpPr>
            <p:nvPr/>
          </p:nvSpPr>
          <p:spPr bwMode="auto">
            <a:xfrm flipH="1">
              <a:off x="3160" y="1936"/>
              <a:ext cx="248"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grpSp>
    </p:spTree>
    <p:extLst>
      <p:ext uri="{BB962C8B-B14F-4D97-AF65-F5344CB8AC3E}">
        <p14:creationId xmlns:p14="http://schemas.microsoft.com/office/powerpoint/2010/main" val="262434939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288" fill="hold" nodeType="clickEffect">
                                  <p:stCondLst>
                                    <p:cond delay="0"/>
                                  </p:stCondLst>
                                  <p:childTnLst>
                                    <p:set>
                                      <p:cBhvr>
                                        <p:cTn id="6" dur="1" fill="hold">
                                          <p:stCondLst>
                                            <p:cond delay="0"/>
                                          </p:stCondLst>
                                        </p:cTn>
                                        <p:tgtEl>
                                          <p:spTgt spid="56409"/>
                                        </p:tgtEl>
                                        <p:attrNameLst>
                                          <p:attrName>style.visibility</p:attrName>
                                        </p:attrNameLst>
                                      </p:cBhvr>
                                      <p:to>
                                        <p:strVal val="visible"/>
                                      </p:to>
                                    </p:set>
                                    <p:anim calcmode="lin" valueType="num">
                                      <p:cBhvr>
                                        <p:cTn id="7" dur="500" fill="hold"/>
                                        <p:tgtEl>
                                          <p:spTgt spid="56409"/>
                                        </p:tgtEl>
                                        <p:attrNameLst>
                                          <p:attrName>ppt_w</p:attrName>
                                        </p:attrNameLst>
                                      </p:cBhvr>
                                      <p:tavLst>
                                        <p:tav tm="0">
                                          <p:val>
                                            <p:strVal val="4/3*#ppt_w"/>
                                          </p:val>
                                        </p:tav>
                                        <p:tav tm="100000">
                                          <p:val>
                                            <p:strVal val="#ppt_w"/>
                                          </p:val>
                                        </p:tav>
                                      </p:tavLst>
                                    </p:anim>
                                    <p:anim calcmode="lin" valueType="num">
                                      <p:cBhvr>
                                        <p:cTn id="8" dur="500" fill="hold"/>
                                        <p:tgtEl>
                                          <p:spTgt spid="56409"/>
                                        </p:tgtEl>
                                        <p:attrNameLst>
                                          <p:attrName>ppt_h</p:attrName>
                                        </p:attrNameLst>
                                      </p:cBhvr>
                                      <p:tavLst>
                                        <p:tav tm="0">
                                          <p:val>
                                            <p:strVal val="4/3*#ppt_h"/>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3" presetClass="entr" presetSubtype="288" fill="hold" nodeType="clickEffect">
                                  <p:stCondLst>
                                    <p:cond delay="0"/>
                                  </p:stCondLst>
                                  <p:childTnLst>
                                    <p:set>
                                      <p:cBhvr>
                                        <p:cTn id="12" dur="1" fill="hold">
                                          <p:stCondLst>
                                            <p:cond delay="0"/>
                                          </p:stCondLst>
                                        </p:cTn>
                                        <p:tgtEl>
                                          <p:spTgt spid="56407"/>
                                        </p:tgtEl>
                                        <p:attrNameLst>
                                          <p:attrName>style.visibility</p:attrName>
                                        </p:attrNameLst>
                                      </p:cBhvr>
                                      <p:to>
                                        <p:strVal val="visible"/>
                                      </p:to>
                                    </p:set>
                                    <p:anim calcmode="lin" valueType="num">
                                      <p:cBhvr>
                                        <p:cTn id="13" dur="500" fill="hold"/>
                                        <p:tgtEl>
                                          <p:spTgt spid="56407"/>
                                        </p:tgtEl>
                                        <p:attrNameLst>
                                          <p:attrName>ppt_w</p:attrName>
                                        </p:attrNameLst>
                                      </p:cBhvr>
                                      <p:tavLst>
                                        <p:tav tm="0">
                                          <p:val>
                                            <p:strVal val="4/3*#ppt_w"/>
                                          </p:val>
                                        </p:tav>
                                        <p:tav tm="100000">
                                          <p:val>
                                            <p:strVal val="#ppt_w"/>
                                          </p:val>
                                        </p:tav>
                                      </p:tavLst>
                                    </p:anim>
                                    <p:anim calcmode="lin" valueType="num">
                                      <p:cBhvr>
                                        <p:cTn id="14" dur="500" fill="hold"/>
                                        <p:tgtEl>
                                          <p:spTgt spid="56407"/>
                                        </p:tgtEl>
                                        <p:attrNameLst>
                                          <p:attrName>ppt_h</p:attrName>
                                        </p:attrNameLst>
                                      </p:cBhvr>
                                      <p:tavLst>
                                        <p:tav tm="0">
                                          <p:val>
                                            <p:strVal val="4/3*#ppt_h"/>
                                          </p:val>
                                        </p:tav>
                                        <p:tav tm="100000">
                                          <p:val>
                                            <p:strVal val="#ppt_h"/>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3" presetClass="entr" presetSubtype="272" fill="hold" nodeType="clickEffect">
                                  <p:stCondLst>
                                    <p:cond delay="0"/>
                                  </p:stCondLst>
                                  <p:childTnLst>
                                    <p:set>
                                      <p:cBhvr>
                                        <p:cTn id="18" dur="1" fill="hold">
                                          <p:stCondLst>
                                            <p:cond delay="0"/>
                                          </p:stCondLst>
                                        </p:cTn>
                                        <p:tgtEl>
                                          <p:spTgt spid="56331"/>
                                        </p:tgtEl>
                                        <p:attrNameLst>
                                          <p:attrName>style.visibility</p:attrName>
                                        </p:attrNameLst>
                                      </p:cBhvr>
                                      <p:to>
                                        <p:strVal val="visible"/>
                                      </p:to>
                                    </p:set>
                                    <p:anim calcmode="lin" valueType="num">
                                      <p:cBhvr>
                                        <p:cTn id="19" dur="500" fill="hold"/>
                                        <p:tgtEl>
                                          <p:spTgt spid="56331"/>
                                        </p:tgtEl>
                                        <p:attrNameLst>
                                          <p:attrName>ppt_w</p:attrName>
                                        </p:attrNameLst>
                                      </p:cBhvr>
                                      <p:tavLst>
                                        <p:tav tm="0">
                                          <p:val>
                                            <p:strVal val="2/3*#ppt_w"/>
                                          </p:val>
                                        </p:tav>
                                        <p:tav tm="100000">
                                          <p:val>
                                            <p:strVal val="#ppt_w"/>
                                          </p:val>
                                        </p:tav>
                                      </p:tavLst>
                                    </p:anim>
                                    <p:anim calcmode="lin" valueType="num">
                                      <p:cBhvr>
                                        <p:cTn id="20" dur="500" fill="hold"/>
                                        <p:tgtEl>
                                          <p:spTgt spid="56331"/>
                                        </p:tgtEl>
                                        <p:attrNameLst>
                                          <p:attrName>ppt_h</p:attrName>
                                        </p:attrNameLst>
                                      </p:cBhvr>
                                      <p:tavLst>
                                        <p:tav tm="0">
                                          <p:val>
                                            <p:strVal val="2/3*#ppt_h"/>
                                          </p:val>
                                        </p:tav>
                                        <p:tav tm="100000">
                                          <p:val>
                                            <p:strVal val="#ppt_h"/>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3" presetClass="entr" presetSubtype="272" fill="hold" nodeType="clickEffect">
                                  <p:stCondLst>
                                    <p:cond delay="0"/>
                                  </p:stCondLst>
                                  <p:childTnLst>
                                    <p:set>
                                      <p:cBhvr>
                                        <p:cTn id="24" dur="1" fill="hold">
                                          <p:stCondLst>
                                            <p:cond delay="0"/>
                                          </p:stCondLst>
                                        </p:cTn>
                                        <p:tgtEl>
                                          <p:spTgt spid="56335"/>
                                        </p:tgtEl>
                                        <p:attrNameLst>
                                          <p:attrName>style.visibility</p:attrName>
                                        </p:attrNameLst>
                                      </p:cBhvr>
                                      <p:to>
                                        <p:strVal val="visible"/>
                                      </p:to>
                                    </p:set>
                                    <p:anim calcmode="lin" valueType="num">
                                      <p:cBhvr>
                                        <p:cTn id="25" dur="500" fill="hold"/>
                                        <p:tgtEl>
                                          <p:spTgt spid="56335"/>
                                        </p:tgtEl>
                                        <p:attrNameLst>
                                          <p:attrName>ppt_w</p:attrName>
                                        </p:attrNameLst>
                                      </p:cBhvr>
                                      <p:tavLst>
                                        <p:tav tm="0">
                                          <p:val>
                                            <p:strVal val="2/3*#ppt_w"/>
                                          </p:val>
                                        </p:tav>
                                        <p:tav tm="100000">
                                          <p:val>
                                            <p:strVal val="#ppt_w"/>
                                          </p:val>
                                        </p:tav>
                                      </p:tavLst>
                                    </p:anim>
                                    <p:anim calcmode="lin" valueType="num">
                                      <p:cBhvr>
                                        <p:cTn id="26" dur="500" fill="hold"/>
                                        <p:tgtEl>
                                          <p:spTgt spid="56335"/>
                                        </p:tgtEl>
                                        <p:attrNameLst>
                                          <p:attrName>ppt_h</p:attrName>
                                        </p:attrNameLst>
                                      </p:cBhvr>
                                      <p:tavLst>
                                        <p:tav tm="0">
                                          <p:val>
                                            <p:strVal val="2/3*#ppt_h"/>
                                          </p:val>
                                        </p:tav>
                                        <p:tav tm="100000">
                                          <p:val>
                                            <p:strVal val="#ppt_h"/>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3" presetClass="entr" presetSubtype="272" fill="hold" nodeType="clickEffect">
                                  <p:stCondLst>
                                    <p:cond delay="0"/>
                                  </p:stCondLst>
                                  <p:childTnLst>
                                    <p:set>
                                      <p:cBhvr>
                                        <p:cTn id="30" dur="1" fill="hold">
                                          <p:stCondLst>
                                            <p:cond delay="0"/>
                                          </p:stCondLst>
                                        </p:cTn>
                                        <p:tgtEl>
                                          <p:spTgt spid="56323"/>
                                        </p:tgtEl>
                                        <p:attrNameLst>
                                          <p:attrName>style.visibility</p:attrName>
                                        </p:attrNameLst>
                                      </p:cBhvr>
                                      <p:to>
                                        <p:strVal val="visible"/>
                                      </p:to>
                                    </p:set>
                                    <p:anim calcmode="lin" valueType="num">
                                      <p:cBhvr>
                                        <p:cTn id="31" dur="500" fill="hold"/>
                                        <p:tgtEl>
                                          <p:spTgt spid="56323"/>
                                        </p:tgtEl>
                                        <p:attrNameLst>
                                          <p:attrName>ppt_w</p:attrName>
                                        </p:attrNameLst>
                                      </p:cBhvr>
                                      <p:tavLst>
                                        <p:tav tm="0">
                                          <p:val>
                                            <p:strVal val="2/3*#ppt_w"/>
                                          </p:val>
                                        </p:tav>
                                        <p:tav tm="100000">
                                          <p:val>
                                            <p:strVal val="#ppt_w"/>
                                          </p:val>
                                        </p:tav>
                                      </p:tavLst>
                                    </p:anim>
                                    <p:anim calcmode="lin" valueType="num">
                                      <p:cBhvr>
                                        <p:cTn id="32" dur="500" fill="hold"/>
                                        <p:tgtEl>
                                          <p:spTgt spid="56323"/>
                                        </p:tgtEl>
                                        <p:attrNameLst>
                                          <p:attrName>ppt_h</p:attrName>
                                        </p:attrNameLst>
                                      </p:cBhvr>
                                      <p:tavLst>
                                        <p:tav tm="0">
                                          <p:val>
                                            <p:strVal val="2/3*#ppt_h"/>
                                          </p:val>
                                        </p:tav>
                                        <p:tav tm="100000">
                                          <p:val>
                                            <p:strVal val="#ppt_h"/>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3" presetClass="entr" presetSubtype="272" fill="hold" nodeType="clickEffect">
                                  <p:stCondLst>
                                    <p:cond delay="0"/>
                                  </p:stCondLst>
                                  <p:childTnLst>
                                    <p:set>
                                      <p:cBhvr>
                                        <p:cTn id="36" dur="1" fill="hold">
                                          <p:stCondLst>
                                            <p:cond delay="0"/>
                                          </p:stCondLst>
                                        </p:cTn>
                                        <p:tgtEl>
                                          <p:spTgt spid="56327"/>
                                        </p:tgtEl>
                                        <p:attrNameLst>
                                          <p:attrName>style.visibility</p:attrName>
                                        </p:attrNameLst>
                                      </p:cBhvr>
                                      <p:to>
                                        <p:strVal val="visible"/>
                                      </p:to>
                                    </p:set>
                                    <p:anim calcmode="lin" valueType="num">
                                      <p:cBhvr>
                                        <p:cTn id="37" dur="500" fill="hold"/>
                                        <p:tgtEl>
                                          <p:spTgt spid="56327"/>
                                        </p:tgtEl>
                                        <p:attrNameLst>
                                          <p:attrName>ppt_w</p:attrName>
                                        </p:attrNameLst>
                                      </p:cBhvr>
                                      <p:tavLst>
                                        <p:tav tm="0">
                                          <p:val>
                                            <p:strVal val="2/3*#ppt_w"/>
                                          </p:val>
                                        </p:tav>
                                        <p:tav tm="100000">
                                          <p:val>
                                            <p:strVal val="#ppt_w"/>
                                          </p:val>
                                        </p:tav>
                                      </p:tavLst>
                                    </p:anim>
                                    <p:anim calcmode="lin" valueType="num">
                                      <p:cBhvr>
                                        <p:cTn id="38" dur="500" fill="hold"/>
                                        <p:tgtEl>
                                          <p:spTgt spid="56327"/>
                                        </p:tgtEl>
                                        <p:attrNameLst>
                                          <p:attrName>ppt_h</p:attrName>
                                        </p:attrNameLst>
                                      </p:cBhvr>
                                      <p:tavLst>
                                        <p:tav tm="0">
                                          <p:val>
                                            <p:strVal val="2/3*#ppt_h"/>
                                          </p:val>
                                        </p:tav>
                                        <p:tav tm="100000">
                                          <p:val>
                                            <p:strVal val="#ppt_h"/>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3" presetClass="entr" presetSubtype="272" fill="hold" nodeType="clickEffect">
                                  <p:stCondLst>
                                    <p:cond delay="0"/>
                                  </p:stCondLst>
                                  <p:childTnLst>
                                    <p:set>
                                      <p:cBhvr>
                                        <p:cTn id="42" dur="1" fill="hold">
                                          <p:stCondLst>
                                            <p:cond delay="0"/>
                                          </p:stCondLst>
                                        </p:cTn>
                                        <p:tgtEl>
                                          <p:spTgt spid="56395"/>
                                        </p:tgtEl>
                                        <p:attrNameLst>
                                          <p:attrName>style.visibility</p:attrName>
                                        </p:attrNameLst>
                                      </p:cBhvr>
                                      <p:to>
                                        <p:strVal val="visible"/>
                                      </p:to>
                                    </p:set>
                                    <p:anim calcmode="lin" valueType="num">
                                      <p:cBhvr>
                                        <p:cTn id="43" dur="500" fill="hold"/>
                                        <p:tgtEl>
                                          <p:spTgt spid="56395"/>
                                        </p:tgtEl>
                                        <p:attrNameLst>
                                          <p:attrName>ppt_w</p:attrName>
                                        </p:attrNameLst>
                                      </p:cBhvr>
                                      <p:tavLst>
                                        <p:tav tm="0">
                                          <p:val>
                                            <p:strVal val="2/3*#ppt_w"/>
                                          </p:val>
                                        </p:tav>
                                        <p:tav tm="100000">
                                          <p:val>
                                            <p:strVal val="#ppt_w"/>
                                          </p:val>
                                        </p:tav>
                                      </p:tavLst>
                                    </p:anim>
                                    <p:anim calcmode="lin" valueType="num">
                                      <p:cBhvr>
                                        <p:cTn id="44" dur="500" fill="hold"/>
                                        <p:tgtEl>
                                          <p:spTgt spid="56395"/>
                                        </p:tgtEl>
                                        <p:attrNameLst>
                                          <p:attrName>ppt_h</p:attrName>
                                        </p:attrNameLst>
                                      </p:cBhvr>
                                      <p:tavLst>
                                        <p:tav tm="0">
                                          <p:val>
                                            <p:strVal val="2/3*#ppt_h"/>
                                          </p:val>
                                        </p:tav>
                                        <p:tav tm="100000">
                                          <p:val>
                                            <p:strVal val="#ppt_h"/>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2" presetClass="entr" presetSubtype="8" fill="hold" nodeType="clickEffect">
                                  <p:stCondLst>
                                    <p:cond delay="0"/>
                                  </p:stCondLst>
                                  <p:childTnLst>
                                    <p:set>
                                      <p:cBhvr>
                                        <p:cTn id="48" dur="1" fill="hold">
                                          <p:stCondLst>
                                            <p:cond delay="0"/>
                                          </p:stCondLst>
                                        </p:cTn>
                                        <p:tgtEl>
                                          <p:spTgt spid="56412"/>
                                        </p:tgtEl>
                                        <p:attrNameLst>
                                          <p:attrName>style.visibility</p:attrName>
                                        </p:attrNameLst>
                                      </p:cBhvr>
                                      <p:to>
                                        <p:strVal val="visible"/>
                                      </p:to>
                                    </p:set>
                                    <p:animEffect transition="in" filter="wipe(left)">
                                      <p:cBhvr>
                                        <p:cTn id="49" dur="500"/>
                                        <p:tgtEl>
                                          <p:spTgt spid="56412"/>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22" presetClass="entr" presetSubtype="2" fill="hold" nodeType="clickEffect">
                                  <p:stCondLst>
                                    <p:cond delay="0"/>
                                  </p:stCondLst>
                                  <p:childTnLst>
                                    <p:set>
                                      <p:cBhvr>
                                        <p:cTn id="53" dur="1" fill="hold">
                                          <p:stCondLst>
                                            <p:cond delay="0"/>
                                          </p:stCondLst>
                                        </p:cTn>
                                        <p:tgtEl>
                                          <p:spTgt spid="56413"/>
                                        </p:tgtEl>
                                        <p:attrNameLst>
                                          <p:attrName>style.visibility</p:attrName>
                                        </p:attrNameLst>
                                      </p:cBhvr>
                                      <p:to>
                                        <p:strVal val="visible"/>
                                      </p:to>
                                    </p:set>
                                    <p:animEffect transition="in" filter="wipe(right)">
                                      <p:cBhvr>
                                        <p:cTn id="54" dur="500"/>
                                        <p:tgtEl>
                                          <p:spTgt spid="56413"/>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22" presetClass="entr" presetSubtype="8" fill="hold" nodeType="clickEffect">
                                  <p:stCondLst>
                                    <p:cond delay="0"/>
                                  </p:stCondLst>
                                  <p:childTnLst>
                                    <p:set>
                                      <p:cBhvr>
                                        <p:cTn id="58" dur="1" fill="hold">
                                          <p:stCondLst>
                                            <p:cond delay="0"/>
                                          </p:stCondLst>
                                        </p:cTn>
                                        <p:tgtEl>
                                          <p:spTgt spid="56339"/>
                                        </p:tgtEl>
                                        <p:attrNameLst>
                                          <p:attrName>style.visibility</p:attrName>
                                        </p:attrNameLst>
                                      </p:cBhvr>
                                      <p:to>
                                        <p:strVal val="visible"/>
                                      </p:to>
                                    </p:set>
                                    <p:animEffect transition="in" filter="wipe(left)">
                                      <p:cBhvr>
                                        <p:cTn id="59" dur="500"/>
                                        <p:tgtEl>
                                          <p:spTgt spid="56339"/>
                                        </p:tgtEl>
                                      </p:cBhvr>
                                    </p:animEffect>
                                  </p:childTnLst>
                                </p:cTn>
                              </p:par>
                            </p:childTnLst>
                          </p:cTn>
                        </p:par>
                      </p:childTnLst>
                    </p:cTn>
                  </p:par>
                  <p:par>
                    <p:cTn id="60" fill="hold" nodeType="clickPar">
                      <p:stCondLst>
                        <p:cond delay="indefinite"/>
                      </p:stCondLst>
                      <p:childTnLst>
                        <p:par>
                          <p:cTn id="61" fill="hold" nodeType="withGroup">
                            <p:stCondLst>
                              <p:cond delay="0"/>
                            </p:stCondLst>
                            <p:childTnLst>
                              <p:par>
                                <p:cTn id="62" presetID="22" presetClass="entr" presetSubtype="8" fill="hold" nodeType="clickEffect">
                                  <p:stCondLst>
                                    <p:cond delay="0"/>
                                  </p:stCondLst>
                                  <p:childTnLst>
                                    <p:set>
                                      <p:cBhvr>
                                        <p:cTn id="63" dur="1" fill="hold">
                                          <p:stCondLst>
                                            <p:cond delay="0"/>
                                          </p:stCondLst>
                                        </p:cTn>
                                        <p:tgtEl>
                                          <p:spTgt spid="56340"/>
                                        </p:tgtEl>
                                        <p:attrNameLst>
                                          <p:attrName>style.visibility</p:attrName>
                                        </p:attrNameLst>
                                      </p:cBhvr>
                                      <p:to>
                                        <p:strVal val="visible"/>
                                      </p:to>
                                    </p:set>
                                    <p:animEffect transition="in" filter="wipe(left)">
                                      <p:cBhvr>
                                        <p:cTn id="64" dur="500"/>
                                        <p:tgtEl>
                                          <p:spTgt spid="563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Text Box 2"/>
          <p:cNvSpPr txBox="1">
            <a:spLocks noChangeArrowheads="1"/>
          </p:cNvSpPr>
          <p:nvPr/>
        </p:nvSpPr>
        <p:spPr bwMode="auto">
          <a:xfrm>
            <a:off x="431800" y="3540125"/>
            <a:ext cx="1839913"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4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并联后          </a:t>
            </a:r>
          </a:p>
        </p:txBody>
      </p:sp>
      <p:graphicFrame>
        <p:nvGraphicFramePr>
          <p:cNvPr id="57347" name="Object 3"/>
          <p:cNvGraphicFramePr>
            <a:graphicFrameLocks noChangeAspect="1"/>
          </p:cNvGraphicFramePr>
          <p:nvPr/>
        </p:nvGraphicFramePr>
        <p:xfrm>
          <a:off x="895350" y="4159250"/>
          <a:ext cx="2341563" cy="1019175"/>
        </p:xfrm>
        <a:graphic>
          <a:graphicData uri="http://schemas.openxmlformats.org/presentationml/2006/ole">
            <mc:AlternateContent xmlns:mc="http://schemas.openxmlformats.org/markup-compatibility/2006">
              <mc:Choice xmlns:v="urn:schemas-microsoft-com:vml" Requires="v">
                <p:oleObj spid="_x0000_s240670" name="公式" r:id="rId3" imgW="1168200" imgH="507960" progId="Equation.3">
                  <p:embed/>
                </p:oleObj>
              </mc:Choice>
              <mc:Fallback>
                <p:oleObj name="公式" r:id="rId3" imgW="1168200" imgH="507960" progId="Equation.3">
                  <p:embed/>
                  <p:pic>
                    <p:nvPicPr>
                      <p:cNvPr id="57347"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5350" y="4159250"/>
                        <a:ext cx="2341563" cy="1019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7422" name="Object 78"/>
          <p:cNvGraphicFramePr>
            <a:graphicFrameLocks noChangeAspect="1"/>
          </p:cNvGraphicFramePr>
          <p:nvPr/>
        </p:nvGraphicFramePr>
        <p:xfrm>
          <a:off x="3255963" y="4146550"/>
          <a:ext cx="4530725" cy="1019175"/>
        </p:xfrm>
        <a:graphic>
          <a:graphicData uri="http://schemas.openxmlformats.org/presentationml/2006/ole">
            <mc:AlternateContent xmlns:mc="http://schemas.openxmlformats.org/markup-compatibility/2006">
              <mc:Choice xmlns:v="urn:schemas-microsoft-com:vml" Requires="v">
                <p:oleObj spid="_x0000_s240671" name="公式" r:id="rId5" imgW="2260440" imgH="507960" progId="Equation.3">
                  <p:embed/>
                </p:oleObj>
              </mc:Choice>
              <mc:Fallback>
                <p:oleObj name="公式" r:id="rId5" imgW="2260440" imgH="507960" progId="Equation.3">
                  <p:embed/>
                  <p:pic>
                    <p:nvPicPr>
                      <p:cNvPr id="57422" name="Object 7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55963" y="4146550"/>
                        <a:ext cx="4530725" cy="1019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57501" name="Group 157"/>
          <p:cNvGrpSpPr>
            <a:grpSpLocks/>
          </p:cNvGrpSpPr>
          <p:nvPr/>
        </p:nvGrpSpPr>
        <p:grpSpPr bwMode="auto">
          <a:xfrm>
            <a:off x="1103313" y="219075"/>
            <a:ext cx="6421437" cy="3324225"/>
            <a:chOff x="695" y="138"/>
            <a:chExt cx="4045" cy="2094"/>
          </a:xfrm>
        </p:grpSpPr>
        <p:grpSp>
          <p:nvGrpSpPr>
            <p:cNvPr id="57423" name="Group 79"/>
            <p:cNvGrpSpPr>
              <a:grpSpLocks/>
            </p:cNvGrpSpPr>
            <p:nvPr/>
          </p:nvGrpSpPr>
          <p:grpSpPr bwMode="auto">
            <a:xfrm>
              <a:off x="3534" y="444"/>
              <a:ext cx="1075" cy="1032"/>
              <a:chOff x="3534" y="852"/>
              <a:chExt cx="1075" cy="1032"/>
            </a:xfrm>
          </p:grpSpPr>
          <p:sp>
            <p:nvSpPr>
              <p:cNvPr id="57424" name="Line 80"/>
              <p:cNvSpPr>
                <a:spLocks noChangeShapeType="1"/>
              </p:cNvSpPr>
              <p:nvPr/>
            </p:nvSpPr>
            <p:spPr bwMode="auto">
              <a:xfrm>
                <a:off x="3990" y="1381"/>
                <a:ext cx="556" cy="1"/>
              </a:xfrm>
              <a:prstGeom prst="line">
                <a:avLst/>
              </a:prstGeom>
              <a:noFill/>
              <a:ln w="19050">
                <a:solidFill>
                  <a:srgbClr val="FF33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57425" name="Oval 81"/>
              <p:cNvSpPr>
                <a:spLocks noChangeArrowheads="1"/>
              </p:cNvSpPr>
              <p:nvPr/>
            </p:nvSpPr>
            <p:spPr bwMode="auto">
              <a:xfrm>
                <a:off x="4541" y="1342"/>
                <a:ext cx="68" cy="68"/>
              </a:xfrm>
              <a:prstGeom prst="ellipse">
                <a:avLst/>
              </a:prstGeom>
              <a:noFill/>
              <a:ln w="19050">
                <a:solidFill>
                  <a:srgbClr val="FF33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57426" name="Freeform 82"/>
              <p:cNvSpPr>
                <a:spLocks/>
              </p:cNvSpPr>
              <p:nvPr/>
            </p:nvSpPr>
            <p:spPr bwMode="auto">
              <a:xfrm>
                <a:off x="3534" y="852"/>
                <a:ext cx="468" cy="1032"/>
              </a:xfrm>
              <a:custGeom>
                <a:avLst/>
                <a:gdLst>
                  <a:gd name="T0" fmla="*/ 0 w 468"/>
                  <a:gd name="T1" fmla="*/ 0 h 1032"/>
                  <a:gd name="T2" fmla="*/ 468 w 468"/>
                  <a:gd name="T3" fmla="*/ 522 h 1032"/>
                  <a:gd name="T4" fmla="*/ 24 w 468"/>
                  <a:gd name="T5" fmla="*/ 1032 h 1032"/>
                </a:gdLst>
                <a:ahLst/>
                <a:cxnLst>
                  <a:cxn ang="0">
                    <a:pos x="T0" y="T1"/>
                  </a:cxn>
                  <a:cxn ang="0">
                    <a:pos x="T2" y="T3"/>
                  </a:cxn>
                  <a:cxn ang="0">
                    <a:pos x="T4" y="T5"/>
                  </a:cxn>
                </a:cxnLst>
                <a:rect l="0" t="0" r="r" b="b"/>
                <a:pathLst>
                  <a:path w="468" h="1032">
                    <a:moveTo>
                      <a:pt x="0" y="0"/>
                    </a:moveTo>
                    <a:lnTo>
                      <a:pt x="468" y="522"/>
                    </a:lnTo>
                    <a:lnTo>
                      <a:pt x="24" y="1032"/>
                    </a:lnTo>
                  </a:path>
                </a:pathLst>
              </a:custGeom>
              <a:noFill/>
              <a:ln w="19050" cap="flat" cmpd="sng">
                <a:solidFill>
                  <a:srgbClr val="FF33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grpSp>
        <p:grpSp>
          <p:nvGrpSpPr>
            <p:cNvPr id="57427" name="Group 83"/>
            <p:cNvGrpSpPr>
              <a:grpSpLocks/>
            </p:cNvGrpSpPr>
            <p:nvPr/>
          </p:nvGrpSpPr>
          <p:grpSpPr bwMode="auto">
            <a:xfrm>
              <a:off x="3534" y="1020"/>
              <a:ext cx="1081" cy="1032"/>
              <a:chOff x="3534" y="1428"/>
              <a:chExt cx="1081" cy="1032"/>
            </a:xfrm>
          </p:grpSpPr>
          <p:sp>
            <p:nvSpPr>
              <p:cNvPr id="57428" name="Line 84"/>
              <p:cNvSpPr>
                <a:spLocks noChangeShapeType="1"/>
              </p:cNvSpPr>
              <p:nvPr/>
            </p:nvSpPr>
            <p:spPr bwMode="auto">
              <a:xfrm>
                <a:off x="3994" y="1962"/>
                <a:ext cx="550" cy="1"/>
              </a:xfrm>
              <a:prstGeom prst="line">
                <a:avLst/>
              </a:prstGeom>
              <a:noFill/>
              <a:ln w="19050">
                <a:solidFill>
                  <a:srgbClr val="FF33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57429" name="Oval 85"/>
              <p:cNvSpPr>
                <a:spLocks noChangeArrowheads="1"/>
              </p:cNvSpPr>
              <p:nvPr/>
            </p:nvSpPr>
            <p:spPr bwMode="auto">
              <a:xfrm>
                <a:off x="4547" y="1924"/>
                <a:ext cx="68" cy="68"/>
              </a:xfrm>
              <a:prstGeom prst="ellipse">
                <a:avLst/>
              </a:prstGeom>
              <a:noFill/>
              <a:ln w="19050">
                <a:solidFill>
                  <a:srgbClr val="FF33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57430" name="Freeform 86"/>
              <p:cNvSpPr>
                <a:spLocks/>
              </p:cNvSpPr>
              <p:nvPr/>
            </p:nvSpPr>
            <p:spPr bwMode="auto">
              <a:xfrm>
                <a:off x="3534" y="1428"/>
                <a:ext cx="468" cy="1032"/>
              </a:xfrm>
              <a:custGeom>
                <a:avLst/>
                <a:gdLst>
                  <a:gd name="T0" fmla="*/ 0 w 468"/>
                  <a:gd name="T1" fmla="*/ 0 h 1032"/>
                  <a:gd name="T2" fmla="*/ 468 w 468"/>
                  <a:gd name="T3" fmla="*/ 522 h 1032"/>
                  <a:gd name="T4" fmla="*/ 24 w 468"/>
                  <a:gd name="T5" fmla="*/ 1032 h 1032"/>
                </a:gdLst>
                <a:ahLst/>
                <a:cxnLst>
                  <a:cxn ang="0">
                    <a:pos x="T0" y="T1"/>
                  </a:cxn>
                  <a:cxn ang="0">
                    <a:pos x="T2" y="T3"/>
                  </a:cxn>
                  <a:cxn ang="0">
                    <a:pos x="T4" y="T5"/>
                  </a:cxn>
                </a:cxnLst>
                <a:rect l="0" t="0" r="r" b="b"/>
                <a:pathLst>
                  <a:path w="468" h="1032">
                    <a:moveTo>
                      <a:pt x="0" y="0"/>
                    </a:moveTo>
                    <a:lnTo>
                      <a:pt x="468" y="522"/>
                    </a:lnTo>
                    <a:lnTo>
                      <a:pt x="24" y="1032"/>
                    </a:lnTo>
                  </a:path>
                </a:pathLst>
              </a:custGeom>
              <a:noFill/>
              <a:ln w="19050" cap="flat" cmpd="sng">
                <a:solidFill>
                  <a:srgbClr val="FF33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grpSp>
        <p:grpSp>
          <p:nvGrpSpPr>
            <p:cNvPr id="57431" name="Group 87"/>
            <p:cNvGrpSpPr>
              <a:grpSpLocks/>
            </p:cNvGrpSpPr>
            <p:nvPr/>
          </p:nvGrpSpPr>
          <p:grpSpPr bwMode="auto">
            <a:xfrm>
              <a:off x="780" y="432"/>
              <a:ext cx="1092" cy="1026"/>
              <a:chOff x="780" y="840"/>
              <a:chExt cx="1092" cy="1026"/>
            </a:xfrm>
          </p:grpSpPr>
          <p:sp>
            <p:nvSpPr>
              <p:cNvPr id="57432" name="Line 88"/>
              <p:cNvSpPr>
                <a:spLocks noChangeShapeType="1"/>
              </p:cNvSpPr>
              <p:nvPr/>
            </p:nvSpPr>
            <p:spPr bwMode="auto">
              <a:xfrm>
                <a:off x="854" y="1361"/>
                <a:ext cx="574" cy="1"/>
              </a:xfrm>
              <a:prstGeom prst="line">
                <a:avLst/>
              </a:prstGeom>
              <a:noFill/>
              <a:ln w="19050">
                <a:solidFill>
                  <a:srgbClr val="FF33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57433" name="Oval 89"/>
              <p:cNvSpPr>
                <a:spLocks noChangeArrowheads="1"/>
              </p:cNvSpPr>
              <p:nvPr/>
            </p:nvSpPr>
            <p:spPr bwMode="auto">
              <a:xfrm>
                <a:off x="780" y="1324"/>
                <a:ext cx="68" cy="68"/>
              </a:xfrm>
              <a:prstGeom prst="ellipse">
                <a:avLst/>
              </a:prstGeom>
              <a:noFill/>
              <a:ln w="19050">
                <a:solidFill>
                  <a:srgbClr val="FF33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57434" name="Freeform 90"/>
              <p:cNvSpPr>
                <a:spLocks/>
              </p:cNvSpPr>
              <p:nvPr/>
            </p:nvSpPr>
            <p:spPr bwMode="auto">
              <a:xfrm>
                <a:off x="1404" y="840"/>
                <a:ext cx="468" cy="1026"/>
              </a:xfrm>
              <a:custGeom>
                <a:avLst/>
                <a:gdLst>
                  <a:gd name="T0" fmla="*/ 468 w 468"/>
                  <a:gd name="T1" fmla="*/ 0 h 1026"/>
                  <a:gd name="T2" fmla="*/ 0 w 468"/>
                  <a:gd name="T3" fmla="*/ 522 h 1026"/>
                  <a:gd name="T4" fmla="*/ 462 w 468"/>
                  <a:gd name="T5" fmla="*/ 1026 h 1026"/>
                </a:gdLst>
                <a:ahLst/>
                <a:cxnLst>
                  <a:cxn ang="0">
                    <a:pos x="T0" y="T1"/>
                  </a:cxn>
                  <a:cxn ang="0">
                    <a:pos x="T2" y="T3"/>
                  </a:cxn>
                  <a:cxn ang="0">
                    <a:pos x="T4" y="T5"/>
                  </a:cxn>
                </a:cxnLst>
                <a:rect l="0" t="0" r="r" b="b"/>
                <a:pathLst>
                  <a:path w="468" h="1026">
                    <a:moveTo>
                      <a:pt x="468" y="0"/>
                    </a:moveTo>
                    <a:lnTo>
                      <a:pt x="0" y="522"/>
                    </a:lnTo>
                    <a:lnTo>
                      <a:pt x="462" y="1026"/>
                    </a:lnTo>
                  </a:path>
                </a:pathLst>
              </a:custGeom>
              <a:noFill/>
              <a:ln w="19050" cap="flat" cmpd="sng">
                <a:solidFill>
                  <a:srgbClr val="FF33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grpSp>
        <p:grpSp>
          <p:nvGrpSpPr>
            <p:cNvPr id="57435" name="Group 91"/>
            <p:cNvGrpSpPr>
              <a:grpSpLocks/>
            </p:cNvGrpSpPr>
            <p:nvPr/>
          </p:nvGrpSpPr>
          <p:grpSpPr bwMode="auto">
            <a:xfrm>
              <a:off x="780" y="1026"/>
              <a:ext cx="1086" cy="1026"/>
              <a:chOff x="780" y="1434"/>
              <a:chExt cx="1086" cy="1026"/>
            </a:xfrm>
          </p:grpSpPr>
          <p:sp>
            <p:nvSpPr>
              <p:cNvPr id="57436" name="Line 92"/>
              <p:cNvSpPr>
                <a:spLocks noChangeShapeType="1"/>
              </p:cNvSpPr>
              <p:nvPr/>
            </p:nvSpPr>
            <p:spPr bwMode="auto">
              <a:xfrm flipV="1">
                <a:off x="854" y="1957"/>
                <a:ext cx="562" cy="0"/>
              </a:xfrm>
              <a:prstGeom prst="line">
                <a:avLst/>
              </a:prstGeom>
              <a:noFill/>
              <a:ln w="19050">
                <a:solidFill>
                  <a:srgbClr val="FF33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57437" name="Oval 93"/>
              <p:cNvSpPr>
                <a:spLocks noChangeArrowheads="1"/>
              </p:cNvSpPr>
              <p:nvPr/>
            </p:nvSpPr>
            <p:spPr bwMode="auto">
              <a:xfrm>
                <a:off x="780" y="1918"/>
                <a:ext cx="68" cy="68"/>
              </a:xfrm>
              <a:prstGeom prst="ellipse">
                <a:avLst/>
              </a:prstGeom>
              <a:noFill/>
              <a:ln w="19050">
                <a:solidFill>
                  <a:srgbClr val="FF33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57438" name="Freeform 94"/>
              <p:cNvSpPr>
                <a:spLocks/>
              </p:cNvSpPr>
              <p:nvPr/>
            </p:nvSpPr>
            <p:spPr bwMode="auto">
              <a:xfrm>
                <a:off x="1398" y="1434"/>
                <a:ext cx="468" cy="1026"/>
              </a:xfrm>
              <a:custGeom>
                <a:avLst/>
                <a:gdLst>
                  <a:gd name="T0" fmla="*/ 468 w 468"/>
                  <a:gd name="T1" fmla="*/ 0 h 1026"/>
                  <a:gd name="T2" fmla="*/ 0 w 468"/>
                  <a:gd name="T3" fmla="*/ 522 h 1026"/>
                  <a:gd name="T4" fmla="*/ 462 w 468"/>
                  <a:gd name="T5" fmla="*/ 1026 h 1026"/>
                </a:gdLst>
                <a:ahLst/>
                <a:cxnLst>
                  <a:cxn ang="0">
                    <a:pos x="T0" y="T1"/>
                  </a:cxn>
                  <a:cxn ang="0">
                    <a:pos x="T2" y="T3"/>
                  </a:cxn>
                  <a:cxn ang="0">
                    <a:pos x="T4" y="T5"/>
                  </a:cxn>
                </a:cxnLst>
                <a:rect l="0" t="0" r="r" b="b"/>
                <a:pathLst>
                  <a:path w="468" h="1026">
                    <a:moveTo>
                      <a:pt x="468" y="0"/>
                    </a:moveTo>
                    <a:lnTo>
                      <a:pt x="0" y="522"/>
                    </a:lnTo>
                    <a:lnTo>
                      <a:pt x="462" y="1026"/>
                    </a:lnTo>
                  </a:path>
                </a:pathLst>
              </a:custGeom>
              <a:noFill/>
              <a:ln w="19050" cap="flat" cmpd="sng">
                <a:solidFill>
                  <a:srgbClr val="FF33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grpSp>
        <p:sp>
          <p:nvSpPr>
            <p:cNvPr id="57440" name="Text Box 96"/>
            <p:cNvSpPr txBox="1">
              <a:spLocks noChangeArrowheads="1"/>
            </p:cNvSpPr>
            <p:nvPr/>
          </p:nvSpPr>
          <p:spPr bwMode="auto">
            <a:xfrm>
              <a:off x="695" y="931"/>
              <a:ext cx="267"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a:t>
              </a:r>
            </a:p>
          </p:txBody>
        </p:sp>
        <p:sp>
          <p:nvSpPr>
            <p:cNvPr id="57441" name="Text Box 97"/>
            <p:cNvSpPr txBox="1">
              <a:spLocks noChangeArrowheads="1"/>
            </p:cNvSpPr>
            <p:nvPr/>
          </p:nvSpPr>
          <p:spPr bwMode="auto">
            <a:xfrm>
              <a:off x="700" y="1295"/>
              <a:ext cx="267"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smtClean="0">
                  <a:ln>
                    <a:noFill/>
                  </a:ln>
                  <a:solidFill>
                    <a:srgbClr val="000000"/>
                  </a:solidFill>
                  <a:effectLst/>
                  <a:uLnTx/>
                  <a:uFillTx/>
                  <a:latin typeface="黑体" panose="02010609060101010101" pitchFamily="49" charset="-122"/>
                  <a:ea typeface="黑体" panose="02010609060101010101" pitchFamily="49" charset="-122"/>
                  <a:cs typeface="+mn-cs"/>
                  <a:sym typeface="Symbol" panose="05050102010706020507" pitchFamily="18" charset="2"/>
                </a:rPr>
                <a:t>-</a:t>
              </a:r>
              <a:endParaRPr kumimoji="1" lang="en-US" altLang="zh-CN" sz="2400" b="0" i="0" u="none" strike="noStrike" kern="1200" cap="none" spc="0" normalizeH="0" baseline="0" noProof="0" smtClean="0">
                <a:ln>
                  <a:noFill/>
                </a:ln>
                <a:solidFill>
                  <a:srgbClr val="000000"/>
                </a:solidFill>
                <a:effectLst/>
                <a:uLnTx/>
                <a:uFillTx/>
                <a:latin typeface="黑体" panose="02010609060101010101" pitchFamily="49" charset="-122"/>
                <a:ea typeface="黑体" panose="02010609060101010101" pitchFamily="49" charset="-122"/>
                <a:cs typeface="+mn-cs"/>
              </a:endParaRPr>
            </a:p>
          </p:txBody>
        </p:sp>
        <p:graphicFrame>
          <p:nvGraphicFramePr>
            <p:cNvPr id="57442" name="Object 98"/>
            <p:cNvGraphicFramePr>
              <a:graphicFrameLocks noChangeAspect="1"/>
            </p:cNvGraphicFramePr>
            <p:nvPr/>
          </p:nvGraphicFramePr>
          <p:xfrm>
            <a:off x="948" y="644"/>
            <a:ext cx="208" cy="290"/>
          </p:xfrm>
          <a:graphic>
            <a:graphicData uri="http://schemas.openxmlformats.org/presentationml/2006/ole">
              <mc:AlternateContent xmlns:mc="http://schemas.openxmlformats.org/markup-compatibility/2006">
                <mc:Choice xmlns:v="urn:schemas-microsoft-com:vml" Requires="v">
                  <p:oleObj spid="_x0000_s240672" name="公式" r:id="rId7" imgW="164880" imgH="228600" progId="Equation.3">
                    <p:embed/>
                  </p:oleObj>
                </mc:Choice>
                <mc:Fallback>
                  <p:oleObj name="公式" r:id="rId7" imgW="164880" imgH="228600" progId="Equation.3">
                    <p:embed/>
                    <p:pic>
                      <p:nvPicPr>
                        <p:cNvPr id="57442" name="Object 9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48" y="644"/>
                          <a:ext cx="208" cy="2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7443" name="Object 99"/>
            <p:cNvGraphicFramePr>
              <a:graphicFrameLocks noChangeAspect="1"/>
            </p:cNvGraphicFramePr>
            <p:nvPr/>
          </p:nvGraphicFramePr>
          <p:xfrm>
            <a:off x="702" y="1152"/>
            <a:ext cx="256" cy="291"/>
          </p:xfrm>
          <a:graphic>
            <a:graphicData uri="http://schemas.openxmlformats.org/presentationml/2006/ole">
              <mc:AlternateContent xmlns:mc="http://schemas.openxmlformats.org/markup-compatibility/2006">
                <mc:Choice xmlns:v="urn:schemas-microsoft-com:vml" Requires="v">
                  <p:oleObj spid="_x0000_s240673" name="公式" r:id="rId9" imgW="203040" imgH="228600" progId="Equation.3">
                    <p:embed/>
                  </p:oleObj>
                </mc:Choice>
                <mc:Fallback>
                  <p:oleObj name="公式" r:id="rId9" imgW="203040" imgH="228600" progId="Equation.3">
                    <p:embed/>
                    <p:pic>
                      <p:nvPicPr>
                        <p:cNvPr id="57443" name="Object 9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02" y="1152"/>
                          <a:ext cx="256"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7444" name="Line 100"/>
            <p:cNvSpPr>
              <a:spLocks noChangeShapeType="1"/>
            </p:cNvSpPr>
            <p:nvPr/>
          </p:nvSpPr>
          <p:spPr bwMode="auto">
            <a:xfrm>
              <a:off x="1040" y="944"/>
              <a:ext cx="48" cy="0"/>
            </a:xfrm>
            <a:prstGeom prst="line">
              <a:avLst/>
            </a:prstGeom>
            <a:noFill/>
            <a:ln w="28575">
              <a:solidFill>
                <a:schemeClr val="tx1"/>
              </a:solidFill>
              <a:round/>
              <a:headEnd/>
              <a:tailEnd type="stealth" w="med" len="lg"/>
            </a:ln>
            <a:extLst>
              <a:ext uri="{909E8E84-426E-40DD-AFC4-6F175D3DCCD1}">
                <a14:hiddenFill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57446" name="Text Box 102"/>
            <p:cNvSpPr txBox="1">
              <a:spLocks noChangeArrowheads="1"/>
            </p:cNvSpPr>
            <p:nvPr/>
          </p:nvSpPr>
          <p:spPr bwMode="auto">
            <a:xfrm>
              <a:off x="4462" y="943"/>
              <a:ext cx="267"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a:t>
              </a:r>
            </a:p>
          </p:txBody>
        </p:sp>
        <p:sp>
          <p:nvSpPr>
            <p:cNvPr id="57447" name="Text Box 103"/>
            <p:cNvSpPr txBox="1">
              <a:spLocks noChangeArrowheads="1"/>
            </p:cNvSpPr>
            <p:nvPr/>
          </p:nvSpPr>
          <p:spPr bwMode="auto">
            <a:xfrm>
              <a:off x="4473" y="1305"/>
              <a:ext cx="267"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smtClean="0">
                  <a:ln>
                    <a:noFill/>
                  </a:ln>
                  <a:solidFill>
                    <a:srgbClr val="000000"/>
                  </a:solidFill>
                  <a:effectLst/>
                  <a:uLnTx/>
                  <a:uFillTx/>
                  <a:latin typeface="黑体" panose="02010609060101010101" pitchFamily="49" charset="-122"/>
                  <a:ea typeface="黑体" panose="02010609060101010101" pitchFamily="49" charset="-122"/>
                  <a:cs typeface="+mn-cs"/>
                  <a:sym typeface="Symbol" panose="05050102010706020507" pitchFamily="18" charset="2"/>
                </a:rPr>
                <a:t>-</a:t>
              </a:r>
              <a:endParaRPr kumimoji="1" lang="en-US" altLang="zh-CN" sz="2400" b="0" i="0" u="none" strike="noStrike" kern="1200" cap="none" spc="0" normalizeH="0" baseline="0" noProof="0" smtClean="0">
                <a:ln>
                  <a:noFill/>
                </a:ln>
                <a:solidFill>
                  <a:srgbClr val="000000"/>
                </a:solidFill>
                <a:effectLst/>
                <a:uLnTx/>
                <a:uFillTx/>
                <a:latin typeface="黑体" panose="02010609060101010101" pitchFamily="49" charset="-122"/>
                <a:ea typeface="黑体" panose="02010609060101010101" pitchFamily="49" charset="-122"/>
                <a:cs typeface="+mn-cs"/>
              </a:endParaRPr>
            </a:p>
          </p:txBody>
        </p:sp>
        <p:graphicFrame>
          <p:nvGraphicFramePr>
            <p:cNvPr id="57448" name="Object 104"/>
            <p:cNvGraphicFramePr>
              <a:graphicFrameLocks noChangeAspect="1"/>
            </p:cNvGraphicFramePr>
            <p:nvPr/>
          </p:nvGraphicFramePr>
          <p:xfrm>
            <a:off x="4430" y="1136"/>
            <a:ext cx="256" cy="291"/>
          </p:xfrm>
          <a:graphic>
            <a:graphicData uri="http://schemas.openxmlformats.org/presentationml/2006/ole">
              <mc:AlternateContent xmlns:mc="http://schemas.openxmlformats.org/markup-compatibility/2006">
                <mc:Choice xmlns:v="urn:schemas-microsoft-com:vml" Requires="v">
                  <p:oleObj spid="_x0000_s240674" name="公式" r:id="rId11" imgW="203040" imgH="228600" progId="Equation.3">
                    <p:embed/>
                  </p:oleObj>
                </mc:Choice>
                <mc:Fallback>
                  <p:oleObj name="公式" r:id="rId11" imgW="203040" imgH="228600" progId="Equation.3">
                    <p:embed/>
                    <p:pic>
                      <p:nvPicPr>
                        <p:cNvPr id="57448" name="Object 104"/>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430" y="1136"/>
                          <a:ext cx="256"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7449" name="Object 105"/>
            <p:cNvGraphicFramePr>
              <a:graphicFrameLocks noChangeAspect="1"/>
            </p:cNvGraphicFramePr>
            <p:nvPr/>
          </p:nvGraphicFramePr>
          <p:xfrm>
            <a:off x="4268" y="652"/>
            <a:ext cx="224" cy="290"/>
          </p:xfrm>
          <a:graphic>
            <a:graphicData uri="http://schemas.openxmlformats.org/presentationml/2006/ole">
              <mc:AlternateContent xmlns:mc="http://schemas.openxmlformats.org/markup-compatibility/2006">
                <mc:Choice xmlns:v="urn:schemas-microsoft-com:vml" Requires="v">
                  <p:oleObj spid="_x0000_s240675" name="公式" r:id="rId13" imgW="177480" imgH="228600" progId="Equation.3">
                    <p:embed/>
                  </p:oleObj>
                </mc:Choice>
                <mc:Fallback>
                  <p:oleObj name="公式" r:id="rId13" imgW="177480" imgH="228600" progId="Equation.3">
                    <p:embed/>
                    <p:pic>
                      <p:nvPicPr>
                        <p:cNvPr id="57449" name="Object 105"/>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268" y="652"/>
                          <a:ext cx="224" cy="2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7450" name="Line 106"/>
            <p:cNvSpPr>
              <a:spLocks noChangeShapeType="1"/>
            </p:cNvSpPr>
            <p:nvPr/>
          </p:nvSpPr>
          <p:spPr bwMode="auto">
            <a:xfrm flipH="1">
              <a:off x="4296" y="976"/>
              <a:ext cx="48" cy="0"/>
            </a:xfrm>
            <a:prstGeom prst="line">
              <a:avLst/>
            </a:prstGeom>
            <a:noFill/>
            <a:ln w="28575">
              <a:solidFill>
                <a:schemeClr val="tx1"/>
              </a:solidFill>
              <a:round/>
              <a:headEnd/>
              <a:tailEnd type="stealth" w="med" len="lg"/>
            </a:ln>
            <a:extLst>
              <a:ext uri="{909E8E84-426E-40DD-AFC4-6F175D3DCCD1}">
                <a14:hiddenFill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grpSp>
          <p:nvGrpSpPr>
            <p:cNvPr id="57451" name="Group 107"/>
            <p:cNvGrpSpPr>
              <a:grpSpLocks/>
            </p:cNvGrpSpPr>
            <p:nvPr/>
          </p:nvGrpSpPr>
          <p:grpSpPr bwMode="auto">
            <a:xfrm>
              <a:off x="1260" y="140"/>
              <a:ext cx="2820" cy="2092"/>
              <a:chOff x="1260" y="548"/>
              <a:chExt cx="2820" cy="2092"/>
            </a:xfrm>
          </p:grpSpPr>
          <p:sp>
            <p:nvSpPr>
              <p:cNvPr id="57452" name="Rectangle 108"/>
              <p:cNvSpPr>
                <a:spLocks noChangeArrowheads="1"/>
              </p:cNvSpPr>
              <p:nvPr/>
            </p:nvSpPr>
            <p:spPr bwMode="auto">
              <a:xfrm>
                <a:off x="1260" y="548"/>
                <a:ext cx="2820" cy="2092"/>
              </a:xfrm>
              <a:prstGeom prst="rect">
                <a:avLst/>
              </a:prstGeom>
              <a:noFill/>
              <a:ln w="12700">
                <a:solidFill>
                  <a:schemeClr val="accent1"/>
                </a:solidFill>
                <a:prstDash val="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57453" name="Text Box 109"/>
              <p:cNvSpPr txBox="1">
                <a:spLocks noChangeArrowheads="1"/>
              </p:cNvSpPr>
              <p:nvPr/>
            </p:nvSpPr>
            <p:spPr bwMode="auto">
              <a:xfrm>
                <a:off x="1310" y="594"/>
                <a:ext cx="233"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1" i="1" u="none" strike="noStrike" kern="1200" cap="none" spc="0" normalizeH="0" baseline="0" noProof="0" smtClean="0">
                    <a:ln>
                      <a:noFill/>
                    </a:ln>
                    <a:solidFill>
                      <a:srgbClr val="00CC99"/>
                    </a:solidFill>
                    <a:effectLst/>
                    <a:uLnTx/>
                    <a:uFillTx/>
                    <a:latin typeface="Times New Roman" panose="02020603050405020304" pitchFamily="18" charset="0"/>
                    <a:ea typeface="宋体" panose="02010600030101010101" pitchFamily="2" charset="-122"/>
                    <a:cs typeface="+mn-cs"/>
                  </a:rPr>
                  <a:t>Y</a:t>
                </a:r>
                <a:endParaRPr kumimoji="1" lang="en-US" altLang="zh-CN" sz="2400" b="0"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pSp>
        <p:grpSp>
          <p:nvGrpSpPr>
            <p:cNvPr id="57454" name="Group 110"/>
            <p:cNvGrpSpPr>
              <a:grpSpLocks/>
            </p:cNvGrpSpPr>
            <p:nvPr/>
          </p:nvGrpSpPr>
          <p:grpSpPr bwMode="auto">
            <a:xfrm>
              <a:off x="1766" y="138"/>
              <a:ext cx="1907" cy="1007"/>
              <a:chOff x="1766" y="546"/>
              <a:chExt cx="1907" cy="1007"/>
            </a:xfrm>
          </p:grpSpPr>
          <p:grpSp>
            <p:nvGrpSpPr>
              <p:cNvPr id="57455" name="Group 111"/>
              <p:cNvGrpSpPr>
                <a:grpSpLocks/>
              </p:cNvGrpSpPr>
              <p:nvPr/>
            </p:nvGrpSpPr>
            <p:grpSpPr bwMode="auto">
              <a:xfrm>
                <a:off x="1766" y="546"/>
                <a:ext cx="1907" cy="1007"/>
                <a:chOff x="1766" y="546"/>
                <a:chExt cx="1907" cy="1007"/>
              </a:xfrm>
            </p:grpSpPr>
            <p:sp>
              <p:nvSpPr>
                <p:cNvPr id="57456" name="Rectangle 112"/>
                <p:cNvSpPr>
                  <a:spLocks noChangeArrowheads="1"/>
                </p:cNvSpPr>
                <p:nvPr/>
              </p:nvSpPr>
              <p:spPr bwMode="auto">
                <a:xfrm>
                  <a:off x="2340" y="721"/>
                  <a:ext cx="713" cy="832"/>
                </a:xfrm>
                <a:prstGeom prst="rect">
                  <a:avLst/>
                </a:prstGeom>
                <a:solidFill>
                  <a:srgbClr val="FFFFCC"/>
                </a:solidFill>
                <a:ln w="28575">
                  <a:solidFill>
                    <a:srgbClr val="000000"/>
                  </a:solidFill>
                  <a:miter lim="800000"/>
                  <a:headEnd/>
                  <a:tailEnd/>
                </a:ln>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57457" name="Rectangle 113"/>
                <p:cNvSpPr>
                  <a:spLocks noChangeArrowheads="1"/>
                </p:cNvSpPr>
                <p:nvPr/>
              </p:nvSpPr>
              <p:spPr bwMode="auto">
                <a:xfrm>
                  <a:off x="2577" y="1006"/>
                  <a:ext cx="249"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800" b="1" i="1"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Y </a:t>
                  </a:r>
                  <a:r>
                    <a:rPr kumimoji="1" lang="en-US" altLang="zh-CN" sz="28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sym typeface="Symbol" panose="05050102010706020507" pitchFamily="18" charset="2"/>
                    </a:rPr>
                    <a:t></a:t>
                  </a:r>
                  <a:endParaRPr kumimoji="1" lang="en-US" altLang="zh-CN" sz="36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sym typeface="Symbol" panose="05050102010706020507" pitchFamily="18" charset="2"/>
                  </a:endParaRPr>
                </a:p>
              </p:txBody>
            </p:sp>
            <p:sp>
              <p:nvSpPr>
                <p:cNvPr id="57458" name="Line 114"/>
                <p:cNvSpPr>
                  <a:spLocks noChangeShapeType="1"/>
                </p:cNvSpPr>
                <p:nvPr/>
              </p:nvSpPr>
              <p:spPr bwMode="auto">
                <a:xfrm>
                  <a:off x="1934" y="839"/>
                  <a:ext cx="418" cy="1"/>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57459" name="Line 115"/>
                <p:cNvSpPr>
                  <a:spLocks noChangeShapeType="1"/>
                </p:cNvSpPr>
                <p:nvPr/>
              </p:nvSpPr>
              <p:spPr bwMode="auto">
                <a:xfrm flipV="1">
                  <a:off x="1928" y="1429"/>
                  <a:ext cx="418"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57460" name="Text Box 116"/>
                <p:cNvSpPr txBox="1">
                  <a:spLocks noChangeArrowheads="1"/>
                </p:cNvSpPr>
                <p:nvPr/>
              </p:nvSpPr>
              <p:spPr bwMode="auto">
                <a:xfrm>
                  <a:off x="1775" y="817"/>
                  <a:ext cx="267"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a:t>
                  </a:r>
                </a:p>
              </p:txBody>
            </p:sp>
            <p:sp>
              <p:nvSpPr>
                <p:cNvPr id="57461" name="Text Box 117"/>
                <p:cNvSpPr txBox="1">
                  <a:spLocks noChangeArrowheads="1"/>
                </p:cNvSpPr>
                <p:nvPr/>
              </p:nvSpPr>
              <p:spPr bwMode="auto">
                <a:xfrm>
                  <a:off x="1780" y="1181"/>
                  <a:ext cx="267"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smtClean="0">
                      <a:ln>
                        <a:noFill/>
                      </a:ln>
                      <a:solidFill>
                        <a:srgbClr val="000000"/>
                      </a:solidFill>
                      <a:effectLst/>
                      <a:uLnTx/>
                      <a:uFillTx/>
                      <a:latin typeface="黑体" panose="02010609060101010101" pitchFamily="49" charset="-122"/>
                      <a:ea typeface="黑体" panose="02010609060101010101" pitchFamily="49" charset="-122"/>
                      <a:cs typeface="+mn-cs"/>
                      <a:sym typeface="Symbol" panose="05050102010706020507" pitchFamily="18" charset="2"/>
                    </a:rPr>
                    <a:t>-</a:t>
                  </a:r>
                  <a:endParaRPr kumimoji="1" lang="en-US" altLang="zh-CN" sz="2400" b="0" i="0" u="none" strike="noStrike" kern="1200" cap="none" spc="0" normalizeH="0" baseline="0" noProof="0" smtClean="0">
                    <a:ln>
                      <a:noFill/>
                    </a:ln>
                    <a:solidFill>
                      <a:srgbClr val="000000"/>
                    </a:solidFill>
                    <a:effectLst/>
                    <a:uLnTx/>
                    <a:uFillTx/>
                    <a:latin typeface="黑体" panose="02010609060101010101" pitchFamily="49" charset="-122"/>
                    <a:ea typeface="黑体" panose="02010609060101010101" pitchFamily="49" charset="-122"/>
                    <a:cs typeface="+mn-cs"/>
                  </a:endParaRPr>
                </a:p>
              </p:txBody>
            </p:sp>
            <p:sp>
              <p:nvSpPr>
                <p:cNvPr id="57462" name="Line 118"/>
                <p:cNvSpPr>
                  <a:spLocks noChangeShapeType="1"/>
                </p:cNvSpPr>
                <p:nvPr/>
              </p:nvSpPr>
              <p:spPr bwMode="auto">
                <a:xfrm>
                  <a:off x="3055" y="845"/>
                  <a:ext cx="418" cy="3"/>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57463" name="Line 119"/>
                <p:cNvSpPr>
                  <a:spLocks noChangeShapeType="1"/>
                </p:cNvSpPr>
                <p:nvPr/>
              </p:nvSpPr>
              <p:spPr bwMode="auto">
                <a:xfrm>
                  <a:off x="3059" y="1434"/>
                  <a:ext cx="418" cy="1"/>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57464" name="Text Box 120"/>
                <p:cNvSpPr txBox="1">
                  <a:spLocks noChangeArrowheads="1"/>
                </p:cNvSpPr>
                <p:nvPr/>
              </p:nvSpPr>
              <p:spPr bwMode="auto">
                <a:xfrm>
                  <a:off x="3395" y="823"/>
                  <a:ext cx="267"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a:t>
                  </a:r>
                </a:p>
              </p:txBody>
            </p:sp>
            <p:sp>
              <p:nvSpPr>
                <p:cNvPr id="57465" name="Text Box 121"/>
                <p:cNvSpPr txBox="1">
                  <a:spLocks noChangeArrowheads="1"/>
                </p:cNvSpPr>
                <p:nvPr/>
              </p:nvSpPr>
              <p:spPr bwMode="auto">
                <a:xfrm>
                  <a:off x="3406" y="1169"/>
                  <a:ext cx="267"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smtClean="0">
                      <a:ln>
                        <a:noFill/>
                      </a:ln>
                      <a:solidFill>
                        <a:srgbClr val="000000"/>
                      </a:solidFill>
                      <a:effectLst/>
                      <a:uLnTx/>
                      <a:uFillTx/>
                      <a:latin typeface="黑体" panose="02010609060101010101" pitchFamily="49" charset="-122"/>
                      <a:ea typeface="黑体" panose="02010609060101010101" pitchFamily="49" charset="-122"/>
                      <a:cs typeface="+mn-cs"/>
                      <a:sym typeface="Symbol" panose="05050102010706020507" pitchFamily="18" charset="2"/>
                    </a:rPr>
                    <a:t>-</a:t>
                  </a:r>
                  <a:endParaRPr kumimoji="1" lang="en-US" altLang="zh-CN" sz="2400" b="0" i="0" u="none" strike="noStrike" kern="1200" cap="none" spc="0" normalizeH="0" baseline="0" noProof="0" smtClean="0">
                    <a:ln>
                      <a:noFill/>
                    </a:ln>
                    <a:solidFill>
                      <a:srgbClr val="000000"/>
                    </a:solidFill>
                    <a:effectLst/>
                    <a:uLnTx/>
                    <a:uFillTx/>
                    <a:latin typeface="黑体" panose="02010609060101010101" pitchFamily="49" charset="-122"/>
                    <a:ea typeface="黑体" panose="02010609060101010101" pitchFamily="49" charset="-122"/>
                    <a:cs typeface="+mn-cs"/>
                  </a:endParaRPr>
                </a:p>
              </p:txBody>
            </p:sp>
            <p:graphicFrame>
              <p:nvGraphicFramePr>
                <p:cNvPr id="57466" name="Object 122"/>
                <p:cNvGraphicFramePr>
                  <a:graphicFrameLocks noChangeAspect="1"/>
                </p:cNvGraphicFramePr>
                <p:nvPr/>
              </p:nvGraphicFramePr>
              <p:xfrm>
                <a:off x="2016" y="546"/>
                <a:ext cx="208" cy="290"/>
              </p:xfrm>
              <a:graphic>
                <a:graphicData uri="http://schemas.openxmlformats.org/presentationml/2006/ole">
                  <mc:AlternateContent xmlns:mc="http://schemas.openxmlformats.org/markup-compatibility/2006">
                    <mc:Choice xmlns:v="urn:schemas-microsoft-com:vml" Requires="v">
                      <p:oleObj spid="_x0000_s240676" name="公式" r:id="rId15" imgW="164880" imgH="228600" progId="Equation.3">
                        <p:embed/>
                      </p:oleObj>
                    </mc:Choice>
                    <mc:Fallback>
                      <p:oleObj name="公式" r:id="rId15" imgW="164880" imgH="228600" progId="Equation.3">
                        <p:embed/>
                        <p:pic>
                          <p:nvPicPr>
                            <p:cNvPr id="57466" name="Object 122"/>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016" y="546"/>
                              <a:ext cx="208" cy="2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7467" name="Oval 123"/>
                <p:cNvSpPr>
                  <a:spLocks noChangeArrowheads="1"/>
                </p:cNvSpPr>
                <p:nvPr/>
              </p:nvSpPr>
              <p:spPr bwMode="auto">
                <a:xfrm>
                  <a:off x="1860" y="802"/>
                  <a:ext cx="68" cy="68"/>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57468" name="Oval 124"/>
                <p:cNvSpPr>
                  <a:spLocks noChangeArrowheads="1"/>
                </p:cNvSpPr>
                <p:nvPr/>
              </p:nvSpPr>
              <p:spPr bwMode="auto">
                <a:xfrm>
                  <a:off x="1860" y="1396"/>
                  <a:ext cx="68" cy="68"/>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57469" name="Oval 125"/>
                <p:cNvSpPr>
                  <a:spLocks noChangeArrowheads="1"/>
                </p:cNvSpPr>
                <p:nvPr/>
              </p:nvSpPr>
              <p:spPr bwMode="auto">
                <a:xfrm>
                  <a:off x="3474" y="814"/>
                  <a:ext cx="68" cy="68"/>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57470" name="Oval 126"/>
                <p:cNvSpPr>
                  <a:spLocks noChangeArrowheads="1"/>
                </p:cNvSpPr>
                <p:nvPr/>
              </p:nvSpPr>
              <p:spPr bwMode="auto">
                <a:xfrm>
                  <a:off x="3480" y="1396"/>
                  <a:ext cx="68" cy="68"/>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graphicFrame>
              <p:nvGraphicFramePr>
                <p:cNvPr id="57471" name="Object 127"/>
                <p:cNvGraphicFramePr>
                  <a:graphicFrameLocks noChangeAspect="1"/>
                </p:cNvGraphicFramePr>
                <p:nvPr/>
              </p:nvGraphicFramePr>
              <p:xfrm>
                <a:off x="1766" y="1022"/>
                <a:ext cx="256" cy="290"/>
              </p:xfrm>
              <a:graphic>
                <a:graphicData uri="http://schemas.openxmlformats.org/presentationml/2006/ole">
                  <mc:AlternateContent xmlns:mc="http://schemas.openxmlformats.org/markup-compatibility/2006">
                    <mc:Choice xmlns:v="urn:schemas-microsoft-com:vml" Requires="v">
                      <p:oleObj spid="_x0000_s240677" name="公式" r:id="rId17" imgW="203040" imgH="228600" progId="Equation.3">
                        <p:embed/>
                      </p:oleObj>
                    </mc:Choice>
                    <mc:Fallback>
                      <p:oleObj name="公式" r:id="rId17" imgW="203040" imgH="228600" progId="Equation.3">
                        <p:embed/>
                        <p:pic>
                          <p:nvPicPr>
                            <p:cNvPr id="57471" name="Object 127"/>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766" y="1022"/>
                              <a:ext cx="256" cy="2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7472" name="Object 128"/>
                <p:cNvGraphicFramePr>
                  <a:graphicFrameLocks noChangeAspect="1"/>
                </p:cNvGraphicFramePr>
                <p:nvPr/>
              </p:nvGraphicFramePr>
              <p:xfrm>
                <a:off x="3382" y="1030"/>
                <a:ext cx="256" cy="290"/>
              </p:xfrm>
              <a:graphic>
                <a:graphicData uri="http://schemas.openxmlformats.org/presentationml/2006/ole">
                  <mc:AlternateContent xmlns:mc="http://schemas.openxmlformats.org/markup-compatibility/2006">
                    <mc:Choice xmlns:v="urn:schemas-microsoft-com:vml" Requires="v">
                      <p:oleObj spid="_x0000_s240678" name="公式" r:id="rId19" imgW="203040" imgH="228600" progId="Equation.3">
                        <p:embed/>
                      </p:oleObj>
                    </mc:Choice>
                    <mc:Fallback>
                      <p:oleObj name="公式" r:id="rId19" imgW="203040" imgH="228600" progId="Equation.3">
                        <p:embed/>
                        <p:pic>
                          <p:nvPicPr>
                            <p:cNvPr id="57472" name="Object 128"/>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3382" y="1030"/>
                              <a:ext cx="256" cy="2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7473" name="Object 129"/>
                <p:cNvGraphicFramePr>
                  <a:graphicFrameLocks noChangeAspect="1"/>
                </p:cNvGraphicFramePr>
                <p:nvPr/>
              </p:nvGraphicFramePr>
              <p:xfrm>
                <a:off x="3156" y="556"/>
                <a:ext cx="224" cy="290"/>
              </p:xfrm>
              <a:graphic>
                <a:graphicData uri="http://schemas.openxmlformats.org/presentationml/2006/ole">
                  <mc:AlternateContent xmlns:mc="http://schemas.openxmlformats.org/markup-compatibility/2006">
                    <mc:Choice xmlns:v="urn:schemas-microsoft-com:vml" Requires="v">
                      <p:oleObj spid="_x0000_s240679" name="公式" r:id="rId21" imgW="177480" imgH="228600" progId="Equation.3">
                        <p:embed/>
                      </p:oleObj>
                    </mc:Choice>
                    <mc:Fallback>
                      <p:oleObj name="公式" r:id="rId21" imgW="177480" imgH="228600" progId="Equation.3">
                        <p:embed/>
                        <p:pic>
                          <p:nvPicPr>
                            <p:cNvPr id="57473" name="Object 129"/>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3156" y="556"/>
                              <a:ext cx="224" cy="2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57474" name="Line 130"/>
              <p:cNvSpPr>
                <a:spLocks noChangeShapeType="1"/>
              </p:cNvSpPr>
              <p:nvPr/>
            </p:nvSpPr>
            <p:spPr bwMode="auto">
              <a:xfrm>
                <a:off x="2024" y="904"/>
                <a:ext cx="240"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57475" name="Line 131"/>
              <p:cNvSpPr>
                <a:spLocks noChangeShapeType="1"/>
              </p:cNvSpPr>
              <p:nvPr/>
            </p:nvSpPr>
            <p:spPr bwMode="auto">
              <a:xfrm flipH="1">
                <a:off x="3144" y="912"/>
                <a:ext cx="240"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grpSp>
        <p:grpSp>
          <p:nvGrpSpPr>
            <p:cNvPr id="57476" name="Group 132"/>
            <p:cNvGrpSpPr>
              <a:grpSpLocks/>
            </p:cNvGrpSpPr>
            <p:nvPr/>
          </p:nvGrpSpPr>
          <p:grpSpPr bwMode="auto">
            <a:xfrm>
              <a:off x="1787" y="1124"/>
              <a:ext cx="1898" cy="1053"/>
              <a:chOff x="1787" y="1532"/>
              <a:chExt cx="1898" cy="1053"/>
            </a:xfrm>
          </p:grpSpPr>
          <p:grpSp>
            <p:nvGrpSpPr>
              <p:cNvPr id="57477" name="Group 133"/>
              <p:cNvGrpSpPr>
                <a:grpSpLocks/>
              </p:cNvGrpSpPr>
              <p:nvPr/>
            </p:nvGrpSpPr>
            <p:grpSpPr bwMode="auto">
              <a:xfrm>
                <a:off x="1787" y="1532"/>
                <a:ext cx="1898" cy="1053"/>
                <a:chOff x="1787" y="1532"/>
                <a:chExt cx="1898" cy="1053"/>
              </a:xfrm>
            </p:grpSpPr>
            <p:sp>
              <p:nvSpPr>
                <p:cNvPr id="57478" name="Rectangle 134"/>
                <p:cNvSpPr>
                  <a:spLocks noChangeArrowheads="1"/>
                </p:cNvSpPr>
                <p:nvPr/>
              </p:nvSpPr>
              <p:spPr bwMode="auto">
                <a:xfrm>
                  <a:off x="2352" y="1753"/>
                  <a:ext cx="713" cy="832"/>
                </a:xfrm>
                <a:prstGeom prst="rect">
                  <a:avLst/>
                </a:prstGeom>
                <a:solidFill>
                  <a:srgbClr val="FFFFCC"/>
                </a:solidFill>
                <a:ln w="28575">
                  <a:solidFill>
                    <a:srgbClr val="000000"/>
                  </a:solidFill>
                  <a:miter lim="800000"/>
                  <a:headEnd/>
                  <a:tailEnd/>
                </a:ln>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57479" name="Rectangle 135"/>
                <p:cNvSpPr>
                  <a:spLocks noChangeArrowheads="1"/>
                </p:cNvSpPr>
                <p:nvPr/>
              </p:nvSpPr>
              <p:spPr bwMode="auto">
                <a:xfrm>
                  <a:off x="2500" y="2006"/>
                  <a:ext cx="445"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800" b="1" i="1"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Y </a:t>
                  </a:r>
                  <a:r>
                    <a:rPr kumimoji="1" lang="en-US" altLang="zh-CN" sz="28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sym typeface="Symbol" panose="05050102010706020507" pitchFamily="18" charset="2"/>
                    </a:rPr>
                    <a:t></a:t>
                  </a:r>
                  <a:endParaRPr kumimoji="1" lang="en-US" altLang="zh-CN" sz="36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sym typeface="Symbol" panose="05050102010706020507" pitchFamily="18" charset="2"/>
                  </a:endParaRPr>
                </a:p>
              </p:txBody>
            </p:sp>
            <p:sp>
              <p:nvSpPr>
                <p:cNvPr id="57480" name="Line 136"/>
                <p:cNvSpPr>
                  <a:spLocks noChangeShapeType="1"/>
                </p:cNvSpPr>
                <p:nvPr/>
              </p:nvSpPr>
              <p:spPr bwMode="auto">
                <a:xfrm>
                  <a:off x="1946" y="1871"/>
                  <a:ext cx="418" cy="1"/>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57481" name="Line 137"/>
                <p:cNvSpPr>
                  <a:spLocks noChangeShapeType="1"/>
                </p:cNvSpPr>
                <p:nvPr/>
              </p:nvSpPr>
              <p:spPr bwMode="auto">
                <a:xfrm flipV="1">
                  <a:off x="1940" y="2461"/>
                  <a:ext cx="418"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57482" name="Text Box 138"/>
                <p:cNvSpPr txBox="1">
                  <a:spLocks noChangeArrowheads="1"/>
                </p:cNvSpPr>
                <p:nvPr/>
              </p:nvSpPr>
              <p:spPr bwMode="auto">
                <a:xfrm>
                  <a:off x="1787" y="1849"/>
                  <a:ext cx="267"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a:t>
                  </a:r>
                </a:p>
              </p:txBody>
            </p:sp>
            <p:sp>
              <p:nvSpPr>
                <p:cNvPr id="57483" name="Text Box 139"/>
                <p:cNvSpPr txBox="1">
                  <a:spLocks noChangeArrowheads="1"/>
                </p:cNvSpPr>
                <p:nvPr/>
              </p:nvSpPr>
              <p:spPr bwMode="auto">
                <a:xfrm>
                  <a:off x="1792" y="2213"/>
                  <a:ext cx="267"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smtClean="0">
                      <a:ln>
                        <a:noFill/>
                      </a:ln>
                      <a:solidFill>
                        <a:srgbClr val="000000"/>
                      </a:solidFill>
                      <a:effectLst/>
                      <a:uLnTx/>
                      <a:uFillTx/>
                      <a:latin typeface="黑体" panose="02010609060101010101" pitchFamily="49" charset="-122"/>
                      <a:ea typeface="黑体" panose="02010609060101010101" pitchFamily="49" charset="-122"/>
                      <a:cs typeface="+mn-cs"/>
                      <a:sym typeface="Symbol" panose="05050102010706020507" pitchFamily="18" charset="2"/>
                    </a:rPr>
                    <a:t>-</a:t>
                  </a:r>
                  <a:endParaRPr kumimoji="1" lang="en-US" altLang="zh-CN" sz="2400" b="0" i="0" u="none" strike="noStrike" kern="1200" cap="none" spc="0" normalizeH="0" baseline="0" noProof="0" smtClean="0">
                    <a:ln>
                      <a:noFill/>
                    </a:ln>
                    <a:solidFill>
                      <a:srgbClr val="000000"/>
                    </a:solidFill>
                    <a:effectLst/>
                    <a:uLnTx/>
                    <a:uFillTx/>
                    <a:latin typeface="黑体" panose="02010609060101010101" pitchFamily="49" charset="-122"/>
                    <a:ea typeface="黑体" panose="02010609060101010101" pitchFamily="49" charset="-122"/>
                    <a:cs typeface="+mn-cs"/>
                  </a:endParaRPr>
                </a:p>
              </p:txBody>
            </p:sp>
            <p:sp>
              <p:nvSpPr>
                <p:cNvPr id="57484" name="Line 140"/>
                <p:cNvSpPr>
                  <a:spLocks noChangeShapeType="1"/>
                </p:cNvSpPr>
                <p:nvPr/>
              </p:nvSpPr>
              <p:spPr bwMode="auto">
                <a:xfrm>
                  <a:off x="3067" y="1877"/>
                  <a:ext cx="418" cy="3"/>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57485" name="Line 141"/>
                <p:cNvSpPr>
                  <a:spLocks noChangeShapeType="1"/>
                </p:cNvSpPr>
                <p:nvPr/>
              </p:nvSpPr>
              <p:spPr bwMode="auto">
                <a:xfrm>
                  <a:off x="3071" y="2466"/>
                  <a:ext cx="418" cy="1"/>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57486" name="Text Box 142"/>
                <p:cNvSpPr txBox="1">
                  <a:spLocks noChangeArrowheads="1"/>
                </p:cNvSpPr>
                <p:nvPr/>
              </p:nvSpPr>
              <p:spPr bwMode="auto">
                <a:xfrm>
                  <a:off x="3407" y="1855"/>
                  <a:ext cx="267"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a:t>
                  </a:r>
                </a:p>
              </p:txBody>
            </p:sp>
            <p:sp>
              <p:nvSpPr>
                <p:cNvPr id="57487" name="Text Box 143"/>
                <p:cNvSpPr txBox="1">
                  <a:spLocks noChangeArrowheads="1"/>
                </p:cNvSpPr>
                <p:nvPr/>
              </p:nvSpPr>
              <p:spPr bwMode="auto">
                <a:xfrm>
                  <a:off x="3418" y="2201"/>
                  <a:ext cx="267"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smtClean="0">
                      <a:ln>
                        <a:noFill/>
                      </a:ln>
                      <a:solidFill>
                        <a:srgbClr val="000000"/>
                      </a:solidFill>
                      <a:effectLst/>
                      <a:uLnTx/>
                      <a:uFillTx/>
                      <a:latin typeface="黑体" panose="02010609060101010101" pitchFamily="49" charset="-122"/>
                      <a:ea typeface="黑体" panose="02010609060101010101" pitchFamily="49" charset="-122"/>
                      <a:cs typeface="+mn-cs"/>
                      <a:sym typeface="Symbol" panose="05050102010706020507" pitchFamily="18" charset="2"/>
                    </a:rPr>
                    <a:t>-</a:t>
                  </a:r>
                  <a:endParaRPr kumimoji="1" lang="en-US" altLang="zh-CN" sz="2400" b="0" i="0" u="none" strike="noStrike" kern="1200" cap="none" spc="0" normalizeH="0" baseline="0" noProof="0" smtClean="0">
                    <a:ln>
                      <a:noFill/>
                    </a:ln>
                    <a:solidFill>
                      <a:srgbClr val="000000"/>
                    </a:solidFill>
                    <a:effectLst/>
                    <a:uLnTx/>
                    <a:uFillTx/>
                    <a:latin typeface="黑体" panose="02010609060101010101" pitchFamily="49" charset="-122"/>
                    <a:ea typeface="黑体" panose="02010609060101010101" pitchFamily="49" charset="-122"/>
                    <a:cs typeface="+mn-cs"/>
                  </a:endParaRPr>
                </a:p>
              </p:txBody>
            </p:sp>
            <p:sp>
              <p:nvSpPr>
                <p:cNvPr id="57488" name="Oval 144"/>
                <p:cNvSpPr>
                  <a:spLocks noChangeArrowheads="1"/>
                </p:cNvSpPr>
                <p:nvPr/>
              </p:nvSpPr>
              <p:spPr bwMode="auto">
                <a:xfrm>
                  <a:off x="1872" y="1834"/>
                  <a:ext cx="68" cy="68"/>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57489" name="Oval 145"/>
                <p:cNvSpPr>
                  <a:spLocks noChangeArrowheads="1"/>
                </p:cNvSpPr>
                <p:nvPr/>
              </p:nvSpPr>
              <p:spPr bwMode="auto">
                <a:xfrm>
                  <a:off x="1872" y="2428"/>
                  <a:ext cx="68" cy="68"/>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57490" name="Oval 146"/>
                <p:cNvSpPr>
                  <a:spLocks noChangeArrowheads="1"/>
                </p:cNvSpPr>
                <p:nvPr/>
              </p:nvSpPr>
              <p:spPr bwMode="auto">
                <a:xfrm>
                  <a:off x="3486" y="1846"/>
                  <a:ext cx="68" cy="68"/>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57491" name="Oval 147"/>
                <p:cNvSpPr>
                  <a:spLocks noChangeArrowheads="1"/>
                </p:cNvSpPr>
                <p:nvPr/>
              </p:nvSpPr>
              <p:spPr bwMode="auto">
                <a:xfrm>
                  <a:off x="3492" y="2428"/>
                  <a:ext cx="68" cy="68"/>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graphicFrame>
              <p:nvGraphicFramePr>
                <p:cNvPr id="57492" name="Object 148"/>
                <p:cNvGraphicFramePr>
                  <a:graphicFrameLocks noChangeAspect="1"/>
                </p:cNvGraphicFramePr>
                <p:nvPr/>
              </p:nvGraphicFramePr>
              <p:xfrm>
                <a:off x="3358" y="2046"/>
                <a:ext cx="304" cy="290"/>
              </p:xfrm>
              <a:graphic>
                <a:graphicData uri="http://schemas.openxmlformats.org/presentationml/2006/ole">
                  <mc:AlternateContent xmlns:mc="http://schemas.openxmlformats.org/markup-compatibility/2006">
                    <mc:Choice xmlns:v="urn:schemas-microsoft-com:vml" Requires="v">
                      <p:oleObj spid="_x0000_s240680" name="公式" r:id="rId23" imgW="241200" imgH="228600" progId="Equation.3">
                        <p:embed/>
                      </p:oleObj>
                    </mc:Choice>
                    <mc:Fallback>
                      <p:oleObj name="公式" r:id="rId23" imgW="241200" imgH="228600" progId="Equation.3">
                        <p:embed/>
                        <p:pic>
                          <p:nvPicPr>
                            <p:cNvPr id="57492" name="Object 148"/>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3358" y="2046"/>
                              <a:ext cx="304" cy="2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7493" name="Object 149"/>
                <p:cNvGraphicFramePr>
                  <a:graphicFrameLocks noChangeAspect="1"/>
                </p:cNvGraphicFramePr>
                <p:nvPr/>
              </p:nvGraphicFramePr>
              <p:xfrm>
                <a:off x="1790" y="2046"/>
                <a:ext cx="304" cy="290"/>
              </p:xfrm>
              <a:graphic>
                <a:graphicData uri="http://schemas.openxmlformats.org/presentationml/2006/ole">
                  <mc:AlternateContent xmlns:mc="http://schemas.openxmlformats.org/markup-compatibility/2006">
                    <mc:Choice xmlns:v="urn:schemas-microsoft-com:vml" Requires="v">
                      <p:oleObj spid="_x0000_s240681" name="公式" r:id="rId25" imgW="241200" imgH="228600" progId="Equation.3">
                        <p:embed/>
                      </p:oleObj>
                    </mc:Choice>
                    <mc:Fallback>
                      <p:oleObj name="公式" r:id="rId25" imgW="241200" imgH="228600" progId="Equation.3">
                        <p:embed/>
                        <p:pic>
                          <p:nvPicPr>
                            <p:cNvPr id="57493" name="Object 149"/>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1790" y="2046"/>
                              <a:ext cx="304" cy="2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7494" name="Object 150"/>
                <p:cNvGraphicFramePr>
                  <a:graphicFrameLocks noChangeAspect="1"/>
                </p:cNvGraphicFramePr>
                <p:nvPr/>
              </p:nvGraphicFramePr>
              <p:xfrm>
                <a:off x="3203" y="1532"/>
                <a:ext cx="243" cy="290"/>
              </p:xfrm>
              <a:graphic>
                <a:graphicData uri="http://schemas.openxmlformats.org/presentationml/2006/ole">
                  <mc:AlternateContent xmlns:mc="http://schemas.openxmlformats.org/markup-compatibility/2006">
                    <mc:Choice xmlns:v="urn:schemas-microsoft-com:vml" Requires="v">
                      <p:oleObj spid="_x0000_s240682" name="公式" r:id="rId27" imgW="190440" imgH="228600" progId="Equation.3">
                        <p:embed/>
                      </p:oleObj>
                    </mc:Choice>
                    <mc:Fallback>
                      <p:oleObj name="公式" r:id="rId27" imgW="190440" imgH="228600" progId="Equation.3">
                        <p:embed/>
                        <p:pic>
                          <p:nvPicPr>
                            <p:cNvPr id="57494" name="Object 150"/>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3203" y="1532"/>
                              <a:ext cx="243" cy="2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7495" name="Object 151"/>
                <p:cNvGraphicFramePr>
                  <a:graphicFrameLocks noChangeAspect="1"/>
                </p:cNvGraphicFramePr>
                <p:nvPr/>
              </p:nvGraphicFramePr>
              <p:xfrm>
                <a:off x="1984" y="1546"/>
                <a:ext cx="256" cy="290"/>
              </p:xfrm>
              <a:graphic>
                <a:graphicData uri="http://schemas.openxmlformats.org/presentationml/2006/ole">
                  <mc:AlternateContent xmlns:mc="http://schemas.openxmlformats.org/markup-compatibility/2006">
                    <mc:Choice xmlns:v="urn:schemas-microsoft-com:vml" Requires="v">
                      <p:oleObj spid="_x0000_s240683" name="公式" r:id="rId29" imgW="203040" imgH="228600" progId="Equation.3">
                        <p:embed/>
                      </p:oleObj>
                    </mc:Choice>
                    <mc:Fallback>
                      <p:oleObj name="公式" r:id="rId29" imgW="203040" imgH="228600" progId="Equation.3">
                        <p:embed/>
                        <p:pic>
                          <p:nvPicPr>
                            <p:cNvPr id="57495" name="Object 151"/>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1984" y="1546"/>
                              <a:ext cx="256" cy="2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57496" name="Line 152"/>
              <p:cNvSpPr>
                <a:spLocks noChangeShapeType="1"/>
              </p:cNvSpPr>
              <p:nvPr/>
            </p:nvSpPr>
            <p:spPr bwMode="auto">
              <a:xfrm>
                <a:off x="2016" y="1920"/>
                <a:ext cx="232"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57497" name="Line 153"/>
              <p:cNvSpPr>
                <a:spLocks noChangeShapeType="1"/>
              </p:cNvSpPr>
              <p:nvPr/>
            </p:nvSpPr>
            <p:spPr bwMode="auto">
              <a:xfrm flipH="1">
                <a:off x="3160" y="1936"/>
                <a:ext cx="248"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grpSp>
      </p:grpSp>
    </p:spTree>
    <p:extLst>
      <p:ext uri="{BB962C8B-B14F-4D97-AF65-F5344CB8AC3E}">
        <p14:creationId xmlns:p14="http://schemas.microsoft.com/office/powerpoint/2010/main" val="31668985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7346">
                                            <p:txEl>
                                              <p:pRg st="0" end="0"/>
                                            </p:txEl>
                                          </p:spTgt>
                                        </p:tgtEl>
                                        <p:attrNameLst>
                                          <p:attrName>style.visibility</p:attrName>
                                        </p:attrNameLst>
                                      </p:cBhvr>
                                      <p:to>
                                        <p:strVal val="visible"/>
                                      </p:to>
                                    </p:set>
                                    <p:animEffect transition="in" filter="wipe(left)">
                                      <p:cBhvr>
                                        <p:cTn id="7" dur="500"/>
                                        <p:tgtEl>
                                          <p:spTgt spid="57346">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57347"/>
                                        </p:tgtEl>
                                        <p:attrNameLst>
                                          <p:attrName>style.visibility</p:attrName>
                                        </p:attrNameLst>
                                      </p:cBhvr>
                                      <p:to>
                                        <p:strVal val="visible"/>
                                      </p:to>
                                    </p:set>
                                    <p:animEffect transition="in" filter="wipe(left)">
                                      <p:cBhvr>
                                        <p:cTn id="12" dur="500"/>
                                        <p:tgtEl>
                                          <p:spTgt spid="5734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57422"/>
                                        </p:tgtEl>
                                        <p:attrNameLst>
                                          <p:attrName>style.visibility</p:attrName>
                                        </p:attrNameLst>
                                      </p:cBhvr>
                                      <p:to>
                                        <p:strVal val="visible"/>
                                      </p:to>
                                    </p:set>
                                    <p:animEffect transition="in" filter="wipe(left)">
                                      <p:cBhvr>
                                        <p:cTn id="17" dur="500"/>
                                        <p:tgtEl>
                                          <p:spTgt spid="574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346" grpId="0" build="p" autoUpdateAnimBg="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8370" name="Object 2"/>
          <p:cNvGraphicFramePr>
            <a:graphicFrameLocks noChangeAspect="1"/>
          </p:cNvGraphicFramePr>
          <p:nvPr/>
        </p:nvGraphicFramePr>
        <p:xfrm>
          <a:off x="1268413" y="1162050"/>
          <a:ext cx="6319837" cy="1014413"/>
        </p:xfrm>
        <a:graphic>
          <a:graphicData uri="http://schemas.openxmlformats.org/presentationml/2006/ole">
            <mc:AlternateContent xmlns:mc="http://schemas.openxmlformats.org/markup-compatibility/2006">
              <mc:Choice xmlns:v="urn:schemas-microsoft-com:vml" Requires="v">
                <p:oleObj spid="_x0000_s241670" name="Equation" r:id="rId3" imgW="3162240" imgH="507960" progId="Equation.3">
                  <p:embed/>
                </p:oleObj>
              </mc:Choice>
              <mc:Fallback>
                <p:oleObj name="Equation" r:id="rId3" imgW="3162240" imgH="507960" progId="Equation.3">
                  <p:embed/>
                  <p:pic>
                    <p:nvPicPr>
                      <p:cNvPr id="5837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68413" y="1162050"/>
                        <a:ext cx="6319837" cy="1014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8371" name="Text Box 3"/>
          <p:cNvSpPr txBox="1">
            <a:spLocks noChangeArrowheads="1"/>
          </p:cNvSpPr>
          <p:nvPr/>
        </p:nvSpPr>
        <p:spPr bwMode="auto">
          <a:xfrm>
            <a:off x="628650" y="2762250"/>
            <a:ext cx="1222375"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4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可得</a:t>
            </a:r>
          </a:p>
        </p:txBody>
      </p:sp>
      <p:graphicFrame>
        <p:nvGraphicFramePr>
          <p:cNvPr id="58372" name="Object 4"/>
          <p:cNvGraphicFramePr>
            <a:graphicFrameLocks noChangeAspect="1"/>
          </p:cNvGraphicFramePr>
          <p:nvPr/>
        </p:nvGraphicFramePr>
        <p:xfrm>
          <a:off x="2043113" y="2768600"/>
          <a:ext cx="1887537" cy="412750"/>
        </p:xfrm>
        <a:graphic>
          <a:graphicData uri="http://schemas.openxmlformats.org/presentationml/2006/ole">
            <mc:AlternateContent xmlns:mc="http://schemas.openxmlformats.org/markup-compatibility/2006">
              <mc:Choice xmlns:v="urn:schemas-microsoft-com:vml" Requires="v">
                <p:oleObj spid="_x0000_s241671" name="Equation" r:id="rId5" imgW="749160" imgH="164880" progId="Equation.3">
                  <p:embed/>
                </p:oleObj>
              </mc:Choice>
              <mc:Fallback>
                <p:oleObj name="Equation" r:id="rId5" imgW="749160" imgH="164880" progId="Equation.3">
                  <p:embed/>
                  <p:pic>
                    <p:nvPicPr>
                      <p:cNvPr id="58372"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43113" y="2768600"/>
                        <a:ext cx="1887537" cy="412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8373" name="Text Box 5"/>
          <p:cNvSpPr txBox="1">
            <a:spLocks noChangeArrowheads="1"/>
          </p:cNvSpPr>
          <p:nvPr/>
        </p:nvSpPr>
        <p:spPr bwMode="auto">
          <a:xfrm>
            <a:off x="571500" y="3727450"/>
            <a:ext cx="11430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400" b="1" i="0" u="none" strike="noStrike" kern="1200" cap="none" spc="0" normalizeH="0" baseline="0" noProof="0" smtClean="0">
                <a:ln>
                  <a:noFill/>
                </a:ln>
                <a:solidFill>
                  <a:srgbClr val="FF3300"/>
                </a:solidFill>
                <a:effectLst/>
                <a:uLnTx/>
                <a:uFillTx/>
                <a:latin typeface="Times New Roman" panose="02020603050405020304" pitchFamily="18" charset="0"/>
                <a:ea typeface="宋体" panose="02010600030101010101" pitchFamily="2" charset="-122"/>
                <a:cs typeface="+mn-cs"/>
              </a:rPr>
              <a:t>结论</a:t>
            </a:r>
          </a:p>
        </p:txBody>
      </p:sp>
      <p:sp>
        <p:nvSpPr>
          <p:cNvPr id="58374" name="Text Box 6"/>
          <p:cNvSpPr txBox="1">
            <a:spLocks noChangeArrowheads="1"/>
          </p:cNvSpPr>
          <p:nvPr/>
        </p:nvSpPr>
        <p:spPr bwMode="auto">
          <a:xfrm>
            <a:off x="1123950" y="4337050"/>
            <a:ext cx="7389813" cy="9683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marL="0" marR="0" lvl="0" indent="0" algn="l" defTabSz="914400" rtl="0" eaLnBrk="1" fontAlgn="base" latinLnBrk="0" hangingPunct="1">
              <a:lnSpc>
                <a:spcPct val="120000"/>
              </a:lnSpc>
              <a:spcBef>
                <a:spcPct val="50000"/>
              </a:spcBef>
              <a:spcAft>
                <a:spcPct val="0"/>
              </a:spcAft>
              <a:buClrTx/>
              <a:buSzTx/>
              <a:buFontTx/>
              <a:buNone/>
              <a:tabLst/>
              <a:defRPr/>
            </a:pPr>
            <a:r>
              <a:rPr kumimoji="1" lang="en-US" altLang="zh-CN" sz="24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        </a:t>
            </a:r>
            <a:r>
              <a:rPr kumimoji="1" lang="zh-CN" altLang="en-US" sz="24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二端口并联所得复合二端口的</a:t>
            </a:r>
            <a:r>
              <a:rPr kumimoji="1" lang="en-US" altLang="zh-CN" sz="2400" b="1" i="1"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Y</a:t>
            </a:r>
            <a:r>
              <a:rPr kumimoji="1" lang="zh-CN" altLang="en-US" sz="24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参数矩阵等于两个二端口</a:t>
            </a:r>
            <a:r>
              <a:rPr kumimoji="1" lang="en-US" altLang="zh-CN" sz="2400" b="1" i="1"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Y </a:t>
            </a:r>
            <a:r>
              <a:rPr kumimoji="1" lang="zh-CN" altLang="en-US" sz="24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参数矩阵相加。</a:t>
            </a:r>
          </a:p>
        </p:txBody>
      </p:sp>
    </p:spTree>
    <p:extLst>
      <p:ext uri="{BB962C8B-B14F-4D97-AF65-F5344CB8AC3E}">
        <p14:creationId xmlns:p14="http://schemas.microsoft.com/office/powerpoint/2010/main" val="215709320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8371">
                                            <p:txEl>
                                              <p:pRg st="0" end="0"/>
                                            </p:txEl>
                                          </p:spTgt>
                                        </p:tgtEl>
                                        <p:attrNameLst>
                                          <p:attrName>style.visibility</p:attrName>
                                        </p:attrNameLst>
                                      </p:cBhvr>
                                      <p:to>
                                        <p:strVal val="visible"/>
                                      </p:to>
                                    </p:set>
                                    <p:animEffect transition="in" filter="wipe(left)">
                                      <p:cBhvr>
                                        <p:cTn id="7" dur="500"/>
                                        <p:tgtEl>
                                          <p:spTgt spid="5837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58372"/>
                                        </p:tgtEl>
                                        <p:attrNameLst>
                                          <p:attrName>style.visibility</p:attrName>
                                        </p:attrNameLst>
                                      </p:cBhvr>
                                      <p:to>
                                        <p:strVal val="visible"/>
                                      </p:to>
                                    </p:set>
                                    <p:animEffect transition="in" filter="wipe(left)">
                                      <p:cBhvr>
                                        <p:cTn id="12" dur="500"/>
                                        <p:tgtEl>
                                          <p:spTgt spid="5837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8373">
                                            <p:txEl>
                                              <p:pRg st="0" end="0"/>
                                            </p:txEl>
                                          </p:spTgt>
                                        </p:tgtEl>
                                        <p:attrNameLst>
                                          <p:attrName>style.visibility</p:attrName>
                                        </p:attrNameLst>
                                      </p:cBhvr>
                                      <p:to>
                                        <p:strVal val="visible"/>
                                      </p:to>
                                    </p:set>
                                    <p:animEffect transition="in" filter="wipe(left)">
                                      <p:cBhvr>
                                        <p:cTn id="17" dur="500"/>
                                        <p:tgtEl>
                                          <p:spTgt spid="58373">
                                            <p:txEl>
                                              <p:pRg st="0" end="0"/>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8374">
                                            <p:txEl>
                                              <p:pRg st="0" end="0"/>
                                            </p:txEl>
                                          </p:spTgt>
                                        </p:tgtEl>
                                        <p:attrNameLst>
                                          <p:attrName>style.visibility</p:attrName>
                                        </p:attrNameLst>
                                      </p:cBhvr>
                                      <p:to>
                                        <p:strVal val="visible"/>
                                      </p:to>
                                    </p:set>
                                    <p:animEffect transition="in" filter="wipe(left)">
                                      <p:cBhvr>
                                        <p:cTn id="22" dur="500"/>
                                        <p:tgtEl>
                                          <p:spTgt spid="5837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371" grpId="0" build="p" autoUpdateAnimBg="0"/>
      <p:bldP spid="58373" grpId="0" build="p" autoUpdateAnimBg="0"/>
      <p:bldP spid="58374" grpId="0" build="p" autoUpdateAnimBg="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Text Box 2"/>
          <p:cNvSpPr txBox="1">
            <a:spLocks noChangeArrowheads="1"/>
          </p:cNvSpPr>
          <p:nvPr/>
        </p:nvSpPr>
        <p:spPr bwMode="auto">
          <a:xfrm>
            <a:off x="641350" y="812800"/>
            <a:ext cx="7600950" cy="9683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marL="476250" indent="-476250" algn="l">
              <a:defRPr kumimoji="1" sz="2400">
                <a:solidFill>
                  <a:schemeClr val="tx1"/>
                </a:solidFill>
                <a:latin typeface="Times New Roman" panose="02020603050405020304" pitchFamily="18" charset="0"/>
                <a:ea typeface="宋体" panose="02010600030101010101" pitchFamily="2" charset="-122"/>
              </a:defRPr>
            </a:lvl1pPr>
            <a:lvl2pPr marL="666750" algn="l">
              <a:defRPr kumimoji="1" sz="2400">
                <a:solidFill>
                  <a:schemeClr val="tx1"/>
                </a:solidFill>
                <a:latin typeface="Times New Roman" panose="02020603050405020304" pitchFamily="18" charset="0"/>
                <a:ea typeface="宋体" panose="02010600030101010101" pitchFamily="2" charset="-122"/>
              </a:defRPr>
            </a:lvl2pPr>
            <a:lvl3pPr algn="l">
              <a:defRPr kumimoji="1" sz="2400">
                <a:solidFill>
                  <a:schemeClr val="tx1"/>
                </a:solidFill>
                <a:latin typeface="Times New Roman" panose="02020603050405020304" pitchFamily="18" charset="0"/>
                <a:ea typeface="宋体" panose="02010600030101010101" pitchFamily="2" charset="-122"/>
              </a:defRPr>
            </a:lvl3pPr>
            <a:lvl4pPr algn="l">
              <a:defRPr kumimoji="1" sz="2400">
                <a:solidFill>
                  <a:schemeClr val="tx1"/>
                </a:solidFill>
                <a:latin typeface="Times New Roman" panose="02020603050405020304" pitchFamily="18" charset="0"/>
                <a:ea typeface="宋体" panose="02010600030101010101" pitchFamily="2" charset="-122"/>
              </a:defRPr>
            </a:lvl4pPr>
            <a:lvl5pPr algn="l">
              <a:defRPr kumimoji="1" sz="2400">
                <a:solidFill>
                  <a:schemeClr val="tx1"/>
                </a:solidFill>
                <a:latin typeface="Times New Roman" panose="02020603050405020304" pitchFamily="18" charset="0"/>
                <a:ea typeface="宋体" panose="02010600030101010101" pitchFamily="2" charset="-122"/>
              </a:defRPr>
            </a:lvl5pPr>
            <a:lvl6pP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476250" marR="0" lvl="0" indent="-476250" algn="l" defTabSz="914400" rtl="0" eaLnBrk="1" fontAlgn="base" latinLnBrk="0" hangingPunct="1">
              <a:lnSpc>
                <a:spcPct val="120000"/>
              </a:lnSpc>
              <a:spcBef>
                <a:spcPct val="50000"/>
              </a:spcBef>
              <a:spcAft>
                <a:spcPct val="0"/>
              </a:spcAft>
              <a:buClrTx/>
              <a:buSzTx/>
              <a:buFontTx/>
              <a:buNone/>
              <a:tabLst/>
              <a:defRPr/>
            </a:pPr>
            <a:r>
              <a:rPr kumimoji="1" lang="en-US" altLang="zh-CN" sz="24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               </a:t>
            </a:r>
            <a:r>
              <a:rPr kumimoji="1" lang="zh-CN" altLang="en-US" sz="24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两个二端口并联时，其端口条件可能被破坏</a:t>
            </a:r>
            <a:r>
              <a:rPr kumimoji="1" lang="en-US" altLang="zh-CN" sz="24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 </a:t>
            </a:r>
            <a:r>
              <a:rPr kumimoji="1" lang="zh-CN" altLang="en-US" sz="24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此时上述关系式就不成立。</a:t>
            </a:r>
          </a:p>
        </p:txBody>
      </p:sp>
      <p:sp>
        <p:nvSpPr>
          <p:cNvPr id="59461" name="Text Box 69"/>
          <p:cNvSpPr txBox="1">
            <a:spLocks noChangeArrowheads="1"/>
          </p:cNvSpPr>
          <p:nvPr/>
        </p:nvSpPr>
        <p:spPr bwMode="auto">
          <a:xfrm>
            <a:off x="542925" y="307975"/>
            <a:ext cx="1101725"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400" b="1" i="0" u="none" strike="noStrike" kern="1200" cap="none" spc="0" normalizeH="0" baseline="0" noProof="0" smtClean="0">
                <a:ln>
                  <a:noFill/>
                </a:ln>
                <a:solidFill>
                  <a:srgbClr val="FF3300"/>
                </a:solidFill>
                <a:effectLst/>
                <a:uLnTx/>
                <a:uFillTx/>
                <a:latin typeface="Times New Roman" panose="02020603050405020304" pitchFamily="18" charset="0"/>
                <a:ea typeface="宋体" panose="02010600030101010101" pitchFamily="2" charset="-122"/>
                <a:cs typeface="+mn-cs"/>
              </a:rPr>
              <a:t>注意    </a:t>
            </a:r>
          </a:p>
        </p:txBody>
      </p:sp>
      <p:grpSp>
        <p:nvGrpSpPr>
          <p:cNvPr id="59472" name="Group 80"/>
          <p:cNvGrpSpPr>
            <a:grpSpLocks/>
          </p:cNvGrpSpPr>
          <p:nvPr/>
        </p:nvGrpSpPr>
        <p:grpSpPr bwMode="auto">
          <a:xfrm>
            <a:off x="1155700" y="2574925"/>
            <a:ext cx="4343400" cy="1738313"/>
            <a:chOff x="728" y="1190"/>
            <a:chExt cx="2736" cy="1095"/>
          </a:xfrm>
        </p:grpSpPr>
        <p:sp>
          <p:nvSpPr>
            <p:cNvPr id="59396" name="Rectangle 4"/>
            <p:cNvSpPr>
              <a:spLocks noChangeArrowheads="1"/>
            </p:cNvSpPr>
            <p:nvPr/>
          </p:nvSpPr>
          <p:spPr bwMode="auto">
            <a:xfrm>
              <a:off x="1982" y="1420"/>
              <a:ext cx="272" cy="93"/>
            </a:xfrm>
            <a:prstGeom prst="rect">
              <a:avLst/>
            </a:prstGeom>
            <a:solidFill>
              <a:srgbClr val="FFFFCC"/>
            </a:solidFill>
            <a:ln w="28575">
              <a:solidFill>
                <a:srgbClr val="000000"/>
              </a:solidFill>
              <a:miter lim="800000"/>
              <a:headEnd/>
              <a:tailEnd/>
            </a:ln>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59397" name="Line 5"/>
            <p:cNvSpPr>
              <a:spLocks noChangeShapeType="1"/>
            </p:cNvSpPr>
            <p:nvPr/>
          </p:nvSpPr>
          <p:spPr bwMode="auto">
            <a:xfrm>
              <a:off x="2461" y="1459"/>
              <a:ext cx="1" cy="21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59398" name="Line 6"/>
            <p:cNvSpPr>
              <a:spLocks noChangeShapeType="1"/>
            </p:cNvSpPr>
            <p:nvPr/>
          </p:nvSpPr>
          <p:spPr bwMode="auto">
            <a:xfrm>
              <a:off x="1760" y="1459"/>
              <a:ext cx="1" cy="21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59399" name="Line 7"/>
            <p:cNvSpPr>
              <a:spLocks noChangeShapeType="1"/>
            </p:cNvSpPr>
            <p:nvPr/>
          </p:nvSpPr>
          <p:spPr bwMode="auto">
            <a:xfrm>
              <a:off x="1760" y="1939"/>
              <a:ext cx="1" cy="197"/>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59400" name="Line 8"/>
            <p:cNvSpPr>
              <a:spLocks noChangeShapeType="1"/>
            </p:cNvSpPr>
            <p:nvPr/>
          </p:nvSpPr>
          <p:spPr bwMode="auto">
            <a:xfrm>
              <a:off x="2461" y="1945"/>
              <a:ext cx="1" cy="191"/>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59401" name="Line 9"/>
            <p:cNvSpPr>
              <a:spLocks noChangeShapeType="1"/>
            </p:cNvSpPr>
            <p:nvPr/>
          </p:nvSpPr>
          <p:spPr bwMode="auto">
            <a:xfrm flipV="1">
              <a:off x="1004" y="1466"/>
              <a:ext cx="978" cy="1"/>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59402" name="Line 10"/>
            <p:cNvSpPr>
              <a:spLocks noChangeShapeType="1"/>
            </p:cNvSpPr>
            <p:nvPr/>
          </p:nvSpPr>
          <p:spPr bwMode="auto">
            <a:xfrm>
              <a:off x="2251" y="1465"/>
              <a:ext cx="223" cy="1"/>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59403" name="Rectangle 11"/>
            <p:cNvSpPr>
              <a:spLocks noChangeArrowheads="1"/>
            </p:cNvSpPr>
            <p:nvPr/>
          </p:nvSpPr>
          <p:spPr bwMode="auto">
            <a:xfrm>
              <a:off x="1403" y="1632"/>
              <a:ext cx="283"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0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10</a:t>
              </a:r>
              <a:r>
                <a:rPr kumimoji="1" lang="en-US" altLang="zh-CN" sz="20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sym typeface="Symbol" panose="05050102010706020507" pitchFamily="18" charset="2"/>
                </a:rPr>
                <a:t></a:t>
              </a:r>
              <a:endParaRPr kumimoji="1" lang="en-US" altLang="zh-CN" sz="24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59404" name="Rectangle 12"/>
            <p:cNvSpPr>
              <a:spLocks noChangeArrowheads="1"/>
            </p:cNvSpPr>
            <p:nvPr/>
          </p:nvSpPr>
          <p:spPr bwMode="auto">
            <a:xfrm>
              <a:off x="1234" y="1190"/>
              <a:ext cx="215"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2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2A</a:t>
              </a:r>
              <a:endParaRPr kumimoji="1" lang="en-US" altLang="zh-CN" sz="24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59405" name="Rectangle 13"/>
            <p:cNvSpPr>
              <a:spLocks noChangeArrowheads="1"/>
            </p:cNvSpPr>
            <p:nvPr/>
          </p:nvSpPr>
          <p:spPr bwMode="auto">
            <a:xfrm>
              <a:off x="1764" y="1206"/>
              <a:ext cx="215"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2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1A</a:t>
              </a:r>
              <a:endParaRPr kumimoji="1" lang="en-US" altLang="zh-CN" sz="24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59406" name="Rectangle 14"/>
            <p:cNvSpPr>
              <a:spLocks noChangeArrowheads="1"/>
            </p:cNvSpPr>
            <p:nvPr/>
          </p:nvSpPr>
          <p:spPr bwMode="auto">
            <a:xfrm>
              <a:off x="1482" y="1906"/>
              <a:ext cx="205"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1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1A</a:t>
              </a:r>
              <a:endParaRPr kumimoji="1" lang="en-US" altLang="zh-CN" sz="24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59407" name="Rectangle 15"/>
            <p:cNvSpPr>
              <a:spLocks noChangeArrowheads="1"/>
            </p:cNvSpPr>
            <p:nvPr/>
          </p:nvSpPr>
          <p:spPr bwMode="auto">
            <a:xfrm>
              <a:off x="2768" y="1190"/>
              <a:ext cx="215"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2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1A</a:t>
              </a:r>
              <a:endParaRPr kumimoji="1" lang="en-US" altLang="zh-CN" sz="24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59408" name="Rectangle 16"/>
            <p:cNvSpPr>
              <a:spLocks noChangeArrowheads="1"/>
            </p:cNvSpPr>
            <p:nvPr/>
          </p:nvSpPr>
          <p:spPr bwMode="auto">
            <a:xfrm rot="5400000">
              <a:off x="2324" y="1768"/>
              <a:ext cx="272" cy="93"/>
            </a:xfrm>
            <a:prstGeom prst="rect">
              <a:avLst/>
            </a:prstGeom>
            <a:solidFill>
              <a:srgbClr val="FFFFCC"/>
            </a:solidFill>
            <a:ln w="28575">
              <a:solidFill>
                <a:srgbClr val="000000"/>
              </a:solidFill>
              <a:miter lim="800000"/>
              <a:headEnd/>
              <a:tailEnd/>
            </a:ln>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59409" name="Rectangle 17"/>
            <p:cNvSpPr>
              <a:spLocks noChangeArrowheads="1"/>
            </p:cNvSpPr>
            <p:nvPr/>
          </p:nvSpPr>
          <p:spPr bwMode="auto">
            <a:xfrm rot="5400000">
              <a:off x="1630" y="1756"/>
              <a:ext cx="272" cy="93"/>
            </a:xfrm>
            <a:prstGeom prst="rect">
              <a:avLst/>
            </a:prstGeom>
            <a:solidFill>
              <a:srgbClr val="FFFFCC"/>
            </a:solidFill>
            <a:ln w="28575">
              <a:solidFill>
                <a:srgbClr val="000000"/>
              </a:solidFill>
              <a:miter lim="800000"/>
              <a:headEnd/>
              <a:tailEnd/>
            </a:ln>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59410" name="Rectangle 18"/>
            <p:cNvSpPr>
              <a:spLocks noChangeArrowheads="1"/>
            </p:cNvSpPr>
            <p:nvPr/>
          </p:nvSpPr>
          <p:spPr bwMode="auto">
            <a:xfrm>
              <a:off x="2025" y="1520"/>
              <a:ext cx="203"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0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5</a:t>
              </a:r>
              <a:r>
                <a:rPr kumimoji="1" lang="en-US" altLang="zh-CN" sz="20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sym typeface="Symbol" panose="05050102010706020507" pitchFamily="18" charset="2"/>
                </a:rPr>
                <a:t></a:t>
              </a:r>
              <a:endParaRPr kumimoji="1" lang="en-US" altLang="zh-CN" sz="24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59411" name="Rectangle 19"/>
            <p:cNvSpPr>
              <a:spLocks noChangeArrowheads="1"/>
            </p:cNvSpPr>
            <p:nvPr/>
          </p:nvSpPr>
          <p:spPr bwMode="auto">
            <a:xfrm>
              <a:off x="2529" y="1648"/>
              <a:ext cx="323"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0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sym typeface="Symbol" panose="05050102010706020507" pitchFamily="18" charset="2"/>
                </a:rPr>
                <a:t>2.5</a:t>
              </a:r>
              <a:endParaRPr kumimoji="1" lang="en-US" altLang="zh-CN" sz="24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59412" name="Line 20"/>
            <p:cNvSpPr>
              <a:spLocks noChangeShapeType="1"/>
            </p:cNvSpPr>
            <p:nvPr/>
          </p:nvSpPr>
          <p:spPr bwMode="auto">
            <a:xfrm flipH="1">
              <a:off x="1074" y="2137"/>
              <a:ext cx="2081" cy="1"/>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59413" name="Rectangle 21"/>
            <p:cNvSpPr>
              <a:spLocks noChangeArrowheads="1"/>
            </p:cNvSpPr>
            <p:nvPr/>
          </p:nvSpPr>
          <p:spPr bwMode="auto">
            <a:xfrm>
              <a:off x="751" y="1735"/>
              <a:ext cx="27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0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10V</a:t>
              </a:r>
              <a:endParaRPr kumimoji="1" lang="en-US" altLang="zh-CN" sz="24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59414" name="Oval 22"/>
            <p:cNvSpPr>
              <a:spLocks noChangeArrowheads="1"/>
            </p:cNvSpPr>
            <p:nvPr/>
          </p:nvSpPr>
          <p:spPr bwMode="auto">
            <a:xfrm>
              <a:off x="948" y="1424"/>
              <a:ext cx="68" cy="68"/>
            </a:xfrm>
            <a:prstGeom prst="ellipse">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59415" name="Oval 23"/>
            <p:cNvSpPr>
              <a:spLocks noChangeArrowheads="1"/>
            </p:cNvSpPr>
            <p:nvPr/>
          </p:nvSpPr>
          <p:spPr bwMode="auto">
            <a:xfrm>
              <a:off x="984" y="2104"/>
              <a:ext cx="68" cy="68"/>
            </a:xfrm>
            <a:prstGeom prst="ellipse">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59416" name="Text Box 24"/>
            <p:cNvSpPr txBox="1">
              <a:spLocks noChangeArrowheads="1"/>
            </p:cNvSpPr>
            <p:nvPr/>
          </p:nvSpPr>
          <p:spPr bwMode="auto">
            <a:xfrm>
              <a:off x="728" y="1310"/>
              <a:ext cx="22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en-US" altLang="zh-CN" sz="24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a:t>
              </a:r>
            </a:p>
          </p:txBody>
        </p:sp>
        <p:sp>
          <p:nvSpPr>
            <p:cNvPr id="59417" name="Text Box 25"/>
            <p:cNvSpPr txBox="1">
              <a:spLocks noChangeArrowheads="1"/>
            </p:cNvSpPr>
            <p:nvPr/>
          </p:nvSpPr>
          <p:spPr bwMode="auto">
            <a:xfrm>
              <a:off x="743" y="1973"/>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smtClean="0">
                  <a:ln>
                    <a:noFill/>
                  </a:ln>
                  <a:solidFill>
                    <a:srgbClr val="000000"/>
                  </a:solidFill>
                  <a:effectLst/>
                  <a:uLnTx/>
                  <a:uFillTx/>
                  <a:latin typeface="黑体" panose="02010609060101010101" pitchFamily="49" charset="-122"/>
                  <a:ea typeface="黑体" panose="02010609060101010101" pitchFamily="49" charset="-122"/>
                  <a:cs typeface="+mn-cs"/>
                  <a:sym typeface="Symbol" panose="05050102010706020507" pitchFamily="18" charset="2"/>
                </a:rPr>
                <a:t>-</a:t>
              </a:r>
              <a:endParaRPr kumimoji="1" lang="en-US" altLang="zh-CN" sz="2400" b="0" i="0" u="none" strike="noStrike" kern="1200" cap="none" spc="0" normalizeH="0" baseline="0" noProof="0" smtClean="0">
                <a:ln>
                  <a:noFill/>
                </a:ln>
                <a:solidFill>
                  <a:srgbClr val="000000"/>
                </a:solidFill>
                <a:effectLst/>
                <a:uLnTx/>
                <a:uFillTx/>
                <a:latin typeface="黑体" panose="02010609060101010101" pitchFamily="49" charset="-122"/>
                <a:ea typeface="黑体" panose="02010609060101010101" pitchFamily="49" charset="-122"/>
                <a:cs typeface="+mn-cs"/>
              </a:endParaRPr>
            </a:p>
          </p:txBody>
        </p:sp>
        <p:sp>
          <p:nvSpPr>
            <p:cNvPr id="59418" name="Line 26"/>
            <p:cNvSpPr>
              <a:spLocks noChangeShapeType="1"/>
            </p:cNvSpPr>
            <p:nvPr/>
          </p:nvSpPr>
          <p:spPr bwMode="auto">
            <a:xfrm>
              <a:off x="2455" y="1466"/>
              <a:ext cx="697" cy="1"/>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59419" name="Rectangle 27"/>
            <p:cNvSpPr>
              <a:spLocks noChangeArrowheads="1"/>
            </p:cNvSpPr>
            <p:nvPr/>
          </p:nvSpPr>
          <p:spPr bwMode="auto">
            <a:xfrm>
              <a:off x="3268" y="1765"/>
              <a:ext cx="19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0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5V</a:t>
              </a:r>
              <a:endParaRPr kumimoji="1" lang="en-US" altLang="zh-CN" sz="24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59420" name="Text Box 28"/>
            <p:cNvSpPr txBox="1">
              <a:spLocks noChangeArrowheads="1"/>
            </p:cNvSpPr>
            <p:nvPr/>
          </p:nvSpPr>
          <p:spPr bwMode="auto">
            <a:xfrm>
              <a:off x="3249" y="1997"/>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smtClean="0">
                  <a:ln>
                    <a:noFill/>
                  </a:ln>
                  <a:solidFill>
                    <a:srgbClr val="000000"/>
                  </a:solidFill>
                  <a:effectLst/>
                  <a:uLnTx/>
                  <a:uFillTx/>
                  <a:latin typeface="黑体" panose="02010609060101010101" pitchFamily="49" charset="-122"/>
                  <a:ea typeface="黑体" panose="02010609060101010101" pitchFamily="49" charset="-122"/>
                  <a:cs typeface="+mn-cs"/>
                  <a:sym typeface="Symbol" panose="05050102010706020507" pitchFamily="18" charset="2"/>
                </a:rPr>
                <a:t>-</a:t>
              </a:r>
              <a:endParaRPr kumimoji="1" lang="en-US" altLang="zh-CN" sz="2400" b="0" i="0" u="none" strike="noStrike" kern="1200" cap="none" spc="0" normalizeH="0" baseline="0" noProof="0" smtClean="0">
                <a:ln>
                  <a:noFill/>
                </a:ln>
                <a:solidFill>
                  <a:srgbClr val="000000"/>
                </a:solidFill>
                <a:effectLst/>
                <a:uLnTx/>
                <a:uFillTx/>
                <a:latin typeface="黑体" panose="02010609060101010101" pitchFamily="49" charset="-122"/>
                <a:ea typeface="黑体" panose="02010609060101010101" pitchFamily="49" charset="-122"/>
                <a:cs typeface="+mn-cs"/>
              </a:endParaRPr>
            </a:p>
          </p:txBody>
        </p:sp>
        <p:sp>
          <p:nvSpPr>
            <p:cNvPr id="59421" name="Text Box 29"/>
            <p:cNvSpPr txBox="1">
              <a:spLocks noChangeArrowheads="1"/>
            </p:cNvSpPr>
            <p:nvPr/>
          </p:nvSpPr>
          <p:spPr bwMode="auto">
            <a:xfrm>
              <a:off x="3230" y="1340"/>
              <a:ext cx="22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en-US" altLang="zh-CN" sz="24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a:t>
              </a:r>
            </a:p>
          </p:txBody>
        </p:sp>
        <p:sp>
          <p:nvSpPr>
            <p:cNvPr id="59422" name="Oval 30"/>
            <p:cNvSpPr>
              <a:spLocks noChangeArrowheads="1"/>
            </p:cNvSpPr>
            <p:nvPr/>
          </p:nvSpPr>
          <p:spPr bwMode="auto">
            <a:xfrm>
              <a:off x="3140" y="1432"/>
              <a:ext cx="68" cy="68"/>
            </a:xfrm>
            <a:prstGeom prst="ellipse">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59423" name="Oval 31"/>
            <p:cNvSpPr>
              <a:spLocks noChangeArrowheads="1"/>
            </p:cNvSpPr>
            <p:nvPr/>
          </p:nvSpPr>
          <p:spPr bwMode="auto">
            <a:xfrm>
              <a:off x="3140" y="2112"/>
              <a:ext cx="68" cy="68"/>
            </a:xfrm>
            <a:prstGeom prst="ellipse">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59426" name="Rectangle 34"/>
            <p:cNvSpPr>
              <a:spLocks noChangeArrowheads="1"/>
            </p:cNvSpPr>
            <p:nvPr/>
          </p:nvSpPr>
          <p:spPr bwMode="auto">
            <a:xfrm>
              <a:off x="2586" y="1918"/>
              <a:ext cx="215"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2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2A</a:t>
              </a:r>
              <a:endParaRPr kumimoji="1" lang="en-US" altLang="zh-CN" sz="24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59432" name="Rectangle 40"/>
            <p:cNvSpPr>
              <a:spLocks noChangeArrowheads="1"/>
            </p:cNvSpPr>
            <p:nvPr/>
          </p:nvSpPr>
          <p:spPr bwMode="auto">
            <a:xfrm>
              <a:off x="1194" y="1854"/>
              <a:ext cx="215"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2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2A</a:t>
              </a:r>
              <a:endParaRPr kumimoji="1" lang="en-US" altLang="zh-CN" sz="24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59433" name="Rectangle 41"/>
            <p:cNvSpPr>
              <a:spLocks noChangeArrowheads="1"/>
            </p:cNvSpPr>
            <p:nvPr/>
          </p:nvSpPr>
          <p:spPr bwMode="auto">
            <a:xfrm>
              <a:off x="2864" y="1854"/>
              <a:ext cx="215"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2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1A</a:t>
              </a:r>
              <a:endParaRPr kumimoji="1" lang="en-US" altLang="zh-CN" sz="24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59465" name="Line 73"/>
            <p:cNvSpPr>
              <a:spLocks noChangeShapeType="1"/>
            </p:cNvSpPr>
            <p:nvPr/>
          </p:nvSpPr>
          <p:spPr bwMode="auto">
            <a:xfrm>
              <a:off x="1192" y="1408"/>
              <a:ext cx="304"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59466" name="Line 74"/>
            <p:cNvSpPr>
              <a:spLocks noChangeShapeType="1"/>
            </p:cNvSpPr>
            <p:nvPr/>
          </p:nvSpPr>
          <p:spPr bwMode="auto">
            <a:xfrm>
              <a:off x="1768" y="1416"/>
              <a:ext cx="152"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59467" name="Line 75"/>
            <p:cNvSpPr>
              <a:spLocks noChangeShapeType="1"/>
            </p:cNvSpPr>
            <p:nvPr/>
          </p:nvSpPr>
          <p:spPr bwMode="auto">
            <a:xfrm>
              <a:off x="1704" y="1976"/>
              <a:ext cx="0" cy="144"/>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59468" name="Line 76"/>
            <p:cNvSpPr>
              <a:spLocks noChangeShapeType="1"/>
            </p:cNvSpPr>
            <p:nvPr/>
          </p:nvSpPr>
          <p:spPr bwMode="auto">
            <a:xfrm flipH="1">
              <a:off x="1176" y="2080"/>
              <a:ext cx="232"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59469" name="Line 77"/>
            <p:cNvSpPr>
              <a:spLocks noChangeShapeType="1"/>
            </p:cNvSpPr>
            <p:nvPr/>
          </p:nvSpPr>
          <p:spPr bwMode="auto">
            <a:xfrm flipH="1">
              <a:off x="2696" y="1408"/>
              <a:ext cx="248"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59470" name="Line 78"/>
            <p:cNvSpPr>
              <a:spLocks noChangeShapeType="1"/>
            </p:cNvSpPr>
            <p:nvPr/>
          </p:nvSpPr>
          <p:spPr bwMode="auto">
            <a:xfrm>
              <a:off x="2520" y="1968"/>
              <a:ext cx="0" cy="128"/>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59471" name="Line 79"/>
            <p:cNvSpPr>
              <a:spLocks noChangeShapeType="1"/>
            </p:cNvSpPr>
            <p:nvPr/>
          </p:nvSpPr>
          <p:spPr bwMode="auto">
            <a:xfrm>
              <a:off x="2872" y="2088"/>
              <a:ext cx="192"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grpSp>
      <p:grpSp>
        <p:nvGrpSpPr>
          <p:cNvPr id="59496" name="Group 104"/>
          <p:cNvGrpSpPr>
            <a:grpSpLocks/>
          </p:cNvGrpSpPr>
          <p:nvPr/>
        </p:nvGrpSpPr>
        <p:grpSpPr bwMode="auto">
          <a:xfrm>
            <a:off x="1238250" y="4657725"/>
            <a:ext cx="3649663" cy="1751013"/>
            <a:chOff x="780" y="2934"/>
            <a:chExt cx="2299" cy="1103"/>
          </a:xfrm>
        </p:grpSpPr>
        <p:sp>
          <p:nvSpPr>
            <p:cNvPr id="59435" name="Line 43"/>
            <p:cNvSpPr>
              <a:spLocks noChangeShapeType="1"/>
            </p:cNvSpPr>
            <p:nvPr/>
          </p:nvSpPr>
          <p:spPr bwMode="auto">
            <a:xfrm>
              <a:off x="1140" y="3196"/>
              <a:ext cx="677" cy="1"/>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59436" name="Line 44"/>
            <p:cNvSpPr>
              <a:spLocks noChangeShapeType="1"/>
            </p:cNvSpPr>
            <p:nvPr/>
          </p:nvSpPr>
          <p:spPr bwMode="auto">
            <a:xfrm>
              <a:off x="2075" y="3202"/>
              <a:ext cx="701" cy="3"/>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59437" name="Line 45"/>
            <p:cNvSpPr>
              <a:spLocks noChangeShapeType="1"/>
            </p:cNvSpPr>
            <p:nvPr/>
          </p:nvSpPr>
          <p:spPr bwMode="auto">
            <a:xfrm>
              <a:off x="2093" y="3897"/>
              <a:ext cx="683" cy="1"/>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59438" name="Line 46"/>
            <p:cNvSpPr>
              <a:spLocks noChangeShapeType="1"/>
            </p:cNvSpPr>
            <p:nvPr/>
          </p:nvSpPr>
          <p:spPr bwMode="auto">
            <a:xfrm flipH="1">
              <a:off x="1140" y="3897"/>
              <a:ext cx="689" cy="1"/>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59439" name="Rectangle 47"/>
            <p:cNvSpPr>
              <a:spLocks noChangeArrowheads="1"/>
            </p:cNvSpPr>
            <p:nvPr/>
          </p:nvSpPr>
          <p:spPr bwMode="auto">
            <a:xfrm>
              <a:off x="1380" y="2934"/>
              <a:ext cx="215"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2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1A</a:t>
              </a:r>
              <a:endParaRPr kumimoji="1" lang="en-US" altLang="zh-CN" sz="24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59440" name="Rectangle 48"/>
            <p:cNvSpPr>
              <a:spLocks noChangeArrowheads="1"/>
            </p:cNvSpPr>
            <p:nvPr/>
          </p:nvSpPr>
          <p:spPr bwMode="auto">
            <a:xfrm>
              <a:off x="2390" y="2934"/>
              <a:ext cx="259"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2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 1A</a:t>
              </a:r>
              <a:endParaRPr kumimoji="1" lang="en-US" altLang="zh-CN" sz="24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59441" name="Rectangle 49"/>
            <p:cNvSpPr>
              <a:spLocks noChangeArrowheads="1"/>
            </p:cNvSpPr>
            <p:nvPr/>
          </p:nvSpPr>
          <p:spPr bwMode="auto">
            <a:xfrm>
              <a:off x="1410" y="3614"/>
              <a:ext cx="215"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2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1A</a:t>
              </a:r>
              <a:endParaRPr kumimoji="1" lang="en-US" altLang="zh-CN" sz="24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59442" name="Rectangle 50"/>
            <p:cNvSpPr>
              <a:spLocks noChangeArrowheads="1"/>
            </p:cNvSpPr>
            <p:nvPr/>
          </p:nvSpPr>
          <p:spPr bwMode="auto">
            <a:xfrm>
              <a:off x="1801" y="2934"/>
              <a:ext cx="323"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0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sym typeface="Symbol" panose="05050102010706020507" pitchFamily="18" charset="2"/>
                </a:rPr>
                <a:t>2.5</a:t>
              </a:r>
              <a:endParaRPr kumimoji="1" lang="en-US" altLang="zh-CN" sz="24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59443" name="Rectangle 51"/>
            <p:cNvSpPr>
              <a:spLocks noChangeArrowheads="1"/>
            </p:cNvSpPr>
            <p:nvPr/>
          </p:nvSpPr>
          <p:spPr bwMode="auto">
            <a:xfrm>
              <a:off x="1813" y="3642"/>
              <a:ext cx="323"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0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sym typeface="Symbol" panose="05050102010706020507" pitchFamily="18" charset="2"/>
                </a:rPr>
                <a:t>2.5</a:t>
              </a:r>
              <a:endParaRPr kumimoji="1" lang="en-US" altLang="zh-CN" sz="24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59444" name="Rectangle 52"/>
            <p:cNvSpPr>
              <a:spLocks noChangeArrowheads="1"/>
            </p:cNvSpPr>
            <p:nvPr/>
          </p:nvSpPr>
          <p:spPr bwMode="auto">
            <a:xfrm>
              <a:off x="1824" y="3854"/>
              <a:ext cx="272" cy="93"/>
            </a:xfrm>
            <a:prstGeom prst="rect">
              <a:avLst/>
            </a:prstGeom>
            <a:solidFill>
              <a:srgbClr val="FFFF99"/>
            </a:solidFill>
            <a:ln w="28575">
              <a:solidFill>
                <a:srgbClr val="000000"/>
              </a:solidFill>
              <a:miter lim="800000"/>
              <a:headEnd/>
              <a:tailEnd/>
            </a:ln>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59445" name="Rectangle 53"/>
            <p:cNvSpPr>
              <a:spLocks noChangeArrowheads="1"/>
            </p:cNvSpPr>
            <p:nvPr/>
          </p:nvSpPr>
          <p:spPr bwMode="auto">
            <a:xfrm>
              <a:off x="1818" y="3152"/>
              <a:ext cx="272" cy="93"/>
            </a:xfrm>
            <a:prstGeom prst="rect">
              <a:avLst/>
            </a:prstGeom>
            <a:solidFill>
              <a:srgbClr val="FFFF99"/>
            </a:solidFill>
            <a:ln w="28575">
              <a:solidFill>
                <a:srgbClr val="000000"/>
              </a:solidFill>
              <a:miter lim="800000"/>
              <a:headEnd/>
              <a:tailEnd/>
            </a:ln>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59446" name="Oval 54"/>
            <p:cNvSpPr>
              <a:spLocks noChangeArrowheads="1"/>
            </p:cNvSpPr>
            <p:nvPr/>
          </p:nvSpPr>
          <p:spPr bwMode="auto">
            <a:xfrm>
              <a:off x="1080" y="3162"/>
              <a:ext cx="68" cy="68"/>
            </a:xfrm>
            <a:prstGeom prst="ellipse">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59447" name="Oval 55"/>
            <p:cNvSpPr>
              <a:spLocks noChangeArrowheads="1"/>
            </p:cNvSpPr>
            <p:nvPr/>
          </p:nvSpPr>
          <p:spPr bwMode="auto">
            <a:xfrm>
              <a:off x="1080" y="3858"/>
              <a:ext cx="68" cy="68"/>
            </a:xfrm>
            <a:prstGeom prst="ellipse">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59448" name="Oval 56"/>
            <p:cNvSpPr>
              <a:spLocks noChangeArrowheads="1"/>
            </p:cNvSpPr>
            <p:nvPr/>
          </p:nvSpPr>
          <p:spPr bwMode="auto">
            <a:xfrm>
              <a:off x="2756" y="3864"/>
              <a:ext cx="68" cy="68"/>
            </a:xfrm>
            <a:prstGeom prst="ellipse">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59449" name="Rectangle 57"/>
            <p:cNvSpPr>
              <a:spLocks noChangeArrowheads="1"/>
            </p:cNvSpPr>
            <p:nvPr/>
          </p:nvSpPr>
          <p:spPr bwMode="auto">
            <a:xfrm>
              <a:off x="780" y="3461"/>
              <a:ext cx="27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0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10V</a:t>
              </a:r>
              <a:endParaRPr kumimoji="1" lang="en-US" altLang="zh-CN" sz="24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59450" name="Text Box 58"/>
            <p:cNvSpPr txBox="1">
              <a:spLocks noChangeArrowheads="1"/>
            </p:cNvSpPr>
            <p:nvPr/>
          </p:nvSpPr>
          <p:spPr bwMode="auto">
            <a:xfrm>
              <a:off x="801" y="3733"/>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smtClean="0">
                  <a:ln>
                    <a:noFill/>
                  </a:ln>
                  <a:solidFill>
                    <a:srgbClr val="000000"/>
                  </a:solidFill>
                  <a:effectLst/>
                  <a:uLnTx/>
                  <a:uFillTx/>
                  <a:latin typeface="黑体" panose="02010609060101010101" pitchFamily="49" charset="-122"/>
                  <a:ea typeface="黑体" panose="02010609060101010101" pitchFamily="49" charset="-122"/>
                  <a:cs typeface="+mn-cs"/>
                  <a:sym typeface="Symbol" panose="05050102010706020507" pitchFamily="18" charset="2"/>
                </a:rPr>
                <a:t>-</a:t>
              </a:r>
              <a:endParaRPr kumimoji="1" lang="en-US" altLang="zh-CN" sz="2400" b="0" i="0" u="none" strike="noStrike" kern="1200" cap="none" spc="0" normalizeH="0" baseline="0" noProof="0" smtClean="0">
                <a:ln>
                  <a:noFill/>
                </a:ln>
                <a:solidFill>
                  <a:srgbClr val="000000"/>
                </a:solidFill>
                <a:effectLst/>
                <a:uLnTx/>
                <a:uFillTx/>
                <a:latin typeface="黑体" panose="02010609060101010101" pitchFamily="49" charset="-122"/>
                <a:ea typeface="黑体" panose="02010609060101010101" pitchFamily="49" charset="-122"/>
                <a:cs typeface="+mn-cs"/>
              </a:endParaRPr>
            </a:p>
          </p:txBody>
        </p:sp>
        <p:sp>
          <p:nvSpPr>
            <p:cNvPr id="59451" name="Text Box 59"/>
            <p:cNvSpPr txBox="1">
              <a:spLocks noChangeArrowheads="1"/>
            </p:cNvSpPr>
            <p:nvPr/>
          </p:nvSpPr>
          <p:spPr bwMode="auto">
            <a:xfrm>
              <a:off x="798" y="3052"/>
              <a:ext cx="22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en-US" altLang="zh-CN" sz="24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a:t>
              </a:r>
            </a:p>
          </p:txBody>
        </p:sp>
        <p:sp>
          <p:nvSpPr>
            <p:cNvPr id="59452" name="Oval 60"/>
            <p:cNvSpPr>
              <a:spLocks noChangeArrowheads="1"/>
            </p:cNvSpPr>
            <p:nvPr/>
          </p:nvSpPr>
          <p:spPr bwMode="auto">
            <a:xfrm>
              <a:off x="2756" y="3168"/>
              <a:ext cx="68" cy="68"/>
            </a:xfrm>
            <a:prstGeom prst="ellipse">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59453" name="Rectangle 61"/>
            <p:cNvSpPr>
              <a:spLocks noChangeArrowheads="1"/>
            </p:cNvSpPr>
            <p:nvPr/>
          </p:nvSpPr>
          <p:spPr bwMode="auto">
            <a:xfrm>
              <a:off x="2876" y="3477"/>
              <a:ext cx="19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0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5V</a:t>
              </a:r>
              <a:endParaRPr kumimoji="1" lang="en-US" altLang="zh-CN" sz="24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59454" name="Text Box 62"/>
            <p:cNvSpPr txBox="1">
              <a:spLocks noChangeArrowheads="1"/>
            </p:cNvSpPr>
            <p:nvPr/>
          </p:nvSpPr>
          <p:spPr bwMode="auto">
            <a:xfrm>
              <a:off x="2857" y="3749"/>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smtClean="0">
                  <a:ln>
                    <a:noFill/>
                  </a:ln>
                  <a:solidFill>
                    <a:srgbClr val="000000"/>
                  </a:solidFill>
                  <a:effectLst/>
                  <a:uLnTx/>
                  <a:uFillTx/>
                  <a:latin typeface="黑体" panose="02010609060101010101" pitchFamily="49" charset="-122"/>
                  <a:ea typeface="黑体" panose="02010609060101010101" pitchFamily="49" charset="-122"/>
                  <a:cs typeface="+mn-cs"/>
                  <a:sym typeface="Symbol" panose="05050102010706020507" pitchFamily="18" charset="2"/>
                </a:rPr>
                <a:t>-</a:t>
              </a:r>
              <a:endParaRPr kumimoji="1" lang="en-US" altLang="zh-CN" sz="2400" b="0" i="0" u="none" strike="noStrike" kern="1200" cap="none" spc="0" normalizeH="0" baseline="0" noProof="0" smtClean="0">
                <a:ln>
                  <a:noFill/>
                </a:ln>
                <a:solidFill>
                  <a:srgbClr val="000000"/>
                </a:solidFill>
                <a:effectLst/>
                <a:uLnTx/>
                <a:uFillTx/>
                <a:latin typeface="黑体" panose="02010609060101010101" pitchFamily="49" charset="-122"/>
                <a:ea typeface="黑体" panose="02010609060101010101" pitchFamily="49" charset="-122"/>
                <a:cs typeface="+mn-cs"/>
              </a:endParaRPr>
            </a:p>
          </p:txBody>
        </p:sp>
        <p:sp>
          <p:nvSpPr>
            <p:cNvPr id="59455" name="Text Box 63"/>
            <p:cNvSpPr txBox="1">
              <a:spLocks noChangeArrowheads="1"/>
            </p:cNvSpPr>
            <p:nvPr/>
          </p:nvSpPr>
          <p:spPr bwMode="auto">
            <a:xfrm>
              <a:off x="2854" y="3068"/>
              <a:ext cx="22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en-US" altLang="zh-CN" sz="24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a:t>
              </a:r>
            </a:p>
          </p:txBody>
        </p:sp>
        <p:sp>
          <p:nvSpPr>
            <p:cNvPr id="59460" name="Rectangle 68"/>
            <p:cNvSpPr>
              <a:spLocks noChangeArrowheads="1"/>
            </p:cNvSpPr>
            <p:nvPr/>
          </p:nvSpPr>
          <p:spPr bwMode="auto">
            <a:xfrm>
              <a:off x="2406" y="3622"/>
              <a:ext cx="259"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2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 1A</a:t>
              </a:r>
              <a:endParaRPr kumimoji="1" lang="en-US" altLang="zh-CN" sz="24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59473" name="Line 81"/>
            <p:cNvSpPr>
              <a:spLocks noChangeShapeType="1"/>
            </p:cNvSpPr>
            <p:nvPr/>
          </p:nvSpPr>
          <p:spPr bwMode="auto">
            <a:xfrm>
              <a:off x="1288" y="3152"/>
              <a:ext cx="376"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59474" name="Line 82"/>
            <p:cNvSpPr>
              <a:spLocks noChangeShapeType="1"/>
            </p:cNvSpPr>
            <p:nvPr/>
          </p:nvSpPr>
          <p:spPr bwMode="auto">
            <a:xfrm>
              <a:off x="2344" y="3152"/>
              <a:ext cx="296"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59475" name="Line 83"/>
            <p:cNvSpPr>
              <a:spLocks noChangeShapeType="1"/>
            </p:cNvSpPr>
            <p:nvPr/>
          </p:nvSpPr>
          <p:spPr bwMode="auto">
            <a:xfrm flipH="1">
              <a:off x="1352" y="3832"/>
              <a:ext cx="336"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59476" name="Line 84"/>
            <p:cNvSpPr>
              <a:spLocks noChangeShapeType="1"/>
            </p:cNvSpPr>
            <p:nvPr/>
          </p:nvSpPr>
          <p:spPr bwMode="auto">
            <a:xfrm flipH="1">
              <a:off x="2384" y="3840"/>
              <a:ext cx="272"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grpSp>
      <p:grpSp>
        <p:nvGrpSpPr>
          <p:cNvPr id="59488" name="Group 96"/>
          <p:cNvGrpSpPr>
            <a:grpSpLocks/>
          </p:cNvGrpSpPr>
          <p:nvPr/>
        </p:nvGrpSpPr>
        <p:grpSpPr bwMode="auto">
          <a:xfrm>
            <a:off x="2495550" y="2495550"/>
            <a:ext cx="6002338" cy="1771650"/>
            <a:chOff x="1572" y="1140"/>
            <a:chExt cx="3781" cy="1116"/>
          </a:xfrm>
        </p:grpSpPr>
        <p:sp>
          <p:nvSpPr>
            <p:cNvPr id="59462" name="Text Box 70"/>
            <p:cNvSpPr txBox="1">
              <a:spLocks noChangeArrowheads="1"/>
            </p:cNvSpPr>
            <p:nvPr/>
          </p:nvSpPr>
          <p:spPr bwMode="auto">
            <a:xfrm>
              <a:off x="3731" y="1654"/>
              <a:ext cx="162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4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短路导纳参数</a:t>
              </a:r>
              <a:r>
                <a:rPr kumimoji="1" lang="en-US" altLang="zh-CN" sz="2400" b="1" i="1" u="none" strike="noStrike" kern="1200" cap="none" spc="0" normalizeH="0" baseline="0" noProof="0" smtClean="0">
                  <a:ln>
                    <a:noFill/>
                  </a:ln>
                  <a:solidFill>
                    <a:srgbClr val="3333CC"/>
                  </a:solidFill>
                  <a:effectLst/>
                  <a:uLnTx/>
                  <a:uFillTx/>
                  <a:latin typeface="Times New Roman" panose="02020603050405020304" pitchFamily="18" charset="0"/>
                  <a:ea typeface="宋体" panose="02010600030101010101" pitchFamily="2" charset="-122"/>
                  <a:cs typeface="+mn-cs"/>
                </a:rPr>
                <a:t>Y</a:t>
              </a:r>
              <a:r>
                <a:rPr kumimoji="1" lang="en-US" altLang="zh-CN" sz="2400" b="1" i="1" u="none" strike="noStrike" kern="1200" cap="none" spc="0" normalizeH="0" baseline="0" noProof="0" smtClean="0">
                  <a:ln>
                    <a:noFill/>
                  </a:ln>
                  <a:solidFill>
                    <a:srgbClr val="3333CC"/>
                  </a:solidFill>
                  <a:effectLst/>
                  <a:uLnTx/>
                  <a:uFillTx/>
                  <a:latin typeface="Times New Roman" panose="02020603050405020304" pitchFamily="18" charset="0"/>
                  <a:ea typeface="宋体" panose="02010600030101010101" pitchFamily="2" charset="-122"/>
                  <a:cs typeface="+mn-cs"/>
                  <a:sym typeface="Symbol" panose="05050102010706020507" pitchFamily="18" charset="2"/>
                </a:rPr>
                <a:t>        </a:t>
              </a:r>
            </a:p>
          </p:txBody>
        </p:sp>
        <p:grpSp>
          <p:nvGrpSpPr>
            <p:cNvPr id="59487" name="Group 95"/>
            <p:cNvGrpSpPr>
              <a:grpSpLocks/>
            </p:cNvGrpSpPr>
            <p:nvPr/>
          </p:nvGrpSpPr>
          <p:grpSpPr bwMode="auto">
            <a:xfrm>
              <a:off x="1572" y="1140"/>
              <a:ext cx="1116" cy="1116"/>
              <a:chOff x="1572" y="1140"/>
              <a:chExt cx="1116" cy="1116"/>
            </a:xfrm>
          </p:grpSpPr>
          <p:sp>
            <p:nvSpPr>
              <p:cNvPr id="59484" name="Rectangle 92"/>
              <p:cNvSpPr>
                <a:spLocks noChangeArrowheads="1"/>
              </p:cNvSpPr>
              <p:nvPr/>
            </p:nvSpPr>
            <p:spPr bwMode="auto">
              <a:xfrm>
                <a:off x="2273" y="1164"/>
                <a:ext cx="279" cy="288"/>
              </a:xfrm>
              <a:prstGeom prst="rect">
                <a:avLst/>
              </a:prstGeom>
              <a:noFill/>
              <a:ln>
                <a:noFill/>
              </a:ln>
              <a:effectLst/>
              <a:extLst>
                <a:ext uri="{909E8E84-426E-40DD-AFC4-6F175D3DCCD1}">
                  <a14:hiddenFill xmlns:a14="http://schemas.microsoft.com/office/drawing/2010/main">
                    <a:solidFill>
                      <a:srgbClr val="FFFFCC">
                        <a:alpha val="50000"/>
                      </a:srgbClr>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1" lang="en-US" altLang="zh-CN" sz="2400" b="1" i="1" u="none" strike="noStrike" kern="1200" cap="none" spc="0" normalizeH="0" baseline="0" noProof="0" smtClean="0">
                    <a:ln>
                      <a:noFill/>
                    </a:ln>
                    <a:solidFill>
                      <a:srgbClr val="0000CC"/>
                    </a:solidFill>
                    <a:effectLst/>
                    <a:uLnTx/>
                    <a:uFillTx/>
                    <a:latin typeface="Times New Roman" panose="02020603050405020304" pitchFamily="18" charset="0"/>
                    <a:ea typeface="宋体" panose="02010600030101010101" pitchFamily="2" charset="-122"/>
                    <a:cs typeface="+mn-cs"/>
                  </a:rPr>
                  <a:t>Y</a:t>
                </a:r>
                <a:r>
                  <a:rPr kumimoji="1" lang="en-US" altLang="zh-CN" sz="2400" b="1" i="1" u="none" strike="noStrike" kern="1200" cap="none" spc="0" normalizeH="0" baseline="0" noProof="0" smtClean="0">
                    <a:ln>
                      <a:noFill/>
                    </a:ln>
                    <a:solidFill>
                      <a:srgbClr val="0000CC"/>
                    </a:solidFill>
                    <a:effectLst/>
                    <a:uLnTx/>
                    <a:uFillTx/>
                    <a:latin typeface="Times New Roman" panose="02020603050405020304" pitchFamily="18" charset="0"/>
                    <a:ea typeface="宋体" panose="02010600030101010101" pitchFamily="2" charset="-122"/>
                    <a:cs typeface="+mn-cs"/>
                    <a:sym typeface="Symbol" panose="05050102010706020507" pitchFamily="18" charset="2"/>
                  </a:rPr>
                  <a:t></a:t>
                </a:r>
              </a:p>
            </p:txBody>
          </p:sp>
          <p:sp>
            <p:nvSpPr>
              <p:cNvPr id="59486" name="Rectangle 94"/>
              <p:cNvSpPr>
                <a:spLocks noChangeArrowheads="1"/>
              </p:cNvSpPr>
              <p:nvPr/>
            </p:nvSpPr>
            <p:spPr bwMode="auto">
              <a:xfrm>
                <a:off x="1572" y="1140"/>
                <a:ext cx="1116" cy="1116"/>
              </a:xfrm>
              <a:prstGeom prst="rect">
                <a:avLst/>
              </a:prstGeom>
              <a:noFill/>
              <a:ln w="19050">
                <a:solidFill>
                  <a:srgbClr val="0000CC"/>
                </a:solidFill>
                <a:prstDash val="dash"/>
                <a:miter lim="800000"/>
                <a:headEnd/>
                <a:tailEnd/>
              </a:ln>
              <a:effectLst/>
              <a:extLst>
                <a:ext uri="{909E8E84-426E-40DD-AFC4-6F175D3DCCD1}">
                  <a14:hiddenFill xmlns:a14="http://schemas.microsoft.com/office/drawing/2010/main">
                    <a:solidFill>
                      <a:srgbClr val="FFFFCC">
                        <a:alpha val="50000"/>
                      </a:srgbClr>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grpSp>
      </p:grpSp>
      <p:grpSp>
        <p:nvGrpSpPr>
          <p:cNvPr id="59492" name="Group 100"/>
          <p:cNvGrpSpPr>
            <a:grpSpLocks/>
          </p:cNvGrpSpPr>
          <p:nvPr/>
        </p:nvGrpSpPr>
        <p:grpSpPr bwMode="auto">
          <a:xfrm>
            <a:off x="2076450" y="4610100"/>
            <a:ext cx="6553200" cy="1771650"/>
            <a:chOff x="1344" y="2472"/>
            <a:chExt cx="4128" cy="1116"/>
          </a:xfrm>
        </p:grpSpPr>
        <p:sp>
          <p:nvSpPr>
            <p:cNvPr id="59464" name="Text Box 72"/>
            <p:cNvSpPr txBox="1">
              <a:spLocks noChangeArrowheads="1"/>
            </p:cNvSpPr>
            <p:nvPr/>
          </p:nvSpPr>
          <p:spPr bwMode="auto">
            <a:xfrm>
              <a:off x="3491" y="3022"/>
              <a:ext cx="198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24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      </a:t>
              </a:r>
              <a:r>
                <a:rPr kumimoji="1" lang="zh-CN" altLang="en-US" sz="24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短路导纳参数</a:t>
              </a:r>
              <a:r>
                <a:rPr kumimoji="1" lang="en-US" altLang="zh-CN" sz="2400" b="1" i="1" u="none" strike="noStrike" kern="1200" cap="none" spc="0" normalizeH="0" baseline="0" noProof="0" smtClean="0">
                  <a:ln>
                    <a:noFill/>
                  </a:ln>
                  <a:solidFill>
                    <a:srgbClr val="3333CC"/>
                  </a:solidFill>
                  <a:effectLst/>
                  <a:uLnTx/>
                  <a:uFillTx/>
                  <a:latin typeface="Times New Roman" panose="02020603050405020304" pitchFamily="18" charset="0"/>
                  <a:ea typeface="宋体" panose="02010600030101010101" pitchFamily="2" charset="-122"/>
                  <a:cs typeface="+mn-cs"/>
                </a:rPr>
                <a:t>Y</a:t>
              </a:r>
              <a:r>
                <a:rPr kumimoji="1" lang="en-US" altLang="zh-CN" sz="2400" b="1" i="1" u="none" strike="noStrike" kern="1200" cap="none" spc="0" normalizeH="0" baseline="0" noProof="0" smtClean="0">
                  <a:ln>
                    <a:noFill/>
                  </a:ln>
                  <a:solidFill>
                    <a:srgbClr val="3333CC"/>
                  </a:solidFill>
                  <a:effectLst/>
                  <a:uLnTx/>
                  <a:uFillTx/>
                  <a:latin typeface="Times New Roman" panose="02020603050405020304" pitchFamily="18" charset="0"/>
                  <a:ea typeface="宋体" panose="02010600030101010101" pitchFamily="2" charset="-122"/>
                  <a:cs typeface="+mn-cs"/>
                  <a:sym typeface="Symbol" panose="05050102010706020507" pitchFamily="18" charset="2"/>
                </a:rPr>
                <a:t>         </a:t>
              </a:r>
            </a:p>
          </p:txBody>
        </p:sp>
        <p:sp>
          <p:nvSpPr>
            <p:cNvPr id="59490" name="Rectangle 98"/>
            <p:cNvSpPr>
              <a:spLocks noChangeArrowheads="1"/>
            </p:cNvSpPr>
            <p:nvPr/>
          </p:nvSpPr>
          <p:spPr bwMode="auto">
            <a:xfrm>
              <a:off x="1344" y="2472"/>
              <a:ext cx="1188" cy="1116"/>
            </a:xfrm>
            <a:prstGeom prst="rect">
              <a:avLst/>
            </a:prstGeom>
            <a:noFill/>
            <a:ln w="19050">
              <a:solidFill>
                <a:srgbClr val="0000CC"/>
              </a:solidFill>
              <a:prstDash val="dash"/>
              <a:miter lim="800000"/>
              <a:headEnd/>
              <a:tailEnd/>
            </a:ln>
            <a:effectLst/>
            <a:extLst>
              <a:ext uri="{909E8E84-426E-40DD-AFC4-6F175D3DCCD1}">
                <a14:hiddenFill xmlns:a14="http://schemas.microsoft.com/office/drawing/2010/main">
                  <a:solidFill>
                    <a:srgbClr val="FFFFCC">
                      <a:alpha val="50000"/>
                    </a:srgbClr>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59491" name="Rectangle 99"/>
            <p:cNvSpPr>
              <a:spLocks noChangeArrowheads="1"/>
            </p:cNvSpPr>
            <p:nvPr/>
          </p:nvSpPr>
          <p:spPr bwMode="auto">
            <a:xfrm>
              <a:off x="1981" y="2844"/>
              <a:ext cx="310" cy="288"/>
            </a:xfrm>
            <a:prstGeom prst="rect">
              <a:avLst/>
            </a:prstGeom>
            <a:noFill/>
            <a:ln>
              <a:noFill/>
            </a:ln>
            <a:effectLst/>
            <a:extLst>
              <a:ext uri="{909E8E84-426E-40DD-AFC4-6F175D3DCCD1}">
                <a14:hiddenFill xmlns:a14="http://schemas.microsoft.com/office/drawing/2010/main">
                  <a:solidFill>
                    <a:srgbClr val="FFFFCC">
                      <a:alpha val="50000"/>
                    </a:srgbClr>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1" lang="en-US" altLang="zh-CN" sz="2400" b="1" i="1" u="none" strike="noStrike" kern="1200" cap="none" spc="0" normalizeH="0" baseline="0" noProof="0" smtClean="0">
                  <a:ln>
                    <a:noFill/>
                  </a:ln>
                  <a:solidFill>
                    <a:srgbClr val="3333CC"/>
                  </a:solidFill>
                  <a:effectLst/>
                  <a:uLnTx/>
                  <a:uFillTx/>
                  <a:latin typeface="Times New Roman" panose="02020603050405020304" pitchFamily="18" charset="0"/>
                  <a:ea typeface="宋体" panose="02010600030101010101" pitchFamily="2" charset="-122"/>
                  <a:cs typeface="+mn-cs"/>
                </a:rPr>
                <a:t>Y</a:t>
              </a:r>
              <a:r>
                <a:rPr kumimoji="1" lang="en-US" altLang="zh-CN" sz="2400" b="1" i="1" u="none" strike="noStrike" kern="1200" cap="none" spc="0" normalizeH="0" baseline="0" noProof="0" smtClean="0">
                  <a:ln>
                    <a:noFill/>
                  </a:ln>
                  <a:solidFill>
                    <a:srgbClr val="3333CC"/>
                  </a:solidFill>
                  <a:effectLst/>
                  <a:uLnTx/>
                  <a:uFillTx/>
                  <a:latin typeface="Times New Roman" panose="02020603050405020304" pitchFamily="18" charset="0"/>
                  <a:ea typeface="宋体" panose="02010600030101010101" pitchFamily="2" charset="-122"/>
                  <a:cs typeface="+mn-cs"/>
                  <a:sym typeface="Symbol" panose="05050102010706020507" pitchFamily="18" charset="2"/>
                </a:rPr>
                <a:t></a:t>
              </a:r>
            </a:p>
          </p:txBody>
        </p:sp>
      </p:grpSp>
      <p:sp>
        <p:nvSpPr>
          <p:cNvPr id="59493" name="Rectangle 101"/>
          <p:cNvSpPr>
            <a:spLocks noChangeArrowheads="1"/>
          </p:cNvSpPr>
          <p:nvPr/>
        </p:nvSpPr>
        <p:spPr bwMode="auto">
          <a:xfrm>
            <a:off x="557213" y="1830388"/>
            <a:ext cx="944562" cy="457200"/>
          </a:xfrm>
          <a:prstGeom prst="rect">
            <a:avLst/>
          </a:prstGeom>
          <a:noFill/>
          <a:ln>
            <a:noFill/>
          </a:ln>
          <a:effectLst/>
          <a:extLst>
            <a:ext uri="{909E8E84-426E-40DD-AFC4-6F175D3DCCD1}">
              <a14:hiddenFill xmlns:a14="http://schemas.microsoft.com/office/drawing/2010/main">
                <a:solidFill>
                  <a:srgbClr val="FFFFCC">
                    <a:alpha val="50000"/>
                  </a:srgbClr>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400" b="1" i="0" u="none" strike="noStrike" kern="1200" cap="none" spc="0" normalizeH="0" baseline="0" noProof="0" smtClean="0">
                <a:ln>
                  <a:noFill/>
                </a:ln>
                <a:solidFill>
                  <a:srgbClr val="FF0000"/>
                </a:solidFill>
                <a:effectLst/>
                <a:uLnTx/>
                <a:uFillTx/>
                <a:latin typeface="Times New Roman" panose="02020603050405020304" pitchFamily="18" charset="0"/>
                <a:ea typeface="宋体" panose="02010600030101010101" pitchFamily="2" charset="-122"/>
                <a:cs typeface="+mn-cs"/>
              </a:rPr>
              <a:t>例      </a:t>
            </a:r>
          </a:p>
        </p:txBody>
      </p:sp>
      <p:sp>
        <p:nvSpPr>
          <p:cNvPr id="59494" name="Text Box 102"/>
          <p:cNvSpPr txBox="1">
            <a:spLocks noChangeArrowheads="1"/>
          </p:cNvSpPr>
          <p:nvPr/>
        </p:nvSpPr>
        <p:spPr bwMode="auto">
          <a:xfrm>
            <a:off x="554038" y="2289175"/>
            <a:ext cx="1557337" cy="457200"/>
          </a:xfrm>
          <a:prstGeom prst="rect">
            <a:avLst/>
          </a:prstGeom>
          <a:noFill/>
          <a:ln>
            <a:noFill/>
          </a:ln>
          <a:effectLst/>
          <a:extLst>
            <a:ext uri="{909E8E84-426E-40DD-AFC4-6F175D3DCCD1}">
              <a14:hiddenFill xmlns:a14="http://schemas.microsoft.com/office/drawing/2010/main">
                <a:solidFill>
                  <a:srgbClr val="FFFFCC">
                    <a:alpha val="50000"/>
                  </a:srgbClr>
                </a:solidFill>
              </a14:hiddenFill>
            </a:ext>
            <a:ext uri="{91240B29-F687-4F45-9708-019B960494DF}">
              <a14:hiddenLine xmlns:a14="http://schemas.microsoft.com/office/drawing/2010/main" w="19050">
                <a:solidFill>
                  <a:srgbClr val="0000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400" b="1" i="0" u="none" strike="noStrike" kern="1200" cap="none" spc="0" normalizeH="0" baseline="0" noProof="0" smtClean="0">
                <a:ln>
                  <a:noFill/>
                </a:ln>
                <a:solidFill>
                  <a:srgbClr val="CC0066"/>
                </a:solidFill>
                <a:effectLst/>
                <a:uLnTx/>
                <a:uFillTx/>
                <a:latin typeface="宋体" panose="02010600030101010101" pitchFamily="2" charset="-122"/>
                <a:ea typeface="宋体" panose="02010600030101010101" pitchFamily="2" charset="-122"/>
                <a:cs typeface="+mn-cs"/>
              </a:rPr>
              <a:t>二端口</a:t>
            </a:r>
            <a:r>
              <a:rPr kumimoji="1" lang="en-US" altLang="zh-CN" sz="2400" b="1" i="0" u="none" strike="noStrike" kern="1200" cap="none" spc="0" normalizeH="0" baseline="0" noProof="0" smtClean="0">
                <a:ln>
                  <a:noFill/>
                </a:ln>
                <a:solidFill>
                  <a:srgbClr val="CC0066"/>
                </a:solidFill>
                <a:effectLst/>
                <a:uLnTx/>
                <a:uFillTx/>
                <a:latin typeface="Times New Roman" panose="02020603050405020304" pitchFamily="18" charset="0"/>
                <a:ea typeface="宋体" panose="02010600030101010101" pitchFamily="2" charset="-122"/>
                <a:cs typeface="+mn-cs"/>
              </a:rPr>
              <a:t>1    </a:t>
            </a:r>
          </a:p>
        </p:txBody>
      </p:sp>
      <p:sp>
        <p:nvSpPr>
          <p:cNvPr id="59495" name="Text Box 103"/>
          <p:cNvSpPr txBox="1">
            <a:spLocks noChangeArrowheads="1"/>
          </p:cNvSpPr>
          <p:nvPr/>
        </p:nvSpPr>
        <p:spPr bwMode="auto">
          <a:xfrm>
            <a:off x="534988" y="4384675"/>
            <a:ext cx="1481137" cy="457200"/>
          </a:xfrm>
          <a:prstGeom prst="rect">
            <a:avLst/>
          </a:prstGeom>
          <a:noFill/>
          <a:ln>
            <a:noFill/>
          </a:ln>
          <a:effectLst/>
          <a:extLst>
            <a:ext uri="{909E8E84-426E-40DD-AFC4-6F175D3DCCD1}">
              <a14:hiddenFill xmlns:a14="http://schemas.microsoft.com/office/drawing/2010/main">
                <a:solidFill>
                  <a:srgbClr val="FFFFCC">
                    <a:alpha val="50000"/>
                  </a:srgbClr>
                </a:solidFill>
              </a14:hiddenFill>
            </a:ext>
            <a:ext uri="{91240B29-F687-4F45-9708-019B960494DF}">
              <a14:hiddenLine xmlns:a14="http://schemas.microsoft.com/office/drawing/2010/main" w="19050">
                <a:solidFill>
                  <a:srgbClr val="0000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400" b="1" i="0" u="none" strike="noStrike" kern="1200" cap="none" spc="0" normalizeH="0" baseline="0" noProof="0" smtClean="0">
                <a:ln>
                  <a:noFill/>
                </a:ln>
                <a:solidFill>
                  <a:srgbClr val="CC0066"/>
                </a:solidFill>
                <a:effectLst/>
                <a:uLnTx/>
                <a:uFillTx/>
                <a:latin typeface="宋体" panose="02010600030101010101" pitchFamily="2" charset="-122"/>
                <a:ea typeface="宋体" panose="02010600030101010101" pitchFamily="2" charset="-122"/>
                <a:cs typeface="+mn-cs"/>
              </a:rPr>
              <a:t>二端口</a:t>
            </a:r>
            <a:r>
              <a:rPr kumimoji="1" lang="en-US" altLang="zh-CN" sz="2400" b="1" i="0" u="none" strike="noStrike" kern="1200" cap="none" spc="0" normalizeH="0" baseline="0" noProof="0" smtClean="0">
                <a:ln>
                  <a:noFill/>
                </a:ln>
                <a:solidFill>
                  <a:srgbClr val="CC0066"/>
                </a:solidFill>
                <a:effectLst/>
                <a:uLnTx/>
                <a:uFillTx/>
                <a:latin typeface="Times New Roman" panose="02020603050405020304" pitchFamily="18" charset="0"/>
                <a:ea typeface="宋体" panose="02010600030101010101" pitchFamily="2" charset="-122"/>
                <a:cs typeface="+mn-cs"/>
              </a:rPr>
              <a:t>2   </a:t>
            </a:r>
          </a:p>
        </p:txBody>
      </p:sp>
    </p:spTree>
    <p:extLst>
      <p:ext uri="{BB962C8B-B14F-4D97-AF65-F5344CB8AC3E}">
        <p14:creationId xmlns:p14="http://schemas.microsoft.com/office/powerpoint/2010/main" val="40693748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9394">
                                            <p:txEl>
                                              <p:pRg st="0" end="0"/>
                                            </p:txEl>
                                          </p:spTgt>
                                        </p:tgtEl>
                                        <p:attrNameLst>
                                          <p:attrName>style.visibility</p:attrName>
                                        </p:attrNameLst>
                                      </p:cBhvr>
                                      <p:to>
                                        <p:strVal val="visible"/>
                                      </p:to>
                                    </p:set>
                                    <p:animEffect transition="in" filter="wipe(left)">
                                      <p:cBhvr>
                                        <p:cTn id="7" dur="500"/>
                                        <p:tgtEl>
                                          <p:spTgt spid="59394">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9493">
                                            <p:txEl>
                                              <p:pRg st="0" end="0"/>
                                            </p:txEl>
                                          </p:spTgt>
                                        </p:tgtEl>
                                        <p:attrNameLst>
                                          <p:attrName>style.visibility</p:attrName>
                                        </p:attrNameLst>
                                      </p:cBhvr>
                                      <p:to>
                                        <p:strVal val="visible"/>
                                      </p:to>
                                    </p:set>
                                    <p:animEffect transition="in" filter="wipe(left)">
                                      <p:cBhvr>
                                        <p:cTn id="12" dur="500"/>
                                        <p:tgtEl>
                                          <p:spTgt spid="59493">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9494">
                                            <p:txEl>
                                              <p:pRg st="0" end="0"/>
                                            </p:txEl>
                                          </p:spTgt>
                                        </p:tgtEl>
                                        <p:attrNameLst>
                                          <p:attrName>style.visibility</p:attrName>
                                        </p:attrNameLst>
                                      </p:cBhvr>
                                      <p:to>
                                        <p:strVal val="visible"/>
                                      </p:to>
                                    </p:set>
                                    <p:animEffect transition="in" filter="wipe(left)">
                                      <p:cBhvr>
                                        <p:cTn id="17" dur="500"/>
                                        <p:tgtEl>
                                          <p:spTgt spid="59494">
                                            <p:txEl>
                                              <p:pRg st="0" end="0"/>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3" presetClass="entr" presetSubtype="288" fill="hold" nodeType="clickEffect">
                                  <p:stCondLst>
                                    <p:cond delay="0"/>
                                  </p:stCondLst>
                                  <p:childTnLst>
                                    <p:set>
                                      <p:cBhvr>
                                        <p:cTn id="21" dur="1" fill="hold">
                                          <p:stCondLst>
                                            <p:cond delay="0"/>
                                          </p:stCondLst>
                                        </p:cTn>
                                        <p:tgtEl>
                                          <p:spTgt spid="59472"/>
                                        </p:tgtEl>
                                        <p:attrNameLst>
                                          <p:attrName>style.visibility</p:attrName>
                                        </p:attrNameLst>
                                      </p:cBhvr>
                                      <p:to>
                                        <p:strVal val="visible"/>
                                      </p:to>
                                    </p:set>
                                    <p:anim calcmode="lin" valueType="num">
                                      <p:cBhvr>
                                        <p:cTn id="22" dur="500" fill="hold"/>
                                        <p:tgtEl>
                                          <p:spTgt spid="59472"/>
                                        </p:tgtEl>
                                        <p:attrNameLst>
                                          <p:attrName>ppt_w</p:attrName>
                                        </p:attrNameLst>
                                      </p:cBhvr>
                                      <p:tavLst>
                                        <p:tav tm="0">
                                          <p:val>
                                            <p:strVal val="4/3*#ppt_w"/>
                                          </p:val>
                                        </p:tav>
                                        <p:tav tm="100000">
                                          <p:val>
                                            <p:strVal val="#ppt_w"/>
                                          </p:val>
                                        </p:tav>
                                      </p:tavLst>
                                    </p:anim>
                                    <p:anim calcmode="lin" valueType="num">
                                      <p:cBhvr>
                                        <p:cTn id="23" dur="500" fill="hold"/>
                                        <p:tgtEl>
                                          <p:spTgt spid="59472"/>
                                        </p:tgtEl>
                                        <p:attrNameLst>
                                          <p:attrName>ppt_h</p:attrName>
                                        </p:attrNameLst>
                                      </p:cBhvr>
                                      <p:tavLst>
                                        <p:tav tm="0">
                                          <p:val>
                                            <p:strVal val="4/3*#ppt_h"/>
                                          </p:val>
                                        </p:tav>
                                        <p:tav tm="100000">
                                          <p:val>
                                            <p:strVal val="#ppt_h"/>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23" presetClass="entr" presetSubtype="272" fill="hold" nodeType="clickEffect">
                                  <p:stCondLst>
                                    <p:cond delay="0"/>
                                  </p:stCondLst>
                                  <p:childTnLst>
                                    <p:set>
                                      <p:cBhvr>
                                        <p:cTn id="27" dur="1" fill="hold">
                                          <p:stCondLst>
                                            <p:cond delay="0"/>
                                          </p:stCondLst>
                                        </p:cTn>
                                        <p:tgtEl>
                                          <p:spTgt spid="59488"/>
                                        </p:tgtEl>
                                        <p:attrNameLst>
                                          <p:attrName>style.visibility</p:attrName>
                                        </p:attrNameLst>
                                      </p:cBhvr>
                                      <p:to>
                                        <p:strVal val="visible"/>
                                      </p:to>
                                    </p:set>
                                    <p:anim calcmode="lin" valueType="num">
                                      <p:cBhvr>
                                        <p:cTn id="28" dur="500" fill="hold"/>
                                        <p:tgtEl>
                                          <p:spTgt spid="59488"/>
                                        </p:tgtEl>
                                        <p:attrNameLst>
                                          <p:attrName>ppt_w</p:attrName>
                                        </p:attrNameLst>
                                      </p:cBhvr>
                                      <p:tavLst>
                                        <p:tav tm="0">
                                          <p:val>
                                            <p:strVal val="2/3*#ppt_w"/>
                                          </p:val>
                                        </p:tav>
                                        <p:tav tm="100000">
                                          <p:val>
                                            <p:strVal val="#ppt_w"/>
                                          </p:val>
                                        </p:tav>
                                      </p:tavLst>
                                    </p:anim>
                                    <p:anim calcmode="lin" valueType="num">
                                      <p:cBhvr>
                                        <p:cTn id="29" dur="500" fill="hold"/>
                                        <p:tgtEl>
                                          <p:spTgt spid="59488"/>
                                        </p:tgtEl>
                                        <p:attrNameLst>
                                          <p:attrName>ppt_h</p:attrName>
                                        </p:attrNameLst>
                                      </p:cBhvr>
                                      <p:tavLst>
                                        <p:tav tm="0">
                                          <p:val>
                                            <p:strVal val="2/3*#ppt_h"/>
                                          </p:val>
                                        </p:tav>
                                        <p:tav tm="100000">
                                          <p:val>
                                            <p:strVal val="#ppt_h"/>
                                          </p:val>
                                        </p:tav>
                                      </p:tavLst>
                                    </p:anim>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59495">
                                            <p:txEl>
                                              <p:pRg st="0" end="0"/>
                                            </p:txEl>
                                          </p:spTgt>
                                        </p:tgtEl>
                                        <p:attrNameLst>
                                          <p:attrName>style.visibility</p:attrName>
                                        </p:attrNameLst>
                                      </p:cBhvr>
                                      <p:to>
                                        <p:strVal val="visible"/>
                                      </p:to>
                                    </p:set>
                                    <p:animEffect transition="in" filter="wipe(left)">
                                      <p:cBhvr>
                                        <p:cTn id="34" dur="500"/>
                                        <p:tgtEl>
                                          <p:spTgt spid="59495">
                                            <p:txEl>
                                              <p:pRg st="0" end="0"/>
                                            </p:txEl>
                                          </p:spTgt>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23" presetClass="entr" presetSubtype="272" fill="hold" nodeType="clickEffect">
                                  <p:stCondLst>
                                    <p:cond delay="0"/>
                                  </p:stCondLst>
                                  <p:childTnLst>
                                    <p:set>
                                      <p:cBhvr>
                                        <p:cTn id="38" dur="1" fill="hold">
                                          <p:stCondLst>
                                            <p:cond delay="0"/>
                                          </p:stCondLst>
                                        </p:cTn>
                                        <p:tgtEl>
                                          <p:spTgt spid="59496"/>
                                        </p:tgtEl>
                                        <p:attrNameLst>
                                          <p:attrName>style.visibility</p:attrName>
                                        </p:attrNameLst>
                                      </p:cBhvr>
                                      <p:to>
                                        <p:strVal val="visible"/>
                                      </p:to>
                                    </p:set>
                                    <p:anim calcmode="lin" valueType="num">
                                      <p:cBhvr>
                                        <p:cTn id="39" dur="500" fill="hold"/>
                                        <p:tgtEl>
                                          <p:spTgt spid="59496"/>
                                        </p:tgtEl>
                                        <p:attrNameLst>
                                          <p:attrName>ppt_w</p:attrName>
                                        </p:attrNameLst>
                                      </p:cBhvr>
                                      <p:tavLst>
                                        <p:tav tm="0">
                                          <p:val>
                                            <p:strVal val="2/3*#ppt_w"/>
                                          </p:val>
                                        </p:tav>
                                        <p:tav tm="100000">
                                          <p:val>
                                            <p:strVal val="#ppt_w"/>
                                          </p:val>
                                        </p:tav>
                                      </p:tavLst>
                                    </p:anim>
                                    <p:anim calcmode="lin" valueType="num">
                                      <p:cBhvr>
                                        <p:cTn id="40" dur="500" fill="hold"/>
                                        <p:tgtEl>
                                          <p:spTgt spid="59496"/>
                                        </p:tgtEl>
                                        <p:attrNameLst>
                                          <p:attrName>ppt_h</p:attrName>
                                        </p:attrNameLst>
                                      </p:cBhvr>
                                      <p:tavLst>
                                        <p:tav tm="0">
                                          <p:val>
                                            <p:strVal val="2/3*#ppt_h"/>
                                          </p:val>
                                        </p:tav>
                                        <p:tav tm="100000">
                                          <p:val>
                                            <p:strVal val="#ppt_h"/>
                                          </p:val>
                                        </p:tav>
                                      </p:tavLst>
                                    </p:anim>
                                  </p:childTnLst>
                                </p:cTn>
                              </p:par>
                            </p:childTnLst>
                          </p:cTn>
                        </p:par>
                      </p:childTnLst>
                    </p:cTn>
                  </p:par>
                  <p:par>
                    <p:cTn id="41" fill="hold" nodeType="clickPar">
                      <p:stCondLst>
                        <p:cond delay="indefinite"/>
                      </p:stCondLst>
                      <p:childTnLst>
                        <p:par>
                          <p:cTn id="42" fill="hold" nodeType="withGroup">
                            <p:stCondLst>
                              <p:cond delay="0"/>
                            </p:stCondLst>
                            <p:childTnLst>
                              <p:par>
                                <p:cTn id="43" presetID="23" presetClass="entr" presetSubtype="272" fill="hold" nodeType="clickEffect">
                                  <p:stCondLst>
                                    <p:cond delay="0"/>
                                  </p:stCondLst>
                                  <p:childTnLst>
                                    <p:set>
                                      <p:cBhvr>
                                        <p:cTn id="44" dur="1" fill="hold">
                                          <p:stCondLst>
                                            <p:cond delay="0"/>
                                          </p:stCondLst>
                                        </p:cTn>
                                        <p:tgtEl>
                                          <p:spTgt spid="59492"/>
                                        </p:tgtEl>
                                        <p:attrNameLst>
                                          <p:attrName>style.visibility</p:attrName>
                                        </p:attrNameLst>
                                      </p:cBhvr>
                                      <p:to>
                                        <p:strVal val="visible"/>
                                      </p:to>
                                    </p:set>
                                    <p:anim calcmode="lin" valueType="num">
                                      <p:cBhvr>
                                        <p:cTn id="45" dur="500" fill="hold"/>
                                        <p:tgtEl>
                                          <p:spTgt spid="59492"/>
                                        </p:tgtEl>
                                        <p:attrNameLst>
                                          <p:attrName>ppt_w</p:attrName>
                                        </p:attrNameLst>
                                      </p:cBhvr>
                                      <p:tavLst>
                                        <p:tav tm="0">
                                          <p:val>
                                            <p:strVal val="2/3*#ppt_w"/>
                                          </p:val>
                                        </p:tav>
                                        <p:tav tm="100000">
                                          <p:val>
                                            <p:strVal val="#ppt_w"/>
                                          </p:val>
                                        </p:tav>
                                      </p:tavLst>
                                    </p:anim>
                                    <p:anim calcmode="lin" valueType="num">
                                      <p:cBhvr>
                                        <p:cTn id="46" dur="500" fill="hold"/>
                                        <p:tgtEl>
                                          <p:spTgt spid="59492"/>
                                        </p:tgtEl>
                                        <p:attrNameLst>
                                          <p:attrName>ppt_h</p:attrName>
                                        </p:attrNameLst>
                                      </p:cBhvr>
                                      <p:tavLst>
                                        <p:tav tm="0">
                                          <p:val>
                                            <p:strVal val="2/3*#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394" grpId="0" build="p" autoUpdateAnimBg="0"/>
      <p:bldP spid="59493" grpId="0" build="p" autoUpdateAnimBg="0"/>
      <p:bldP spid="59494" grpId="0" build="p" autoUpdateAnimBg="0"/>
      <p:bldP spid="59495" grpId="0" build="p" autoUpdateAnimBg="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0418" name="Group 2"/>
          <p:cNvGrpSpPr>
            <a:grpSpLocks/>
          </p:cNvGrpSpPr>
          <p:nvPr/>
        </p:nvGrpSpPr>
        <p:grpSpPr bwMode="auto">
          <a:xfrm>
            <a:off x="3943350" y="960438"/>
            <a:ext cx="4406900" cy="1744662"/>
            <a:chOff x="2424" y="168"/>
            <a:chExt cx="2776" cy="1099"/>
          </a:xfrm>
        </p:grpSpPr>
        <p:sp>
          <p:nvSpPr>
            <p:cNvPr id="60419" name="Rectangle 3"/>
            <p:cNvSpPr>
              <a:spLocks noChangeArrowheads="1"/>
            </p:cNvSpPr>
            <p:nvPr/>
          </p:nvSpPr>
          <p:spPr bwMode="auto">
            <a:xfrm>
              <a:off x="2424" y="168"/>
              <a:ext cx="890" cy="1099"/>
            </a:xfrm>
            <a:prstGeom prst="rect">
              <a:avLst/>
            </a:prstGeom>
            <a:solidFill>
              <a:srgbClr val="FFFFCC"/>
            </a:solidFill>
            <a:ln>
              <a:noFill/>
            </a:ln>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60420" name="AutoShape 4"/>
            <p:cNvSpPr>
              <a:spLocks noChangeArrowheads="1"/>
            </p:cNvSpPr>
            <p:nvPr/>
          </p:nvSpPr>
          <p:spPr bwMode="auto">
            <a:xfrm flipV="1">
              <a:off x="4311" y="328"/>
              <a:ext cx="889" cy="281"/>
            </a:xfrm>
            <a:prstGeom prst="wedgeRectCallout">
              <a:avLst>
                <a:gd name="adj1" fmla="val -163949"/>
                <a:gd name="adj2" fmla="val -42528"/>
              </a:avLst>
            </a:prstGeom>
            <a:solidFill>
              <a:srgbClr val="FFFFCC"/>
            </a:solidFill>
            <a:ln w="9525">
              <a:solidFill>
                <a:schemeClr val="tx1"/>
              </a:solidFill>
              <a:miter lim="800000"/>
              <a:headEnd/>
              <a:tailEnd/>
            </a:ln>
          </p:spPr>
          <p:txBody>
            <a:bodyPr rot="10800000"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000" b="1" i="0" u="none" strike="noStrike" kern="1200" cap="none" spc="0" normalizeH="0" baseline="0" noProof="0" smtClean="0">
                  <a:ln>
                    <a:noFill/>
                  </a:ln>
                  <a:solidFill>
                    <a:srgbClr val="3333CC"/>
                  </a:solidFill>
                  <a:effectLst/>
                  <a:uLnTx/>
                  <a:uFillTx/>
                  <a:latin typeface="Times New Roman" panose="02020603050405020304" pitchFamily="18" charset="0"/>
                  <a:ea typeface="宋体" panose="02010600030101010101" pitchFamily="2" charset="-122"/>
                  <a:cs typeface="+mn-cs"/>
                </a:rPr>
                <a:t>不是二端口</a:t>
              </a:r>
              <a:endParaRPr kumimoji="1" lang="zh-CN" altLang="en-US" sz="2400" b="0"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pSp>
      <p:grpSp>
        <p:nvGrpSpPr>
          <p:cNvPr id="60421" name="Group 5"/>
          <p:cNvGrpSpPr>
            <a:grpSpLocks/>
          </p:cNvGrpSpPr>
          <p:nvPr/>
        </p:nvGrpSpPr>
        <p:grpSpPr bwMode="auto">
          <a:xfrm>
            <a:off x="3956050" y="2857500"/>
            <a:ext cx="4165600" cy="2470150"/>
            <a:chOff x="2456" y="1380"/>
            <a:chExt cx="2600" cy="1556"/>
          </a:xfrm>
        </p:grpSpPr>
        <p:sp>
          <p:nvSpPr>
            <p:cNvPr id="60422" name="Rectangle 6"/>
            <p:cNvSpPr>
              <a:spLocks noChangeArrowheads="1"/>
            </p:cNvSpPr>
            <p:nvPr/>
          </p:nvSpPr>
          <p:spPr bwMode="auto">
            <a:xfrm>
              <a:off x="2456" y="1380"/>
              <a:ext cx="890" cy="1099"/>
            </a:xfrm>
            <a:prstGeom prst="rect">
              <a:avLst/>
            </a:prstGeom>
            <a:solidFill>
              <a:srgbClr val="FFFFCC"/>
            </a:solidFill>
            <a:ln>
              <a:noFill/>
            </a:ln>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60423" name="AutoShape 7"/>
            <p:cNvSpPr>
              <a:spLocks noChangeArrowheads="1"/>
            </p:cNvSpPr>
            <p:nvPr/>
          </p:nvSpPr>
          <p:spPr bwMode="auto">
            <a:xfrm flipV="1">
              <a:off x="4151" y="2655"/>
              <a:ext cx="905" cy="281"/>
            </a:xfrm>
            <a:prstGeom prst="wedgeRectCallout">
              <a:avLst>
                <a:gd name="adj1" fmla="val -149894"/>
                <a:gd name="adj2" fmla="val 135764"/>
              </a:avLst>
            </a:prstGeom>
            <a:solidFill>
              <a:srgbClr val="FFFFCC"/>
            </a:solidFill>
            <a:ln w="9525">
              <a:solidFill>
                <a:schemeClr val="tx1"/>
              </a:solidFill>
              <a:miter lim="800000"/>
              <a:headEnd/>
              <a:tailEnd/>
            </a:ln>
          </p:spPr>
          <p:txBody>
            <a:bodyPr rot="10800000"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000" b="1" i="0" u="none" strike="noStrike" kern="1200" cap="none" spc="0" normalizeH="0" baseline="0" noProof="0" smtClean="0">
                  <a:ln>
                    <a:noFill/>
                  </a:ln>
                  <a:solidFill>
                    <a:srgbClr val="3333CC"/>
                  </a:solidFill>
                  <a:effectLst/>
                  <a:uLnTx/>
                  <a:uFillTx/>
                  <a:latin typeface="Times New Roman" panose="02020603050405020304" pitchFamily="18" charset="0"/>
                  <a:ea typeface="宋体" panose="02010600030101010101" pitchFamily="2" charset="-122"/>
                  <a:cs typeface="+mn-cs"/>
                </a:rPr>
                <a:t>不是二端口    </a:t>
              </a:r>
              <a:endParaRPr kumimoji="1" lang="zh-CN" altLang="en-US" sz="2400" b="0"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pSp>
      <p:sp>
        <p:nvSpPr>
          <p:cNvPr id="60424" name="Text Box 8"/>
          <p:cNvSpPr txBox="1">
            <a:spLocks noChangeArrowheads="1"/>
          </p:cNvSpPr>
          <p:nvPr/>
        </p:nvSpPr>
        <p:spPr bwMode="auto">
          <a:xfrm>
            <a:off x="0" y="4997450"/>
            <a:ext cx="6446838" cy="11874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        </a:t>
            </a:r>
            <a:r>
              <a:rPr kumimoji="1" lang="zh-CN" altLang="en-US" sz="24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并联后原来两个二端口的端口条件不再成立，称为不正规连接，则并联后的</a:t>
            </a:r>
            <a:r>
              <a:rPr kumimoji="1" lang="en-US" altLang="zh-CN" sz="2400" b="1" i="1"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Y</a:t>
            </a:r>
            <a:r>
              <a:rPr kumimoji="1" lang="zh-CN" altLang="en-US" sz="24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参数不能用原来的</a:t>
            </a:r>
            <a:r>
              <a:rPr kumimoji="1" lang="en-US" altLang="zh-CN" sz="2400" b="1" i="1"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Y</a:t>
            </a:r>
            <a:r>
              <a:rPr kumimoji="1" lang="zh-CN" altLang="en-US" sz="24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参数相加得到，即</a:t>
            </a:r>
          </a:p>
        </p:txBody>
      </p:sp>
      <p:sp>
        <p:nvSpPr>
          <p:cNvPr id="60474" name="Rectangle 58"/>
          <p:cNvSpPr>
            <a:spLocks noChangeArrowheads="1"/>
          </p:cNvSpPr>
          <p:nvPr/>
        </p:nvSpPr>
        <p:spPr bwMode="auto">
          <a:xfrm>
            <a:off x="1903413" y="1209675"/>
            <a:ext cx="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zh-CN" altLang="zh-CN" sz="24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60475" name="Rectangle 59"/>
          <p:cNvSpPr>
            <a:spLocks noChangeArrowheads="1"/>
          </p:cNvSpPr>
          <p:nvPr/>
        </p:nvSpPr>
        <p:spPr bwMode="auto">
          <a:xfrm>
            <a:off x="1935163" y="2428875"/>
            <a:ext cx="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zh-CN" altLang="zh-CN" sz="24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60476" name="Rectangle 60"/>
          <p:cNvSpPr>
            <a:spLocks noChangeArrowheads="1"/>
          </p:cNvSpPr>
          <p:nvPr/>
        </p:nvSpPr>
        <p:spPr bwMode="auto">
          <a:xfrm>
            <a:off x="7291388" y="1285875"/>
            <a:ext cx="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zh-CN" altLang="zh-CN" sz="24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60477" name="Rectangle 61"/>
          <p:cNvSpPr>
            <a:spLocks noChangeArrowheads="1"/>
          </p:cNvSpPr>
          <p:nvPr/>
        </p:nvSpPr>
        <p:spPr bwMode="auto">
          <a:xfrm>
            <a:off x="7332663" y="2387600"/>
            <a:ext cx="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zh-CN" altLang="zh-CN" sz="24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pSp>
        <p:nvGrpSpPr>
          <p:cNvPr id="60558" name="Group 142"/>
          <p:cNvGrpSpPr>
            <a:grpSpLocks/>
          </p:cNvGrpSpPr>
          <p:nvPr/>
        </p:nvGrpSpPr>
        <p:grpSpPr bwMode="auto">
          <a:xfrm>
            <a:off x="3238500" y="1384300"/>
            <a:ext cx="2803525" cy="1238250"/>
            <a:chOff x="2040" y="728"/>
            <a:chExt cx="1766" cy="780"/>
          </a:xfrm>
        </p:grpSpPr>
        <p:sp>
          <p:nvSpPr>
            <p:cNvPr id="60450" name="Line 34"/>
            <p:cNvSpPr>
              <a:spLocks noChangeShapeType="1"/>
            </p:cNvSpPr>
            <p:nvPr/>
          </p:nvSpPr>
          <p:spPr bwMode="auto">
            <a:xfrm>
              <a:off x="3269" y="1269"/>
              <a:ext cx="1" cy="215"/>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60457" name="Rectangle 41"/>
            <p:cNvSpPr>
              <a:spLocks noChangeArrowheads="1"/>
            </p:cNvSpPr>
            <p:nvPr/>
          </p:nvSpPr>
          <p:spPr bwMode="auto">
            <a:xfrm>
              <a:off x="2790" y="728"/>
              <a:ext cx="272" cy="93"/>
            </a:xfrm>
            <a:prstGeom prst="rect">
              <a:avLst/>
            </a:prstGeom>
            <a:solidFill>
              <a:srgbClr val="FF00FF"/>
            </a:solidFill>
            <a:ln w="28575">
              <a:solidFill>
                <a:srgbClr val="000000"/>
              </a:solidFill>
              <a:miter lim="800000"/>
              <a:headEnd/>
              <a:tailEnd/>
            </a:ln>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60458" name="Line 42"/>
            <p:cNvSpPr>
              <a:spLocks noChangeShapeType="1"/>
            </p:cNvSpPr>
            <p:nvPr/>
          </p:nvSpPr>
          <p:spPr bwMode="auto">
            <a:xfrm>
              <a:off x="3269" y="767"/>
              <a:ext cx="1" cy="21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60459" name="Line 43"/>
            <p:cNvSpPr>
              <a:spLocks noChangeShapeType="1"/>
            </p:cNvSpPr>
            <p:nvPr/>
          </p:nvSpPr>
          <p:spPr bwMode="auto">
            <a:xfrm>
              <a:off x="2568" y="767"/>
              <a:ext cx="1" cy="21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60460" name="Line 44"/>
            <p:cNvSpPr>
              <a:spLocks noChangeShapeType="1"/>
            </p:cNvSpPr>
            <p:nvPr/>
          </p:nvSpPr>
          <p:spPr bwMode="auto">
            <a:xfrm>
              <a:off x="2568" y="1247"/>
              <a:ext cx="1" cy="221"/>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60461" name="Line 45"/>
            <p:cNvSpPr>
              <a:spLocks noChangeShapeType="1"/>
            </p:cNvSpPr>
            <p:nvPr/>
          </p:nvSpPr>
          <p:spPr bwMode="auto">
            <a:xfrm>
              <a:off x="2100" y="767"/>
              <a:ext cx="690" cy="7"/>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60462" name="Line 46"/>
            <p:cNvSpPr>
              <a:spLocks noChangeShapeType="1"/>
            </p:cNvSpPr>
            <p:nvPr/>
          </p:nvSpPr>
          <p:spPr bwMode="auto">
            <a:xfrm>
              <a:off x="2100" y="1468"/>
              <a:ext cx="1636" cy="1"/>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60463" name="Line 47"/>
            <p:cNvSpPr>
              <a:spLocks noChangeShapeType="1"/>
            </p:cNvSpPr>
            <p:nvPr/>
          </p:nvSpPr>
          <p:spPr bwMode="auto">
            <a:xfrm>
              <a:off x="3059" y="773"/>
              <a:ext cx="671" cy="1"/>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60468" name="Rectangle 52"/>
            <p:cNvSpPr>
              <a:spLocks noChangeArrowheads="1"/>
            </p:cNvSpPr>
            <p:nvPr/>
          </p:nvSpPr>
          <p:spPr bwMode="auto">
            <a:xfrm>
              <a:off x="2179" y="1028"/>
              <a:ext cx="283"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0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10</a:t>
              </a:r>
              <a:r>
                <a:rPr kumimoji="1" lang="en-US" altLang="zh-CN" sz="20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sym typeface="Symbol" panose="05050102010706020507" pitchFamily="18" charset="2"/>
                </a:rPr>
                <a:t></a:t>
              </a:r>
              <a:endParaRPr kumimoji="1" lang="en-US" altLang="zh-CN" sz="24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60480" name="Rectangle 64"/>
            <p:cNvSpPr>
              <a:spLocks noChangeArrowheads="1"/>
            </p:cNvSpPr>
            <p:nvPr/>
          </p:nvSpPr>
          <p:spPr bwMode="auto">
            <a:xfrm rot="5400000">
              <a:off x="3132" y="1076"/>
              <a:ext cx="272" cy="93"/>
            </a:xfrm>
            <a:prstGeom prst="rect">
              <a:avLst/>
            </a:prstGeom>
            <a:solidFill>
              <a:srgbClr val="FF00FF"/>
            </a:solidFill>
            <a:ln w="28575">
              <a:solidFill>
                <a:srgbClr val="000000"/>
              </a:solidFill>
              <a:miter lim="800000"/>
              <a:headEnd/>
              <a:tailEnd/>
            </a:ln>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60481" name="Rectangle 65"/>
            <p:cNvSpPr>
              <a:spLocks noChangeArrowheads="1"/>
            </p:cNvSpPr>
            <p:nvPr/>
          </p:nvSpPr>
          <p:spPr bwMode="auto">
            <a:xfrm rot="5400000">
              <a:off x="2430" y="1064"/>
              <a:ext cx="272" cy="93"/>
            </a:xfrm>
            <a:prstGeom prst="rect">
              <a:avLst/>
            </a:prstGeom>
            <a:solidFill>
              <a:srgbClr val="FF00FF"/>
            </a:solidFill>
            <a:ln w="28575">
              <a:solidFill>
                <a:srgbClr val="000000"/>
              </a:solidFill>
              <a:miter lim="800000"/>
              <a:headEnd/>
              <a:tailEnd/>
            </a:ln>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60482" name="Rectangle 66"/>
            <p:cNvSpPr>
              <a:spLocks noChangeArrowheads="1"/>
            </p:cNvSpPr>
            <p:nvPr/>
          </p:nvSpPr>
          <p:spPr bwMode="auto">
            <a:xfrm>
              <a:off x="2833" y="828"/>
              <a:ext cx="203"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0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5</a:t>
              </a:r>
              <a:r>
                <a:rPr kumimoji="1" lang="en-US" altLang="zh-CN" sz="20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sym typeface="Symbol" panose="05050102010706020507" pitchFamily="18" charset="2"/>
                </a:rPr>
                <a:t></a:t>
              </a:r>
              <a:endParaRPr kumimoji="1" lang="en-US" altLang="zh-CN" sz="24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60483" name="Rectangle 67"/>
            <p:cNvSpPr>
              <a:spLocks noChangeArrowheads="1"/>
            </p:cNvSpPr>
            <p:nvPr/>
          </p:nvSpPr>
          <p:spPr bwMode="auto">
            <a:xfrm>
              <a:off x="3345" y="1028"/>
              <a:ext cx="323"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0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sym typeface="Symbol" panose="05050102010706020507" pitchFamily="18" charset="2"/>
                </a:rPr>
                <a:t>2.5</a:t>
              </a:r>
              <a:endParaRPr kumimoji="1" lang="en-US" altLang="zh-CN" sz="24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60484" name="Oval 68"/>
            <p:cNvSpPr>
              <a:spLocks noChangeArrowheads="1"/>
            </p:cNvSpPr>
            <p:nvPr/>
          </p:nvSpPr>
          <p:spPr bwMode="auto">
            <a:xfrm>
              <a:off x="2040" y="738"/>
              <a:ext cx="68" cy="68"/>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60485" name="Oval 69"/>
            <p:cNvSpPr>
              <a:spLocks noChangeArrowheads="1"/>
            </p:cNvSpPr>
            <p:nvPr/>
          </p:nvSpPr>
          <p:spPr bwMode="auto">
            <a:xfrm>
              <a:off x="2040" y="1440"/>
              <a:ext cx="68" cy="68"/>
            </a:xfrm>
            <a:prstGeom prst="ellipse">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60486" name="Oval 70"/>
            <p:cNvSpPr>
              <a:spLocks noChangeArrowheads="1"/>
            </p:cNvSpPr>
            <p:nvPr/>
          </p:nvSpPr>
          <p:spPr bwMode="auto">
            <a:xfrm>
              <a:off x="3732" y="738"/>
              <a:ext cx="68" cy="68"/>
            </a:xfrm>
            <a:prstGeom prst="ellipse">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60487" name="Oval 71"/>
            <p:cNvSpPr>
              <a:spLocks noChangeArrowheads="1"/>
            </p:cNvSpPr>
            <p:nvPr/>
          </p:nvSpPr>
          <p:spPr bwMode="auto">
            <a:xfrm>
              <a:off x="3738" y="1434"/>
              <a:ext cx="68" cy="68"/>
            </a:xfrm>
            <a:prstGeom prst="ellipse">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grpSp>
      <p:grpSp>
        <p:nvGrpSpPr>
          <p:cNvPr id="60562" name="Group 146"/>
          <p:cNvGrpSpPr>
            <a:grpSpLocks/>
          </p:cNvGrpSpPr>
          <p:nvPr/>
        </p:nvGrpSpPr>
        <p:grpSpPr bwMode="auto">
          <a:xfrm>
            <a:off x="3238500" y="2886075"/>
            <a:ext cx="2803525" cy="1608138"/>
            <a:chOff x="2040" y="1674"/>
            <a:chExt cx="1766" cy="1013"/>
          </a:xfrm>
        </p:grpSpPr>
        <p:sp>
          <p:nvSpPr>
            <p:cNvPr id="60488" name="Rectangle 72"/>
            <p:cNvSpPr>
              <a:spLocks noChangeArrowheads="1"/>
            </p:cNvSpPr>
            <p:nvPr/>
          </p:nvSpPr>
          <p:spPr bwMode="auto">
            <a:xfrm>
              <a:off x="2761" y="1674"/>
              <a:ext cx="323"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0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sym typeface="Symbol" panose="05050102010706020507" pitchFamily="18" charset="2"/>
                </a:rPr>
                <a:t>2.5</a:t>
              </a:r>
              <a:endParaRPr kumimoji="1" lang="en-US" altLang="zh-CN" sz="24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pSp>
          <p:nvGrpSpPr>
            <p:cNvPr id="60559" name="Group 143"/>
            <p:cNvGrpSpPr>
              <a:grpSpLocks/>
            </p:cNvGrpSpPr>
            <p:nvPr/>
          </p:nvGrpSpPr>
          <p:grpSpPr bwMode="auto">
            <a:xfrm>
              <a:off x="2040" y="1892"/>
              <a:ext cx="1766" cy="795"/>
              <a:chOff x="2040" y="1892"/>
              <a:chExt cx="1766" cy="795"/>
            </a:xfrm>
          </p:grpSpPr>
          <p:sp>
            <p:nvSpPr>
              <p:cNvPr id="60464" name="Line 48"/>
              <p:cNvSpPr>
                <a:spLocks noChangeShapeType="1"/>
              </p:cNvSpPr>
              <p:nvPr/>
            </p:nvSpPr>
            <p:spPr bwMode="auto">
              <a:xfrm>
                <a:off x="2100" y="1936"/>
                <a:ext cx="677" cy="1"/>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60465" name="Line 49"/>
              <p:cNvSpPr>
                <a:spLocks noChangeShapeType="1"/>
              </p:cNvSpPr>
              <p:nvPr/>
            </p:nvSpPr>
            <p:spPr bwMode="auto">
              <a:xfrm flipV="1">
                <a:off x="3035" y="1937"/>
                <a:ext cx="701" cy="5"/>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60466" name="Line 50"/>
              <p:cNvSpPr>
                <a:spLocks noChangeShapeType="1"/>
              </p:cNvSpPr>
              <p:nvPr/>
            </p:nvSpPr>
            <p:spPr bwMode="auto">
              <a:xfrm>
                <a:off x="3053" y="2637"/>
                <a:ext cx="683" cy="1"/>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60467" name="Line 51"/>
              <p:cNvSpPr>
                <a:spLocks noChangeShapeType="1"/>
              </p:cNvSpPr>
              <p:nvPr/>
            </p:nvSpPr>
            <p:spPr bwMode="auto">
              <a:xfrm flipH="1">
                <a:off x="2100" y="2637"/>
                <a:ext cx="689" cy="1"/>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60489" name="Rectangle 73"/>
              <p:cNvSpPr>
                <a:spLocks noChangeArrowheads="1"/>
              </p:cNvSpPr>
              <p:nvPr/>
            </p:nvSpPr>
            <p:spPr bwMode="auto">
              <a:xfrm>
                <a:off x="2773" y="2382"/>
                <a:ext cx="323"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0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sym typeface="Symbol" panose="05050102010706020507" pitchFamily="18" charset="2"/>
                  </a:rPr>
                  <a:t>2.5</a:t>
                </a:r>
                <a:endParaRPr kumimoji="1" lang="en-US" altLang="zh-CN" sz="24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60490" name="Rectangle 74"/>
              <p:cNvSpPr>
                <a:spLocks noChangeArrowheads="1"/>
              </p:cNvSpPr>
              <p:nvPr/>
            </p:nvSpPr>
            <p:spPr bwMode="auto">
              <a:xfrm>
                <a:off x="2784" y="2594"/>
                <a:ext cx="272" cy="93"/>
              </a:xfrm>
              <a:prstGeom prst="rect">
                <a:avLst/>
              </a:prstGeom>
              <a:solidFill>
                <a:srgbClr val="FF00FF"/>
              </a:solidFill>
              <a:ln w="28575">
                <a:solidFill>
                  <a:srgbClr val="000000"/>
                </a:solidFill>
                <a:miter lim="800000"/>
                <a:headEnd/>
                <a:tailEnd/>
              </a:ln>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60491" name="Rectangle 75"/>
              <p:cNvSpPr>
                <a:spLocks noChangeArrowheads="1"/>
              </p:cNvSpPr>
              <p:nvPr/>
            </p:nvSpPr>
            <p:spPr bwMode="auto">
              <a:xfrm>
                <a:off x="2778" y="1892"/>
                <a:ext cx="272" cy="93"/>
              </a:xfrm>
              <a:prstGeom prst="rect">
                <a:avLst/>
              </a:prstGeom>
              <a:solidFill>
                <a:srgbClr val="FF00FF"/>
              </a:solidFill>
              <a:ln w="28575">
                <a:solidFill>
                  <a:srgbClr val="000000"/>
                </a:solidFill>
                <a:miter lim="800000"/>
                <a:headEnd/>
                <a:tailEnd/>
              </a:ln>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60492" name="Oval 76"/>
              <p:cNvSpPr>
                <a:spLocks noChangeArrowheads="1"/>
              </p:cNvSpPr>
              <p:nvPr/>
            </p:nvSpPr>
            <p:spPr bwMode="auto">
              <a:xfrm>
                <a:off x="2040" y="1902"/>
                <a:ext cx="68" cy="68"/>
              </a:xfrm>
              <a:prstGeom prst="ellipse">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60493" name="Oval 77"/>
              <p:cNvSpPr>
                <a:spLocks noChangeArrowheads="1"/>
              </p:cNvSpPr>
              <p:nvPr/>
            </p:nvSpPr>
            <p:spPr bwMode="auto">
              <a:xfrm>
                <a:off x="2040" y="2598"/>
                <a:ext cx="68" cy="68"/>
              </a:xfrm>
              <a:prstGeom prst="ellipse">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60494" name="Oval 78"/>
              <p:cNvSpPr>
                <a:spLocks noChangeArrowheads="1"/>
              </p:cNvSpPr>
              <p:nvPr/>
            </p:nvSpPr>
            <p:spPr bwMode="auto">
              <a:xfrm>
                <a:off x="3738" y="2604"/>
                <a:ext cx="68" cy="68"/>
              </a:xfrm>
              <a:prstGeom prst="ellipse">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60495" name="Oval 79"/>
              <p:cNvSpPr>
                <a:spLocks noChangeArrowheads="1"/>
              </p:cNvSpPr>
              <p:nvPr/>
            </p:nvSpPr>
            <p:spPr bwMode="auto">
              <a:xfrm>
                <a:off x="3738" y="1902"/>
                <a:ext cx="68" cy="68"/>
              </a:xfrm>
              <a:prstGeom prst="ellipse">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grpSp>
      </p:grpSp>
      <p:grpSp>
        <p:nvGrpSpPr>
          <p:cNvPr id="60560" name="Group 144"/>
          <p:cNvGrpSpPr>
            <a:grpSpLocks/>
          </p:cNvGrpSpPr>
          <p:nvPr/>
        </p:nvGrpSpPr>
        <p:grpSpPr bwMode="auto">
          <a:xfrm>
            <a:off x="1041400" y="1447800"/>
            <a:ext cx="2225675" cy="3000375"/>
            <a:chOff x="656" y="768"/>
            <a:chExt cx="1402" cy="1890"/>
          </a:xfrm>
        </p:grpSpPr>
        <p:sp>
          <p:nvSpPr>
            <p:cNvPr id="60469" name="Line 53"/>
            <p:cNvSpPr>
              <a:spLocks noChangeShapeType="1"/>
            </p:cNvSpPr>
            <p:nvPr/>
          </p:nvSpPr>
          <p:spPr bwMode="auto">
            <a:xfrm flipH="1">
              <a:off x="942" y="1366"/>
              <a:ext cx="697" cy="1"/>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60470" name="Line 54"/>
            <p:cNvSpPr>
              <a:spLocks noChangeShapeType="1"/>
            </p:cNvSpPr>
            <p:nvPr/>
          </p:nvSpPr>
          <p:spPr bwMode="auto">
            <a:xfrm flipH="1">
              <a:off x="954" y="2093"/>
              <a:ext cx="697" cy="1"/>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60472" name="Rectangle 56"/>
            <p:cNvSpPr>
              <a:spLocks noChangeArrowheads="1"/>
            </p:cNvSpPr>
            <p:nvPr/>
          </p:nvSpPr>
          <p:spPr bwMode="auto">
            <a:xfrm>
              <a:off x="679" y="1643"/>
              <a:ext cx="27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0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10V</a:t>
              </a:r>
              <a:endParaRPr kumimoji="1" lang="en-US" altLang="zh-CN" sz="24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60498" name="Freeform 82"/>
            <p:cNvSpPr>
              <a:spLocks/>
            </p:cNvSpPr>
            <p:nvPr/>
          </p:nvSpPr>
          <p:spPr bwMode="auto">
            <a:xfrm flipH="1">
              <a:off x="1620" y="768"/>
              <a:ext cx="420" cy="1152"/>
            </a:xfrm>
            <a:custGeom>
              <a:avLst/>
              <a:gdLst>
                <a:gd name="T0" fmla="*/ 0 w 420"/>
                <a:gd name="T1" fmla="*/ 0 h 1152"/>
                <a:gd name="T2" fmla="*/ 420 w 420"/>
                <a:gd name="T3" fmla="*/ 588 h 1152"/>
                <a:gd name="T4" fmla="*/ 6 w 420"/>
                <a:gd name="T5" fmla="*/ 1152 h 1152"/>
              </a:gdLst>
              <a:ahLst/>
              <a:cxnLst>
                <a:cxn ang="0">
                  <a:pos x="T0" y="T1"/>
                </a:cxn>
                <a:cxn ang="0">
                  <a:pos x="T2" y="T3"/>
                </a:cxn>
                <a:cxn ang="0">
                  <a:pos x="T4" y="T5"/>
                </a:cxn>
              </a:cxnLst>
              <a:rect l="0" t="0" r="r" b="b"/>
              <a:pathLst>
                <a:path w="420" h="1152">
                  <a:moveTo>
                    <a:pt x="0" y="0"/>
                  </a:moveTo>
                  <a:lnTo>
                    <a:pt x="420" y="588"/>
                  </a:lnTo>
                  <a:lnTo>
                    <a:pt x="6" y="1152"/>
                  </a:lnTo>
                </a:path>
              </a:pathLst>
            </a:custGeom>
            <a:noFill/>
            <a:ln w="28575" cap="flat" cmpd="sng">
              <a:solidFill>
                <a:schemeClr val="tx1"/>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60499" name="Freeform 83"/>
            <p:cNvSpPr>
              <a:spLocks/>
            </p:cNvSpPr>
            <p:nvPr/>
          </p:nvSpPr>
          <p:spPr bwMode="auto">
            <a:xfrm flipH="1">
              <a:off x="1638" y="1506"/>
              <a:ext cx="420" cy="1152"/>
            </a:xfrm>
            <a:custGeom>
              <a:avLst/>
              <a:gdLst>
                <a:gd name="T0" fmla="*/ 0 w 420"/>
                <a:gd name="T1" fmla="*/ 0 h 1152"/>
                <a:gd name="T2" fmla="*/ 420 w 420"/>
                <a:gd name="T3" fmla="*/ 588 h 1152"/>
                <a:gd name="T4" fmla="*/ 6 w 420"/>
                <a:gd name="T5" fmla="*/ 1152 h 1152"/>
              </a:gdLst>
              <a:ahLst/>
              <a:cxnLst>
                <a:cxn ang="0">
                  <a:pos x="T0" y="T1"/>
                </a:cxn>
                <a:cxn ang="0">
                  <a:pos x="T2" y="T3"/>
                </a:cxn>
                <a:cxn ang="0">
                  <a:pos x="T4" y="T5"/>
                </a:cxn>
              </a:cxnLst>
              <a:rect l="0" t="0" r="r" b="b"/>
              <a:pathLst>
                <a:path w="420" h="1152">
                  <a:moveTo>
                    <a:pt x="0" y="0"/>
                  </a:moveTo>
                  <a:lnTo>
                    <a:pt x="420" y="588"/>
                  </a:lnTo>
                  <a:lnTo>
                    <a:pt x="6" y="1152"/>
                  </a:lnTo>
                </a:path>
              </a:pathLst>
            </a:custGeom>
            <a:noFill/>
            <a:ln w="28575" cap="flat" cmpd="sng">
              <a:solidFill>
                <a:schemeClr val="tx1"/>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60500" name="Oval 84"/>
            <p:cNvSpPr>
              <a:spLocks noChangeArrowheads="1"/>
            </p:cNvSpPr>
            <p:nvPr/>
          </p:nvSpPr>
          <p:spPr bwMode="auto">
            <a:xfrm>
              <a:off x="876" y="1332"/>
              <a:ext cx="68" cy="68"/>
            </a:xfrm>
            <a:prstGeom prst="ellipse">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60501" name="Oval 85"/>
            <p:cNvSpPr>
              <a:spLocks noChangeArrowheads="1"/>
            </p:cNvSpPr>
            <p:nvPr/>
          </p:nvSpPr>
          <p:spPr bwMode="auto">
            <a:xfrm>
              <a:off x="888" y="2052"/>
              <a:ext cx="68" cy="68"/>
            </a:xfrm>
            <a:prstGeom prst="ellipse">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60504" name="Text Box 88"/>
            <p:cNvSpPr txBox="1">
              <a:spLocks noChangeArrowheads="1"/>
            </p:cNvSpPr>
            <p:nvPr/>
          </p:nvSpPr>
          <p:spPr bwMode="auto">
            <a:xfrm>
              <a:off x="656" y="1218"/>
              <a:ext cx="22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en-US" altLang="zh-CN" sz="24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a:t>
              </a:r>
            </a:p>
          </p:txBody>
        </p:sp>
        <p:sp>
          <p:nvSpPr>
            <p:cNvPr id="60505" name="Text Box 89"/>
            <p:cNvSpPr txBox="1">
              <a:spLocks noChangeArrowheads="1"/>
            </p:cNvSpPr>
            <p:nvPr/>
          </p:nvSpPr>
          <p:spPr bwMode="auto">
            <a:xfrm>
              <a:off x="671" y="1929"/>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smtClean="0">
                  <a:ln>
                    <a:noFill/>
                  </a:ln>
                  <a:solidFill>
                    <a:srgbClr val="000000"/>
                  </a:solidFill>
                  <a:effectLst/>
                  <a:uLnTx/>
                  <a:uFillTx/>
                  <a:latin typeface="黑体" panose="02010609060101010101" pitchFamily="49" charset="-122"/>
                  <a:ea typeface="黑体" panose="02010609060101010101" pitchFamily="49" charset="-122"/>
                  <a:cs typeface="+mn-cs"/>
                  <a:sym typeface="Symbol" panose="05050102010706020507" pitchFamily="18" charset="2"/>
                </a:rPr>
                <a:t>-</a:t>
              </a:r>
              <a:endParaRPr kumimoji="1" lang="en-US" altLang="zh-CN" sz="2400" b="0" i="0" u="none" strike="noStrike" kern="1200" cap="none" spc="0" normalizeH="0" baseline="0" noProof="0" smtClean="0">
                <a:ln>
                  <a:noFill/>
                </a:ln>
                <a:solidFill>
                  <a:srgbClr val="000000"/>
                </a:solidFill>
                <a:effectLst/>
                <a:uLnTx/>
                <a:uFillTx/>
                <a:latin typeface="黑体" panose="02010609060101010101" pitchFamily="49" charset="-122"/>
                <a:ea typeface="黑体" panose="02010609060101010101" pitchFamily="49" charset="-122"/>
                <a:cs typeface="+mn-cs"/>
              </a:endParaRPr>
            </a:p>
          </p:txBody>
        </p:sp>
      </p:grpSp>
      <p:grpSp>
        <p:nvGrpSpPr>
          <p:cNvPr id="60561" name="Group 145"/>
          <p:cNvGrpSpPr>
            <a:grpSpLocks/>
          </p:cNvGrpSpPr>
          <p:nvPr/>
        </p:nvGrpSpPr>
        <p:grpSpPr bwMode="auto">
          <a:xfrm>
            <a:off x="6019800" y="1466850"/>
            <a:ext cx="2246313" cy="2933700"/>
            <a:chOff x="3792" y="780"/>
            <a:chExt cx="1415" cy="1848"/>
          </a:xfrm>
        </p:grpSpPr>
        <p:sp>
          <p:nvSpPr>
            <p:cNvPr id="60453" name="Line 37"/>
            <p:cNvSpPr>
              <a:spLocks noChangeShapeType="1"/>
            </p:cNvSpPr>
            <p:nvPr/>
          </p:nvSpPr>
          <p:spPr bwMode="auto">
            <a:xfrm>
              <a:off x="4219" y="2077"/>
              <a:ext cx="697" cy="1"/>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60471" name="Line 55"/>
            <p:cNvSpPr>
              <a:spLocks noChangeShapeType="1"/>
            </p:cNvSpPr>
            <p:nvPr/>
          </p:nvSpPr>
          <p:spPr bwMode="auto">
            <a:xfrm>
              <a:off x="4207" y="1366"/>
              <a:ext cx="697" cy="1"/>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60473" name="Rectangle 57"/>
            <p:cNvSpPr>
              <a:spLocks noChangeArrowheads="1"/>
            </p:cNvSpPr>
            <p:nvPr/>
          </p:nvSpPr>
          <p:spPr bwMode="auto">
            <a:xfrm>
              <a:off x="5004" y="1633"/>
              <a:ext cx="19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0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5V</a:t>
              </a:r>
              <a:endParaRPr kumimoji="1" lang="en-US" altLang="zh-CN" sz="24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60496" name="Freeform 80"/>
            <p:cNvSpPr>
              <a:spLocks/>
            </p:cNvSpPr>
            <p:nvPr/>
          </p:nvSpPr>
          <p:spPr bwMode="auto">
            <a:xfrm>
              <a:off x="3792" y="780"/>
              <a:ext cx="420" cy="1152"/>
            </a:xfrm>
            <a:custGeom>
              <a:avLst/>
              <a:gdLst>
                <a:gd name="T0" fmla="*/ 0 w 420"/>
                <a:gd name="T1" fmla="*/ 0 h 1152"/>
                <a:gd name="T2" fmla="*/ 420 w 420"/>
                <a:gd name="T3" fmla="*/ 588 h 1152"/>
                <a:gd name="T4" fmla="*/ 6 w 420"/>
                <a:gd name="T5" fmla="*/ 1152 h 1152"/>
              </a:gdLst>
              <a:ahLst/>
              <a:cxnLst>
                <a:cxn ang="0">
                  <a:pos x="T0" y="T1"/>
                </a:cxn>
                <a:cxn ang="0">
                  <a:pos x="T2" y="T3"/>
                </a:cxn>
                <a:cxn ang="0">
                  <a:pos x="T4" y="T5"/>
                </a:cxn>
              </a:cxnLst>
              <a:rect l="0" t="0" r="r" b="b"/>
              <a:pathLst>
                <a:path w="420" h="1152">
                  <a:moveTo>
                    <a:pt x="0" y="0"/>
                  </a:moveTo>
                  <a:lnTo>
                    <a:pt x="420" y="588"/>
                  </a:lnTo>
                  <a:lnTo>
                    <a:pt x="6" y="1152"/>
                  </a:lnTo>
                </a:path>
              </a:pathLst>
            </a:custGeom>
            <a:noFill/>
            <a:ln w="28575" cap="flat" cmpd="sng">
              <a:solidFill>
                <a:schemeClr val="tx1"/>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60497" name="Freeform 81"/>
            <p:cNvSpPr>
              <a:spLocks/>
            </p:cNvSpPr>
            <p:nvPr/>
          </p:nvSpPr>
          <p:spPr bwMode="auto">
            <a:xfrm>
              <a:off x="3798" y="1476"/>
              <a:ext cx="420" cy="1152"/>
            </a:xfrm>
            <a:custGeom>
              <a:avLst/>
              <a:gdLst>
                <a:gd name="T0" fmla="*/ 0 w 420"/>
                <a:gd name="T1" fmla="*/ 0 h 1152"/>
                <a:gd name="T2" fmla="*/ 420 w 420"/>
                <a:gd name="T3" fmla="*/ 588 h 1152"/>
                <a:gd name="T4" fmla="*/ 6 w 420"/>
                <a:gd name="T5" fmla="*/ 1152 h 1152"/>
              </a:gdLst>
              <a:ahLst/>
              <a:cxnLst>
                <a:cxn ang="0">
                  <a:pos x="T0" y="T1"/>
                </a:cxn>
                <a:cxn ang="0">
                  <a:pos x="T2" y="T3"/>
                </a:cxn>
                <a:cxn ang="0">
                  <a:pos x="T4" y="T5"/>
                </a:cxn>
              </a:cxnLst>
              <a:rect l="0" t="0" r="r" b="b"/>
              <a:pathLst>
                <a:path w="420" h="1152">
                  <a:moveTo>
                    <a:pt x="0" y="0"/>
                  </a:moveTo>
                  <a:lnTo>
                    <a:pt x="420" y="588"/>
                  </a:lnTo>
                  <a:lnTo>
                    <a:pt x="6" y="1152"/>
                  </a:lnTo>
                </a:path>
              </a:pathLst>
            </a:custGeom>
            <a:noFill/>
            <a:ln w="28575" cap="flat" cmpd="sng">
              <a:solidFill>
                <a:schemeClr val="tx1"/>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60502" name="Oval 86"/>
            <p:cNvSpPr>
              <a:spLocks noChangeArrowheads="1"/>
            </p:cNvSpPr>
            <p:nvPr/>
          </p:nvSpPr>
          <p:spPr bwMode="auto">
            <a:xfrm>
              <a:off x="4902" y="1338"/>
              <a:ext cx="68" cy="68"/>
            </a:xfrm>
            <a:prstGeom prst="ellipse">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60503" name="Oval 87"/>
            <p:cNvSpPr>
              <a:spLocks noChangeArrowheads="1"/>
            </p:cNvSpPr>
            <p:nvPr/>
          </p:nvSpPr>
          <p:spPr bwMode="auto">
            <a:xfrm>
              <a:off x="4908" y="2028"/>
              <a:ext cx="68" cy="68"/>
            </a:xfrm>
            <a:prstGeom prst="ellipse">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60506" name="Text Box 90"/>
            <p:cNvSpPr txBox="1">
              <a:spLocks noChangeArrowheads="1"/>
            </p:cNvSpPr>
            <p:nvPr/>
          </p:nvSpPr>
          <p:spPr bwMode="auto">
            <a:xfrm>
              <a:off x="4985" y="1905"/>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smtClean="0">
                  <a:ln>
                    <a:noFill/>
                  </a:ln>
                  <a:solidFill>
                    <a:srgbClr val="000000"/>
                  </a:solidFill>
                  <a:effectLst/>
                  <a:uLnTx/>
                  <a:uFillTx/>
                  <a:latin typeface="黑体" panose="02010609060101010101" pitchFamily="49" charset="-122"/>
                  <a:ea typeface="黑体" panose="02010609060101010101" pitchFamily="49" charset="-122"/>
                  <a:cs typeface="+mn-cs"/>
                  <a:sym typeface="Symbol" panose="05050102010706020507" pitchFamily="18" charset="2"/>
                </a:rPr>
                <a:t>-</a:t>
              </a:r>
              <a:endParaRPr kumimoji="1" lang="en-US" altLang="zh-CN" sz="2400" b="0" i="0" u="none" strike="noStrike" kern="1200" cap="none" spc="0" normalizeH="0" baseline="0" noProof="0" smtClean="0">
                <a:ln>
                  <a:noFill/>
                </a:ln>
                <a:solidFill>
                  <a:srgbClr val="000000"/>
                </a:solidFill>
                <a:effectLst/>
                <a:uLnTx/>
                <a:uFillTx/>
                <a:latin typeface="黑体" panose="02010609060101010101" pitchFamily="49" charset="-122"/>
                <a:ea typeface="黑体" panose="02010609060101010101" pitchFamily="49" charset="-122"/>
                <a:cs typeface="+mn-cs"/>
              </a:endParaRPr>
            </a:p>
          </p:txBody>
        </p:sp>
        <p:sp>
          <p:nvSpPr>
            <p:cNvPr id="60507" name="Text Box 91"/>
            <p:cNvSpPr txBox="1">
              <a:spLocks noChangeArrowheads="1"/>
            </p:cNvSpPr>
            <p:nvPr/>
          </p:nvSpPr>
          <p:spPr bwMode="auto">
            <a:xfrm>
              <a:off x="4982" y="1224"/>
              <a:ext cx="22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en-US" altLang="zh-CN" sz="24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a:t>
              </a:r>
            </a:p>
          </p:txBody>
        </p:sp>
      </p:grpSp>
      <p:grpSp>
        <p:nvGrpSpPr>
          <p:cNvPr id="60514" name="Group 98"/>
          <p:cNvGrpSpPr>
            <a:grpSpLocks/>
          </p:cNvGrpSpPr>
          <p:nvPr/>
        </p:nvGrpSpPr>
        <p:grpSpPr bwMode="auto">
          <a:xfrm>
            <a:off x="4183063" y="5824538"/>
            <a:ext cx="1919287" cy="412750"/>
            <a:chOff x="2449" y="3248"/>
            <a:chExt cx="1209" cy="260"/>
          </a:xfrm>
        </p:grpSpPr>
        <p:graphicFrame>
          <p:nvGraphicFramePr>
            <p:cNvPr id="60515" name="Object 99"/>
            <p:cNvGraphicFramePr>
              <a:graphicFrameLocks noChangeAspect="1"/>
            </p:cNvGraphicFramePr>
            <p:nvPr/>
          </p:nvGraphicFramePr>
          <p:xfrm>
            <a:off x="2449" y="3248"/>
            <a:ext cx="1209" cy="260"/>
          </p:xfrm>
          <a:graphic>
            <a:graphicData uri="http://schemas.openxmlformats.org/presentationml/2006/ole">
              <mc:AlternateContent xmlns:mc="http://schemas.openxmlformats.org/markup-compatibility/2006">
                <mc:Choice xmlns:v="urn:schemas-microsoft-com:vml" Requires="v">
                  <p:oleObj spid="_x0000_s242692" name="公式" r:id="rId3" imgW="761760" imgH="164880" progId="Equation.3">
                    <p:embed/>
                  </p:oleObj>
                </mc:Choice>
                <mc:Fallback>
                  <p:oleObj name="公式" r:id="rId3" imgW="761760" imgH="164880" progId="Equation.3">
                    <p:embed/>
                    <p:pic>
                      <p:nvPicPr>
                        <p:cNvPr id="60515" name="Object 9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49" y="3248"/>
                          <a:ext cx="1209" cy="2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60516" name="Group 100"/>
            <p:cNvGrpSpPr>
              <a:grpSpLocks/>
            </p:cNvGrpSpPr>
            <p:nvPr/>
          </p:nvGrpSpPr>
          <p:grpSpPr bwMode="auto">
            <a:xfrm>
              <a:off x="2704" y="3328"/>
              <a:ext cx="144" cy="152"/>
              <a:chOff x="3824" y="2952"/>
              <a:chExt cx="144" cy="152"/>
            </a:xfrm>
          </p:grpSpPr>
          <p:sp>
            <p:nvSpPr>
              <p:cNvPr id="60517" name="Line 101"/>
              <p:cNvSpPr>
                <a:spLocks noChangeShapeType="1"/>
              </p:cNvSpPr>
              <p:nvPr/>
            </p:nvSpPr>
            <p:spPr bwMode="auto">
              <a:xfrm>
                <a:off x="3824" y="2960"/>
                <a:ext cx="144" cy="144"/>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60518" name="Line 102"/>
              <p:cNvSpPr>
                <a:spLocks noChangeShapeType="1"/>
              </p:cNvSpPr>
              <p:nvPr/>
            </p:nvSpPr>
            <p:spPr bwMode="auto">
              <a:xfrm flipH="1">
                <a:off x="3824" y="2952"/>
                <a:ext cx="144" cy="144"/>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grpSp>
      </p:grpSp>
      <p:grpSp>
        <p:nvGrpSpPr>
          <p:cNvPr id="60548" name="Group 132"/>
          <p:cNvGrpSpPr>
            <a:grpSpLocks/>
          </p:cNvGrpSpPr>
          <p:nvPr/>
        </p:nvGrpSpPr>
        <p:grpSpPr bwMode="auto">
          <a:xfrm>
            <a:off x="1711325" y="1874838"/>
            <a:ext cx="561975" cy="427037"/>
            <a:chOff x="1030" y="1049"/>
            <a:chExt cx="354" cy="269"/>
          </a:xfrm>
        </p:grpSpPr>
        <p:sp>
          <p:nvSpPr>
            <p:cNvPr id="60519" name="Text Box 103"/>
            <p:cNvSpPr txBox="1">
              <a:spLocks noChangeArrowheads="1"/>
            </p:cNvSpPr>
            <p:nvPr/>
          </p:nvSpPr>
          <p:spPr bwMode="auto">
            <a:xfrm>
              <a:off x="1030" y="1049"/>
              <a:ext cx="331" cy="26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2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4A</a:t>
              </a:r>
            </a:p>
          </p:txBody>
        </p:sp>
        <p:sp>
          <p:nvSpPr>
            <p:cNvPr id="60523" name="Line 107"/>
            <p:cNvSpPr>
              <a:spLocks noChangeShapeType="1"/>
            </p:cNvSpPr>
            <p:nvPr/>
          </p:nvSpPr>
          <p:spPr bwMode="auto">
            <a:xfrm>
              <a:off x="1056" y="1312"/>
              <a:ext cx="328"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grpSp>
      <p:grpSp>
        <p:nvGrpSpPr>
          <p:cNvPr id="60549" name="Group 133"/>
          <p:cNvGrpSpPr>
            <a:grpSpLocks/>
          </p:cNvGrpSpPr>
          <p:nvPr/>
        </p:nvGrpSpPr>
        <p:grpSpPr bwMode="auto">
          <a:xfrm>
            <a:off x="1714500" y="3024188"/>
            <a:ext cx="534988" cy="427037"/>
            <a:chOff x="1056" y="1785"/>
            <a:chExt cx="337" cy="269"/>
          </a:xfrm>
        </p:grpSpPr>
        <p:sp>
          <p:nvSpPr>
            <p:cNvPr id="60520" name="Text Box 104"/>
            <p:cNvSpPr txBox="1">
              <a:spLocks noChangeArrowheads="1"/>
            </p:cNvSpPr>
            <p:nvPr/>
          </p:nvSpPr>
          <p:spPr bwMode="auto">
            <a:xfrm>
              <a:off x="1062" y="1785"/>
              <a:ext cx="331" cy="26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2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4A</a:t>
              </a:r>
            </a:p>
          </p:txBody>
        </p:sp>
        <p:sp>
          <p:nvSpPr>
            <p:cNvPr id="60525" name="Line 109"/>
            <p:cNvSpPr>
              <a:spLocks noChangeShapeType="1"/>
            </p:cNvSpPr>
            <p:nvPr/>
          </p:nvSpPr>
          <p:spPr bwMode="auto">
            <a:xfrm flipH="1">
              <a:off x="1056" y="2032"/>
              <a:ext cx="312"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grpSp>
      <p:grpSp>
        <p:nvGrpSpPr>
          <p:cNvPr id="60540" name="Group 124"/>
          <p:cNvGrpSpPr>
            <a:grpSpLocks/>
          </p:cNvGrpSpPr>
          <p:nvPr/>
        </p:nvGrpSpPr>
        <p:grpSpPr bwMode="auto">
          <a:xfrm>
            <a:off x="3473450" y="933450"/>
            <a:ext cx="419100" cy="415925"/>
            <a:chOff x="2176" y="466"/>
            <a:chExt cx="264" cy="262"/>
          </a:xfrm>
        </p:grpSpPr>
        <p:sp>
          <p:nvSpPr>
            <p:cNvPr id="60432" name="Rectangle 16"/>
            <p:cNvSpPr>
              <a:spLocks noChangeArrowheads="1"/>
            </p:cNvSpPr>
            <p:nvPr/>
          </p:nvSpPr>
          <p:spPr bwMode="auto">
            <a:xfrm>
              <a:off x="2202" y="466"/>
              <a:ext cx="215"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Lst>
          </p:spPr>
          <p:txBody>
            <a:bodyPr wrap="none" lIns="0" tIns="0" rIns="0" bIns="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200" b="1" i="0" u="none" strike="noStrike" kern="1200" cap="none" spc="0" normalizeH="0" baseline="0" noProof="0" smtClean="0">
                  <a:ln>
                    <a:noFill/>
                  </a:ln>
                  <a:solidFill>
                    <a:srgbClr val="FF0000"/>
                  </a:solidFill>
                  <a:effectLst/>
                  <a:uLnTx/>
                  <a:uFillTx/>
                  <a:latin typeface="Times New Roman" panose="02020603050405020304" pitchFamily="18" charset="0"/>
                  <a:ea typeface="宋体" panose="02010600030101010101" pitchFamily="2" charset="-122"/>
                  <a:cs typeface="+mn-cs"/>
                </a:rPr>
                <a:t>2A</a:t>
              </a:r>
              <a:endParaRPr kumimoji="1" lang="en-US" altLang="zh-CN" sz="24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60526" name="Line 110"/>
            <p:cNvSpPr>
              <a:spLocks noChangeShapeType="1"/>
            </p:cNvSpPr>
            <p:nvPr/>
          </p:nvSpPr>
          <p:spPr bwMode="auto">
            <a:xfrm>
              <a:off x="2176" y="728"/>
              <a:ext cx="264" cy="0"/>
            </a:xfrm>
            <a:prstGeom prst="line">
              <a:avLst/>
            </a:prstGeom>
            <a:noFill/>
            <a:ln w="19050">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grpSp>
      <p:grpSp>
        <p:nvGrpSpPr>
          <p:cNvPr id="60542" name="Group 126"/>
          <p:cNvGrpSpPr>
            <a:grpSpLocks/>
          </p:cNvGrpSpPr>
          <p:nvPr/>
        </p:nvGrpSpPr>
        <p:grpSpPr bwMode="auto">
          <a:xfrm>
            <a:off x="3419475" y="2622550"/>
            <a:ext cx="422275" cy="334963"/>
            <a:chOff x="2166" y="1508"/>
            <a:chExt cx="266" cy="211"/>
          </a:xfrm>
        </p:grpSpPr>
        <p:sp>
          <p:nvSpPr>
            <p:cNvPr id="60426" name="Rectangle 10"/>
            <p:cNvSpPr>
              <a:spLocks noChangeArrowheads="1"/>
            </p:cNvSpPr>
            <p:nvPr/>
          </p:nvSpPr>
          <p:spPr bwMode="auto">
            <a:xfrm>
              <a:off x="2166" y="1508"/>
              <a:ext cx="215"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200" b="1" i="0" u="none" strike="noStrike" kern="1200" cap="none" spc="0" normalizeH="0" baseline="0" noProof="0" smtClean="0">
                  <a:ln>
                    <a:noFill/>
                  </a:ln>
                  <a:solidFill>
                    <a:srgbClr val="FF0000"/>
                  </a:solidFill>
                  <a:effectLst/>
                  <a:uLnTx/>
                  <a:uFillTx/>
                  <a:latin typeface="Times New Roman" panose="02020603050405020304" pitchFamily="18" charset="0"/>
                  <a:ea typeface="宋体" panose="02010600030101010101" pitchFamily="2" charset="-122"/>
                  <a:cs typeface="+mn-cs"/>
                </a:rPr>
                <a:t>4A</a:t>
              </a:r>
              <a:endParaRPr kumimoji="1" lang="en-US" altLang="zh-CN" sz="2400" b="1" i="0" u="none" strike="noStrike" kern="1200" cap="none" spc="0" normalizeH="0" baseline="0" noProof="0" smtClean="0">
                <a:ln>
                  <a:noFill/>
                </a:ln>
                <a:solidFill>
                  <a:srgbClr val="FF0000"/>
                </a:solidFill>
                <a:effectLst/>
                <a:uLnTx/>
                <a:uFillTx/>
                <a:latin typeface="Times New Roman" panose="02020603050405020304" pitchFamily="18" charset="0"/>
                <a:ea typeface="宋体" panose="02010600030101010101" pitchFamily="2" charset="-122"/>
                <a:cs typeface="+mn-cs"/>
              </a:endParaRPr>
            </a:p>
          </p:txBody>
        </p:sp>
        <p:sp>
          <p:nvSpPr>
            <p:cNvPr id="60527" name="Line 111"/>
            <p:cNvSpPr>
              <a:spLocks noChangeShapeType="1"/>
            </p:cNvSpPr>
            <p:nvPr/>
          </p:nvSpPr>
          <p:spPr bwMode="auto">
            <a:xfrm flipH="1">
              <a:off x="2176" y="1528"/>
              <a:ext cx="256" cy="0"/>
            </a:xfrm>
            <a:prstGeom prst="line">
              <a:avLst/>
            </a:prstGeom>
            <a:noFill/>
            <a:ln w="19050">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grpSp>
      <p:grpSp>
        <p:nvGrpSpPr>
          <p:cNvPr id="60543" name="Group 127"/>
          <p:cNvGrpSpPr>
            <a:grpSpLocks/>
          </p:cNvGrpSpPr>
          <p:nvPr/>
        </p:nvGrpSpPr>
        <p:grpSpPr bwMode="auto">
          <a:xfrm>
            <a:off x="5461000" y="2613025"/>
            <a:ext cx="577850" cy="365125"/>
            <a:chOff x="3440" y="1514"/>
            <a:chExt cx="364" cy="230"/>
          </a:xfrm>
        </p:grpSpPr>
        <p:sp>
          <p:nvSpPr>
            <p:cNvPr id="60429" name="Rectangle 13"/>
            <p:cNvSpPr>
              <a:spLocks noChangeArrowheads="1"/>
            </p:cNvSpPr>
            <p:nvPr/>
          </p:nvSpPr>
          <p:spPr bwMode="auto">
            <a:xfrm>
              <a:off x="3473" y="1514"/>
              <a:ext cx="331"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smtClean="0">
                  <a:ln>
                    <a:noFill/>
                  </a:ln>
                  <a:solidFill>
                    <a:srgbClr val="FF0000"/>
                  </a:solidFill>
                  <a:effectLst/>
                  <a:uLnTx/>
                  <a:uFillTx/>
                  <a:latin typeface="黑体" panose="02010609060101010101" pitchFamily="49" charset="-122"/>
                  <a:ea typeface="黑体" panose="02010609060101010101" pitchFamily="49" charset="-122"/>
                  <a:cs typeface="+mn-cs"/>
                </a:rPr>
                <a:t>-</a:t>
              </a:r>
              <a:r>
                <a:rPr kumimoji="1" lang="en-US" altLang="zh-CN" sz="2400" b="1" i="0" u="none" strike="noStrike" kern="1200" cap="none" spc="0" normalizeH="0" baseline="0" noProof="0" smtClean="0">
                  <a:ln>
                    <a:noFill/>
                  </a:ln>
                  <a:solidFill>
                    <a:srgbClr val="FF0000"/>
                  </a:solidFill>
                  <a:effectLst/>
                  <a:uLnTx/>
                  <a:uFillTx/>
                  <a:latin typeface="Times New Roman" panose="02020603050405020304" pitchFamily="18" charset="0"/>
                  <a:ea typeface="宋体" panose="02010600030101010101" pitchFamily="2" charset="-122"/>
                  <a:cs typeface="+mn-cs"/>
                </a:rPr>
                <a:t>1A</a:t>
              </a:r>
              <a:endParaRPr kumimoji="1" lang="en-US" altLang="zh-CN" sz="24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60528" name="Line 112"/>
            <p:cNvSpPr>
              <a:spLocks noChangeShapeType="1"/>
            </p:cNvSpPr>
            <p:nvPr/>
          </p:nvSpPr>
          <p:spPr bwMode="auto">
            <a:xfrm>
              <a:off x="3440" y="1528"/>
              <a:ext cx="216" cy="0"/>
            </a:xfrm>
            <a:prstGeom prst="line">
              <a:avLst/>
            </a:prstGeom>
            <a:noFill/>
            <a:ln w="19050">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grpSp>
      <p:grpSp>
        <p:nvGrpSpPr>
          <p:cNvPr id="60541" name="Group 125"/>
          <p:cNvGrpSpPr>
            <a:grpSpLocks/>
          </p:cNvGrpSpPr>
          <p:nvPr/>
        </p:nvGrpSpPr>
        <p:grpSpPr bwMode="auto">
          <a:xfrm>
            <a:off x="5359400" y="987425"/>
            <a:ext cx="381000" cy="377825"/>
            <a:chOff x="3448" y="466"/>
            <a:chExt cx="240" cy="238"/>
          </a:xfrm>
        </p:grpSpPr>
        <p:sp>
          <p:nvSpPr>
            <p:cNvPr id="60435" name="Rectangle 19"/>
            <p:cNvSpPr>
              <a:spLocks noChangeArrowheads="1"/>
            </p:cNvSpPr>
            <p:nvPr/>
          </p:nvSpPr>
          <p:spPr bwMode="auto">
            <a:xfrm>
              <a:off x="3448" y="466"/>
              <a:ext cx="215"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200" b="1" i="0" u="none" strike="noStrike" kern="1200" cap="none" spc="0" normalizeH="0" baseline="0" noProof="0" smtClean="0">
                  <a:ln>
                    <a:noFill/>
                  </a:ln>
                  <a:solidFill>
                    <a:srgbClr val="FF0000"/>
                  </a:solidFill>
                  <a:effectLst/>
                  <a:uLnTx/>
                  <a:uFillTx/>
                  <a:latin typeface="Times New Roman" panose="02020603050405020304" pitchFamily="18" charset="0"/>
                  <a:ea typeface="宋体" panose="02010600030101010101" pitchFamily="2" charset="-122"/>
                  <a:cs typeface="+mn-cs"/>
                </a:rPr>
                <a:t>1A</a:t>
              </a:r>
              <a:endParaRPr kumimoji="1" lang="en-US" altLang="zh-CN" sz="24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60529" name="Line 113"/>
            <p:cNvSpPr>
              <a:spLocks noChangeShapeType="1"/>
            </p:cNvSpPr>
            <p:nvPr/>
          </p:nvSpPr>
          <p:spPr bwMode="auto">
            <a:xfrm flipH="1">
              <a:off x="3448" y="704"/>
              <a:ext cx="240" cy="0"/>
            </a:xfrm>
            <a:prstGeom prst="line">
              <a:avLst/>
            </a:prstGeom>
            <a:noFill/>
            <a:ln w="19050">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grpSp>
      <p:grpSp>
        <p:nvGrpSpPr>
          <p:cNvPr id="60544" name="Group 128"/>
          <p:cNvGrpSpPr>
            <a:grpSpLocks/>
          </p:cNvGrpSpPr>
          <p:nvPr/>
        </p:nvGrpSpPr>
        <p:grpSpPr bwMode="auto">
          <a:xfrm>
            <a:off x="5245100" y="2917825"/>
            <a:ext cx="527050" cy="334963"/>
            <a:chOff x="2116" y="1682"/>
            <a:chExt cx="332" cy="211"/>
          </a:xfrm>
        </p:grpSpPr>
        <p:sp>
          <p:nvSpPr>
            <p:cNvPr id="60438" name="Rectangle 22"/>
            <p:cNvSpPr>
              <a:spLocks noChangeArrowheads="1"/>
            </p:cNvSpPr>
            <p:nvPr/>
          </p:nvSpPr>
          <p:spPr bwMode="auto">
            <a:xfrm>
              <a:off x="2116" y="1682"/>
              <a:ext cx="215"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200" b="1" i="0" u="none" strike="noStrike" kern="1200" cap="none" spc="0" normalizeH="0" baseline="0" noProof="0" smtClean="0">
                  <a:ln>
                    <a:noFill/>
                  </a:ln>
                  <a:solidFill>
                    <a:srgbClr val="3333CC"/>
                  </a:solidFill>
                  <a:effectLst/>
                  <a:uLnTx/>
                  <a:uFillTx/>
                  <a:latin typeface="Times New Roman" panose="02020603050405020304" pitchFamily="18" charset="0"/>
                  <a:ea typeface="宋体" panose="02010600030101010101" pitchFamily="2" charset="-122"/>
                  <a:cs typeface="+mn-cs"/>
                </a:rPr>
                <a:t>2A</a:t>
              </a:r>
              <a:endParaRPr kumimoji="1" lang="en-US" altLang="zh-CN" sz="24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60530" name="Line 114"/>
            <p:cNvSpPr>
              <a:spLocks noChangeShapeType="1"/>
            </p:cNvSpPr>
            <p:nvPr/>
          </p:nvSpPr>
          <p:spPr bwMode="auto">
            <a:xfrm>
              <a:off x="2200" y="1888"/>
              <a:ext cx="248" cy="0"/>
            </a:xfrm>
            <a:prstGeom prst="line">
              <a:avLst/>
            </a:prstGeom>
            <a:noFill/>
            <a:ln w="19050">
              <a:solidFill>
                <a:srgbClr val="0000CC"/>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grpSp>
      <p:grpSp>
        <p:nvGrpSpPr>
          <p:cNvPr id="60546" name="Group 130"/>
          <p:cNvGrpSpPr>
            <a:grpSpLocks/>
          </p:cNvGrpSpPr>
          <p:nvPr/>
        </p:nvGrpSpPr>
        <p:grpSpPr bwMode="auto">
          <a:xfrm>
            <a:off x="3524250" y="3921125"/>
            <a:ext cx="342900" cy="377825"/>
            <a:chOff x="2160" y="2362"/>
            <a:chExt cx="216" cy="238"/>
          </a:xfrm>
        </p:grpSpPr>
        <p:sp>
          <p:nvSpPr>
            <p:cNvPr id="60444" name="Rectangle 28"/>
            <p:cNvSpPr>
              <a:spLocks noChangeArrowheads="1"/>
            </p:cNvSpPr>
            <p:nvPr/>
          </p:nvSpPr>
          <p:spPr bwMode="auto">
            <a:xfrm>
              <a:off x="2225" y="2362"/>
              <a:ext cx="88"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200" b="1" i="0" u="none" strike="noStrike" kern="1200" cap="none" spc="0" normalizeH="0" baseline="0" noProof="0" smtClean="0">
                  <a:ln>
                    <a:noFill/>
                  </a:ln>
                  <a:solidFill>
                    <a:srgbClr val="3333CC"/>
                  </a:solidFill>
                  <a:effectLst/>
                  <a:uLnTx/>
                  <a:uFillTx/>
                  <a:latin typeface="Times New Roman" panose="02020603050405020304" pitchFamily="18" charset="0"/>
                  <a:ea typeface="宋体" panose="02010600030101010101" pitchFamily="2" charset="-122"/>
                  <a:cs typeface="+mn-cs"/>
                </a:rPr>
                <a:t>0</a:t>
              </a:r>
              <a:endParaRPr kumimoji="1" lang="en-US" altLang="zh-CN" sz="2400" b="1" i="0" u="none" strike="noStrike" kern="1200" cap="none" spc="0" normalizeH="0" baseline="0" noProof="0" smtClean="0">
                <a:ln>
                  <a:noFill/>
                </a:ln>
                <a:solidFill>
                  <a:srgbClr val="3333CC"/>
                </a:solidFill>
                <a:effectLst/>
                <a:uLnTx/>
                <a:uFillTx/>
                <a:latin typeface="Times New Roman" panose="02020603050405020304" pitchFamily="18" charset="0"/>
                <a:ea typeface="宋体" panose="02010600030101010101" pitchFamily="2" charset="-122"/>
                <a:cs typeface="+mn-cs"/>
              </a:endParaRPr>
            </a:p>
          </p:txBody>
        </p:sp>
        <p:sp>
          <p:nvSpPr>
            <p:cNvPr id="60531" name="Line 115"/>
            <p:cNvSpPr>
              <a:spLocks noChangeShapeType="1"/>
            </p:cNvSpPr>
            <p:nvPr/>
          </p:nvSpPr>
          <p:spPr bwMode="auto">
            <a:xfrm flipH="1">
              <a:off x="2160" y="2600"/>
              <a:ext cx="216" cy="0"/>
            </a:xfrm>
            <a:prstGeom prst="line">
              <a:avLst/>
            </a:prstGeom>
            <a:noFill/>
            <a:ln w="19050">
              <a:solidFill>
                <a:srgbClr val="0000CC"/>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grpSp>
      <p:grpSp>
        <p:nvGrpSpPr>
          <p:cNvPr id="60547" name="Group 131"/>
          <p:cNvGrpSpPr>
            <a:grpSpLocks/>
          </p:cNvGrpSpPr>
          <p:nvPr/>
        </p:nvGrpSpPr>
        <p:grpSpPr bwMode="auto">
          <a:xfrm>
            <a:off x="5441950" y="3990975"/>
            <a:ext cx="317500" cy="334963"/>
            <a:chOff x="3488" y="2394"/>
            <a:chExt cx="200" cy="211"/>
          </a:xfrm>
        </p:grpSpPr>
        <p:sp>
          <p:nvSpPr>
            <p:cNvPr id="60447" name="Rectangle 31"/>
            <p:cNvSpPr>
              <a:spLocks noChangeArrowheads="1"/>
            </p:cNvSpPr>
            <p:nvPr/>
          </p:nvSpPr>
          <p:spPr bwMode="auto">
            <a:xfrm>
              <a:off x="3505" y="2394"/>
              <a:ext cx="88"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200" b="1" i="0" u="none" strike="noStrike" kern="1200" cap="none" spc="0" normalizeH="0" baseline="0" noProof="0" smtClean="0">
                  <a:ln>
                    <a:noFill/>
                  </a:ln>
                  <a:solidFill>
                    <a:srgbClr val="3333CC"/>
                  </a:solidFill>
                  <a:effectLst/>
                  <a:uLnTx/>
                  <a:uFillTx/>
                  <a:latin typeface="Times New Roman" panose="02020603050405020304" pitchFamily="18" charset="0"/>
                  <a:ea typeface="宋体" panose="02010600030101010101" pitchFamily="2" charset="-122"/>
                  <a:cs typeface="+mn-cs"/>
                </a:rPr>
                <a:t>0</a:t>
              </a:r>
              <a:endParaRPr kumimoji="1" lang="en-US" altLang="zh-CN" sz="24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60532" name="Line 116"/>
            <p:cNvSpPr>
              <a:spLocks noChangeShapeType="1"/>
            </p:cNvSpPr>
            <p:nvPr/>
          </p:nvSpPr>
          <p:spPr bwMode="auto">
            <a:xfrm>
              <a:off x="3488" y="2592"/>
              <a:ext cx="200" cy="0"/>
            </a:xfrm>
            <a:prstGeom prst="line">
              <a:avLst/>
            </a:prstGeom>
            <a:noFill/>
            <a:ln w="19050">
              <a:solidFill>
                <a:srgbClr val="0000CC"/>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grpSp>
      <p:grpSp>
        <p:nvGrpSpPr>
          <p:cNvPr id="60545" name="Group 129"/>
          <p:cNvGrpSpPr>
            <a:grpSpLocks/>
          </p:cNvGrpSpPr>
          <p:nvPr/>
        </p:nvGrpSpPr>
        <p:grpSpPr bwMode="auto">
          <a:xfrm>
            <a:off x="3419475" y="2905125"/>
            <a:ext cx="561975" cy="334963"/>
            <a:chOff x="3342" y="1698"/>
            <a:chExt cx="354" cy="211"/>
          </a:xfrm>
        </p:grpSpPr>
        <p:sp>
          <p:nvSpPr>
            <p:cNvPr id="60441" name="Rectangle 25"/>
            <p:cNvSpPr>
              <a:spLocks noChangeArrowheads="1"/>
            </p:cNvSpPr>
            <p:nvPr/>
          </p:nvSpPr>
          <p:spPr bwMode="auto">
            <a:xfrm>
              <a:off x="3342" y="1698"/>
              <a:ext cx="259"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200" b="1" i="0" u="none" strike="noStrike" kern="1200" cap="none" spc="0" normalizeH="0" baseline="0" noProof="0" smtClean="0">
                  <a:ln>
                    <a:noFill/>
                  </a:ln>
                  <a:solidFill>
                    <a:srgbClr val="3333CC"/>
                  </a:solidFill>
                  <a:effectLst/>
                  <a:uLnTx/>
                  <a:uFillTx/>
                  <a:latin typeface="Times New Roman" panose="02020603050405020304" pitchFamily="18" charset="0"/>
                  <a:ea typeface="宋体" panose="02010600030101010101" pitchFamily="2" charset="-122"/>
                  <a:cs typeface="+mn-cs"/>
                </a:rPr>
                <a:t> 2A</a:t>
              </a:r>
              <a:endParaRPr kumimoji="1" lang="en-US" altLang="zh-CN" sz="2400" b="1" i="0" u="none" strike="noStrike" kern="1200" cap="none" spc="0" normalizeH="0" baseline="0" noProof="0" smtClean="0">
                <a:ln>
                  <a:noFill/>
                </a:ln>
                <a:solidFill>
                  <a:srgbClr val="3333CC"/>
                </a:solidFill>
                <a:effectLst/>
                <a:uLnTx/>
                <a:uFillTx/>
                <a:latin typeface="Times New Roman" panose="02020603050405020304" pitchFamily="18" charset="0"/>
                <a:ea typeface="宋体" panose="02010600030101010101" pitchFamily="2" charset="-122"/>
                <a:cs typeface="+mn-cs"/>
              </a:endParaRPr>
            </a:p>
          </p:txBody>
        </p:sp>
        <p:sp>
          <p:nvSpPr>
            <p:cNvPr id="60534" name="Line 118"/>
            <p:cNvSpPr>
              <a:spLocks noChangeShapeType="1"/>
            </p:cNvSpPr>
            <p:nvPr/>
          </p:nvSpPr>
          <p:spPr bwMode="auto">
            <a:xfrm>
              <a:off x="3488" y="1896"/>
              <a:ext cx="208" cy="0"/>
            </a:xfrm>
            <a:prstGeom prst="line">
              <a:avLst/>
            </a:prstGeom>
            <a:noFill/>
            <a:ln w="19050">
              <a:solidFill>
                <a:srgbClr val="0000CC"/>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grpSp>
      <p:grpSp>
        <p:nvGrpSpPr>
          <p:cNvPr id="60550" name="Group 134"/>
          <p:cNvGrpSpPr>
            <a:grpSpLocks/>
          </p:cNvGrpSpPr>
          <p:nvPr/>
        </p:nvGrpSpPr>
        <p:grpSpPr bwMode="auto">
          <a:xfrm>
            <a:off x="6988175" y="1881188"/>
            <a:ext cx="536575" cy="427037"/>
            <a:chOff x="4462" y="1089"/>
            <a:chExt cx="338" cy="269"/>
          </a:xfrm>
        </p:grpSpPr>
        <p:sp>
          <p:nvSpPr>
            <p:cNvPr id="60521" name="Text Box 105"/>
            <p:cNvSpPr txBox="1">
              <a:spLocks noChangeArrowheads="1"/>
            </p:cNvSpPr>
            <p:nvPr/>
          </p:nvSpPr>
          <p:spPr bwMode="auto">
            <a:xfrm>
              <a:off x="4462" y="1089"/>
              <a:ext cx="331" cy="26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2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1A</a:t>
              </a:r>
            </a:p>
          </p:txBody>
        </p:sp>
        <p:sp>
          <p:nvSpPr>
            <p:cNvPr id="60535" name="Line 119"/>
            <p:cNvSpPr>
              <a:spLocks noChangeShapeType="1"/>
            </p:cNvSpPr>
            <p:nvPr/>
          </p:nvSpPr>
          <p:spPr bwMode="auto">
            <a:xfrm>
              <a:off x="4520" y="1320"/>
              <a:ext cx="280"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grpSp>
      <p:grpSp>
        <p:nvGrpSpPr>
          <p:cNvPr id="60551" name="Group 135"/>
          <p:cNvGrpSpPr>
            <a:grpSpLocks/>
          </p:cNvGrpSpPr>
          <p:nvPr/>
        </p:nvGrpSpPr>
        <p:grpSpPr bwMode="auto">
          <a:xfrm>
            <a:off x="7038975" y="2992438"/>
            <a:ext cx="525463" cy="427037"/>
            <a:chOff x="4470" y="1777"/>
            <a:chExt cx="331" cy="269"/>
          </a:xfrm>
        </p:grpSpPr>
        <p:sp>
          <p:nvSpPr>
            <p:cNvPr id="60522" name="Text Box 106"/>
            <p:cNvSpPr txBox="1">
              <a:spLocks noChangeArrowheads="1"/>
            </p:cNvSpPr>
            <p:nvPr/>
          </p:nvSpPr>
          <p:spPr bwMode="auto">
            <a:xfrm>
              <a:off x="4470" y="1777"/>
              <a:ext cx="331" cy="26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2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1A</a:t>
              </a:r>
            </a:p>
          </p:txBody>
        </p:sp>
        <p:sp>
          <p:nvSpPr>
            <p:cNvPr id="60536" name="Line 120"/>
            <p:cNvSpPr>
              <a:spLocks noChangeShapeType="1"/>
            </p:cNvSpPr>
            <p:nvPr/>
          </p:nvSpPr>
          <p:spPr bwMode="auto">
            <a:xfrm flipH="1">
              <a:off x="4544" y="2040"/>
              <a:ext cx="256"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grpSp>
      <p:sp>
        <p:nvSpPr>
          <p:cNvPr id="60539" name="Text Box 123"/>
          <p:cNvSpPr txBox="1">
            <a:spLocks noChangeArrowheads="1"/>
          </p:cNvSpPr>
          <p:nvPr/>
        </p:nvSpPr>
        <p:spPr bwMode="auto">
          <a:xfrm>
            <a:off x="149225" y="307975"/>
            <a:ext cx="4475163" cy="457200"/>
          </a:xfrm>
          <a:prstGeom prst="rect">
            <a:avLst/>
          </a:prstGeom>
          <a:noFill/>
          <a:ln>
            <a:noFill/>
          </a:ln>
          <a:effectLst/>
          <a:extLst>
            <a:ext uri="{909E8E84-426E-40DD-AFC4-6F175D3DCCD1}">
              <a14:hiddenFill xmlns:a14="http://schemas.microsoft.com/office/drawing/2010/main">
                <a:solidFill>
                  <a:srgbClr val="FFFFCC">
                    <a:alpha val="50000"/>
                  </a:srgbClr>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rPr>
              <a:t>二端口</a:t>
            </a:r>
            <a:r>
              <a:rPr kumimoji="1" lang="en-US" altLang="zh-CN" sz="24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1</a:t>
            </a:r>
            <a:r>
              <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rPr>
              <a:t>和二端口</a:t>
            </a:r>
            <a:r>
              <a:rPr kumimoji="1" lang="en-US" altLang="zh-CN" sz="24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2</a:t>
            </a:r>
            <a:r>
              <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rPr>
              <a:t>并联        </a:t>
            </a:r>
          </a:p>
        </p:txBody>
      </p:sp>
      <p:grpSp>
        <p:nvGrpSpPr>
          <p:cNvPr id="60553" name="Group 137"/>
          <p:cNvGrpSpPr>
            <a:grpSpLocks/>
          </p:cNvGrpSpPr>
          <p:nvPr/>
        </p:nvGrpSpPr>
        <p:grpSpPr bwMode="auto">
          <a:xfrm>
            <a:off x="4248150" y="1847850"/>
            <a:ext cx="455613" cy="368300"/>
            <a:chOff x="2664" y="1020"/>
            <a:chExt cx="287" cy="232"/>
          </a:xfrm>
        </p:grpSpPr>
        <p:sp>
          <p:nvSpPr>
            <p:cNvPr id="60479" name="Rectangle 63"/>
            <p:cNvSpPr>
              <a:spLocks noChangeArrowheads="1"/>
            </p:cNvSpPr>
            <p:nvPr/>
          </p:nvSpPr>
          <p:spPr bwMode="auto">
            <a:xfrm>
              <a:off x="2746" y="1050"/>
              <a:ext cx="205"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1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1A</a:t>
              </a:r>
              <a:endParaRPr kumimoji="1" lang="en-US" altLang="zh-CN" sz="24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60552" name="Line 136"/>
            <p:cNvSpPr>
              <a:spLocks noChangeShapeType="1"/>
            </p:cNvSpPr>
            <p:nvPr/>
          </p:nvSpPr>
          <p:spPr bwMode="auto">
            <a:xfrm>
              <a:off x="2664" y="1020"/>
              <a:ext cx="0" cy="216"/>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grpSp>
      <p:grpSp>
        <p:nvGrpSpPr>
          <p:cNvPr id="60555" name="Group 139"/>
          <p:cNvGrpSpPr>
            <a:grpSpLocks/>
          </p:cNvGrpSpPr>
          <p:nvPr/>
        </p:nvGrpSpPr>
        <p:grpSpPr bwMode="auto">
          <a:xfrm>
            <a:off x="4438650" y="885825"/>
            <a:ext cx="438150" cy="390525"/>
            <a:chOff x="2796" y="438"/>
            <a:chExt cx="276" cy="246"/>
          </a:xfrm>
        </p:grpSpPr>
        <p:sp>
          <p:nvSpPr>
            <p:cNvPr id="60478" name="Rectangle 62"/>
            <p:cNvSpPr>
              <a:spLocks noChangeArrowheads="1"/>
            </p:cNvSpPr>
            <p:nvPr/>
          </p:nvSpPr>
          <p:spPr bwMode="auto">
            <a:xfrm>
              <a:off x="2796" y="438"/>
              <a:ext cx="215"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2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1A</a:t>
              </a:r>
              <a:endParaRPr kumimoji="1" lang="en-US" altLang="zh-CN" sz="24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60554" name="Line 138"/>
            <p:cNvSpPr>
              <a:spLocks noChangeShapeType="1"/>
            </p:cNvSpPr>
            <p:nvPr/>
          </p:nvSpPr>
          <p:spPr bwMode="auto">
            <a:xfrm>
              <a:off x="2820" y="684"/>
              <a:ext cx="252"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grpSp>
      <p:grpSp>
        <p:nvGrpSpPr>
          <p:cNvPr id="60557" name="Group 141"/>
          <p:cNvGrpSpPr>
            <a:grpSpLocks/>
          </p:cNvGrpSpPr>
          <p:nvPr/>
        </p:nvGrpSpPr>
        <p:grpSpPr bwMode="auto">
          <a:xfrm>
            <a:off x="4625975" y="2152650"/>
            <a:ext cx="441325" cy="369888"/>
            <a:chOff x="2914" y="1236"/>
            <a:chExt cx="278" cy="233"/>
          </a:xfrm>
        </p:grpSpPr>
        <p:sp>
          <p:nvSpPr>
            <p:cNvPr id="60451" name="Rectangle 35"/>
            <p:cNvSpPr>
              <a:spLocks noChangeArrowheads="1"/>
            </p:cNvSpPr>
            <p:nvPr/>
          </p:nvSpPr>
          <p:spPr bwMode="auto">
            <a:xfrm>
              <a:off x="2914" y="1258"/>
              <a:ext cx="215"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2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2A</a:t>
              </a:r>
              <a:endParaRPr kumimoji="1" lang="en-US" altLang="zh-CN" sz="24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60556" name="Line 140"/>
            <p:cNvSpPr>
              <a:spLocks noChangeShapeType="1"/>
            </p:cNvSpPr>
            <p:nvPr/>
          </p:nvSpPr>
          <p:spPr bwMode="auto">
            <a:xfrm>
              <a:off x="3192" y="1236"/>
              <a:ext cx="0" cy="204"/>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grpSp>
      <p:grpSp>
        <p:nvGrpSpPr>
          <p:cNvPr id="60568" name="Group 152"/>
          <p:cNvGrpSpPr>
            <a:grpSpLocks/>
          </p:cNvGrpSpPr>
          <p:nvPr/>
        </p:nvGrpSpPr>
        <p:grpSpPr bwMode="auto">
          <a:xfrm>
            <a:off x="2324100" y="914400"/>
            <a:ext cx="6438900" cy="3810000"/>
            <a:chOff x="1464" y="432"/>
            <a:chExt cx="4056" cy="2400"/>
          </a:xfrm>
        </p:grpSpPr>
        <p:sp>
          <p:nvSpPr>
            <p:cNvPr id="60564" name="Rectangle 148"/>
            <p:cNvSpPr>
              <a:spLocks noChangeArrowheads="1"/>
            </p:cNvSpPr>
            <p:nvPr/>
          </p:nvSpPr>
          <p:spPr bwMode="auto">
            <a:xfrm>
              <a:off x="1464" y="432"/>
              <a:ext cx="2940" cy="2400"/>
            </a:xfrm>
            <a:prstGeom prst="rect">
              <a:avLst/>
            </a:prstGeom>
            <a:noFill/>
            <a:ln w="19050">
              <a:solidFill>
                <a:srgbClr val="FF0000"/>
              </a:solidFill>
              <a:prstDash val="dash"/>
              <a:miter lim="800000"/>
              <a:headEnd/>
              <a:tailEnd type="none" w="med" len="lg"/>
            </a:ln>
            <a:effectLst/>
            <a:extLst>
              <a:ext uri="{909E8E84-426E-40DD-AFC4-6F175D3DCCD1}">
                <a14:hiddenFill xmlns:a14="http://schemas.microsoft.com/office/drawing/2010/main">
                  <a:solidFill>
                    <a:srgbClr val="FFFFCC">
                      <a:alpha val="50000"/>
                    </a:srgbClr>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60566" name="AutoShape 150"/>
            <p:cNvSpPr>
              <a:spLocks noChangeArrowheads="1"/>
            </p:cNvSpPr>
            <p:nvPr/>
          </p:nvSpPr>
          <p:spPr bwMode="auto">
            <a:xfrm>
              <a:off x="4575" y="2461"/>
              <a:ext cx="945" cy="262"/>
            </a:xfrm>
            <a:prstGeom prst="wedgeRectCallout">
              <a:avLst>
                <a:gd name="adj1" fmla="val -87778"/>
                <a:gd name="adj2" fmla="val -91986"/>
              </a:avLst>
            </a:prstGeom>
            <a:solidFill>
              <a:srgbClr val="CCFFCC">
                <a:alpha val="50000"/>
              </a:srgbClr>
            </a:solidFill>
            <a:ln w="19050">
              <a:solidFill>
                <a:srgbClr val="FF0000"/>
              </a:solidFill>
              <a:miter lim="800000"/>
              <a:headEnd/>
              <a:tailEnd type="none" w="med" len="lg"/>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1" lang="zh-CN" altLang="en-US" sz="2000" b="1" i="0" u="none" strike="noStrike" kern="1200" cap="none" spc="0" normalizeH="0" baseline="0" noProof="0" smtClean="0">
                  <a:ln>
                    <a:noFill/>
                  </a:ln>
                  <a:solidFill>
                    <a:srgbClr val="FF0000"/>
                  </a:solidFill>
                  <a:effectLst/>
                  <a:uLnTx/>
                  <a:uFillTx/>
                  <a:latin typeface="Times New Roman" panose="02020603050405020304" pitchFamily="18" charset="0"/>
                  <a:ea typeface="宋体" panose="02010600030101010101" pitchFamily="2" charset="-122"/>
                  <a:cs typeface="+mn-cs"/>
                </a:rPr>
                <a:t>是二端口     </a:t>
              </a:r>
            </a:p>
          </p:txBody>
        </p:sp>
      </p:grpSp>
    </p:spTree>
    <p:extLst>
      <p:ext uri="{BB962C8B-B14F-4D97-AF65-F5344CB8AC3E}">
        <p14:creationId xmlns:p14="http://schemas.microsoft.com/office/powerpoint/2010/main" val="141758801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288" fill="hold" nodeType="clickEffect">
                                  <p:stCondLst>
                                    <p:cond delay="0"/>
                                  </p:stCondLst>
                                  <p:childTnLst>
                                    <p:set>
                                      <p:cBhvr>
                                        <p:cTn id="6" dur="1" fill="hold">
                                          <p:stCondLst>
                                            <p:cond delay="0"/>
                                          </p:stCondLst>
                                        </p:cTn>
                                        <p:tgtEl>
                                          <p:spTgt spid="60558"/>
                                        </p:tgtEl>
                                        <p:attrNameLst>
                                          <p:attrName>style.visibility</p:attrName>
                                        </p:attrNameLst>
                                      </p:cBhvr>
                                      <p:to>
                                        <p:strVal val="visible"/>
                                      </p:to>
                                    </p:set>
                                    <p:anim calcmode="lin" valueType="num">
                                      <p:cBhvr>
                                        <p:cTn id="7" dur="500" fill="hold"/>
                                        <p:tgtEl>
                                          <p:spTgt spid="60558"/>
                                        </p:tgtEl>
                                        <p:attrNameLst>
                                          <p:attrName>ppt_w</p:attrName>
                                        </p:attrNameLst>
                                      </p:cBhvr>
                                      <p:tavLst>
                                        <p:tav tm="0">
                                          <p:val>
                                            <p:strVal val="4/3*#ppt_w"/>
                                          </p:val>
                                        </p:tav>
                                        <p:tav tm="100000">
                                          <p:val>
                                            <p:strVal val="#ppt_w"/>
                                          </p:val>
                                        </p:tav>
                                      </p:tavLst>
                                    </p:anim>
                                    <p:anim calcmode="lin" valueType="num">
                                      <p:cBhvr>
                                        <p:cTn id="8" dur="500" fill="hold"/>
                                        <p:tgtEl>
                                          <p:spTgt spid="60558"/>
                                        </p:tgtEl>
                                        <p:attrNameLst>
                                          <p:attrName>ppt_h</p:attrName>
                                        </p:attrNameLst>
                                      </p:cBhvr>
                                      <p:tavLst>
                                        <p:tav tm="0">
                                          <p:val>
                                            <p:strVal val="4/3*#ppt_h"/>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3" presetClass="entr" presetSubtype="288" fill="hold" nodeType="clickEffect">
                                  <p:stCondLst>
                                    <p:cond delay="0"/>
                                  </p:stCondLst>
                                  <p:childTnLst>
                                    <p:set>
                                      <p:cBhvr>
                                        <p:cTn id="12" dur="1" fill="hold">
                                          <p:stCondLst>
                                            <p:cond delay="0"/>
                                          </p:stCondLst>
                                        </p:cTn>
                                        <p:tgtEl>
                                          <p:spTgt spid="60562"/>
                                        </p:tgtEl>
                                        <p:attrNameLst>
                                          <p:attrName>style.visibility</p:attrName>
                                        </p:attrNameLst>
                                      </p:cBhvr>
                                      <p:to>
                                        <p:strVal val="visible"/>
                                      </p:to>
                                    </p:set>
                                    <p:anim calcmode="lin" valueType="num">
                                      <p:cBhvr>
                                        <p:cTn id="13" dur="500" fill="hold"/>
                                        <p:tgtEl>
                                          <p:spTgt spid="60562"/>
                                        </p:tgtEl>
                                        <p:attrNameLst>
                                          <p:attrName>ppt_w</p:attrName>
                                        </p:attrNameLst>
                                      </p:cBhvr>
                                      <p:tavLst>
                                        <p:tav tm="0">
                                          <p:val>
                                            <p:strVal val="4/3*#ppt_w"/>
                                          </p:val>
                                        </p:tav>
                                        <p:tav tm="100000">
                                          <p:val>
                                            <p:strVal val="#ppt_w"/>
                                          </p:val>
                                        </p:tav>
                                      </p:tavLst>
                                    </p:anim>
                                    <p:anim calcmode="lin" valueType="num">
                                      <p:cBhvr>
                                        <p:cTn id="14" dur="500" fill="hold"/>
                                        <p:tgtEl>
                                          <p:spTgt spid="60562"/>
                                        </p:tgtEl>
                                        <p:attrNameLst>
                                          <p:attrName>ppt_h</p:attrName>
                                        </p:attrNameLst>
                                      </p:cBhvr>
                                      <p:tavLst>
                                        <p:tav tm="0">
                                          <p:val>
                                            <p:strVal val="4/3*#ppt_h"/>
                                          </p:val>
                                        </p:tav>
                                        <p:tav tm="100000">
                                          <p:val>
                                            <p:strVal val="#ppt_h"/>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60560"/>
                                        </p:tgtEl>
                                        <p:attrNameLst>
                                          <p:attrName>style.visibility</p:attrName>
                                        </p:attrNameLst>
                                      </p:cBhvr>
                                      <p:to>
                                        <p:strVal val="visible"/>
                                      </p:to>
                                    </p:set>
                                    <p:anim calcmode="lin" valueType="num">
                                      <p:cBhvr additive="base">
                                        <p:cTn id="19" dur="500" fill="hold"/>
                                        <p:tgtEl>
                                          <p:spTgt spid="60560"/>
                                        </p:tgtEl>
                                        <p:attrNameLst>
                                          <p:attrName>ppt_x</p:attrName>
                                        </p:attrNameLst>
                                      </p:cBhvr>
                                      <p:tavLst>
                                        <p:tav tm="0">
                                          <p:val>
                                            <p:strVal val="0-#ppt_w/2"/>
                                          </p:val>
                                        </p:tav>
                                        <p:tav tm="100000">
                                          <p:val>
                                            <p:strVal val="#ppt_x"/>
                                          </p:val>
                                        </p:tav>
                                      </p:tavLst>
                                    </p:anim>
                                    <p:anim calcmode="lin" valueType="num">
                                      <p:cBhvr additive="base">
                                        <p:cTn id="20" dur="500" fill="hold"/>
                                        <p:tgtEl>
                                          <p:spTgt spid="60560"/>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nodeType="clickEffect">
                                  <p:stCondLst>
                                    <p:cond delay="0"/>
                                  </p:stCondLst>
                                  <p:childTnLst>
                                    <p:set>
                                      <p:cBhvr>
                                        <p:cTn id="24" dur="1" fill="hold">
                                          <p:stCondLst>
                                            <p:cond delay="0"/>
                                          </p:stCondLst>
                                        </p:cTn>
                                        <p:tgtEl>
                                          <p:spTgt spid="60561"/>
                                        </p:tgtEl>
                                        <p:attrNameLst>
                                          <p:attrName>style.visibility</p:attrName>
                                        </p:attrNameLst>
                                      </p:cBhvr>
                                      <p:to>
                                        <p:strVal val="visible"/>
                                      </p:to>
                                    </p:set>
                                    <p:anim calcmode="lin" valueType="num">
                                      <p:cBhvr additive="base">
                                        <p:cTn id="25" dur="500" fill="hold"/>
                                        <p:tgtEl>
                                          <p:spTgt spid="60561"/>
                                        </p:tgtEl>
                                        <p:attrNameLst>
                                          <p:attrName>ppt_x</p:attrName>
                                        </p:attrNameLst>
                                      </p:cBhvr>
                                      <p:tavLst>
                                        <p:tav tm="0">
                                          <p:val>
                                            <p:strVal val="1+#ppt_w/2"/>
                                          </p:val>
                                        </p:tav>
                                        <p:tav tm="100000">
                                          <p:val>
                                            <p:strVal val="#ppt_x"/>
                                          </p:val>
                                        </p:tav>
                                      </p:tavLst>
                                    </p:anim>
                                    <p:anim calcmode="lin" valueType="num">
                                      <p:cBhvr additive="base">
                                        <p:cTn id="26" dur="500" fill="hold"/>
                                        <p:tgtEl>
                                          <p:spTgt spid="60561"/>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3" presetClass="entr" presetSubtype="272" fill="hold" nodeType="clickEffect">
                                  <p:stCondLst>
                                    <p:cond delay="0"/>
                                  </p:stCondLst>
                                  <p:childTnLst>
                                    <p:set>
                                      <p:cBhvr>
                                        <p:cTn id="30" dur="1" fill="hold">
                                          <p:stCondLst>
                                            <p:cond delay="0"/>
                                          </p:stCondLst>
                                        </p:cTn>
                                        <p:tgtEl>
                                          <p:spTgt spid="60545"/>
                                        </p:tgtEl>
                                        <p:attrNameLst>
                                          <p:attrName>style.visibility</p:attrName>
                                        </p:attrNameLst>
                                      </p:cBhvr>
                                      <p:to>
                                        <p:strVal val="visible"/>
                                      </p:to>
                                    </p:set>
                                    <p:anim calcmode="lin" valueType="num">
                                      <p:cBhvr>
                                        <p:cTn id="31" dur="500" fill="hold"/>
                                        <p:tgtEl>
                                          <p:spTgt spid="60545"/>
                                        </p:tgtEl>
                                        <p:attrNameLst>
                                          <p:attrName>ppt_w</p:attrName>
                                        </p:attrNameLst>
                                      </p:cBhvr>
                                      <p:tavLst>
                                        <p:tav tm="0">
                                          <p:val>
                                            <p:strVal val="2/3*#ppt_w"/>
                                          </p:val>
                                        </p:tav>
                                        <p:tav tm="100000">
                                          <p:val>
                                            <p:strVal val="#ppt_w"/>
                                          </p:val>
                                        </p:tav>
                                      </p:tavLst>
                                    </p:anim>
                                    <p:anim calcmode="lin" valueType="num">
                                      <p:cBhvr>
                                        <p:cTn id="32" dur="500" fill="hold"/>
                                        <p:tgtEl>
                                          <p:spTgt spid="60545"/>
                                        </p:tgtEl>
                                        <p:attrNameLst>
                                          <p:attrName>ppt_h</p:attrName>
                                        </p:attrNameLst>
                                      </p:cBhvr>
                                      <p:tavLst>
                                        <p:tav tm="0">
                                          <p:val>
                                            <p:strVal val="2/3*#ppt_h"/>
                                          </p:val>
                                        </p:tav>
                                        <p:tav tm="100000">
                                          <p:val>
                                            <p:strVal val="#ppt_h"/>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3" presetClass="entr" presetSubtype="272" fill="hold" nodeType="clickEffect">
                                  <p:stCondLst>
                                    <p:cond delay="0"/>
                                  </p:stCondLst>
                                  <p:childTnLst>
                                    <p:set>
                                      <p:cBhvr>
                                        <p:cTn id="36" dur="1" fill="hold">
                                          <p:stCondLst>
                                            <p:cond delay="0"/>
                                          </p:stCondLst>
                                        </p:cTn>
                                        <p:tgtEl>
                                          <p:spTgt spid="60544"/>
                                        </p:tgtEl>
                                        <p:attrNameLst>
                                          <p:attrName>style.visibility</p:attrName>
                                        </p:attrNameLst>
                                      </p:cBhvr>
                                      <p:to>
                                        <p:strVal val="visible"/>
                                      </p:to>
                                    </p:set>
                                    <p:anim calcmode="lin" valueType="num">
                                      <p:cBhvr>
                                        <p:cTn id="37" dur="500" fill="hold"/>
                                        <p:tgtEl>
                                          <p:spTgt spid="60544"/>
                                        </p:tgtEl>
                                        <p:attrNameLst>
                                          <p:attrName>ppt_w</p:attrName>
                                        </p:attrNameLst>
                                      </p:cBhvr>
                                      <p:tavLst>
                                        <p:tav tm="0">
                                          <p:val>
                                            <p:strVal val="2/3*#ppt_w"/>
                                          </p:val>
                                        </p:tav>
                                        <p:tav tm="100000">
                                          <p:val>
                                            <p:strVal val="#ppt_w"/>
                                          </p:val>
                                        </p:tav>
                                      </p:tavLst>
                                    </p:anim>
                                    <p:anim calcmode="lin" valueType="num">
                                      <p:cBhvr>
                                        <p:cTn id="38" dur="500" fill="hold"/>
                                        <p:tgtEl>
                                          <p:spTgt spid="60544"/>
                                        </p:tgtEl>
                                        <p:attrNameLst>
                                          <p:attrName>ppt_h</p:attrName>
                                        </p:attrNameLst>
                                      </p:cBhvr>
                                      <p:tavLst>
                                        <p:tav tm="0">
                                          <p:val>
                                            <p:strVal val="2/3*#ppt_h"/>
                                          </p:val>
                                        </p:tav>
                                        <p:tav tm="100000">
                                          <p:val>
                                            <p:strVal val="#ppt_h"/>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3" presetClass="entr" presetSubtype="272" fill="hold" nodeType="clickEffect">
                                  <p:stCondLst>
                                    <p:cond delay="0"/>
                                  </p:stCondLst>
                                  <p:childTnLst>
                                    <p:set>
                                      <p:cBhvr>
                                        <p:cTn id="42" dur="1" fill="hold">
                                          <p:stCondLst>
                                            <p:cond delay="0"/>
                                          </p:stCondLst>
                                        </p:cTn>
                                        <p:tgtEl>
                                          <p:spTgt spid="60546"/>
                                        </p:tgtEl>
                                        <p:attrNameLst>
                                          <p:attrName>style.visibility</p:attrName>
                                        </p:attrNameLst>
                                      </p:cBhvr>
                                      <p:to>
                                        <p:strVal val="visible"/>
                                      </p:to>
                                    </p:set>
                                    <p:anim calcmode="lin" valueType="num">
                                      <p:cBhvr>
                                        <p:cTn id="43" dur="500" fill="hold"/>
                                        <p:tgtEl>
                                          <p:spTgt spid="60546"/>
                                        </p:tgtEl>
                                        <p:attrNameLst>
                                          <p:attrName>ppt_w</p:attrName>
                                        </p:attrNameLst>
                                      </p:cBhvr>
                                      <p:tavLst>
                                        <p:tav tm="0">
                                          <p:val>
                                            <p:strVal val="2/3*#ppt_w"/>
                                          </p:val>
                                        </p:tav>
                                        <p:tav tm="100000">
                                          <p:val>
                                            <p:strVal val="#ppt_w"/>
                                          </p:val>
                                        </p:tav>
                                      </p:tavLst>
                                    </p:anim>
                                    <p:anim calcmode="lin" valueType="num">
                                      <p:cBhvr>
                                        <p:cTn id="44" dur="500" fill="hold"/>
                                        <p:tgtEl>
                                          <p:spTgt spid="60546"/>
                                        </p:tgtEl>
                                        <p:attrNameLst>
                                          <p:attrName>ppt_h</p:attrName>
                                        </p:attrNameLst>
                                      </p:cBhvr>
                                      <p:tavLst>
                                        <p:tav tm="0">
                                          <p:val>
                                            <p:strVal val="2/3*#ppt_h"/>
                                          </p:val>
                                        </p:tav>
                                        <p:tav tm="100000">
                                          <p:val>
                                            <p:strVal val="#ppt_h"/>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3" presetClass="entr" presetSubtype="272" fill="hold" nodeType="clickEffect">
                                  <p:stCondLst>
                                    <p:cond delay="0"/>
                                  </p:stCondLst>
                                  <p:childTnLst>
                                    <p:set>
                                      <p:cBhvr>
                                        <p:cTn id="48" dur="1" fill="hold">
                                          <p:stCondLst>
                                            <p:cond delay="0"/>
                                          </p:stCondLst>
                                        </p:cTn>
                                        <p:tgtEl>
                                          <p:spTgt spid="60547"/>
                                        </p:tgtEl>
                                        <p:attrNameLst>
                                          <p:attrName>style.visibility</p:attrName>
                                        </p:attrNameLst>
                                      </p:cBhvr>
                                      <p:to>
                                        <p:strVal val="visible"/>
                                      </p:to>
                                    </p:set>
                                    <p:anim calcmode="lin" valueType="num">
                                      <p:cBhvr>
                                        <p:cTn id="49" dur="500" fill="hold"/>
                                        <p:tgtEl>
                                          <p:spTgt spid="60547"/>
                                        </p:tgtEl>
                                        <p:attrNameLst>
                                          <p:attrName>ppt_w</p:attrName>
                                        </p:attrNameLst>
                                      </p:cBhvr>
                                      <p:tavLst>
                                        <p:tav tm="0">
                                          <p:val>
                                            <p:strVal val="2/3*#ppt_w"/>
                                          </p:val>
                                        </p:tav>
                                        <p:tav tm="100000">
                                          <p:val>
                                            <p:strVal val="#ppt_w"/>
                                          </p:val>
                                        </p:tav>
                                      </p:tavLst>
                                    </p:anim>
                                    <p:anim calcmode="lin" valueType="num">
                                      <p:cBhvr>
                                        <p:cTn id="50" dur="500" fill="hold"/>
                                        <p:tgtEl>
                                          <p:spTgt spid="60547"/>
                                        </p:tgtEl>
                                        <p:attrNameLst>
                                          <p:attrName>ppt_h</p:attrName>
                                        </p:attrNameLst>
                                      </p:cBhvr>
                                      <p:tavLst>
                                        <p:tav tm="0">
                                          <p:val>
                                            <p:strVal val="2/3*#ppt_h"/>
                                          </p:val>
                                        </p:tav>
                                        <p:tav tm="100000">
                                          <p:val>
                                            <p:strVal val="#ppt_h"/>
                                          </p:val>
                                        </p:tav>
                                      </p:tavLst>
                                    </p:anim>
                                  </p:childTnLst>
                                </p:cTn>
                              </p:par>
                            </p:childTnLst>
                          </p:cTn>
                        </p:par>
                      </p:childTnLst>
                    </p:cTn>
                  </p:par>
                  <p:par>
                    <p:cTn id="51" fill="hold" nodeType="clickPar">
                      <p:stCondLst>
                        <p:cond delay="indefinite"/>
                      </p:stCondLst>
                      <p:childTnLst>
                        <p:par>
                          <p:cTn id="52" fill="hold" nodeType="withGroup">
                            <p:stCondLst>
                              <p:cond delay="0"/>
                            </p:stCondLst>
                            <p:childTnLst>
                              <p:par>
                                <p:cTn id="53" presetID="22" presetClass="entr" presetSubtype="8" fill="hold" nodeType="clickEffect">
                                  <p:stCondLst>
                                    <p:cond delay="0"/>
                                  </p:stCondLst>
                                  <p:childTnLst>
                                    <p:set>
                                      <p:cBhvr>
                                        <p:cTn id="54" dur="1" fill="hold">
                                          <p:stCondLst>
                                            <p:cond delay="0"/>
                                          </p:stCondLst>
                                        </p:cTn>
                                        <p:tgtEl>
                                          <p:spTgt spid="60421"/>
                                        </p:tgtEl>
                                        <p:attrNameLst>
                                          <p:attrName>style.visibility</p:attrName>
                                        </p:attrNameLst>
                                      </p:cBhvr>
                                      <p:to>
                                        <p:strVal val="visible"/>
                                      </p:to>
                                    </p:set>
                                    <p:animEffect transition="in" filter="wipe(left)">
                                      <p:cBhvr>
                                        <p:cTn id="55" dur="500"/>
                                        <p:tgtEl>
                                          <p:spTgt spid="60421"/>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23" presetClass="entr" presetSubtype="272" fill="hold" nodeType="clickEffect">
                                  <p:stCondLst>
                                    <p:cond delay="0"/>
                                  </p:stCondLst>
                                  <p:childTnLst>
                                    <p:set>
                                      <p:cBhvr>
                                        <p:cTn id="59" dur="1" fill="hold">
                                          <p:stCondLst>
                                            <p:cond delay="0"/>
                                          </p:stCondLst>
                                        </p:cTn>
                                        <p:tgtEl>
                                          <p:spTgt spid="60553"/>
                                        </p:tgtEl>
                                        <p:attrNameLst>
                                          <p:attrName>style.visibility</p:attrName>
                                        </p:attrNameLst>
                                      </p:cBhvr>
                                      <p:to>
                                        <p:strVal val="visible"/>
                                      </p:to>
                                    </p:set>
                                    <p:anim calcmode="lin" valueType="num">
                                      <p:cBhvr>
                                        <p:cTn id="60" dur="500" fill="hold"/>
                                        <p:tgtEl>
                                          <p:spTgt spid="60553"/>
                                        </p:tgtEl>
                                        <p:attrNameLst>
                                          <p:attrName>ppt_w</p:attrName>
                                        </p:attrNameLst>
                                      </p:cBhvr>
                                      <p:tavLst>
                                        <p:tav tm="0">
                                          <p:val>
                                            <p:strVal val="2/3*#ppt_w"/>
                                          </p:val>
                                        </p:tav>
                                        <p:tav tm="100000">
                                          <p:val>
                                            <p:strVal val="#ppt_w"/>
                                          </p:val>
                                        </p:tav>
                                      </p:tavLst>
                                    </p:anim>
                                    <p:anim calcmode="lin" valueType="num">
                                      <p:cBhvr>
                                        <p:cTn id="61" dur="500" fill="hold"/>
                                        <p:tgtEl>
                                          <p:spTgt spid="60553"/>
                                        </p:tgtEl>
                                        <p:attrNameLst>
                                          <p:attrName>ppt_h</p:attrName>
                                        </p:attrNameLst>
                                      </p:cBhvr>
                                      <p:tavLst>
                                        <p:tav tm="0">
                                          <p:val>
                                            <p:strVal val="2/3*#ppt_h"/>
                                          </p:val>
                                        </p:tav>
                                        <p:tav tm="100000">
                                          <p:val>
                                            <p:strVal val="#ppt_h"/>
                                          </p:val>
                                        </p:tav>
                                      </p:tavLst>
                                    </p:anim>
                                  </p:childTnLst>
                                </p:cTn>
                              </p:par>
                            </p:childTnLst>
                          </p:cTn>
                        </p:par>
                      </p:childTnLst>
                    </p:cTn>
                  </p:par>
                  <p:par>
                    <p:cTn id="62" fill="hold" nodeType="clickPar">
                      <p:stCondLst>
                        <p:cond delay="indefinite"/>
                      </p:stCondLst>
                      <p:childTnLst>
                        <p:par>
                          <p:cTn id="63" fill="hold" nodeType="withGroup">
                            <p:stCondLst>
                              <p:cond delay="0"/>
                            </p:stCondLst>
                            <p:childTnLst>
                              <p:par>
                                <p:cTn id="64" presetID="23" presetClass="entr" presetSubtype="272" fill="hold" nodeType="clickEffect">
                                  <p:stCondLst>
                                    <p:cond delay="0"/>
                                  </p:stCondLst>
                                  <p:childTnLst>
                                    <p:set>
                                      <p:cBhvr>
                                        <p:cTn id="65" dur="1" fill="hold">
                                          <p:stCondLst>
                                            <p:cond delay="0"/>
                                          </p:stCondLst>
                                        </p:cTn>
                                        <p:tgtEl>
                                          <p:spTgt spid="60557"/>
                                        </p:tgtEl>
                                        <p:attrNameLst>
                                          <p:attrName>style.visibility</p:attrName>
                                        </p:attrNameLst>
                                      </p:cBhvr>
                                      <p:to>
                                        <p:strVal val="visible"/>
                                      </p:to>
                                    </p:set>
                                    <p:anim calcmode="lin" valueType="num">
                                      <p:cBhvr>
                                        <p:cTn id="66" dur="500" fill="hold"/>
                                        <p:tgtEl>
                                          <p:spTgt spid="60557"/>
                                        </p:tgtEl>
                                        <p:attrNameLst>
                                          <p:attrName>ppt_w</p:attrName>
                                        </p:attrNameLst>
                                      </p:cBhvr>
                                      <p:tavLst>
                                        <p:tav tm="0">
                                          <p:val>
                                            <p:strVal val="2/3*#ppt_w"/>
                                          </p:val>
                                        </p:tav>
                                        <p:tav tm="100000">
                                          <p:val>
                                            <p:strVal val="#ppt_w"/>
                                          </p:val>
                                        </p:tav>
                                      </p:tavLst>
                                    </p:anim>
                                    <p:anim calcmode="lin" valueType="num">
                                      <p:cBhvr>
                                        <p:cTn id="67" dur="500" fill="hold"/>
                                        <p:tgtEl>
                                          <p:spTgt spid="60557"/>
                                        </p:tgtEl>
                                        <p:attrNameLst>
                                          <p:attrName>ppt_h</p:attrName>
                                        </p:attrNameLst>
                                      </p:cBhvr>
                                      <p:tavLst>
                                        <p:tav tm="0">
                                          <p:val>
                                            <p:strVal val="2/3*#ppt_h"/>
                                          </p:val>
                                        </p:tav>
                                        <p:tav tm="100000">
                                          <p:val>
                                            <p:strVal val="#ppt_h"/>
                                          </p:val>
                                        </p:tav>
                                      </p:tavLst>
                                    </p:anim>
                                  </p:childTnLst>
                                </p:cTn>
                              </p:par>
                            </p:childTnLst>
                          </p:cTn>
                        </p:par>
                      </p:childTnLst>
                    </p:cTn>
                  </p:par>
                  <p:par>
                    <p:cTn id="68" fill="hold" nodeType="clickPar">
                      <p:stCondLst>
                        <p:cond delay="indefinite"/>
                      </p:stCondLst>
                      <p:childTnLst>
                        <p:par>
                          <p:cTn id="69" fill="hold" nodeType="withGroup">
                            <p:stCondLst>
                              <p:cond delay="0"/>
                            </p:stCondLst>
                            <p:childTnLst>
                              <p:par>
                                <p:cTn id="70" presetID="23" presetClass="entr" presetSubtype="272" fill="hold" nodeType="clickEffect">
                                  <p:stCondLst>
                                    <p:cond delay="0"/>
                                  </p:stCondLst>
                                  <p:childTnLst>
                                    <p:set>
                                      <p:cBhvr>
                                        <p:cTn id="71" dur="1" fill="hold">
                                          <p:stCondLst>
                                            <p:cond delay="0"/>
                                          </p:stCondLst>
                                        </p:cTn>
                                        <p:tgtEl>
                                          <p:spTgt spid="60555"/>
                                        </p:tgtEl>
                                        <p:attrNameLst>
                                          <p:attrName>style.visibility</p:attrName>
                                        </p:attrNameLst>
                                      </p:cBhvr>
                                      <p:to>
                                        <p:strVal val="visible"/>
                                      </p:to>
                                    </p:set>
                                    <p:anim calcmode="lin" valueType="num">
                                      <p:cBhvr>
                                        <p:cTn id="72" dur="500" fill="hold"/>
                                        <p:tgtEl>
                                          <p:spTgt spid="60555"/>
                                        </p:tgtEl>
                                        <p:attrNameLst>
                                          <p:attrName>ppt_w</p:attrName>
                                        </p:attrNameLst>
                                      </p:cBhvr>
                                      <p:tavLst>
                                        <p:tav tm="0">
                                          <p:val>
                                            <p:strVal val="2/3*#ppt_w"/>
                                          </p:val>
                                        </p:tav>
                                        <p:tav tm="100000">
                                          <p:val>
                                            <p:strVal val="#ppt_w"/>
                                          </p:val>
                                        </p:tav>
                                      </p:tavLst>
                                    </p:anim>
                                    <p:anim calcmode="lin" valueType="num">
                                      <p:cBhvr>
                                        <p:cTn id="73" dur="500" fill="hold"/>
                                        <p:tgtEl>
                                          <p:spTgt spid="60555"/>
                                        </p:tgtEl>
                                        <p:attrNameLst>
                                          <p:attrName>ppt_h</p:attrName>
                                        </p:attrNameLst>
                                      </p:cBhvr>
                                      <p:tavLst>
                                        <p:tav tm="0">
                                          <p:val>
                                            <p:strVal val="2/3*#ppt_h"/>
                                          </p:val>
                                        </p:tav>
                                        <p:tav tm="100000">
                                          <p:val>
                                            <p:strVal val="#ppt_h"/>
                                          </p:val>
                                        </p:tav>
                                      </p:tavLst>
                                    </p:anim>
                                  </p:childTnLst>
                                </p:cTn>
                              </p:par>
                            </p:childTnLst>
                          </p:cTn>
                        </p:par>
                      </p:childTnLst>
                    </p:cTn>
                  </p:par>
                  <p:par>
                    <p:cTn id="74" fill="hold" nodeType="clickPar">
                      <p:stCondLst>
                        <p:cond delay="indefinite"/>
                      </p:stCondLst>
                      <p:childTnLst>
                        <p:par>
                          <p:cTn id="75" fill="hold" nodeType="withGroup">
                            <p:stCondLst>
                              <p:cond delay="0"/>
                            </p:stCondLst>
                            <p:childTnLst>
                              <p:par>
                                <p:cTn id="76" presetID="23" presetClass="entr" presetSubtype="272" fill="hold" nodeType="clickEffect">
                                  <p:stCondLst>
                                    <p:cond delay="0"/>
                                  </p:stCondLst>
                                  <p:childTnLst>
                                    <p:set>
                                      <p:cBhvr>
                                        <p:cTn id="77" dur="1" fill="hold">
                                          <p:stCondLst>
                                            <p:cond delay="0"/>
                                          </p:stCondLst>
                                        </p:cTn>
                                        <p:tgtEl>
                                          <p:spTgt spid="60540"/>
                                        </p:tgtEl>
                                        <p:attrNameLst>
                                          <p:attrName>style.visibility</p:attrName>
                                        </p:attrNameLst>
                                      </p:cBhvr>
                                      <p:to>
                                        <p:strVal val="visible"/>
                                      </p:to>
                                    </p:set>
                                    <p:anim calcmode="lin" valueType="num">
                                      <p:cBhvr>
                                        <p:cTn id="78" dur="500" fill="hold"/>
                                        <p:tgtEl>
                                          <p:spTgt spid="60540"/>
                                        </p:tgtEl>
                                        <p:attrNameLst>
                                          <p:attrName>ppt_w</p:attrName>
                                        </p:attrNameLst>
                                      </p:cBhvr>
                                      <p:tavLst>
                                        <p:tav tm="0">
                                          <p:val>
                                            <p:strVal val="2/3*#ppt_w"/>
                                          </p:val>
                                        </p:tav>
                                        <p:tav tm="100000">
                                          <p:val>
                                            <p:strVal val="#ppt_w"/>
                                          </p:val>
                                        </p:tav>
                                      </p:tavLst>
                                    </p:anim>
                                    <p:anim calcmode="lin" valueType="num">
                                      <p:cBhvr>
                                        <p:cTn id="79" dur="500" fill="hold"/>
                                        <p:tgtEl>
                                          <p:spTgt spid="60540"/>
                                        </p:tgtEl>
                                        <p:attrNameLst>
                                          <p:attrName>ppt_h</p:attrName>
                                        </p:attrNameLst>
                                      </p:cBhvr>
                                      <p:tavLst>
                                        <p:tav tm="0">
                                          <p:val>
                                            <p:strVal val="2/3*#ppt_h"/>
                                          </p:val>
                                        </p:tav>
                                        <p:tav tm="100000">
                                          <p:val>
                                            <p:strVal val="#ppt_h"/>
                                          </p:val>
                                        </p:tav>
                                      </p:tavLst>
                                    </p:anim>
                                  </p:childTnLst>
                                </p:cTn>
                              </p:par>
                            </p:childTnLst>
                          </p:cTn>
                        </p:par>
                      </p:childTnLst>
                    </p:cTn>
                  </p:par>
                  <p:par>
                    <p:cTn id="80" fill="hold" nodeType="clickPar">
                      <p:stCondLst>
                        <p:cond delay="indefinite"/>
                      </p:stCondLst>
                      <p:childTnLst>
                        <p:par>
                          <p:cTn id="81" fill="hold" nodeType="withGroup">
                            <p:stCondLst>
                              <p:cond delay="0"/>
                            </p:stCondLst>
                            <p:childTnLst>
                              <p:par>
                                <p:cTn id="82" presetID="23" presetClass="entr" presetSubtype="272" fill="hold" nodeType="clickEffect">
                                  <p:stCondLst>
                                    <p:cond delay="0"/>
                                  </p:stCondLst>
                                  <p:childTnLst>
                                    <p:set>
                                      <p:cBhvr>
                                        <p:cTn id="83" dur="1" fill="hold">
                                          <p:stCondLst>
                                            <p:cond delay="0"/>
                                          </p:stCondLst>
                                        </p:cTn>
                                        <p:tgtEl>
                                          <p:spTgt spid="60541"/>
                                        </p:tgtEl>
                                        <p:attrNameLst>
                                          <p:attrName>style.visibility</p:attrName>
                                        </p:attrNameLst>
                                      </p:cBhvr>
                                      <p:to>
                                        <p:strVal val="visible"/>
                                      </p:to>
                                    </p:set>
                                    <p:anim calcmode="lin" valueType="num">
                                      <p:cBhvr>
                                        <p:cTn id="84" dur="500" fill="hold"/>
                                        <p:tgtEl>
                                          <p:spTgt spid="60541"/>
                                        </p:tgtEl>
                                        <p:attrNameLst>
                                          <p:attrName>ppt_w</p:attrName>
                                        </p:attrNameLst>
                                      </p:cBhvr>
                                      <p:tavLst>
                                        <p:tav tm="0">
                                          <p:val>
                                            <p:strVal val="2/3*#ppt_w"/>
                                          </p:val>
                                        </p:tav>
                                        <p:tav tm="100000">
                                          <p:val>
                                            <p:strVal val="#ppt_w"/>
                                          </p:val>
                                        </p:tav>
                                      </p:tavLst>
                                    </p:anim>
                                    <p:anim calcmode="lin" valueType="num">
                                      <p:cBhvr>
                                        <p:cTn id="85" dur="500" fill="hold"/>
                                        <p:tgtEl>
                                          <p:spTgt spid="60541"/>
                                        </p:tgtEl>
                                        <p:attrNameLst>
                                          <p:attrName>ppt_h</p:attrName>
                                        </p:attrNameLst>
                                      </p:cBhvr>
                                      <p:tavLst>
                                        <p:tav tm="0">
                                          <p:val>
                                            <p:strVal val="2/3*#ppt_h"/>
                                          </p:val>
                                        </p:tav>
                                        <p:tav tm="100000">
                                          <p:val>
                                            <p:strVal val="#ppt_h"/>
                                          </p:val>
                                        </p:tav>
                                      </p:tavLst>
                                    </p:anim>
                                  </p:childTnLst>
                                </p:cTn>
                              </p:par>
                            </p:childTnLst>
                          </p:cTn>
                        </p:par>
                      </p:childTnLst>
                    </p:cTn>
                  </p:par>
                  <p:par>
                    <p:cTn id="86" fill="hold" nodeType="clickPar">
                      <p:stCondLst>
                        <p:cond delay="indefinite"/>
                      </p:stCondLst>
                      <p:childTnLst>
                        <p:par>
                          <p:cTn id="87" fill="hold" nodeType="withGroup">
                            <p:stCondLst>
                              <p:cond delay="0"/>
                            </p:stCondLst>
                            <p:childTnLst>
                              <p:par>
                                <p:cTn id="88" presetID="23" presetClass="entr" presetSubtype="272" fill="hold" nodeType="clickEffect">
                                  <p:stCondLst>
                                    <p:cond delay="0"/>
                                  </p:stCondLst>
                                  <p:childTnLst>
                                    <p:set>
                                      <p:cBhvr>
                                        <p:cTn id="89" dur="1" fill="hold">
                                          <p:stCondLst>
                                            <p:cond delay="0"/>
                                          </p:stCondLst>
                                        </p:cTn>
                                        <p:tgtEl>
                                          <p:spTgt spid="60548"/>
                                        </p:tgtEl>
                                        <p:attrNameLst>
                                          <p:attrName>style.visibility</p:attrName>
                                        </p:attrNameLst>
                                      </p:cBhvr>
                                      <p:to>
                                        <p:strVal val="visible"/>
                                      </p:to>
                                    </p:set>
                                    <p:anim calcmode="lin" valueType="num">
                                      <p:cBhvr>
                                        <p:cTn id="90" dur="500" fill="hold"/>
                                        <p:tgtEl>
                                          <p:spTgt spid="60548"/>
                                        </p:tgtEl>
                                        <p:attrNameLst>
                                          <p:attrName>ppt_w</p:attrName>
                                        </p:attrNameLst>
                                      </p:cBhvr>
                                      <p:tavLst>
                                        <p:tav tm="0">
                                          <p:val>
                                            <p:strVal val="2/3*#ppt_w"/>
                                          </p:val>
                                        </p:tav>
                                        <p:tav tm="100000">
                                          <p:val>
                                            <p:strVal val="#ppt_w"/>
                                          </p:val>
                                        </p:tav>
                                      </p:tavLst>
                                    </p:anim>
                                    <p:anim calcmode="lin" valueType="num">
                                      <p:cBhvr>
                                        <p:cTn id="91" dur="500" fill="hold"/>
                                        <p:tgtEl>
                                          <p:spTgt spid="60548"/>
                                        </p:tgtEl>
                                        <p:attrNameLst>
                                          <p:attrName>ppt_h</p:attrName>
                                        </p:attrNameLst>
                                      </p:cBhvr>
                                      <p:tavLst>
                                        <p:tav tm="0">
                                          <p:val>
                                            <p:strVal val="2/3*#ppt_h"/>
                                          </p:val>
                                        </p:tav>
                                        <p:tav tm="100000">
                                          <p:val>
                                            <p:strVal val="#ppt_h"/>
                                          </p:val>
                                        </p:tav>
                                      </p:tavLst>
                                    </p:anim>
                                  </p:childTnLst>
                                </p:cTn>
                              </p:par>
                            </p:childTnLst>
                          </p:cTn>
                        </p:par>
                      </p:childTnLst>
                    </p:cTn>
                  </p:par>
                  <p:par>
                    <p:cTn id="92" fill="hold" nodeType="clickPar">
                      <p:stCondLst>
                        <p:cond delay="indefinite"/>
                      </p:stCondLst>
                      <p:childTnLst>
                        <p:par>
                          <p:cTn id="93" fill="hold" nodeType="withGroup">
                            <p:stCondLst>
                              <p:cond delay="0"/>
                            </p:stCondLst>
                            <p:childTnLst>
                              <p:par>
                                <p:cTn id="94" presetID="23" presetClass="entr" presetSubtype="272" fill="hold" nodeType="clickEffect">
                                  <p:stCondLst>
                                    <p:cond delay="0"/>
                                  </p:stCondLst>
                                  <p:childTnLst>
                                    <p:set>
                                      <p:cBhvr>
                                        <p:cTn id="95" dur="1" fill="hold">
                                          <p:stCondLst>
                                            <p:cond delay="0"/>
                                          </p:stCondLst>
                                        </p:cTn>
                                        <p:tgtEl>
                                          <p:spTgt spid="60549"/>
                                        </p:tgtEl>
                                        <p:attrNameLst>
                                          <p:attrName>style.visibility</p:attrName>
                                        </p:attrNameLst>
                                      </p:cBhvr>
                                      <p:to>
                                        <p:strVal val="visible"/>
                                      </p:to>
                                    </p:set>
                                    <p:anim calcmode="lin" valueType="num">
                                      <p:cBhvr>
                                        <p:cTn id="96" dur="500" fill="hold"/>
                                        <p:tgtEl>
                                          <p:spTgt spid="60549"/>
                                        </p:tgtEl>
                                        <p:attrNameLst>
                                          <p:attrName>ppt_w</p:attrName>
                                        </p:attrNameLst>
                                      </p:cBhvr>
                                      <p:tavLst>
                                        <p:tav tm="0">
                                          <p:val>
                                            <p:strVal val="2/3*#ppt_w"/>
                                          </p:val>
                                        </p:tav>
                                        <p:tav tm="100000">
                                          <p:val>
                                            <p:strVal val="#ppt_w"/>
                                          </p:val>
                                        </p:tav>
                                      </p:tavLst>
                                    </p:anim>
                                    <p:anim calcmode="lin" valueType="num">
                                      <p:cBhvr>
                                        <p:cTn id="97" dur="500" fill="hold"/>
                                        <p:tgtEl>
                                          <p:spTgt spid="60549"/>
                                        </p:tgtEl>
                                        <p:attrNameLst>
                                          <p:attrName>ppt_h</p:attrName>
                                        </p:attrNameLst>
                                      </p:cBhvr>
                                      <p:tavLst>
                                        <p:tav tm="0">
                                          <p:val>
                                            <p:strVal val="2/3*#ppt_h"/>
                                          </p:val>
                                        </p:tav>
                                        <p:tav tm="100000">
                                          <p:val>
                                            <p:strVal val="#ppt_h"/>
                                          </p:val>
                                        </p:tav>
                                      </p:tavLst>
                                    </p:anim>
                                  </p:childTnLst>
                                </p:cTn>
                              </p:par>
                            </p:childTnLst>
                          </p:cTn>
                        </p:par>
                      </p:childTnLst>
                    </p:cTn>
                  </p:par>
                  <p:par>
                    <p:cTn id="98" fill="hold" nodeType="clickPar">
                      <p:stCondLst>
                        <p:cond delay="indefinite"/>
                      </p:stCondLst>
                      <p:childTnLst>
                        <p:par>
                          <p:cTn id="99" fill="hold" nodeType="withGroup">
                            <p:stCondLst>
                              <p:cond delay="0"/>
                            </p:stCondLst>
                            <p:childTnLst>
                              <p:par>
                                <p:cTn id="100" presetID="23" presetClass="entr" presetSubtype="272" fill="hold" nodeType="clickEffect">
                                  <p:stCondLst>
                                    <p:cond delay="0"/>
                                  </p:stCondLst>
                                  <p:childTnLst>
                                    <p:set>
                                      <p:cBhvr>
                                        <p:cTn id="101" dur="1" fill="hold">
                                          <p:stCondLst>
                                            <p:cond delay="0"/>
                                          </p:stCondLst>
                                        </p:cTn>
                                        <p:tgtEl>
                                          <p:spTgt spid="60542"/>
                                        </p:tgtEl>
                                        <p:attrNameLst>
                                          <p:attrName>style.visibility</p:attrName>
                                        </p:attrNameLst>
                                      </p:cBhvr>
                                      <p:to>
                                        <p:strVal val="visible"/>
                                      </p:to>
                                    </p:set>
                                    <p:anim calcmode="lin" valueType="num">
                                      <p:cBhvr>
                                        <p:cTn id="102" dur="500" fill="hold"/>
                                        <p:tgtEl>
                                          <p:spTgt spid="60542"/>
                                        </p:tgtEl>
                                        <p:attrNameLst>
                                          <p:attrName>ppt_w</p:attrName>
                                        </p:attrNameLst>
                                      </p:cBhvr>
                                      <p:tavLst>
                                        <p:tav tm="0">
                                          <p:val>
                                            <p:strVal val="2/3*#ppt_w"/>
                                          </p:val>
                                        </p:tav>
                                        <p:tav tm="100000">
                                          <p:val>
                                            <p:strVal val="#ppt_w"/>
                                          </p:val>
                                        </p:tav>
                                      </p:tavLst>
                                    </p:anim>
                                    <p:anim calcmode="lin" valueType="num">
                                      <p:cBhvr>
                                        <p:cTn id="103" dur="500" fill="hold"/>
                                        <p:tgtEl>
                                          <p:spTgt spid="60542"/>
                                        </p:tgtEl>
                                        <p:attrNameLst>
                                          <p:attrName>ppt_h</p:attrName>
                                        </p:attrNameLst>
                                      </p:cBhvr>
                                      <p:tavLst>
                                        <p:tav tm="0">
                                          <p:val>
                                            <p:strVal val="2/3*#ppt_h"/>
                                          </p:val>
                                        </p:tav>
                                        <p:tav tm="100000">
                                          <p:val>
                                            <p:strVal val="#ppt_h"/>
                                          </p:val>
                                        </p:tav>
                                      </p:tavLst>
                                    </p:anim>
                                  </p:childTnLst>
                                </p:cTn>
                              </p:par>
                            </p:childTnLst>
                          </p:cTn>
                        </p:par>
                      </p:childTnLst>
                    </p:cTn>
                  </p:par>
                  <p:par>
                    <p:cTn id="104" fill="hold" nodeType="clickPar">
                      <p:stCondLst>
                        <p:cond delay="indefinite"/>
                      </p:stCondLst>
                      <p:childTnLst>
                        <p:par>
                          <p:cTn id="105" fill="hold" nodeType="withGroup">
                            <p:stCondLst>
                              <p:cond delay="0"/>
                            </p:stCondLst>
                            <p:childTnLst>
                              <p:par>
                                <p:cTn id="106" presetID="23" presetClass="entr" presetSubtype="272" fill="hold" nodeType="clickEffect">
                                  <p:stCondLst>
                                    <p:cond delay="0"/>
                                  </p:stCondLst>
                                  <p:childTnLst>
                                    <p:set>
                                      <p:cBhvr>
                                        <p:cTn id="107" dur="1" fill="hold">
                                          <p:stCondLst>
                                            <p:cond delay="0"/>
                                          </p:stCondLst>
                                        </p:cTn>
                                        <p:tgtEl>
                                          <p:spTgt spid="60543"/>
                                        </p:tgtEl>
                                        <p:attrNameLst>
                                          <p:attrName>style.visibility</p:attrName>
                                        </p:attrNameLst>
                                      </p:cBhvr>
                                      <p:to>
                                        <p:strVal val="visible"/>
                                      </p:to>
                                    </p:set>
                                    <p:anim calcmode="lin" valueType="num">
                                      <p:cBhvr>
                                        <p:cTn id="108" dur="500" fill="hold"/>
                                        <p:tgtEl>
                                          <p:spTgt spid="60543"/>
                                        </p:tgtEl>
                                        <p:attrNameLst>
                                          <p:attrName>ppt_w</p:attrName>
                                        </p:attrNameLst>
                                      </p:cBhvr>
                                      <p:tavLst>
                                        <p:tav tm="0">
                                          <p:val>
                                            <p:strVal val="2/3*#ppt_w"/>
                                          </p:val>
                                        </p:tav>
                                        <p:tav tm="100000">
                                          <p:val>
                                            <p:strVal val="#ppt_w"/>
                                          </p:val>
                                        </p:tav>
                                      </p:tavLst>
                                    </p:anim>
                                    <p:anim calcmode="lin" valueType="num">
                                      <p:cBhvr>
                                        <p:cTn id="109" dur="500" fill="hold"/>
                                        <p:tgtEl>
                                          <p:spTgt spid="60543"/>
                                        </p:tgtEl>
                                        <p:attrNameLst>
                                          <p:attrName>ppt_h</p:attrName>
                                        </p:attrNameLst>
                                      </p:cBhvr>
                                      <p:tavLst>
                                        <p:tav tm="0">
                                          <p:val>
                                            <p:strVal val="2/3*#ppt_h"/>
                                          </p:val>
                                        </p:tav>
                                        <p:tav tm="100000">
                                          <p:val>
                                            <p:strVal val="#ppt_h"/>
                                          </p:val>
                                        </p:tav>
                                      </p:tavLst>
                                    </p:anim>
                                  </p:childTnLst>
                                </p:cTn>
                              </p:par>
                            </p:childTnLst>
                          </p:cTn>
                        </p:par>
                      </p:childTnLst>
                    </p:cTn>
                  </p:par>
                  <p:par>
                    <p:cTn id="110" fill="hold" nodeType="clickPar">
                      <p:stCondLst>
                        <p:cond delay="indefinite"/>
                      </p:stCondLst>
                      <p:childTnLst>
                        <p:par>
                          <p:cTn id="111" fill="hold" nodeType="withGroup">
                            <p:stCondLst>
                              <p:cond delay="0"/>
                            </p:stCondLst>
                            <p:childTnLst>
                              <p:par>
                                <p:cTn id="112" presetID="22" presetClass="entr" presetSubtype="8" fill="hold" nodeType="clickEffect">
                                  <p:stCondLst>
                                    <p:cond delay="0"/>
                                  </p:stCondLst>
                                  <p:childTnLst>
                                    <p:set>
                                      <p:cBhvr>
                                        <p:cTn id="113" dur="1" fill="hold">
                                          <p:stCondLst>
                                            <p:cond delay="0"/>
                                          </p:stCondLst>
                                        </p:cTn>
                                        <p:tgtEl>
                                          <p:spTgt spid="60418"/>
                                        </p:tgtEl>
                                        <p:attrNameLst>
                                          <p:attrName>style.visibility</p:attrName>
                                        </p:attrNameLst>
                                      </p:cBhvr>
                                      <p:to>
                                        <p:strVal val="visible"/>
                                      </p:to>
                                    </p:set>
                                    <p:animEffect transition="in" filter="wipe(left)">
                                      <p:cBhvr>
                                        <p:cTn id="114" dur="500"/>
                                        <p:tgtEl>
                                          <p:spTgt spid="60418"/>
                                        </p:tgtEl>
                                      </p:cBhvr>
                                    </p:animEffect>
                                  </p:childTnLst>
                                </p:cTn>
                              </p:par>
                            </p:childTnLst>
                          </p:cTn>
                        </p:par>
                      </p:childTnLst>
                    </p:cTn>
                  </p:par>
                  <p:par>
                    <p:cTn id="115" fill="hold" nodeType="clickPar">
                      <p:stCondLst>
                        <p:cond delay="indefinite"/>
                      </p:stCondLst>
                      <p:childTnLst>
                        <p:par>
                          <p:cTn id="116" fill="hold" nodeType="withGroup">
                            <p:stCondLst>
                              <p:cond delay="0"/>
                            </p:stCondLst>
                            <p:childTnLst>
                              <p:par>
                                <p:cTn id="117" presetID="23" presetClass="entr" presetSubtype="272" fill="hold" nodeType="clickEffect">
                                  <p:stCondLst>
                                    <p:cond delay="0"/>
                                  </p:stCondLst>
                                  <p:childTnLst>
                                    <p:set>
                                      <p:cBhvr>
                                        <p:cTn id="118" dur="1" fill="hold">
                                          <p:stCondLst>
                                            <p:cond delay="0"/>
                                          </p:stCondLst>
                                        </p:cTn>
                                        <p:tgtEl>
                                          <p:spTgt spid="60550"/>
                                        </p:tgtEl>
                                        <p:attrNameLst>
                                          <p:attrName>style.visibility</p:attrName>
                                        </p:attrNameLst>
                                      </p:cBhvr>
                                      <p:to>
                                        <p:strVal val="visible"/>
                                      </p:to>
                                    </p:set>
                                    <p:anim calcmode="lin" valueType="num">
                                      <p:cBhvr>
                                        <p:cTn id="119" dur="500" fill="hold"/>
                                        <p:tgtEl>
                                          <p:spTgt spid="60550"/>
                                        </p:tgtEl>
                                        <p:attrNameLst>
                                          <p:attrName>ppt_w</p:attrName>
                                        </p:attrNameLst>
                                      </p:cBhvr>
                                      <p:tavLst>
                                        <p:tav tm="0">
                                          <p:val>
                                            <p:strVal val="2/3*#ppt_w"/>
                                          </p:val>
                                        </p:tav>
                                        <p:tav tm="100000">
                                          <p:val>
                                            <p:strVal val="#ppt_w"/>
                                          </p:val>
                                        </p:tav>
                                      </p:tavLst>
                                    </p:anim>
                                    <p:anim calcmode="lin" valueType="num">
                                      <p:cBhvr>
                                        <p:cTn id="120" dur="500" fill="hold"/>
                                        <p:tgtEl>
                                          <p:spTgt spid="60550"/>
                                        </p:tgtEl>
                                        <p:attrNameLst>
                                          <p:attrName>ppt_h</p:attrName>
                                        </p:attrNameLst>
                                      </p:cBhvr>
                                      <p:tavLst>
                                        <p:tav tm="0">
                                          <p:val>
                                            <p:strVal val="2/3*#ppt_h"/>
                                          </p:val>
                                        </p:tav>
                                        <p:tav tm="100000">
                                          <p:val>
                                            <p:strVal val="#ppt_h"/>
                                          </p:val>
                                        </p:tav>
                                      </p:tavLst>
                                    </p:anim>
                                  </p:childTnLst>
                                </p:cTn>
                              </p:par>
                            </p:childTnLst>
                          </p:cTn>
                        </p:par>
                      </p:childTnLst>
                    </p:cTn>
                  </p:par>
                  <p:par>
                    <p:cTn id="121" fill="hold" nodeType="clickPar">
                      <p:stCondLst>
                        <p:cond delay="indefinite"/>
                      </p:stCondLst>
                      <p:childTnLst>
                        <p:par>
                          <p:cTn id="122" fill="hold" nodeType="withGroup">
                            <p:stCondLst>
                              <p:cond delay="0"/>
                            </p:stCondLst>
                            <p:childTnLst>
                              <p:par>
                                <p:cTn id="123" presetID="23" presetClass="entr" presetSubtype="272" fill="hold" nodeType="clickEffect">
                                  <p:stCondLst>
                                    <p:cond delay="0"/>
                                  </p:stCondLst>
                                  <p:childTnLst>
                                    <p:set>
                                      <p:cBhvr>
                                        <p:cTn id="124" dur="1" fill="hold">
                                          <p:stCondLst>
                                            <p:cond delay="0"/>
                                          </p:stCondLst>
                                        </p:cTn>
                                        <p:tgtEl>
                                          <p:spTgt spid="60551"/>
                                        </p:tgtEl>
                                        <p:attrNameLst>
                                          <p:attrName>style.visibility</p:attrName>
                                        </p:attrNameLst>
                                      </p:cBhvr>
                                      <p:to>
                                        <p:strVal val="visible"/>
                                      </p:to>
                                    </p:set>
                                    <p:anim calcmode="lin" valueType="num">
                                      <p:cBhvr>
                                        <p:cTn id="125" dur="500" fill="hold"/>
                                        <p:tgtEl>
                                          <p:spTgt spid="60551"/>
                                        </p:tgtEl>
                                        <p:attrNameLst>
                                          <p:attrName>ppt_w</p:attrName>
                                        </p:attrNameLst>
                                      </p:cBhvr>
                                      <p:tavLst>
                                        <p:tav tm="0">
                                          <p:val>
                                            <p:strVal val="2/3*#ppt_w"/>
                                          </p:val>
                                        </p:tav>
                                        <p:tav tm="100000">
                                          <p:val>
                                            <p:strVal val="#ppt_w"/>
                                          </p:val>
                                        </p:tav>
                                      </p:tavLst>
                                    </p:anim>
                                    <p:anim calcmode="lin" valueType="num">
                                      <p:cBhvr>
                                        <p:cTn id="126" dur="500" fill="hold"/>
                                        <p:tgtEl>
                                          <p:spTgt spid="60551"/>
                                        </p:tgtEl>
                                        <p:attrNameLst>
                                          <p:attrName>ppt_h</p:attrName>
                                        </p:attrNameLst>
                                      </p:cBhvr>
                                      <p:tavLst>
                                        <p:tav tm="0">
                                          <p:val>
                                            <p:strVal val="2/3*#ppt_h"/>
                                          </p:val>
                                        </p:tav>
                                        <p:tav tm="100000">
                                          <p:val>
                                            <p:strVal val="#ppt_h"/>
                                          </p:val>
                                        </p:tav>
                                      </p:tavLst>
                                    </p:anim>
                                  </p:childTnLst>
                                </p:cTn>
                              </p:par>
                            </p:childTnLst>
                          </p:cTn>
                        </p:par>
                      </p:childTnLst>
                    </p:cTn>
                  </p:par>
                  <p:par>
                    <p:cTn id="127" fill="hold" nodeType="clickPar">
                      <p:stCondLst>
                        <p:cond delay="indefinite"/>
                      </p:stCondLst>
                      <p:childTnLst>
                        <p:par>
                          <p:cTn id="128" fill="hold" nodeType="withGroup">
                            <p:stCondLst>
                              <p:cond delay="0"/>
                            </p:stCondLst>
                            <p:childTnLst>
                              <p:par>
                                <p:cTn id="129" presetID="23" presetClass="entr" presetSubtype="288" fill="hold" nodeType="clickEffect">
                                  <p:stCondLst>
                                    <p:cond delay="0"/>
                                  </p:stCondLst>
                                  <p:childTnLst>
                                    <p:set>
                                      <p:cBhvr>
                                        <p:cTn id="130" dur="1" fill="hold">
                                          <p:stCondLst>
                                            <p:cond delay="0"/>
                                          </p:stCondLst>
                                        </p:cTn>
                                        <p:tgtEl>
                                          <p:spTgt spid="60568"/>
                                        </p:tgtEl>
                                        <p:attrNameLst>
                                          <p:attrName>style.visibility</p:attrName>
                                        </p:attrNameLst>
                                      </p:cBhvr>
                                      <p:to>
                                        <p:strVal val="visible"/>
                                      </p:to>
                                    </p:set>
                                    <p:anim calcmode="lin" valueType="num">
                                      <p:cBhvr>
                                        <p:cTn id="131" dur="500" fill="hold"/>
                                        <p:tgtEl>
                                          <p:spTgt spid="60568"/>
                                        </p:tgtEl>
                                        <p:attrNameLst>
                                          <p:attrName>ppt_w</p:attrName>
                                        </p:attrNameLst>
                                      </p:cBhvr>
                                      <p:tavLst>
                                        <p:tav tm="0">
                                          <p:val>
                                            <p:strVal val="4/3*#ppt_w"/>
                                          </p:val>
                                        </p:tav>
                                        <p:tav tm="100000">
                                          <p:val>
                                            <p:strVal val="#ppt_w"/>
                                          </p:val>
                                        </p:tav>
                                      </p:tavLst>
                                    </p:anim>
                                    <p:anim calcmode="lin" valueType="num">
                                      <p:cBhvr>
                                        <p:cTn id="132" dur="500" fill="hold"/>
                                        <p:tgtEl>
                                          <p:spTgt spid="60568"/>
                                        </p:tgtEl>
                                        <p:attrNameLst>
                                          <p:attrName>ppt_h</p:attrName>
                                        </p:attrNameLst>
                                      </p:cBhvr>
                                      <p:tavLst>
                                        <p:tav tm="0">
                                          <p:val>
                                            <p:strVal val="4/3*#ppt_h"/>
                                          </p:val>
                                        </p:tav>
                                        <p:tav tm="100000">
                                          <p:val>
                                            <p:strVal val="#ppt_h"/>
                                          </p:val>
                                        </p:tav>
                                      </p:tavLst>
                                    </p:anim>
                                  </p:childTnLst>
                                </p:cTn>
                              </p:par>
                            </p:childTnLst>
                          </p:cTn>
                        </p:par>
                      </p:childTnLst>
                    </p:cTn>
                  </p:par>
                  <p:par>
                    <p:cTn id="133" fill="hold" nodeType="clickPar">
                      <p:stCondLst>
                        <p:cond delay="indefinite"/>
                      </p:stCondLst>
                      <p:childTnLst>
                        <p:par>
                          <p:cTn id="134" fill="hold" nodeType="withGroup">
                            <p:stCondLst>
                              <p:cond delay="0"/>
                            </p:stCondLst>
                            <p:childTnLst>
                              <p:par>
                                <p:cTn id="135" presetID="22" presetClass="entr" presetSubtype="8" fill="hold" grpId="0" nodeType="clickEffect">
                                  <p:stCondLst>
                                    <p:cond delay="0"/>
                                  </p:stCondLst>
                                  <p:childTnLst>
                                    <p:set>
                                      <p:cBhvr>
                                        <p:cTn id="136" dur="1" fill="hold">
                                          <p:stCondLst>
                                            <p:cond delay="0"/>
                                          </p:stCondLst>
                                        </p:cTn>
                                        <p:tgtEl>
                                          <p:spTgt spid="60424">
                                            <p:txEl>
                                              <p:pRg st="0" end="0"/>
                                            </p:txEl>
                                          </p:spTgt>
                                        </p:tgtEl>
                                        <p:attrNameLst>
                                          <p:attrName>style.visibility</p:attrName>
                                        </p:attrNameLst>
                                      </p:cBhvr>
                                      <p:to>
                                        <p:strVal val="visible"/>
                                      </p:to>
                                    </p:set>
                                    <p:animEffect transition="in" filter="wipe(left)">
                                      <p:cBhvr>
                                        <p:cTn id="137" dur="500"/>
                                        <p:tgtEl>
                                          <p:spTgt spid="60424">
                                            <p:txEl>
                                              <p:pRg st="0" end="0"/>
                                            </p:txEl>
                                          </p:spTgt>
                                        </p:tgtEl>
                                      </p:cBhvr>
                                    </p:animEffect>
                                  </p:childTnLst>
                                </p:cTn>
                              </p:par>
                            </p:childTnLst>
                          </p:cTn>
                        </p:par>
                      </p:childTnLst>
                    </p:cTn>
                  </p:par>
                  <p:par>
                    <p:cTn id="138" fill="hold" nodeType="clickPar">
                      <p:stCondLst>
                        <p:cond delay="indefinite"/>
                      </p:stCondLst>
                      <p:childTnLst>
                        <p:par>
                          <p:cTn id="139" fill="hold" nodeType="withGroup">
                            <p:stCondLst>
                              <p:cond delay="0"/>
                            </p:stCondLst>
                            <p:childTnLst>
                              <p:par>
                                <p:cTn id="140" presetID="23" presetClass="entr" presetSubtype="272" fill="hold" nodeType="clickEffect">
                                  <p:stCondLst>
                                    <p:cond delay="0"/>
                                  </p:stCondLst>
                                  <p:childTnLst>
                                    <p:set>
                                      <p:cBhvr>
                                        <p:cTn id="141" dur="1" fill="hold">
                                          <p:stCondLst>
                                            <p:cond delay="0"/>
                                          </p:stCondLst>
                                        </p:cTn>
                                        <p:tgtEl>
                                          <p:spTgt spid="60514"/>
                                        </p:tgtEl>
                                        <p:attrNameLst>
                                          <p:attrName>style.visibility</p:attrName>
                                        </p:attrNameLst>
                                      </p:cBhvr>
                                      <p:to>
                                        <p:strVal val="visible"/>
                                      </p:to>
                                    </p:set>
                                    <p:anim calcmode="lin" valueType="num">
                                      <p:cBhvr>
                                        <p:cTn id="142" dur="500" fill="hold"/>
                                        <p:tgtEl>
                                          <p:spTgt spid="60514"/>
                                        </p:tgtEl>
                                        <p:attrNameLst>
                                          <p:attrName>ppt_w</p:attrName>
                                        </p:attrNameLst>
                                      </p:cBhvr>
                                      <p:tavLst>
                                        <p:tav tm="0">
                                          <p:val>
                                            <p:strVal val="2/3*#ppt_w"/>
                                          </p:val>
                                        </p:tav>
                                        <p:tav tm="100000">
                                          <p:val>
                                            <p:strVal val="#ppt_w"/>
                                          </p:val>
                                        </p:tav>
                                      </p:tavLst>
                                    </p:anim>
                                    <p:anim calcmode="lin" valueType="num">
                                      <p:cBhvr>
                                        <p:cTn id="143" dur="500" fill="hold"/>
                                        <p:tgtEl>
                                          <p:spTgt spid="60514"/>
                                        </p:tgtEl>
                                        <p:attrNameLst>
                                          <p:attrName>ppt_h</p:attrName>
                                        </p:attrNameLst>
                                      </p:cBhvr>
                                      <p:tavLst>
                                        <p:tav tm="0">
                                          <p:val>
                                            <p:strVal val="2/3*#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424" grpId="0" build="p" autoUpdateAnimBg="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Text Box 2"/>
          <p:cNvSpPr txBox="1">
            <a:spLocks noChangeArrowheads="1"/>
          </p:cNvSpPr>
          <p:nvPr/>
        </p:nvSpPr>
        <p:spPr bwMode="auto">
          <a:xfrm>
            <a:off x="396875" y="304800"/>
            <a:ext cx="8274050" cy="9683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marL="571500" indent="-571500" algn="l">
              <a:defRPr kumimoji="1" sz="2400">
                <a:solidFill>
                  <a:schemeClr val="tx1"/>
                </a:solidFill>
                <a:latin typeface="Times New Roman" panose="02020603050405020304" pitchFamily="18" charset="0"/>
                <a:ea typeface="宋体" panose="02010600030101010101" pitchFamily="2" charset="-122"/>
              </a:defRPr>
            </a:lvl1pPr>
            <a:lvl2pPr marL="762000" algn="l">
              <a:defRPr kumimoji="1" sz="2400">
                <a:solidFill>
                  <a:schemeClr val="tx1"/>
                </a:solidFill>
                <a:latin typeface="Times New Roman" panose="02020603050405020304" pitchFamily="18" charset="0"/>
                <a:ea typeface="宋体" panose="02010600030101010101" pitchFamily="2" charset="-122"/>
              </a:defRPr>
            </a:lvl2pPr>
            <a:lvl3pPr marL="952500" algn="l">
              <a:defRPr kumimoji="1" sz="2400">
                <a:solidFill>
                  <a:schemeClr val="tx1"/>
                </a:solidFill>
                <a:latin typeface="Times New Roman" panose="02020603050405020304" pitchFamily="18" charset="0"/>
                <a:ea typeface="宋体" panose="02010600030101010101" pitchFamily="2" charset="-122"/>
              </a:defRPr>
            </a:lvl3pPr>
            <a:lvl4pPr algn="l">
              <a:defRPr kumimoji="1" sz="2400">
                <a:solidFill>
                  <a:schemeClr val="tx1"/>
                </a:solidFill>
                <a:latin typeface="Times New Roman" panose="02020603050405020304" pitchFamily="18" charset="0"/>
                <a:ea typeface="宋体" panose="02010600030101010101" pitchFamily="2" charset="-122"/>
              </a:defRPr>
            </a:lvl4pPr>
            <a:lvl5pPr algn="l">
              <a:defRPr kumimoji="1" sz="2400">
                <a:solidFill>
                  <a:schemeClr val="tx1"/>
                </a:solidFill>
                <a:latin typeface="Times New Roman" panose="02020603050405020304" pitchFamily="18" charset="0"/>
                <a:ea typeface="宋体" panose="02010600030101010101" pitchFamily="2" charset="-122"/>
              </a:defRPr>
            </a:lvl5pPr>
            <a:lvl6pP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571500" marR="0" lvl="0" indent="-571500" algn="l" defTabSz="914400" rtl="0" eaLnBrk="1" fontAlgn="base" latinLnBrk="0" hangingPunct="1">
              <a:lnSpc>
                <a:spcPct val="120000"/>
              </a:lnSpc>
              <a:spcBef>
                <a:spcPct val="0"/>
              </a:spcBef>
              <a:spcAft>
                <a:spcPct val="0"/>
              </a:spcAft>
              <a:buClrTx/>
              <a:buSzTx/>
              <a:buFontTx/>
              <a:buNone/>
              <a:tabLst/>
              <a:defRPr/>
            </a:pPr>
            <a:r>
              <a:rPr kumimoji="1" lang="en-US" altLang="zh-CN" sz="2400" b="1" i="0" u="none" strike="noStrike" kern="1200" cap="none" spc="0" normalizeH="0" baseline="0" noProof="0" smtClean="0">
                <a:ln>
                  <a:noFill/>
                </a:ln>
                <a:solidFill>
                  <a:srgbClr val="3333CC"/>
                </a:solidFill>
                <a:effectLst/>
                <a:uLnTx/>
                <a:uFillTx/>
                <a:latin typeface="Times New Roman" panose="02020603050405020304" pitchFamily="18" charset="0"/>
                <a:ea typeface="宋体" panose="02010600030101010101" pitchFamily="2" charset="-122"/>
                <a:cs typeface="+mn-cs"/>
              </a:rPr>
              <a:t>        </a:t>
            </a:r>
            <a:r>
              <a:rPr kumimoji="1" lang="zh-CN" altLang="en-US" sz="2400" b="1" i="0" u="none" strike="noStrike" kern="1200" cap="none" spc="0" normalizeH="0" baseline="0" noProof="0" smtClean="0">
                <a:ln>
                  <a:noFill/>
                </a:ln>
                <a:solidFill>
                  <a:srgbClr val="3333CC"/>
                </a:solidFill>
                <a:effectLst/>
                <a:uLnTx/>
                <a:uFillTx/>
                <a:latin typeface="Times New Roman" panose="02020603050405020304" pitchFamily="18" charset="0"/>
                <a:ea typeface="宋体" panose="02010600030101010101" pitchFamily="2" charset="-122"/>
                <a:cs typeface="+mn-cs"/>
              </a:rPr>
              <a:t>具有公共端的二端口，将公共端并在一起将不会破坏</a:t>
            </a:r>
          </a:p>
          <a:p>
            <a:pPr marL="571500" marR="0" lvl="0" indent="-571500" algn="l" defTabSz="914400" rtl="0" eaLnBrk="1" fontAlgn="base" latinLnBrk="0" hangingPunct="1">
              <a:lnSpc>
                <a:spcPct val="120000"/>
              </a:lnSpc>
              <a:spcBef>
                <a:spcPct val="0"/>
              </a:spcBef>
              <a:spcAft>
                <a:spcPct val="0"/>
              </a:spcAft>
              <a:buClrTx/>
              <a:buSzTx/>
              <a:buFontTx/>
              <a:buNone/>
              <a:tabLst/>
              <a:defRPr/>
            </a:pPr>
            <a:r>
              <a:rPr kumimoji="1" lang="zh-CN" altLang="en-US" sz="2400" b="1" i="0" u="none" strike="noStrike" kern="1200" cap="none" spc="0" normalizeH="0" baseline="0" noProof="0" smtClean="0">
                <a:ln>
                  <a:noFill/>
                </a:ln>
                <a:solidFill>
                  <a:srgbClr val="3333CC"/>
                </a:solidFill>
                <a:effectLst/>
                <a:uLnTx/>
                <a:uFillTx/>
                <a:latin typeface="Times New Roman" panose="02020603050405020304" pitchFamily="18" charset="0"/>
                <a:ea typeface="宋体" panose="02010600030101010101" pitchFamily="2" charset="-122"/>
                <a:cs typeface="+mn-cs"/>
              </a:rPr>
              <a:t>端口条件</a:t>
            </a:r>
            <a:r>
              <a:rPr kumimoji="1" lang="zh-CN" altLang="en-US" sz="24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a:t>
            </a:r>
          </a:p>
        </p:txBody>
      </p:sp>
      <p:sp>
        <p:nvSpPr>
          <p:cNvPr id="164910" name="Text Box 46"/>
          <p:cNvSpPr txBox="1">
            <a:spLocks noChangeArrowheads="1"/>
          </p:cNvSpPr>
          <p:nvPr/>
        </p:nvSpPr>
        <p:spPr bwMode="auto">
          <a:xfrm>
            <a:off x="231775" y="2982913"/>
            <a:ext cx="515938"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400" b="1" i="0" u="none" strike="noStrike" kern="1200" cap="none" spc="0" normalizeH="0" baseline="0" noProof="0" smtClean="0">
                <a:ln>
                  <a:noFill/>
                </a:ln>
                <a:solidFill>
                  <a:srgbClr val="FF0000"/>
                </a:solidFill>
                <a:effectLst/>
                <a:uLnTx/>
                <a:uFillTx/>
                <a:latin typeface="Times New Roman" panose="02020603050405020304" pitchFamily="18" charset="0"/>
                <a:ea typeface="宋体" panose="02010600030101010101" pitchFamily="2" charset="-122"/>
                <a:cs typeface="+mn-cs"/>
              </a:rPr>
              <a:t>例</a:t>
            </a:r>
            <a:endParaRPr kumimoji="1" lang="zh-CN" altLang="en-US" sz="2400" b="1" i="0" u="none" strike="noStrike" kern="1200" cap="none" spc="0" normalizeH="0" baseline="0" noProof="0" smtClean="0">
              <a:ln>
                <a:noFill/>
              </a:ln>
              <a:solidFill>
                <a:srgbClr val="3333CC"/>
              </a:solidFill>
              <a:effectLst/>
              <a:uLnTx/>
              <a:uFillTx/>
              <a:latin typeface="Times New Roman" panose="02020603050405020304" pitchFamily="18" charset="0"/>
              <a:ea typeface="宋体" panose="02010600030101010101" pitchFamily="2" charset="-122"/>
              <a:cs typeface="+mn-cs"/>
            </a:endParaRPr>
          </a:p>
        </p:txBody>
      </p:sp>
      <p:sp>
        <p:nvSpPr>
          <p:cNvPr id="165034" name="AutoShape 170"/>
          <p:cNvSpPr>
            <a:spLocks noChangeArrowheads="1"/>
          </p:cNvSpPr>
          <p:nvPr/>
        </p:nvSpPr>
        <p:spPr bwMode="auto">
          <a:xfrm>
            <a:off x="3822700" y="4629150"/>
            <a:ext cx="533400" cy="190500"/>
          </a:xfrm>
          <a:prstGeom prst="rightArrow">
            <a:avLst>
              <a:gd name="adj1" fmla="val 50000"/>
              <a:gd name="adj2" fmla="val 70000"/>
            </a:avLst>
          </a:prstGeom>
          <a:solidFill>
            <a:srgbClr val="FF3300">
              <a:alpha val="50000"/>
            </a:srgbClr>
          </a:solidFill>
          <a:ln w="19050">
            <a:solidFill>
              <a:srgbClr val="FF3300"/>
            </a:solidFill>
            <a:miter lim="800000"/>
            <a:headEnd/>
            <a:tailEnd type="none" w="med" len="lg"/>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165041" name="AutoShape 177"/>
          <p:cNvSpPr>
            <a:spLocks noChangeArrowheads="1"/>
          </p:cNvSpPr>
          <p:nvPr/>
        </p:nvSpPr>
        <p:spPr bwMode="auto">
          <a:xfrm flipV="1">
            <a:off x="2019300" y="5886450"/>
            <a:ext cx="3319463" cy="468313"/>
          </a:xfrm>
          <a:prstGeom prst="wedgeRoundRectCallout">
            <a:avLst>
              <a:gd name="adj1" fmla="val 47417"/>
              <a:gd name="adj2" fmla="val 171694"/>
              <a:gd name="adj3" fmla="val 16667"/>
            </a:avLst>
          </a:prstGeom>
          <a:solidFill>
            <a:srgbClr val="FFFF99">
              <a:alpha val="50000"/>
            </a:srgbClr>
          </a:solidFill>
          <a:ln>
            <a:noFill/>
          </a:ln>
          <a:effectLst/>
          <a:extLst>
            <a:ext uri="{91240B29-F687-4F45-9708-019B960494DF}">
              <a14:hiddenLine xmlns:a14="http://schemas.microsoft.com/office/drawing/2010/main" w="19050">
                <a:solidFill>
                  <a:schemeClr val="tx1"/>
                </a:solidFill>
                <a:miter lim="800000"/>
                <a:headEnd/>
                <a:tailEnd type="none" w="med"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rot="10800000" lIns="90000" tIns="46800" rIns="90000" bIns="46800"/>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zh-CN" altLang="en-US" sz="2400" b="1" i="0" u="none" strike="noStrike" kern="1200" cap="none" spc="0" normalizeH="0" baseline="0" noProof="0" smtClean="0">
                <a:ln>
                  <a:noFill/>
                </a:ln>
                <a:solidFill>
                  <a:srgbClr val="FF3300"/>
                </a:solidFill>
                <a:effectLst/>
                <a:uLnTx/>
                <a:uFillTx/>
                <a:latin typeface="Times New Roman" panose="02020603050405020304" pitchFamily="18" charset="0"/>
                <a:ea typeface="宋体" panose="02010600030101010101" pitchFamily="2" charset="-122"/>
                <a:cs typeface="+mn-cs"/>
              </a:rPr>
              <a:t>端口条件不会破坏   </a:t>
            </a:r>
          </a:p>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en-US" altLang="zh-CN" sz="2400" b="0"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graphicFrame>
        <p:nvGraphicFramePr>
          <p:cNvPr id="164868" name="Object 4"/>
          <p:cNvGraphicFramePr>
            <a:graphicFrameLocks noChangeAspect="1"/>
          </p:cNvGraphicFramePr>
          <p:nvPr/>
        </p:nvGraphicFramePr>
        <p:xfrm>
          <a:off x="2206625" y="635000"/>
          <a:ext cx="4000500" cy="2554288"/>
        </p:xfrm>
        <a:graphic>
          <a:graphicData uri="http://schemas.openxmlformats.org/presentationml/2006/ole">
            <mc:AlternateContent xmlns:mc="http://schemas.openxmlformats.org/markup-compatibility/2006">
              <mc:Choice xmlns:v="urn:schemas-microsoft-com:vml" Requires="v">
                <p:oleObj spid="_x0000_s243736" name="VISIO" r:id="rId3" imgW="6124320" imgH="4092480" progId="Visio.Drawing.6">
                  <p:embed/>
                </p:oleObj>
              </mc:Choice>
              <mc:Fallback>
                <p:oleObj name="VISIO" r:id="rId3" imgW="6124320" imgH="4092480" progId="Visio.Drawing.6">
                  <p:embed/>
                  <p:pic>
                    <p:nvPicPr>
                      <p:cNvPr id="164868"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06625" y="635000"/>
                        <a:ext cx="4000500" cy="2554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4869" name="Object 5"/>
          <p:cNvGraphicFramePr>
            <a:graphicFrameLocks noChangeAspect="1"/>
          </p:cNvGraphicFramePr>
          <p:nvPr/>
        </p:nvGraphicFramePr>
        <p:xfrm>
          <a:off x="3708400" y="676275"/>
          <a:ext cx="2997200" cy="2552700"/>
        </p:xfrm>
        <a:graphic>
          <a:graphicData uri="http://schemas.openxmlformats.org/presentationml/2006/ole">
            <mc:AlternateContent xmlns:mc="http://schemas.openxmlformats.org/markup-compatibility/2006">
              <mc:Choice xmlns:v="urn:schemas-microsoft-com:vml" Requires="v">
                <p:oleObj spid="_x0000_s243737" name="VISIO" r:id="rId5" imgW="6124320" imgH="4092480" progId="Visio.Drawing.6">
                  <p:embed/>
                </p:oleObj>
              </mc:Choice>
              <mc:Fallback>
                <p:oleObj name="VISIO" r:id="rId5" imgW="6124320" imgH="4092480" progId="Visio.Drawing.6">
                  <p:embed/>
                  <p:pic>
                    <p:nvPicPr>
                      <p:cNvPr id="164869"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08400" y="676275"/>
                        <a:ext cx="2997200" cy="2552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4871" name="Object 7"/>
          <p:cNvGraphicFramePr>
            <a:graphicFrameLocks noChangeAspect="1"/>
          </p:cNvGraphicFramePr>
          <p:nvPr/>
        </p:nvGraphicFramePr>
        <p:xfrm>
          <a:off x="2192338" y="635000"/>
          <a:ext cx="4000500" cy="2554288"/>
        </p:xfrm>
        <a:graphic>
          <a:graphicData uri="http://schemas.openxmlformats.org/presentationml/2006/ole">
            <mc:AlternateContent xmlns:mc="http://schemas.openxmlformats.org/markup-compatibility/2006">
              <mc:Choice xmlns:v="urn:schemas-microsoft-com:vml" Requires="v">
                <p:oleObj spid="_x0000_s243738" name="VISIO" r:id="rId6" imgW="6124320" imgH="4092480" progId="Visio.Drawing.6">
                  <p:embed/>
                </p:oleObj>
              </mc:Choice>
              <mc:Fallback>
                <p:oleObj name="VISIO" r:id="rId6" imgW="6124320" imgH="4092480" progId="Visio.Drawing.6">
                  <p:embed/>
                  <p:pic>
                    <p:nvPicPr>
                      <p:cNvPr id="164871"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92338" y="635000"/>
                        <a:ext cx="4000500" cy="2554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65051" name="Group 187"/>
          <p:cNvGrpSpPr>
            <a:grpSpLocks/>
          </p:cNvGrpSpPr>
          <p:nvPr/>
        </p:nvGrpSpPr>
        <p:grpSpPr bwMode="auto">
          <a:xfrm>
            <a:off x="2133600" y="981075"/>
            <a:ext cx="3897313" cy="2309813"/>
            <a:chOff x="1344" y="618"/>
            <a:chExt cx="2455" cy="1455"/>
          </a:xfrm>
        </p:grpSpPr>
        <p:sp>
          <p:nvSpPr>
            <p:cNvPr id="164872" name="Rectangle 8"/>
            <p:cNvSpPr>
              <a:spLocks noChangeArrowheads="1"/>
            </p:cNvSpPr>
            <p:nvPr/>
          </p:nvSpPr>
          <p:spPr bwMode="auto">
            <a:xfrm>
              <a:off x="2383" y="618"/>
              <a:ext cx="377" cy="360"/>
            </a:xfrm>
            <a:prstGeom prst="rect">
              <a:avLst/>
            </a:prstGeom>
            <a:solidFill>
              <a:srgbClr val="FFFF99"/>
            </a:solidFill>
            <a:ln w="31750">
              <a:solidFill>
                <a:srgbClr val="000000"/>
              </a:solidFill>
              <a:miter lim="800000"/>
              <a:headEnd/>
              <a:tailEnd/>
            </a:ln>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164875" name="Line 11"/>
            <p:cNvSpPr>
              <a:spLocks noChangeShapeType="1"/>
            </p:cNvSpPr>
            <p:nvPr/>
          </p:nvSpPr>
          <p:spPr bwMode="auto">
            <a:xfrm>
              <a:off x="2572" y="978"/>
              <a:ext cx="1" cy="239"/>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164876" name="Line 12"/>
            <p:cNvSpPr>
              <a:spLocks noChangeShapeType="1"/>
            </p:cNvSpPr>
            <p:nvPr/>
          </p:nvSpPr>
          <p:spPr bwMode="auto">
            <a:xfrm>
              <a:off x="2007" y="1217"/>
              <a:ext cx="1129" cy="1"/>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164877" name="Line 13"/>
            <p:cNvSpPr>
              <a:spLocks noChangeShapeType="1"/>
            </p:cNvSpPr>
            <p:nvPr/>
          </p:nvSpPr>
          <p:spPr bwMode="auto">
            <a:xfrm flipH="1" flipV="1">
              <a:off x="2007" y="787"/>
              <a:ext cx="376" cy="11"/>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164878" name="Line 14"/>
            <p:cNvSpPr>
              <a:spLocks noChangeShapeType="1"/>
            </p:cNvSpPr>
            <p:nvPr/>
          </p:nvSpPr>
          <p:spPr bwMode="auto">
            <a:xfrm flipV="1">
              <a:off x="2760" y="787"/>
              <a:ext cx="376" cy="11"/>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164879" name="Rectangle 15"/>
            <p:cNvSpPr>
              <a:spLocks noChangeArrowheads="1"/>
            </p:cNvSpPr>
            <p:nvPr/>
          </p:nvSpPr>
          <p:spPr bwMode="auto">
            <a:xfrm>
              <a:off x="2383" y="1457"/>
              <a:ext cx="367" cy="341"/>
            </a:xfrm>
            <a:prstGeom prst="rect">
              <a:avLst/>
            </a:prstGeom>
            <a:solidFill>
              <a:srgbClr val="FFFF99"/>
            </a:solidFill>
            <a:ln w="31750">
              <a:solidFill>
                <a:srgbClr val="000000"/>
              </a:solidFill>
              <a:miter lim="800000"/>
              <a:headEnd/>
              <a:tailEnd/>
            </a:ln>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164882" name="Line 18"/>
            <p:cNvSpPr>
              <a:spLocks noChangeShapeType="1"/>
            </p:cNvSpPr>
            <p:nvPr/>
          </p:nvSpPr>
          <p:spPr bwMode="auto">
            <a:xfrm>
              <a:off x="2760" y="1637"/>
              <a:ext cx="376"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164883" name="Line 19"/>
            <p:cNvSpPr>
              <a:spLocks noChangeShapeType="1"/>
            </p:cNvSpPr>
            <p:nvPr/>
          </p:nvSpPr>
          <p:spPr bwMode="auto">
            <a:xfrm flipH="1">
              <a:off x="2007" y="1637"/>
              <a:ext cx="376"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164884" name="Line 20"/>
            <p:cNvSpPr>
              <a:spLocks noChangeShapeType="1"/>
            </p:cNvSpPr>
            <p:nvPr/>
          </p:nvSpPr>
          <p:spPr bwMode="auto">
            <a:xfrm>
              <a:off x="2572" y="1817"/>
              <a:ext cx="1" cy="239"/>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164885" name="Line 21"/>
            <p:cNvSpPr>
              <a:spLocks noChangeShapeType="1"/>
            </p:cNvSpPr>
            <p:nvPr/>
          </p:nvSpPr>
          <p:spPr bwMode="auto">
            <a:xfrm>
              <a:off x="2007" y="2056"/>
              <a:ext cx="1129" cy="1"/>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164886" name="Freeform 22"/>
            <p:cNvSpPr>
              <a:spLocks/>
            </p:cNvSpPr>
            <p:nvPr/>
          </p:nvSpPr>
          <p:spPr bwMode="auto">
            <a:xfrm>
              <a:off x="1971" y="781"/>
              <a:ext cx="36" cy="34"/>
            </a:xfrm>
            <a:custGeom>
              <a:avLst/>
              <a:gdLst>
                <a:gd name="T0" fmla="*/ 0 w 55"/>
                <a:gd name="T1" fmla="*/ 27 h 54"/>
                <a:gd name="T2" fmla="*/ 3 w 55"/>
                <a:gd name="T3" fmla="*/ 17 h 54"/>
                <a:gd name="T4" fmla="*/ 9 w 55"/>
                <a:gd name="T5" fmla="*/ 8 h 54"/>
                <a:gd name="T6" fmla="*/ 17 w 55"/>
                <a:gd name="T7" fmla="*/ 3 h 54"/>
                <a:gd name="T8" fmla="*/ 27 w 55"/>
                <a:gd name="T9" fmla="*/ 0 h 54"/>
                <a:gd name="T10" fmla="*/ 39 w 55"/>
                <a:gd name="T11" fmla="*/ 3 h 54"/>
                <a:gd name="T12" fmla="*/ 46 w 55"/>
                <a:gd name="T13" fmla="*/ 8 h 54"/>
                <a:gd name="T14" fmla="*/ 53 w 55"/>
                <a:gd name="T15" fmla="*/ 17 h 54"/>
                <a:gd name="T16" fmla="*/ 55 w 55"/>
                <a:gd name="T17" fmla="*/ 27 h 54"/>
                <a:gd name="T18" fmla="*/ 53 w 55"/>
                <a:gd name="T19" fmla="*/ 37 h 54"/>
                <a:gd name="T20" fmla="*/ 46 w 55"/>
                <a:gd name="T21" fmla="*/ 46 h 54"/>
                <a:gd name="T22" fmla="*/ 39 w 55"/>
                <a:gd name="T23" fmla="*/ 53 h 54"/>
                <a:gd name="T24" fmla="*/ 27 w 55"/>
                <a:gd name="T25" fmla="*/ 54 h 54"/>
                <a:gd name="T26" fmla="*/ 17 w 55"/>
                <a:gd name="T27" fmla="*/ 53 h 54"/>
                <a:gd name="T28" fmla="*/ 9 w 55"/>
                <a:gd name="T29" fmla="*/ 46 h 54"/>
                <a:gd name="T30" fmla="*/ 3 w 55"/>
                <a:gd name="T31" fmla="*/ 37 h 54"/>
                <a:gd name="T32" fmla="*/ 0 w 55"/>
                <a:gd name="T33" fmla="*/ 27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5" h="54">
                  <a:moveTo>
                    <a:pt x="0" y="27"/>
                  </a:moveTo>
                  <a:lnTo>
                    <a:pt x="3" y="17"/>
                  </a:lnTo>
                  <a:lnTo>
                    <a:pt x="9" y="8"/>
                  </a:lnTo>
                  <a:lnTo>
                    <a:pt x="17" y="3"/>
                  </a:lnTo>
                  <a:lnTo>
                    <a:pt x="27" y="0"/>
                  </a:lnTo>
                  <a:lnTo>
                    <a:pt x="39" y="3"/>
                  </a:lnTo>
                  <a:lnTo>
                    <a:pt x="46" y="8"/>
                  </a:lnTo>
                  <a:lnTo>
                    <a:pt x="53" y="17"/>
                  </a:lnTo>
                  <a:lnTo>
                    <a:pt x="55" y="27"/>
                  </a:lnTo>
                  <a:lnTo>
                    <a:pt x="53" y="37"/>
                  </a:lnTo>
                  <a:lnTo>
                    <a:pt x="46" y="46"/>
                  </a:lnTo>
                  <a:lnTo>
                    <a:pt x="39" y="53"/>
                  </a:lnTo>
                  <a:lnTo>
                    <a:pt x="27" y="54"/>
                  </a:lnTo>
                  <a:lnTo>
                    <a:pt x="17" y="53"/>
                  </a:lnTo>
                  <a:lnTo>
                    <a:pt x="9" y="46"/>
                  </a:lnTo>
                  <a:lnTo>
                    <a:pt x="3" y="37"/>
                  </a:lnTo>
                  <a:lnTo>
                    <a:pt x="0" y="27"/>
                  </a:lnTo>
                  <a:close/>
                </a:path>
              </a:pathLst>
            </a:custGeom>
            <a:solidFill>
              <a:srgbClr val="FFFFFF"/>
            </a:solidFill>
            <a:ln w="19050" cmpd="sng">
              <a:solidFill>
                <a:srgbClr val="000000"/>
              </a:solidFill>
              <a:prstDash val="solid"/>
              <a:round/>
              <a:headEnd/>
              <a:tailEnd/>
            </a:ln>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164887" name="Freeform 23"/>
            <p:cNvSpPr>
              <a:spLocks/>
            </p:cNvSpPr>
            <p:nvPr/>
          </p:nvSpPr>
          <p:spPr bwMode="auto">
            <a:xfrm>
              <a:off x="1971" y="1201"/>
              <a:ext cx="36" cy="33"/>
            </a:xfrm>
            <a:custGeom>
              <a:avLst/>
              <a:gdLst>
                <a:gd name="T0" fmla="*/ 0 w 55"/>
                <a:gd name="T1" fmla="*/ 27 h 54"/>
                <a:gd name="T2" fmla="*/ 3 w 55"/>
                <a:gd name="T3" fmla="*/ 17 h 54"/>
                <a:gd name="T4" fmla="*/ 9 w 55"/>
                <a:gd name="T5" fmla="*/ 8 h 54"/>
                <a:gd name="T6" fmla="*/ 17 w 55"/>
                <a:gd name="T7" fmla="*/ 3 h 54"/>
                <a:gd name="T8" fmla="*/ 27 w 55"/>
                <a:gd name="T9" fmla="*/ 0 h 54"/>
                <a:gd name="T10" fmla="*/ 39 w 55"/>
                <a:gd name="T11" fmla="*/ 3 h 54"/>
                <a:gd name="T12" fmla="*/ 46 w 55"/>
                <a:gd name="T13" fmla="*/ 8 h 54"/>
                <a:gd name="T14" fmla="*/ 53 w 55"/>
                <a:gd name="T15" fmla="*/ 17 h 54"/>
                <a:gd name="T16" fmla="*/ 55 w 55"/>
                <a:gd name="T17" fmla="*/ 27 h 54"/>
                <a:gd name="T18" fmla="*/ 53 w 55"/>
                <a:gd name="T19" fmla="*/ 37 h 54"/>
                <a:gd name="T20" fmla="*/ 46 w 55"/>
                <a:gd name="T21" fmla="*/ 46 h 54"/>
                <a:gd name="T22" fmla="*/ 39 w 55"/>
                <a:gd name="T23" fmla="*/ 53 h 54"/>
                <a:gd name="T24" fmla="*/ 27 w 55"/>
                <a:gd name="T25" fmla="*/ 54 h 54"/>
                <a:gd name="T26" fmla="*/ 17 w 55"/>
                <a:gd name="T27" fmla="*/ 53 h 54"/>
                <a:gd name="T28" fmla="*/ 9 w 55"/>
                <a:gd name="T29" fmla="*/ 46 h 54"/>
                <a:gd name="T30" fmla="*/ 3 w 55"/>
                <a:gd name="T31" fmla="*/ 37 h 54"/>
                <a:gd name="T32" fmla="*/ 0 w 55"/>
                <a:gd name="T33" fmla="*/ 27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5" h="54">
                  <a:moveTo>
                    <a:pt x="0" y="27"/>
                  </a:moveTo>
                  <a:lnTo>
                    <a:pt x="3" y="17"/>
                  </a:lnTo>
                  <a:lnTo>
                    <a:pt x="9" y="8"/>
                  </a:lnTo>
                  <a:lnTo>
                    <a:pt x="17" y="3"/>
                  </a:lnTo>
                  <a:lnTo>
                    <a:pt x="27" y="0"/>
                  </a:lnTo>
                  <a:lnTo>
                    <a:pt x="39" y="3"/>
                  </a:lnTo>
                  <a:lnTo>
                    <a:pt x="46" y="8"/>
                  </a:lnTo>
                  <a:lnTo>
                    <a:pt x="53" y="17"/>
                  </a:lnTo>
                  <a:lnTo>
                    <a:pt x="55" y="27"/>
                  </a:lnTo>
                  <a:lnTo>
                    <a:pt x="53" y="37"/>
                  </a:lnTo>
                  <a:lnTo>
                    <a:pt x="46" y="46"/>
                  </a:lnTo>
                  <a:lnTo>
                    <a:pt x="39" y="53"/>
                  </a:lnTo>
                  <a:lnTo>
                    <a:pt x="27" y="54"/>
                  </a:lnTo>
                  <a:lnTo>
                    <a:pt x="17" y="53"/>
                  </a:lnTo>
                  <a:lnTo>
                    <a:pt x="9" y="46"/>
                  </a:lnTo>
                  <a:lnTo>
                    <a:pt x="3" y="37"/>
                  </a:lnTo>
                  <a:lnTo>
                    <a:pt x="0" y="27"/>
                  </a:lnTo>
                  <a:close/>
                </a:path>
              </a:pathLst>
            </a:custGeom>
            <a:solidFill>
              <a:srgbClr val="FFFFFF"/>
            </a:solidFill>
            <a:ln w="19050" cmpd="sng">
              <a:solidFill>
                <a:srgbClr val="000000"/>
              </a:solidFill>
              <a:prstDash val="solid"/>
              <a:round/>
              <a:headEnd/>
              <a:tailEnd/>
            </a:ln>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164888" name="Freeform 24"/>
            <p:cNvSpPr>
              <a:spLocks/>
            </p:cNvSpPr>
            <p:nvPr/>
          </p:nvSpPr>
          <p:spPr bwMode="auto">
            <a:xfrm>
              <a:off x="3136" y="781"/>
              <a:ext cx="36" cy="34"/>
            </a:xfrm>
            <a:custGeom>
              <a:avLst/>
              <a:gdLst>
                <a:gd name="T0" fmla="*/ 0 w 54"/>
                <a:gd name="T1" fmla="*/ 27 h 54"/>
                <a:gd name="T2" fmla="*/ 1 w 54"/>
                <a:gd name="T3" fmla="*/ 17 h 54"/>
                <a:gd name="T4" fmla="*/ 8 w 54"/>
                <a:gd name="T5" fmla="*/ 8 h 54"/>
                <a:gd name="T6" fmla="*/ 17 w 54"/>
                <a:gd name="T7" fmla="*/ 3 h 54"/>
                <a:gd name="T8" fmla="*/ 27 w 54"/>
                <a:gd name="T9" fmla="*/ 0 h 54"/>
                <a:gd name="T10" fmla="*/ 37 w 54"/>
                <a:gd name="T11" fmla="*/ 3 h 54"/>
                <a:gd name="T12" fmla="*/ 46 w 54"/>
                <a:gd name="T13" fmla="*/ 8 h 54"/>
                <a:gd name="T14" fmla="*/ 51 w 54"/>
                <a:gd name="T15" fmla="*/ 17 h 54"/>
                <a:gd name="T16" fmla="*/ 54 w 54"/>
                <a:gd name="T17" fmla="*/ 27 h 54"/>
                <a:gd name="T18" fmla="*/ 51 w 54"/>
                <a:gd name="T19" fmla="*/ 37 h 54"/>
                <a:gd name="T20" fmla="*/ 46 w 54"/>
                <a:gd name="T21" fmla="*/ 46 h 54"/>
                <a:gd name="T22" fmla="*/ 37 w 54"/>
                <a:gd name="T23" fmla="*/ 53 h 54"/>
                <a:gd name="T24" fmla="*/ 27 w 54"/>
                <a:gd name="T25" fmla="*/ 54 h 54"/>
                <a:gd name="T26" fmla="*/ 17 w 54"/>
                <a:gd name="T27" fmla="*/ 53 h 54"/>
                <a:gd name="T28" fmla="*/ 8 w 54"/>
                <a:gd name="T29" fmla="*/ 46 h 54"/>
                <a:gd name="T30" fmla="*/ 1 w 54"/>
                <a:gd name="T31" fmla="*/ 37 h 54"/>
                <a:gd name="T32" fmla="*/ 0 w 54"/>
                <a:gd name="T33" fmla="*/ 27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4" h="54">
                  <a:moveTo>
                    <a:pt x="0" y="27"/>
                  </a:moveTo>
                  <a:lnTo>
                    <a:pt x="1" y="17"/>
                  </a:lnTo>
                  <a:lnTo>
                    <a:pt x="8" y="8"/>
                  </a:lnTo>
                  <a:lnTo>
                    <a:pt x="17" y="3"/>
                  </a:lnTo>
                  <a:lnTo>
                    <a:pt x="27" y="0"/>
                  </a:lnTo>
                  <a:lnTo>
                    <a:pt x="37" y="3"/>
                  </a:lnTo>
                  <a:lnTo>
                    <a:pt x="46" y="8"/>
                  </a:lnTo>
                  <a:lnTo>
                    <a:pt x="51" y="17"/>
                  </a:lnTo>
                  <a:lnTo>
                    <a:pt x="54" y="27"/>
                  </a:lnTo>
                  <a:lnTo>
                    <a:pt x="51" y="37"/>
                  </a:lnTo>
                  <a:lnTo>
                    <a:pt x="46" y="46"/>
                  </a:lnTo>
                  <a:lnTo>
                    <a:pt x="37" y="53"/>
                  </a:lnTo>
                  <a:lnTo>
                    <a:pt x="27" y="54"/>
                  </a:lnTo>
                  <a:lnTo>
                    <a:pt x="17" y="53"/>
                  </a:lnTo>
                  <a:lnTo>
                    <a:pt x="8" y="46"/>
                  </a:lnTo>
                  <a:lnTo>
                    <a:pt x="1" y="37"/>
                  </a:lnTo>
                  <a:lnTo>
                    <a:pt x="0" y="27"/>
                  </a:lnTo>
                  <a:close/>
                </a:path>
              </a:pathLst>
            </a:custGeom>
            <a:solidFill>
              <a:srgbClr val="FFFFFF"/>
            </a:solidFill>
            <a:ln w="19050" cmpd="sng">
              <a:solidFill>
                <a:srgbClr val="000000"/>
              </a:solidFill>
              <a:prstDash val="solid"/>
              <a:round/>
              <a:headEnd/>
              <a:tailEnd/>
            </a:ln>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164889" name="Freeform 25"/>
            <p:cNvSpPr>
              <a:spLocks/>
            </p:cNvSpPr>
            <p:nvPr/>
          </p:nvSpPr>
          <p:spPr bwMode="auto">
            <a:xfrm>
              <a:off x="3136" y="1201"/>
              <a:ext cx="36" cy="33"/>
            </a:xfrm>
            <a:custGeom>
              <a:avLst/>
              <a:gdLst>
                <a:gd name="T0" fmla="*/ 0 w 54"/>
                <a:gd name="T1" fmla="*/ 27 h 54"/>
                <a:gd name="T2" fmla="*/ 1 w 54"/>
                <a:gd name="T3" fmla="*/ 17 h 54"/>
                <a:gd name="T4" fmla="*/ 8 w 54"/>
                <a:gd name="T5" fmla="*/ 8 h 54"/>
                <a:gd name="T6" fmla="*/ 17 w 54"/>
                <a:gd name="T7" fmla="*/ 3 h 54"/>
                <a:gd name="T8" fmla="*/ 27 w 54"/>
                <a:gd name="T9" fmla="*/ 0 h 54"/>
                <a:gd name="T10" fmla="*/ 37 w 54"/>
                <a:gd name="T11" fmla="*/ 3 h 54"/>
                <a:gd name="T12" fmla="*/ 46 w 54"/>
                <a:gd name="T13" fmla="*/ 8 h 54"/>
                <a:gd name="T14" fmla="*/ 51 w 54"/>
                <a:gd name="T15" fmla="*/ 17 h 54"/>
                <a:gd name="T16" fmla="*/ 54 w 54"/>
                <a:gd name="T17" fmla="*/ 27 h 54"/>
                <a:gd name="T18" fmla="*/ 51 w 54"/>
                <a:gd name="T19" fmla="*/ 37 h 54"/>
                <a:gd name="T20" fmla="*/ 46 w 54"/>
                <a:gd name="T21" fmla="*/ 46 h 54"/>
                <a:gd name="T22" fmla="*/ 37 w 54"/>
                <a:gd name="T23" fmla="*/ 53 h 54"/>
                <a:gd name="T24" fmla="*/ 27 w 54"/>
                <a:gd name="T25" fmla="*/ 54 h 54"/>
                <a:gd name="T26" fmla="*/ 17 w 54"/>
                <a:gd name="T27" fmla="*/ 53 h 54"/>
                <a:gd name="T28" fmla="*/ 8 w 54"/>
                <a:gd name="T29" fmla="*/ 46 h 54"/>
                <a:gd name="T30" fmla="*/ 1 w 54"/>
                <a:gd name="T31" fmla="*/ 37 h 54"/>
                <a:gd name="T32" fmla="*/ 0 w 54"/>
                <a:gd name="T33" fmla="*/ 27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4" h="54">
                  <a:moveTo>
                    <a:pt x="0" y="27"/>
                  </a:moveTo>
                  <a:lnTo>
                    <a:pt x="1" y="17"/>
                  </a:lnTo>
                  <a:lnTo>
                    <a:pt x="8" y="8"/>
                  </a:lnTo>
                  <a:lnTo>
                    <a:pt x="17" y="3"/>
                  </a:lnTo>
                  <a:lnTo>
                    <a:pt x="27" y="0"/>
                  </a:lnTo>
                  <a:lnTo>
                    <a:pt x="37" y="3"/>
                  </a:lnTo>
                  <a:lnTo>
                    <a:pt x="46" y="8"/>
                  </a:lnTo>
                  <a:lnTo>
                    <a:pt x="51" y="17"/>
                  </a:lnTo>
                  <a:lnTo>
                    <a:pt x="54" y="27"/>
                  </a:lnTo>
                  <a:lnTo>
                    <a:pt x="51" y="37"/>
                  </a:lnTo>
                  <a:lnTo>
                    <a:pt x="46" y="46"/>
                  </a:lnTo>
                  <a:lnTo>
                    <a:pt x="37" y="53"/>
                  </a:lnTo>
                  <a:lnTo>
                    <a:pt x="27" y="54"/>
                  </a:lnTo>
                  <a:lnTo>
                    <a:pt x="17" y="53"/>
                  </a:lnTo>
                  <a:lnTo>
                    <a:pt x="8" y="46"/>
                  </a:lnTo>
                  <a:lnTo>
                    <a:pt x="1" y="37"/>
                  </a:lnTo>
                  <a:lnTo>
                    <a:pt x="0" y="27"/>
                  </a:lnTo>
                  <a:close/>
                </a:path>
              </a:pathLst>
            </a:custGeom>
            <a:solidFill>
              <a:srgbClr val="FFFFFF"/>
            </a:solidFill>
            <a:ln w="19050" cmpd="sng">
              <a:solidFill>
                <a:srgbClr val="000000"/>
              </a:solidFill>
              <a:prstDash val="solid"/>
              <a:round/>
              <a:headEnd/>
              <a:tailEnd/>
            </a:ln>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164890" name="Freeform 26"/>
            <p:cNvSpPr>
              <a:spLocks/>
            </p:cNvSpPr>
            <p:nvPr/>
          </p:nvSpPr>
          <p:spPr bwMode="auto">
            <a:xfrm>
              <a:off x="1971" y="1620"/>
              <a:ext cx="36" cy="34"/>
            </a:xfrm>
            <a:custGeom>
              <a:avLst/>
              <a:gdLst>
                <a:gd name="T0" fmla="*/ 0 w 55"/>
                <a:gd name="T1" fmla="*/ 27 h 54"/>
                <a:gd name="T2" fmla="*/ 3 w 55"/>
                <a:gd name="T3" fmla="*/ 17 h 54"/>
                <a:gd name="T4" fmla="*/ 9 w 55"/>
                <a:gd name="T5" fmla="*/ 8 h 54"/>
                <a:gd name="T6" fmla="*/ 17 w 55"/>
                <a:gd name="T7" fmla="*/ 3 h 54"/>
                <a:gd name="T8" fmla="*/ 27 w 55"/>
                <a:gd name="T9" fmla="*/ 0 h 54"/>
                <a:gd name="T10" fmla="*/ 39 w 55"/>
                <a:gd name="T11" fmla="*/ 3 h 54"/>
                <a:gd name="T12" fmla="*/ 46 w 55"/>
                <a:gd name="T13" fmla="*/ 8 h 54"/>
                <a:gd name="T14" fmla="*/ 53 w 55"/>
                <a:gd name="T15" fmla="*/ 17 h 54"/>
                <a:gd name="T16" fmla="*/ 55 w 55"/>
                <a:gd name="T17" fmla="*/ 27 h 54"/>
                <a:gd name="T18" fmla="*/ 53 w 55"/>
                <a:gd name="T19" fmla="*/ 37 h 54"/>
                <a:gd name="T20" fmla="*/ 46 w 55"/>
                <a:gd name="T21" fmla="*/ 46 h 54"/>
                <a:gd name="T22" fmla="*/ 39 w 55"/>
                <a:gd name="T23" fmla="*/ 53 h 54"/>
                <a:gd name="T24" fmla="*/ 27 w 55"/>
                <a:gd name="T25" fmla="*/ 54 h 54"/>
                <a:gd name="T26" fmla="*/ 17 w 55"/>
                <a:gd name="T27" fmla="*/ 53 h 54"/>
                <a:gd name="T28" fmla="*/ 9 w 55"/>
                <a:gd name="T29" fmla="*/ 46 h 54"/>
                <a:gd name="T30" fmla="*/ 3 w 55"/>
                <a:gd name="T31" fmla="*/ 37 h 54"/>
                <a:gd name="T32" fmla="*/ 0 w 55"/>
                <a:gd name="T33" fmla="*/ 27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5" h="54">
                  <a:moveTo>
                    <a:pt x="0" y="27"/>
                  </a:moveTo>
                  <a:lnTo>
                    <a:pt x="3" y="17"/>
                  </a:lnTo>
                  <a:lnTo>
                    <a:pt x="9" y="8"/>
                  </a:lnTo>
                  <a:lnTo>
                    <a:pt x="17" y="3"/>
                  </a:lnTo>
                  <a:lnTo>
                    <a:pt x="27" y="0"/>
                  </a:lnTo>
                  <a:lnTo>
                    <a:pt x="39" y="3"/>
                  </a:lnTo>
                  <a:lnTo>
                    <a:pt x="46" y="8"/>
                  </a:lnTo>
                  <a:lnTo>
                    <a:pt x="53" y="17"/>
                  </a:lnTo>
                  <a:lnTo>
                    <a:pt x="55" y="27"/>
                  </a:lnTo>
                  <a:lnTo>
                    <a:pt x="53" y="37"/>
                  </a:lnTo>
                  <a:lnTo>
                    <a:pt x="46" y="46"/>
                  </a:lnTo>
                  <a:lnTo>
                    <a:pt x="39" y="53"/>
                  </a:lnTo>
                  <a:lnTo>
                    <a:pt x="27" y="54"/>
                  </a:lnTo>
                  <a:lnTo>
                    <a:pt x="17" y="53"/>
                  </a:lnTo>
                  <a:lnTo>
                    <a:pt x="9" y="46"/>
                  </a:lnTo>
                  <a:lnTo>
                    <a:pt x="3" y="37"/>
                  </a:lnTo>
                  <a:lnTo>
                    <a:pt x="0" y="27"/>
                  </a:lnTo>
                  <a:close/>
                </a:path>
              </a:pathLst>
            </a:custGeom>
            <a:solidFill>
              <a:srgbClr val="FFFFFF"/>
            </a:solidFill>
            <a:ln w="19050" cmpd="sng">
              <a:solidFill>
                <a:srgbClr val="000000"/>
              </a:solidFill>
              <a:prstDash val="solid"/>
              <a:round/>
              <a:headEnd/>
              <a:tailEnd/>
            </a:ln>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164891" name="Freeform 27"/>
            <p:cNvSpPr>
              <a:spLocks/>
            </p:cNvSpPr>
            <p:nvPr/>
          </p:nvSpPr>
          <p:spPr bwMode="auto">
            <a:xfrm>
              <a:off x="1971" y="2039"/>
              <a:ext cx="36" cy="34"/>
            </a:xfrm>
            <a:custGeom>
              <a:avLst/>
              <a:gdLst>
                <a:gd name="T0" fmla="*/ 0 w 55"/>
                <a:gd name="T1" fmla="*/ 27 h 54"/>
                <a:gd name="T2" fmla="*/ 3 w 55"/>
                <a:gd name="T3" fmla="*/ 17 h 54"/>
                <a:gd name="T4" fmla="*/ 9 w 55"/>
                <a:gd name="T5" fmla="*/ 8 h 54"/>
                <a:gd name="T6" fmla="*/ 17 w 55"/>
                <a:gd name="T7" fmla="*/ 3 h 54"/>
                <a:gd name="T8" fmla="*/ 27 w 55"/>
                <a:gd name="T9" fmla="*/ 0 h 54"/>
                <a:gd name="T10" fmla="*/ 39 w 55"/>
                <a:gd name="T11" fmla="*/ 3 h 54"/>
                <a:gd name="T12" fmla="*/ 46 w 55"/>
                <a:gd name="T13" fmla="*/ 8 h 54"/>
                <a:gd name="T14" fmla="*/ 53 w 55"/>
                <a:gd name="T15" fmla="*/ 17 h 54"/>
                <a:gd name="T16" fmla="*/ 55 w 55"/>
                <a:gd name="T17" fmla="*/ 27 h 54"/>
                <a:gd name="T18" fmla="*/ 53 w 55"/>
                <a:gd name="T19" fmla="*/ 37 h 54"/>
                <a:gd name="T20" fmla="*/ 46 w 55"/>
                <a:gd name="T21" fmla="*/ 46 h 54"/>
                <a:gd name="T22" fmla="*/ 39 w 55"/>
                <a:gd name="T23" fmla="*/ 53 h 54"/>
                <a:gd name="T24" fmla="*/ 27 w 55"/>
                <a:gd name="T25" fmla="*/ 54 h 54"/>
                <a:gd name="T26" fmla="*/ 17 w 55"/>
                <a:gd name="T27" fmla="*/ 53 h 54"/>
                <a:gd name="T28" fmla="*/ 9 w 55"/>
                <a:gd name="T29" fmla="*/ 46 h 54"/>
                <a:gd name="T30" fmla="*/ 3 w 55"/>
                <a:gd name="T31" fmla="*/ 37 h 54"/>
                <a:gd name="T32" fmla="*/ 0 w 55"/>
                <a:gd name="T33" fmla="*/ 27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5" h="54">
                  <a:moveTo>
                    <a:pt x="0" y="27"/>
                  </a:moveTo>
                  <a:lnTo>
                    <a:pt x="3" y="17"/>
                  </a:lnTo>
                  <a:lnTo>
                    <a:pt x="9" y="8"/>
                  </a:lnTo>
                  <a:lnTo>
                    <a:pt x="17" y="3"/>
                  </a:lnTo>
                  <a:lnTo>
                    <a:pt x="27" y="0"/>
                  </a:lnTo>
                  <a:lnTo>
                    <a:pt x="39" y="3"/>
                  </a:lnTo>
                  <a:lnTo>
                    <a:pt x="46" y="8"/>
                  </a:lnTo>
                  <a:lnTo>
                    <a:pt x="53" y="17"/>
                  </a:lnTo>
                  <a:lnTo>
                    <a:pt x="55" y="27"/>
                  </a:lnTo>
                  <a:lnTo>
                    <a:pt x="53" y="37"/>
                  </a:lnTo>
                  <a:lnTo>
                    <a:pt x="46" y="46"/>
                  </a:lnTo>
                  <a:lnTo>
                    <a:pt x="39" y="53"/>
                  </a:lnTo>
                  <a:lnTo>
                    <a:pt x="27" y="54"/>
                  </a:lnTo>
                  <a:lnTo>
                    <a:pt x="17" y="53"/>
                  </a:lnTo>
                  <a:lnTo>
                    <a:pt x="9" y="46"/>
                  </a:lnTo>
                  <a:lnTo>
                    <a:pt x="3" y="37"/>
                  </a:lnTo>
                  <a:lnTo>
                    <a:pt x="0" y="27"/>
                  </a:lnTo>
                  <a:close/>
                </a:path>
              </a:pathLst>
            </a:custGeom>
            <a:solidFill>
              <a:srgbClr val="FFFFFF"/>
            </a:solidFill>
            <a:ln w="19050" cmpd="sng">
              <a:solidFill>
                <a:srgbClr val="000000"/>
              </a:solidFill>
              <a:prstDash val="solid"/>
              <a:round/>
              <a:headEnd/>
              <a:tailEnd/>
            </a:ln>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164892" name="Freeform 28"/>
            <p:cNvSpPr>
              <a:spLocks/>
            </p:cNvSpPr>
            <p:nvPr/>
          </p:nvSpPr>
          <p:spPr bwMode="auto">
            <a:xfrm>
              <a:off x="3136" y="1620"/>
              <a:ext cx="36" cy="34"/>
            </a:xfrm>
            <a:custGeom>
              <a:avLst/>
              <a:gdLst>
                <a:gd name="T0" fmla="*/ 0 w 54"/>
                <a:gd name="T1" fmla="*/ 27 h 54"/>
                <a:gd name="T2" fmla="*/ 1 w 54"/>
                <a:gd name="T3" fmla="*/ 17 h 54"/>
                <a:gd name="T4" fmla="*/ 8 w 54"/>
                <a:gd name="T5" fmla="*/ 8 h 54"/>
                <a:gd name="T6" fmla="*/ 17 w 54"/>
                <a:gd name="T7" fmla="*/ 3 h 54"/>
                <a:gd name="T8" fmla="*/ 27 w 54"/>
                <a:gd name="T9" fmla="*/ 0 h 54"/>
                <a:gd name="T10" fmla="*/ 37 w 54"/>
                <a:gd name="T11" fmla="*/ 3 h 54"/>
                <a:gd name="T12" fmla="*/ 46 w 54"/>
                <a:gd name="T13" fmla="*/ 8 h 54"/>
                <a:gd name="T14" fmla="*/ 51 w 54"/>
                <a:gd name="T15" fmla="*/ 17 h 54"/>
                <a:gd name="T16" fmla="*/ 54 w 54"/>
                <a:gd name="T17" fmla="*/ 27 h 54"/>
                <a:gd name="T18" fmla="*/ 51 w 54"/>
                <a:gd name="T19" fmla="*/ 37 h 54"/>
                <a:gd name="T20" fmla="*/ 46 w 54"/>
                <a:gd name="T21" fmla="*/ 46 h 54"/>
                <a:gd name="T22" fmla="*/ 37 w 54"/>
                <a:gd name="T23" fmla="*/ 53 h 54"/>
                <a:gd name="T24" fmla="*/ 27 w 54"/>
                <a:gd name="T25" fmla="*/ 54 h 54"/>
                <a:gd name="T26" fmla="*/ 17 w 54"/>
                <a:gd name="T27" fmla="*/ 53 h 54"/>
                <a:gd name="T28" fmla="*/ 8 w 54"/>
                <a:gd name="T29" fmla="*/ 46 h 54"/>
                <a:gd name="T30" fmla="*/ 1 w 54"/>
                <a:gd name="T31" fmla="*/ 37 h 54"/>
                <a:gd name="T32" fmla="*/ 0 w 54"/>
                <a:gd name="T33" fmla="*/ 27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4" h="54">
                  <a:moveTo>
                    <a:pt x="0" y="27"/>
                  </a:moveTo>
                  <a:lnTo>
                    <a:pt x="1" y="17"/>
                  </a:lnTo>
                  <a:lnTo>
                    <a:pt x="8" y="8"/>
                  </a:lnTo>
                  <a:lnTo>
                    <a:pt x="17" y="3"/>
                  </a:lnTo>
                  <a:lnTo>
                    <a:pt x="27" y="0"/>
                  </a:lnTo>
                  <a:lnTo>
                    <a:pt x="37" y="3"/>
                  </a:lnTo>
                  <a:lnTo>
                    <a:pt x="46" y="8"/>
                  </a:lnTo>
                  <a:lnTo>
                    <a:pt x="51" y="17"/>
                  </a:lnTo>
                  <a:lnTo>
                    <a:pt x="54" y="27"/>
                  </a:lnTo>
                  <a:lnTo>
                    <a:pt x="51" y="37"/>
                  </a:lnTo>
                  <a:lnTo>
                    <a:pt x="46" y="46"/>
                  </a:lnTo>
                  <a:lnTo>
                    <a:pt x="37" y="53"/>
                  </a:lnTo>
                  <a:lnTo>
                    <a:pt x="27" y="54"/>
                  </a:lnTo>
                  <a:lnTo>
                    <a:pt x="17" y="53"/>
                  </a:lnTo>
                  <a:lnTo>
                    <a:pt x="8" y="46"/>
                  </a:lnTo>
                  <a:lnTo>
                    <a:pt x="1" y="37"/>
                  </a:lnTo>
                  <a:lnTo>
                    <a:pt x="0" y="27"/>
                  </a:lnTo>
                  <a:close/>
                </a:path>
              </a:pathLst>
            </a:custGeom>
            <a:solidFill>
              <a:srgbClr val="FFFFFF"/>
            </a:solidFill>
            <a:ln w="19050" cmpd="sng">
              <a:solidFill>
                <a:srgbClr val="000000"/>
              </a:solidFill>
              <a:prstDash val="solid"/>
              <a:round/>
              <a:headEnd/>
              <a:tailEnd/>
            </a:ln>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164893" name="Freeform 29"/>
            <p:cNvSpPr>
              <a:spLocks/>
            </p:cNvSpPr>
            <p:nvPr/>
          </p:nvSpPr>
          <p:spPr bwMode="auto">
            <a:xfrm>
              <a:off x="3136" y="2039"/>
              <a:ext cx="36" cy="34"/>
            </a:xfrm>
            <a:custGeom>
              <a:avLst/>
              <a:gdLst>
                <a:gd name="T0" fmla="*/ 0 w 54"/>
                <a:gd name="T1" fmla="*/ 27 h 54"/>
                <a:gd name="T2" fmla="*/ 1 w 54"/>
                <a:gd name="T3" fmla="*/ 17 h 54"/>
                <a:gd name="T4" fmla="*/ 8 w 54"/>
                <a:gd name="T5" fmla="*/ 8 h 54"/>
                <a:gd name="T6" fmla="*/ 17 w 54"/>
                <a:gd name="T7" fmla="*/ 3 h 54"/>
                <a:gd name="T8" fmla="*/ 27 w 54"/>
                <a:gd name="T9" fmla="*/ 0 h 54"/>
                <a:gd name="T10" fmla="*/ 37 w 54"/>
                <a:gd name="T11" fmla="*/ 3 h 54"/>
                <a:gd name="T12" fmla="*/ 46 w 54"/>
                <a:gd name="T13" fmla="*/ 8 h 54"/>
                <a:gd name="T14" fmla="*/ 51 w 54"/>
                <a:gd name="T15" fmla="*/ 17 h 54"/>
                <a:gd name="T16" fmla="*/ 54 w 54"/>
                <a:gd name="T17" fmla="*/ 27 h 54"/>
                <a:gd name="T18" fmla="*/ 51 w 54"/>
                <a:gd name="T19" fmla="*/ 37 h 54"/>
                <a:gd name="T20" fmla="*/ 46 w 54"/>
                <a:gd name="T21" fmla="*/ 46 h 54"/>
                <a:gd name="T22" fmla="*/ 37 w 54"/>
                <a:gd name="T23" fmla="*/ 53 h 54"/>
                <a:gd name="T24" fmla="*/ 27 w 54"/>
                <a:gd name="T25" fmla="*/ 54 h 54"/>
                <a:gd name="T26" fmla="*/ 17 w 54"/>
                <a:gd name="T27" fmla="*/ 53 h 54"/>
                <a:gd name="T28" fmla="*/ 8 w 54"/>
                <a:gd name="T29" fmla="*/ 46 h 54"/>
                <a:gd name="T30" fmla="*/ 1 w 54"/>
                <a:gd name="T31" fmla="*/ 37 h 54"/>
                <a:gd name="T32" fmla="*/ 0 w 54"/>
                <a:gd name="T33" fmla="*/ 27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4" h="54">
                  <a:moveTo>
                    <a:pt x="0" y="27"/>
                  </a:moveTo>
                  <a:lnTo>
                    <a:pt x="1" y="17"/>
                  </a:lnTo>
                  <a:lnTo>
                    <a:pt x="8" y="8"/>
                  </a:lnTo>
                  <a:lnTo>
                    <a:pt x="17" y="3"/>
                  </a:lnTo>
                  <a:lnTo>
                    <a:pt x="27" y="0"/>
                  </a:lnTo>
                  <a:lnTo>
                    <a:pt x="37" y="3"/>
                  </a:lnTo>
                  <a:lnTo>
                    <a:pt x="46" y="8"/>
                  </a:lnTo>
                  <a:lnTo>
                    <a:pt x="51" y="17"/>
                  </a:lnTo>
                  <a:lnTo>
                    <a:pt x="54" y="27"/>
                  </a:lnTo>
                  <a:lnTo>
                    <a:pt x="51" y="37"/>
                  </a:lnTo>
                  <a:lnTo>
                    <a:pt x="46" y="46"/>
                  </a:lnTo>
                  <a:lnTo>
                    <a:pt x="37" y="53"/>
                  </a:lnTo>
                  <a:lnTo>
                    <a:pt x="27" y="54"/>
                  </a:lnTo>
                  <a:lnTo>
                    <a:pt x="17" y="53"/>
                  </a:lnTo>
                  <a:lnTo>
                    <a:pt x="8" y="46"/>
                  </a:lnTo>
                  <a:lnTo>
                    <a:pt x="1" y="37"/>
                  </a:lnTo>
                  <a:lnTo>
                    <a:pt x="0" y="27"/>
                  </a:lnTo>
                  <a:close/>
                </a:path>
              </a:pathLst>
            </a:custGeom>
            <a:solidFill>
              <a:srgbClr val="FFFFFF"/>
            </a:solidFill>
            <a:ln w="19050" cmpd="sng">
              <a:solidFill>
                <a:srgbClr val="000000"/>
              </a:solidFill>
              <a:prstDash val="solid"/>
              <a:round/>
              <a:headEnd/>
              <a:tailEnd/>
            </a:ln>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164894" name="Freeform 30"/>
            <p:cNvSpPr>
              <a:spLocks/>
            </p:cNvSpPr>
            <p:nvPr/>
          </p:nvSpPr>
          <p:spPr bwMode="auto">
            <a:xfrm>
              <a:off x="3167" y="798"/>
              <a:ext cx="220" cy="839"/>
            </a:xfrm>
            <a:custGeom>
              <a:avLst/>
              <a:gdLst>
                <a:gd name="T0" fmla="*/ 0 w 337"/>
                <a:gd name="T1" fmla="*/ 0 h 1344"/>
                <a:gd name="T2" fmla="*/ 337 w 337"/>
                <a:gd name="T3" fmla="*/ 672 h 1344"/>
                <a:gd name="T4" fmla="*/ 0 w 337"/>
                <a:gd name="T5" fmla="*/ 1344 h 1344"/>
              </a:gdLst>
              <a:ahLst/>
              <a:cxnLst>
                <a:cxn ang="0">
                  <a:pos x="T0" y="T1"/>
                </a:cxn>
                <a:cxn ang="0">
                  <a:pos x="T2" y="T3"/>
                </a:cxn>
                <a:cxn ang="0">
                  <a:pos x="T4" y="T5"/>
                </a:cxn>
              </a:cxnLst>
              <a:rect l="0" t="0" r="r" b="b"/>
              <a:pathLst>
                <a:path w="337" h="1344">
                  <a:moveTo>
                    <a:pt x="0" y="0"/>
                  </a:moveTo>
                  <a:lnTo>
                    <a:pt x="337" y="672"/>
                  </a:lnTo>
                  <a:lnTo>
                    <a:pt x="0" y="1344"/>
                  </a:lnTo>
                </a:path>
              </a:pathLst>
            </a:custGeom>
            <a:noFill/>
            <a:ln w="19050" cmpd="sng">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164895" name="Line 31"/>
            <p:cNvSpPr>
              <a:spLocks noChangeShapeType="1"/>
            </p:cNvSpPr>
            <p:nvPr/>
          </p:nvSpPr>
          <p:spPr bwMode="auto">
            <a:xfrm>
              <a:off x="3167" y="1217"/>
              <a:ext cx="220" cy="42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164896" name="Line 32"/>
            <p:cNvSpPr>
              <a:spLocks noChangeShapeType="1"/>
            </p:cNvSpPr>
            <p:nvPr/>
          </p:nvSpPr>
          <p:spPr bwMode="auto">
            <a:xfrm flipH="1">
              <a:off x="3167" y="1637"/>
              <a:ext cx="220" cy="419"/>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164897" name="Freeform 33"/>
            <p:cNvSpPr>
              <a:spLocks/>
            </p:cNvSpPr>
            <p:nvPr/>
          </p:nvSpPr>
          <p:spPr bwMode="auto">
            <a:xfrm>
              <a:off x="1756" y="798"/>
              <a:ext cx="220" cy="839"/>
            </a:xfrm>
            <a:custGeom>
              <a:avLst/>
              <a:gdLst>
                <a:gd name="T0" fmla="*/ 336 w 336"/>
                <a:gd name="T1" fmla="*/ 0 h 1344"/>
                <a:gd name="T2" fmla="*/ 0 w 336"/>
                <a:gd name="T3" fmla="*/ 672 h 1344"/>
                <a:gd name="T4" fmla="*/ 336 w 336"/>
                <a:gd name="T5" fmla="*/ 1344 h 1344"/>
              </a:gdLst>
              <a:ahLst/>
              <a:cxnLst>
                <a:cxn ang="0">
                  <a:pos x="T0" y="T1"/>
                </a:cxn>
                <a:cxn ang="0">
                  <a:pos x="T2" y="T3"/>
                </a:cxn>
                <a:cxn ang="0">
                  <a:pos x="T4" y="T5"/>
                </a:cxn>
              </a:cxnLst>
              <a:rect l="0" t="0" r="r" b="b"/>
              <a:pathLst>
                <a:path w="336" h="1344">
                  <a:moveTo>
                    <a:pt x="336" y="0"/>
                  </a:moveTo>
                  <a:lnTo>
                    <a:pt x="0" y="672"/>
                  </a:lnTo>
                  <a:lnTo>
                    <a:pt x="336" y="1344"/>
                  </a:lnTo>
                </a:path>
              </a:pathLst>
            </a:custGeom>
            <a:noFill/>
            <a:ln w="19050" cmpd="sng">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164898" name="Line 34"/>
            <p:cNvSpPr>
              <a:spLocks noChangeShapeType="1"/>
            </p:cNvSpPr>
            <p:nvPr/>
          </p:nvSpPr>
          <p:spPr bwMode="auto">
            <a:xfrm flipH="1">
              <a:off x="1756" y="1217"/>
              <a:ext cx="220" cy="42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164899" name="Line 35"/>
            <p:cNvSpPr>
              <a:spLocks noChangeShapeType="1"/>
            </p:cNvSpPr>
            <p:nvPr/>
          </p:nvSpPr>
          <p:spPr bwMode="auto">
            <a:xfrm>
              <a:off x="1756" y="1637"/>
              <a:ext cx="220" cy="419"/>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164900" name="Line 36"/>
            <p:cNvSpPr>
              <a:spLocks noChangeShapeType="1"/>
            </p:cNvSpPr>
            <p:nvPr/>
          </p:nvSpPr>
          <p:spPr bwMode="auto">
            <a:xfrm>
              <a:off x="1380" y="1217"/>
              <a:ext cx="376" cy="1"/>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164901" name="Line 37"/>
            <p:cNvSpPr>
              <a:spLocks noChangeShapeType="1"/>
            </p:cNvSpPr>
            <p:nvPr/>
          </p:nvSpPr>
          <p:spPr bwMode="auto">
            <a:xfrm flipH="1">
              <a:off x="1380" y="1637"/>
              <a:ext cx="376"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164902" name="Line 38"/>
            <p:cNvSpPr>
              <a:spLocks noChangeShapeType="1"/>
            </p:cNvSpPr>
            <p:nvPr/>
          </p:nvSpPr>
          <p:spPr bwMode="auto">
            <a:xfrm>
              <a:off x="3387" y="1217"/>
              <a:ext cx="377" cy="1"/>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164903" name="Line 39"/>
            <p:cNvSpPr>
              <a:spLocks noChangeShapeType="1"/>
            </p:cNvSpPr>
            <p:nvPr/>
          </p:nvSpPr>
          <p:spPr bwMode="auto">
            <a:xfrm>
              <a:off x="3387" y="1637"/>
              <a:ext cx="377"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164904" name="Freeform 40"/>
            <p:cNvSpPr>
              <a:spLocks/>
            </p:cNvSpPr>
            <p:nvPr/>
          </p:nvSpPr>
          <p:spPr bwMode="auto">
            <a:xfrm>
              <a:off x="1344" y="1201"/>
              <a:ext cx="36" cy="33"/>
            </a:xfrm>
            <a:custGeom>
              <a:avLst/>
              <a:gdLst>
                <a:gd name="T0" fmla="*/ 0 w 55"/>
                <a:gd name="T1" fmla="*/ 27 h 54"/>
                <a:gd name="T2" fmla="*/ 2 w 55"/>
                <a:gd name="T3" fmla="*/ 17 h 54"/>
                <a:gd name="T4" fmla="*/ 9 w 55"/>
                <a:gd name="T5" fmla="*/ 8 h 54"/>
                <a:gd name="T6" fmla="*/ 16 w 55"/>
                <a:gd name="T7" fmla="*/ 3 h 54"/>
                <a:gd name="T8" fmla="*/ 27 w 55"/>
                <a:gd name="T9" fmla="*/ 0 h 54"/>
                <a:gd name="T10" fmla="*/ 38 w 55"/>
                <a:gd name="T11" fmla="*/ 3 h 54"/>
                <a:gd name="T12" fmla="*/ 46 w 55"/>
                <a:gd name="T13" fmla="*/ 8 h 54"/>
                <a:gd name="T14" fmla="*/ 52 w 55"/>
                <a:gd name="T15" fmla="*/ 17 h 54"/>
                <a:gd name="T16" fmla="*/ 55 w 55"/>
                <a:gd name="T17" fmla="*/ 27 h 54"/>
                <a:gd name="T18" fmla="*/ 52 w 55"/>
                <a:gd name="T19" fmla="*/ 37 h 54"/>
                <a:gd name="T20" fmla="*/ 46 w 55"/>
                <a:gd name="T21" fmla="*/ 46 h 54"/>
                <a:gd name="T22" fmla="*/ 38 w 55"/>
                <a:gd name="T23" fmla="*/ 53 h 54"/>
                <a:gd name="T24" fmla="*/ 27 w 55"/>
                <a:gd name="T25" fmla="*/ 54 h 54"/>
                <a:gd name="T26" fmla="*/ 16 w 55"/>
                <a:gd name="T27" fmla="*/ 53 h 54"/>
                <a:gd name="T28" fmla="*/ 9 w 55"/>
                <a:gd name="T29" fmla="*/ 46 h 54"/>
                <a:gd name="T30" fmla="*/ 2 w 55"/>
                <a:gd name="T31" fmla="*/ 37 h 54"/>
                <a:gd name="T32" fmla="*/ 0 w 55"/>
                <a:gd name="T33" fmla="*/ 27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5" h="54">
                  <a:moveTo>
                    <a:pt x="0" y="27"/>
                  </a:moveTo>
                  <a:lnTo>
                    <a:pt x="2" y="17"/>
                  </a:lnTo>
                  <a:lnTo>
                    <a:pt x="9" y="8"/>
                  </a:lnTo>
                  <a:lnTo>
                    <a:pt x="16" y="3"/>
                  </a:lnTo>
                  <a:lnTo>
                    <a:pt x="27" y="0"/>
                  </a:lnTo>
                  <a:lnTo>
                    <a:pt x="38" y="3"/>
                  </a:lnTo>
                  <a:lnTo>
                    <a:pt x="46" y="8"/>
                  </a:lnTo>
                  <a:lnTo>
                    <a:pt x="52" y="17"/>
                  </a:lnTo>
                  <a:lnTo>
                    <a:pt x="55" y="27"/>
                  </a:lnTo>
                  <a:lnTo>
                    <a:pt x="52" y="37"/>
                  </a:lnTo>
                  <a:lnTo>
                    <a:pt x="46" y="46"/>
                  </a:lnTo>
                  <a:lnTo>
                    <a:pt x="38" y="53"/>
                  </a:lnTo>
                  <a:lnTo>
                    <a:pt x="27" y="54"/>
                  </a:lnTo>
                  <a:lnTo>
                    <a:pt x="16" y="53"/>
                  </a:lnTo>
                  <a:lnTo>
                    <a:pt x="9" y="46"/>
                  </a:lnTo>
                  <a:lnTo>
                    <a:pt x="2" y="37"/>
                  </a:lnTo>
                  <a:lnTo>
                    <a:pt x="0" y="27"/>
                  </a:lnTo>
                  <a:close/>
                </a:path>
              </a:pathLst>
            </a:custGeom>
            <a:solidFill>
              <a:srgbClr val="FFFFFF"/>
            </a:solidFill>
            <a:ln w="19050" cmpd="sng">
              <a:solidFill>
                <a:srgbClr val="000000"/>
              </a:solidFill>
              <a:prstDash val="solid"/>
              <a:round/>
              <a:headEnd/>
              <a:tailEnd/>
            </a:ln>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164905" name="Freeform 41"/>
            <p:cNvSpPr>
              <a:spLocks/>
            </p:cNvSpPr>
            <p:nvPr/>
          </p:nvSpPr>
          <p:spPr bwMode="auto">
            <a:xfrm>
              <a:off x="1344" y="1620"/>
              <a:ext cx="36" cy="34"/>
            </a:xfrm>
            <a:custGeom>
              <a:avLst/>
              <a:gdLst>
                <a:gd name="T0" fmla="*/ 0 w 55"/>
                <a:gd name="T1" fmla="*/ 27 h 54"/>
                <a:gd name="T2" fmla="*/ 2 w 55"/>
                <a:gd name="T3" fmla="*/ 17 h 54"/>
                <a:gd name="T4" fmla="*/ 9 w 55"/>
                <a:gd name="T5" fmla="*/ 8 h 54"/>
                <a:gd name="T6" fmla="*/ 16 w 55"/>
                <a:gd name="T7" fmla="*/ 3 h 54"/>
                <a:gd name="T8" fmla="*/ 27 w 55"/>
                <a:gd name="T9" fmla="*/ 0 h 54"/>
                <a:gd name="T10" fmla="*/ 38 w 55"/>
                <a:gd name="T11" fmla="*/ 3 h 54"/>
                <a:gd name="T12" fmla="*/ 46 w 55"/>
                <a:gd name="T13" fmla="*/ 8 h 54"/>
                <a:gd name="T14" fmla="*/ 52 w 55"/>
                <a:gd name="T15" fmla="*/ 17 h 54"/>
                <a:gd name="T16" fmla="*/ 55 w 55"/>
                <a:gd name="T17" fmla="*/ 27 h 54"/>
                <a:gd name="T18" fmla="*/ 52 w 55"/>
                <a:gd name="T19" fmla="*/ 37 h 54"/>
                <a:gd name="T20" fmla="*/ 46 w 55"/>
                <a:gd name="T21" fmla="*/ 46 h 54"/>
                <a:gd name="T22" fmla="*/ 38 w 55"/>
                <a:gd name="T23" fmla="*/ 53 h 54"/>
                <a:gd name="T24" fmla="*/ 27 w 55"/>
                <a:gd name="T25" fmla="*/ 54 h 54"/>
                <a:gd name="T26" fmla="*/ 16 w 55"/>
                <a:gd name="T27" fmla="*/ 53 h 54"/>
                <a:gd name="T28" fmla="*/ 9 w 55"/>
                <a:gd name="T29" fmla="*/ 46 h 54"/>
                <a:gd name="T30" fmla="*/ 2 w 55"/>
                <a:gd name="T31" fmla="*/ 37 h 54"/>
                <a:gd name="T32" fmla="*/ 0 w 55"/>
                <a:gd name="T33" fmla="*/ 27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5" h="54">
                  <a:moveTo>
                    <a:pt x="0" y="27"/>
                  </a:moveTo>
                  <a:lnTo>
                    <a:pt x="2" y="17"/>
                  </a:lnTo>
                  <a:lnTo>
                    <a:pt x="9" y="8"/>
                  </a:lnTo>
                  <a:lnTo>
                    <a:pt x="16" y="3"/>
                  </a:lnTo>
                  <a:lnTo>
                    <a:pt x="27" y="0"/>
                  </a:lnTo>
                  <a:lnTo>
                    <a:pt x="38" y="3"/>
                  </a:lnTo>
                  <a:lnTo>
                    <a:pt x="46" y="8"/>
                  </a:lnTo>
                  <a:lnTo>
                    <a:pt x="52" y="17"/>
                  </a:lnTo>
                  <a:lnTo>
                    <a:pt x="55" y="27"/>
                  </a:lnTo>
                  <a:lnTo>
                    <a:pt x="52" y="37"/>
                  </a:lnTo>
                  <a:lnTo>
                    <a:pt x="46" y="46"/>
                  </a:lnTo>
                  <a:lnTo>
                    <a:pt x="38" y="53"/>
                  </a:lnTo>
                  <a:lnTo>
                    <a:pt x="27" y="54"/>
                  </a:lnTo>
                  <a:lnTo>
                    <a:pt x="16" y="53"/>
                  </a:lnTo>
                  <a:lnTo>
                    <a:pt x="9" y="46"/>
                  </a:lnTo>
                  <a:lnTo>
                    <a:pt x="2" y="37"/>
                  </a:lnTo>
                  <a:lnTo>
                    <a:pt x="0" y="27"/>
                  </a:lnTo>
                  <a:close/>
                </a:path>
              </a:pathLst>
            </a:custGeom>
            <a:solidFill>
              <a:srgbClr val="FFFFFF"/>
            </a:solidFill>
            <a:ln w="19050" cmpd="sng">
              <a:solidFill>
                <a:srgbClr val="000000"/>
              </a:solidFill>
              <a:prstDash val="solid"/>
              <a:round/>
              <a:headEnd/>
              <a:tailEnd/>
            </a:ln>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164906" name="Freeform 42"/>
            <p:cNvSpPr>
              <a:spLocks/>
            </p:cNvSpPr>
            <p:nvPr/>
          </p:nvSpPr>
          <p:spPr bwMode="auto">
            <a:xfrm>
              <a:off x="3764" y="1201"/>
              <a:ext cx="35" cy="33"/>
            </a:xfrm>
            <a:custGeom>
              <a:avLst/>
              <a:gdLst>
                <a:gd name="T0" fmla="*/ 0 w 53"/>
                <a:gd name="T1" fmla="*/ 27 h 54"/>
                <a:gd name="T2" fmla="*/ 1 w 53"/>
                <a:gd name="T3" fmla="*/ 17 h 54"/>
                <a:gd name="T4" fmla="*/ 7 w 53"/>
                <a:gd name="T5" fmla="*/ 8 h 54"/>
                <a:gd name="T6" fmla="*/ 16 w 53"/>
                <a:gd name="T7" fmla="*/ 3 h 54"/>
                <a:gd name="T8" fmla="*/ 26 w 53"/>
                <a:gd name="T9" fmla="*/ 0 h 54"/>
                <a:gd name="T10" fmla="*/ 37 w 53"/>
                <a:gd name="T11" fmla="*/ 3 h 54"/>
                <a:gd name="T12" fmla="*/ 46 w 53"/>
                <a:gd name="T13" fmla="*/ 8 h 54"/>
                <a:gd name="T14" fmla="*/ 51 w 53"/>
                <a:gd name="T15" fmla="*/ 17 h 54"/>
                <a:gd name="T16" fmla="*/ 53 w 53"/>
                <a:gd name="T17" fmla="*/ 27 h 54"/>
                <a:gd name="T18" fmla="*/ 51 w 53"/>
                <a:gd name="T19" fmla="*/ 37 h 54"/>
                <a:gd name="T20" fmla="*/ 46 w 53"/>
                <a:gd name="T21" fmla="*/ 46 h 54"/>
                <a:gd name="T22" fmla="*/ 37 w 53"/>
                <a:gd name="T23" fmla="*/ 53 h 54"/>
                <a:gd name="T24" fmla="*/ 26 w 53"/>
                <a:gd name="T25" fmla="*/ 54 h 54"/>
                <a:gd name="T26" fmla="*/ 16 w 53"/>
                <a:gd name="T27" fmla="*/ 53 h 54"/>
                <a:gd name="T28" fmla="*/ 7 w 53"/>
                <a:gd name="T29" fmla="*/ 46 h 54"/>
                <a:gd name="T30" fmla="*/ 1 w 53"/>
                <a:gd name="T31" fmla="*/ 37 h 54"/>
                <a:gd name="T32" fmla="*/ 0 w 53"/>
                <a:gd name="T33" fmla="*/ 27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3" h="54">
                  <a:moveTo>
                    <a:pt x="0" y="27"/>
                  </a:moveTo>
                  <a:lnTo>
                    <a:pt x="1" y="17"/>
                  </a:lnTo>
                  <a:lnTo>
                    <a:pt x="7" y="8"/>
                  </a:lnTo>
                  <a:lnTo>
                    <a:pt x="16" y="3"/>
                  </a:lnTo>
                  <a:lnTo>
                    <a:pt x="26" y="0"/>
                  </a:lnTo>
                  <a:lnTo>
                    <a:pt x="37" y="3"/>
                  </a:lnTo>
                  <a:lnTo>
                    <a:pt x="46" y="8"/>
                  </a:lnTo>
                  <a:lnTo>
                    <a:pt x="51" y="17"/>
                  </a:lnTo>
                  <a:lnTo>
                    <a:pt x="53" y="27"/>
                  </a:lnTo>
                  <a:lnTo>
                    <a:pt x="51" y="37"/>
                  </a:lnTo>
                  <a:lnTo>
                    <a:pt x="46" y="46"/>
                  </a:lnTo>
                  <a:lnTo>
                    <a:pt x="37" y="53"/>
                  </a:lnTo>
                  <a:lnTo>
                    <a:pt x="26" y="54"/>
                  </a:lnTo>
                  <a:lnTo>
                    <a:pt x="16" y="53"/>
                  </a:lnTo>
                  <a:lnTo>
                    <a:pt x="7" y="46"/>
                  </a:lnTo>
                  <a:lnTo>
                    <a:pt x="1" y="37"/>
                  </a:lnTo>
                  <a:lnTo>
                    <a:pt x="0" y="27"/>
                  </a:lnTo>
                  <a:close/>
                </a:path>
              </a:pathLst>
            </a:custGeom>
            <a:solidFill>
              <a:srgbClr val="FFFFFF"/>
            </a:solidFill>
            <a:ln w="19050" cmpd="sng">
              <a:solidFill>
                <a:srgbClr val="000000"/>
              </a:solidFill>
              <a:prstDash val="solid"/>
              <a:round/>
              <a:headEnd/>
              <a:tailEnd/>
            </a:ln>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164907" name="Freeform 43"/>
            <p:cNvSpPr>
              <a:spLocks/>
            </p:cNvSpPr>
            <p:nvPr/>
          </p:nvSpPr>
          <p:spPr bwMode="auto">
            <a:xfrm>
              <a:off x="3764" y="1620"/>
              <a:ext cx="35" cy="34"/>
            </a:xfrm>
            <a:custGeom>
              <a:avLst/>
              <a:gdLst>
                <a:gd name="T0" fmla="*/ 0 w 53"/>
                <a:gd name="T1" fmla="*/ 27 h 54"/>
                <a:gd name="T2" fmla="*/ 1 w 53"/>
                <a:gd name="T3" fmla="*/ 17 h 54"/>
                <a:gd name="T4" fmla="*/ 7 w 53"/>
                <a:gd name="T5" fmla="*/ 8 h 54"/>
                <a:gd name="T6" fmla="*/ 16 w 53"/>
                <a:gd name="T7" fmla="*/ 3 h 54"/>
                <a:gd name="T8" fmla="*/ 26 w 53"/>
                <a:gd name="T9" fmla="*/ 0 h 54"/>
                <a:gd name="T10" fmla="*/ 37 w 53"/>
                <a:gd name="T11" fmla="*/ 3 h 54"/>
                <a:gd name="T12" fmla="*/ 46 w 53"/>
                <a:gd name="T13" fmla="*/ 8 h 54"/>
                <a:gd name="T14" fmla="*/ 51 w 53"/>
                <a:gd name="T15" fmla="*/ 17 h 54"/>
                <a:gd name="T16" fmla="*/ 53 w 53"/>
                <a:gd name="T17" fmla="*/ 27 h 54"/>
                <a:gd name="T18" fmla="*/ 51 w 53"/>
                <a:gd name="T19" fmla="*/ 37 h 54"/>
                <a:gd name="T20" fmla="*/ 46 w 53"/>
                <a:gd name="T21" fmla="*/ 46 h 54"/>
                <a:gd name="T22" fmla="*/ 37 w 53"/>
                <a:gd name="T23" fmla="*/ 53 h 54"/>
                <a:gd name="T24" fmla="*/ 26 w 53"/>
                <a:gd name="T25" fmla="*/ 54 h 54"/>
                <a:gd name="T26" fmla="*/ 16 w 53"/>
                <a:gd name="T27" fmla="*/ 53 h 54"/>
                <a:gd name="T28" fmla="*/ 7 w 53"/>
                <a:gd name="T29" fmla="*/ 46 h 54"/>
                <a:gd name="T30" fmla="*/ 1 w 53"/>
                <a:gd name="T31" fmla="*/ 37 h 54"/>
                <a:gd name="T32" fmla="*/ 0 w 53"/>
                <a:gd name="T33" fmla="*/ 27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3" h="54">
                  <a:moveTo>
                    <a:pt x="0" y="27"/>
                  </a:moveTo>
                  <a:lnTo>
                    <a:pt x="1" y="17"/>
                  </a:lnTo>
                  <a:lnTo>
                    <a:pt x="7" y="8"/>
                  </a:lnTo>
                  <a:lnTo>
                    <a:pt x="16" y="3"/>
                  </a:lnTo>
                  <a:lnTo>
                    <a:pt x="26" y="0"/>
                  </a:lnTo>
                  <a:lnTo>
                    <a:pt x="37" y="3"/>
                  </a:lnTo>
                  <a:lnTo>
                    <a:pt x="46" y="8"/>
                  </a:lnTo>
                  <a:lnTo>
                    <a:pt x="51" y="17"/>
                  </a:lnTo>
                  <a:lnTo>
                    <a:pt x="53" y="27"/>
                  </a:lnTo>
                  <a:lnTo>
                    <a:pt x="51" y="37"/>
                  </a:lnTo>
                  <a:lnTo>
                    <a:pt x="46" y="46"/>
                  </a:lnTo>
                  <a:lnTo>
                    <a:pt x="37" y="53"/>
                  </a:lnTo>
                  <a:lnTo>
                    <a:pt x="26" y="54"/>
                  </a:lnTo>
                  <a:lnTo>
                    <a:pt x="16" y="53"/>
                  </a:lnTo>
                  <a:lnTo>
                    <a:pt x="7" y="46"/>
                  </a:lnTo>
                  <a:lnTo>
                    <a:pt x="1" y="37"/>
                  </a:lnTo>
                  <a:lnTo>
                    <a:pt x="0" y="27"/>
                  </a:lnTo>
                  <a:close/>
                </a:path>
              </a:pathLst>
            </a:custGeom>
            <a:solidFill>
              <a:srgbClr val="FFFFFF"/>
            </a:solidFill>
            <a:ln w="19050" cmpd="sng">
              <a:solidFill>
                <a:srgbClr val="000000"/>
              </a:solidFill>
              <a:prstDash val="solid"/>
              <a:round/>
              <a:headEnd/>
              <a:tailEnd/>
            </a:ln>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graphicFrame>
          <p:nvGraphicFramePr>
            <p:cNvPr id="165042" name="Object 178"/>
            <p:cNvGraphicFramePr>
              <a:graphicFrameLocks noChangeAspect="1"/>
            </p:cNvGraphicFramePr>
            <p:nvPr/>
          </p:nvGraphicFramePr>
          <p:xfrm>
            <a:off x="2390" y="654"/>
            <a:ext cx="403" cy="272"/>
          </p:xfrm>
          <a:graphic>
            <a:graphicData uri="http://schemas.openxmlformats.org/presentationml/2006/ole">
              <mc:AlternateContent xmlns:mc="http://schemas.openxmlformats.org/markup-compatibility/2006">
                <mc:Choice xmlns:v="urn:schemas-microsoft-com:vml" Requires="v">
                  <p:oleObj spid="_x0000_s243739" name="Equation" r:id="rId7" imgW="190440" imgH="164880" progId="Equation.3">
                    <p:embed/>
                  </p:oleObj>
                </mc:Choice>
                <mc:Fallback>
                  <p:oleObj name="Equation" r:id="rId7" imgW="190440" imgH="164880" progId="Equation.3">
                    <p:embed/>
                    <p:pic>
                      <p:nvPicPr>
                        <p:cNvPr id="165042" name="Object 17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390" y="654"/>
                          <a:ext cx="403" cy="27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5044" name="Object 180"/>
            <p:cNvGraphicFramePr>
              <a:graphicFrameLocks noChangeAspect="1"/>
            </p:cNvGraphicFramePr>
            <p:nvPr/>
          </p:nvGraphicFramePr>
          <p:xfrm>
            <a:off x="2383" y="1475"/>
            <a:ext cx="370" cy="300"/>
          </p:xfrm>
          <a:graphic>
            <a:graphicData uri="http://schemas.openxmlformats.org/presentationml/2006/ole">
              <mc:AlternateContent xmlns:mc="http://schemas.openxmlformats.org/markup-compatibility/2006">
                <mc:Choice xmlns:v="urn:schemas-microsoft-com:vml" Requires="v">
                  <p:oleObj spid="_x0000_s243740" name="Equation" r:id="rId9" imgW="203040" imgH="164880" progId="Equation.3">
                    <p:embed/>
                  </p:oleObj>
                </mc:Choice>
                <mc:Fallback>
                  <p:oleObj name="Equation" r:id="rId9" imgW="203040" imgH="164880" progId="Equation.3">
                    <p:embed/>
                    <p:pic>
                      <p:nvPicPr>
                        <p:cNvPr id="165044" name="Object 18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383" y="1475"/>
                          <a:ext cx="370" cy="300"/>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165049" name="Group 185"/>
          <p:cNvGrpSpPr>
            <a:grpSpLocks/>
          </p:cNvGrpSpPr>
          <p:nvPr/>
        </p:nvGrpSpPr>
        <p:grpSpPr bwMode="auto">
          <a:xfrm>
            <a:off x="266700" y="3344863"/>
            <a:ext cx="3055938" cy="2232025"/>
            <a:chOff x="168" y="2107"/>
            <a:chExt cx="1925" cy="1406"/>
          </a:xfrm>
        </p:grpSpPr>
        <p:sp>
          <p:nvSpPr>
            <p:cNvPr id="164932" name="Line 68"/>
            <p:cNvSpPr>
              <a:spLocks noChangeShapeType="1"/>
            </p:cNvSpPr>
            <p:nvPr/>
          </p:nvSpPr>
          <p:spPr bwMode="auto">
            <a:xfrm>
              <a:off x="1421" y="2781"/>
              <a:ext cx="0" cy="72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164929" name="AutoShape 65"/>
            <p:cNvSpPr>
              <a:spLocks noChangeArrowheads="1"/>
            </p:cNvSpPr>
            <p:nvPr/>
          </p:nvSpPr>
          <p:spPr bwMode="auto">
            <a:xfrm>
              <a:off x="1300" y="2867"/>
              <a:ext cx="232" cy="384"/>
            </a:xfrm>
            <a:prstGeom prst="diamond">
              <a:avLst/>
            </a:prstGeom>
            <a:solidFill>
              <a:schemeClr val="accent1"/>
            </a:solidFill>
            <a:ln w="31750">
              <a:solidFill>
                <a:schemeClr val="tx1"/>
              </a:solidFill>
              <a:miter lim="800000"/>
              <a:headEnd/>
              <a:tailEnd/>
            </a:ln>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164911" name="Rectangle 47"/>
            <p:cNvSpPr>
              <a:spLocks noChangeArrowheads="1"/>
            </p:cNvSpPr>
            <p:nvPr/>
          </p:nvSpPr>
          <p:spPr bwMode="auto">
            <a:xfrm>
              <a:off x="985" y="2107"/>
              <a:ext cx="276"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400" b="1" i="1"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R</a:t>
              </a:r>
              <a:r>
                <a:rPr kumimoji="1" lang="en-US" altLang="zh-CN" sz="2400" b="1" i="0" u="none" strike="noStrike" kern="1200" cap="none" spc="0" normalizeH="0" baseline="-2500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f</a:t>
              </a:r>
            </a:p>
          </p:txBody>
        </p:sp>
        <p:sp>
          <p:nvSpPr>
            <p:cNvPr id="164913" name="Line 49"/>
            <p:cNvSpPr>
              <a:spLocks noChangeShapeType="1"/>
            </p:cNvSpPr>
            <p:nvPr/>
          </p:nvSpPr>
          <p:spPr bwMode="auto">
            <a:xfrm>
              <a:off x="426" y="2425"/>
              <a:ext cx="0" cy="36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164915" name="Line 51"/>
            <p:cNvSpPr>
              <a:spLocks noChangeShapeType="1"/>
            </p:cNvSpPr>
            <p:nvPr/>
          </p:nvSpPr>
          <p:spPr bwMode="auto">
            <a:xfrm flipH="1" flipV="1">
              <a:off x="421" y="2411"/>
              <a:ext cx="1480" cy="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164919" name="Line 55"/>
            <p:cNvSpPr>
              <a:spLocks noChangeShapeType="1"/>
            </p:cNvSpPr>
            <p:nvPr/>
          </p:nvSpPr>
          <p:spPr bwMode="auto">
            <a:xfrm rot="5400000">
              <a:off x="456" y="3064"/>
              <a:ext cx="222" cy="5"/>
            </a:xfrm>
            <a:prstGeom prst="line">
              <a:avLst/>
            </a:prstGeom>
            <a:noFill/>
            <a:ln w="19050">
              <a:solidFill>
                <a:schemeClr val="tx1"/>
              </a:solidFill>
              <a:round/>
              <a:headEnd/>
              <a:tailEnd type="stealth" w="med" len="lg"/>
            </a:ln>
            <a:extLst>
              <a:ext uri="{909E8E84-426E-40DD-AFC4-6F175D3DCCD1}">
                <a14:hiddenFill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164920" name="Line 56"/>
            <p:cNvSpPr>
              <a:spLocks noChangeShapeType="1"/>
            </p:cNvSpPr>
            <p:nvPr/>
          </p:nvSpPr>
          <p:spPr bwMode="auto">
            <a:xfrm flipV="1">
              <a:off x="212" y="3488"/>
              <a:ext cx="1834" cy="2"/>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164921" name="Line 57"/>
            <p:cNvSpPr>
              <a:spLocks noChangeShapeType="1"/>
            </p:cNvSpPr>
            <p:nvPr/>
          </p:nvSpPr>
          <p:spPr bwMode="auto">
            <a:xfrm>
              <a:off x="1425" y="2790"/>
              <a:ext cx="600" cy="1"/>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164922" name="Rectangle 58"/>
            <p:cNvSpPr>
              <a:spLocks noChangeArrowheads="1"/>
            </p:cNvSpPr>
            <p:nvPr/>
          </p:nvSpPr>
          <p:spPr bwMode="auto">
            <a:xfrm rot="5400000">
              <a:off x="541" y="3064"/>
              <a:ext cx="272" cy="90"/>
            </a:xfrm>
            <a:prstGeom prst="rect">
              <a:avLst/>
            </a:prstGeom>
            <a:solidFill>
              <a:srgbClr val="FFFFCC"/>
            </a:solidFill>
            <a:ln w="31750">
              <a:solidFill>
                <a:srgbClr val="000000"/>
              </a:solidFill>
              <a:miter lim="800000"/>
              <a:headEnd/>
              <a:tailEnd/>
            </a:ln>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164923" name="Oval 59"/>
            <p:cNvSpPr>
              <a:spLocks noChangeArrowheads="1"/>
            </p:cNvSpPr>
            <p:nvPr/>
          </p:nvSpPr>
          <p:spPr bwMode="auto">
            <a:xfrm>
              <a:off x="168" y="2757"/>
              <a:ext cx="45" cy="45"/>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164924" name="Oval 60"/>
            <p:cNvSpPr>
              <a:spLocks noChangeArrowheads="1"/>
            </p:cNvSpPr>
            <p:nvPr/>
          </p:nvSpPr>
          <p:spPr bwMode="auto">
            <a:xfrm>
              <a:off x="168" y="3462"/>
              <a:ext cx="45" cy="45"/>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164925" name="Oval 61"/>
            <p:cNvSpPr>
              <a:spLocks noChangeArrowheads="1"/>
            </p:cNvSpPr>
            <p:nvPr/>
          </p:nvSpPr>
          <p:spPr bwMode="auto">
            <a:xfrm>
              <a:off x="2019" y="2763"/>
              <a:ext cx="45" cy="45"/>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164926" name="Oval 62"/>
            <p:cNvSpPr>
              <a:spLocks noChangeArrowheads="1"/>
            </p:cNvSpPr>
            <p:nvPr/>
          </p:nvSpPr>
          <p:spPr bwMode="auto">
            <a:xfrm>
              <a:off x="2048" y="3468"/>
              <a:ext cx="45" cy="45"/>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164927" name="Line 63"/>
            <p:cNvSpPr>
              <a:spLocks noChangeShapeType="1"/>
            </p:cNvSpPr>
            <p:nvPr/>
          </p:nvSpPr>
          <p:spPr bwMode="auto">
            <a:xfrm flipV="1">
              <a:off x="679" y="2781"/>
              <a:ext cx="0" cy="19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164928" name="Line 64"/>
            <p:cNvSpPr>
              <a:spLocks noChangeShapeType="1"/>
            </p:cNvSpPr>
            <p:nvPr/>
          </p:nvSpPr>
          <p:spPr bwMode="auto">
            <a:xfrm>
              <a:off x="679" y="3249"/>
              <a:ext cx="0" cy="25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164930" name="Line 66"/>
            <p:cNvSpPr>
              <a:spLocks noChangeShapeType="1"/>
            </p:cNvSpPr>
            <p:nvPr/>
          </p:nvSpPr>
          <p:spPr bwMode="auto">
            <a:xfrm>
              <a:off x="1290" y="3055"/>
              <a:ext cx="232"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164936" name="Line 72"/>
            <p:cNvSpPr>
              <a:spLocks noChangeShapeType="1"/>
            </p:cNvSpPr>
            <p:nvPr/>
          </p:nvSpPr>
          <p:spPr bwMode="auto">
            <a:xfrm>
              <a:off x="1886" y="2406"/>
              <a:ext cx="0" cy="109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164937" name="Rectangle 73"/>
            <p:cNvSpPr>
              <a:spLocks noChangeArrowheads="1"/>
            </p:cNvSpPr>
            <p:nvPr/>
          </p:nvSpPr>
          <p:spPr bwMode="auto">
            <a:xfrm>
              <a:off x="720" y="3001"/>
              <a:ext cx="275" cy="2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000" b="1" i="1"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R</a:t>
              </a:r>
              <a:r>
                <a:rPr kumimoji="1" lang="en-US" altLang="zh-CN" sz="2000" b="1" i="0" u="none" strike="noStrike" kern="1200" cap="none" spc="0" normalizeH="0" baseline="-2500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1</a:t>
              </a:r>
            </a:p>
          </p:txBody>
        </p:sp>
        <p:sp>
          <p:nvSpPr>
            <p:cNvPr id="164938" name="Rectangle 74"/>
            <p:cNvSpPr>
              <a:spLocks noChangeArrowheads="1"/>
            </p:cNvSpPr>
            <p:nvPr/>
          </p:nvSpPr>
          <p:spPr bwMode="auto">
            <a:xfrm>
              <a:off x="1548" y="2979"/>
              <a:ext cx="308"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1" i="1"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R</a:t>
              </a:r>
              <a:r>
                <a:rPr kumimoji="1" lang="en-US" altLang="zh-CN" sz="2400" b="1" i="0" u="none" strike="noStrike" kern="1200" cap="none" spc="0" normalizeH="0" baseline="-2500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2</a:t>
              </a:r>
            </a:p>
          </p:txBody>
        </p:sp>
        <p:graphicFrame>
          <p:nvGraphicFramePr>
            <p:cNvPr id="164939" name="Object 75"/>
            <p:cNvGraphicFramePr>
              <a:graphicFrameLocks noChangeAspect="1"/>
            </p:cNvGraphicFramePr>
            <p:nvPr/>
          </p:nvGraphicFramePr>
          <p:xfrm>
            <a:off x="997" y="3185"/>
            <a:ext cx="297" cy="290"/>
          </p:xfrm>
          <a:graphic>
            <a:graphicData uri="http://schemas.openxmlformats.org/presentationml/2006/ole">
              <mc:AlternateContent xmlns:mc="http://schemas.openxmlformats.org/markup-compatibility/2006">
                <mc:Choice xmlns:v="urn:schemas-microsoft-com:vml" Requires="v">
                  <p:oleObj spid="_x0000_s243741" name="Equation" r:id="rId11" imgW="253800" imgH="241200" progId="Equation.3">
                    <p:embed/>
                  </p:oleObj>
                </mc:Choice>
                <mc:Fallback>
                  <p:oleObj name="Equation" r:id="rId11" imgW="253800" imgH="241200" progId="Equation.3">
                    <p:embed/>
                    <p:pic>
                      <p:nvPicPr>
                        <p:cNvPr id="164939" name="Object 75"/>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997" y="3185"/>
                          <a:ext cx="297" cy="2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64940" name="Line 76"/>
            <p:cNvSpPr>
              <a:spLocks noChangeShapeType="1"/>
            </p:cNvSpPr>
            <p:nvPr/>
          </p:nvSpPr>
          <p:spPr bwMode="auto">
            <a:xfrm>
              <a:off x="214" y="2781"/>
              <a:ext cx="465"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graphicFrame>
          <p:nvGraphicFramePr>
            <p:cNvPr id="164942" name="Object 78"/>
            <p:cNvGraphicFramePr>
              <a:graphicFrameLocks noChangeAspect="1"/>
            </p:cNvGraphicFramePr>
            <p:nvPr/>
          </p:nvGraphicFramePr>
          <p:xfrm>
            <a:off x="306" y="2890"/>
            <a:ext cx="204" cy="276"/>
          </p:xfrm>
          <a:graphic>
            <a:graphicData uri="http://schemas.openxmlformats.org/presentationml/2006/ole">
              <mc:AlternateContent xmlns:mc="http://schemas.openxmlformats.org/markup-compatibility/2006">
                <mc:Choice xmlns:v="urn:schemas-microsoft-com:vml" Requires="v">
                  <p:oleObj spid="_x0000_s243742" name="Equation" r:id="rId13" imgW="177480" imgH="241200" progId="Equation.3">
                    <p:embed/>
                  </p:oleObj>
                </mc:Choice>
                <mc:Fallback>
                  <p:oleObj name="Equation" r:id="rId13" imgW="177480" imgH="241200" progId="Equation.3">
                    <p:embed/>
                    <p:pic>
                      <p:nvPicPr>
                        <p:cNvPr id="164942" name="Object 7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06" y="2890"/>
                          <a:ext cx="204" cy="27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64912" name="Rectangle 48"/>
            <p:cNvSpPr>
              <a:spLocks noChangeArrowheads="1"/>
            </p:cNvSpPr>
            <p:nvPr/>
          </p:nvSpPr>
          <p:spPr bwMode="auto">
            <a:xfrm>
              <a:off x="975" y="2367"/>
              <a:ext cx="263" cy="93"/>
            </a:xfrm>
            <a:prstGeom prst="rect">
              <a:avLst/>
            </a:prstGeom>
            <a:solidFill>
              <a:srgbClr val="FFFFCC"/>
            </a:solidFill>
            <a:ln w="31750">
              <a:solidFill>
                <a:srgbClr val="000000"/>
              </a:solidFill>
              <a:miter lim="800000"/>
              <a:headEnd/>
              <a:tailEnd/>
            </a:ln>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165047" name="Line 183"/>
            <p:cNvSpPr>
              <a:spLocks noChangeShapeType="1"/>
            </p:cNvSpPr>
            <p:nvPr/>
          </p:nvSpPr>
          <p:spPr bwMode="auto">
            <a:xfrm rot="5400000">
              <a:off x="1223" y="3376"/>
              <a:ext cx="222" cy="5"/>
            </a:xfrm>
            <a:prstGeom prst="line">
              <a:avLst/>
            </a:prstGeom>
            <a:noFill/>
            <a:ln w="19050">
              <a:solidFill>
                <a:schemeClr val="tx1"/>
              </a:solidFill>
              <a:round/>
              <a:headEnd/>
              <a:tailEnd type="stealth" w="med" len="lg"/>
            </a:ln>
            <a:extLst>
              <a:ext uri="{909E8E84-426E-40DD-AFC4-6F175D3DCCD1}">
                <a14:hiddenFill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164934" name="Rectangle 70"/>
            <p:cNvSpPr>
              <a:spLocks noChangeArrowheads="1"/>
            </p:cNvSpPr>
            <p:nvPr/>
          </p:nvSpPr>
          <p:spPr bwMode="auto">
            <a:xfrm rot="5400000">
              <a:off x="1748" y="3109"/>
              <a:ext cx="272" cy="90"/>
            </a:xfrm>
            <a:prstGeom prst="rect">
              <a:avLst/>
            </a:prstGeom>
            <a:solidFill>
              <a:srgbClr val="FFFFCC"/>
            </a:solidFill>
            <a:ln w="31750">
              <a:solidFill>
                <a:srgbClr val="000000"/>
              </a:solidFill>
              <a:miter lim="800000"/>
              <a:headEnd/>
              <a:tailEnd/>
            </a:ln>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165048" name="Text Box 184"/>
            <p:cNvSpPr txBox="1">
              <a:spLocks noChangeArrowheads="1"/>
            </p:cNvSpPr>
            <p:nvPr/>
          </p:nvSpPr>
          <p:spPr bwMode="auto">
            <a:xfrm>
              <a:off x="1798" y="2650"/>
              <a:ext cx="188" cy="250"/>
            </a:xfrm>
            <a:prstGeom prst="rect">
              <a:avLst/>
            </a:prstGeom>
            <a:noFill/>
            <a:ln>
              <a:noFill/>
            </a:ln>
            <a:effectLst/>
            <a:extLst>
              <a:ext uri="{909E8E84-426E-40DD-AFC4-6F175D3DCCD1}">
                <a14:hiddenFill xmlns:a14="http://schemas.microsoft.com/office/drawing/2010/main">
                  <a:solidFill>
                    <a:srgbClr val="FFFFCC">
                      <a:alpha val="50000"/>
                    </a:srgbClr>
                  </a:solidFill>
                </a14:hiddenFill>
              </a:ext>
              <a:ext uri="{91240B29-F687-4F45-9708-019B960494DF}">
                <a14:hiddenLine xmlns:a14="http://schemas.microsoft.com/office/drawing/2010/main" w="19050">
                  <a:solidFill>
                    <a:schemeClr val="tx1"/>
                  </a:solidFill>
                  <a:miter lim="800000"/>
                  <a:headEnd/>
                  <a:tailEnd type="none" w="med"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1" lang="en-US" altLang="zh-CN" sz="2000" b="0"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sym typeface="Symbol" panose="05050102010706020507" pitchFamily="18" charset="2"/>
                </a:rPr>
                <a:t></a:t>
              </a:r>
              <a:endParaRPr kumimoji="1" lang="en-US" altLang="zh-CN" sz="2000" b="0"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grpSp>
      <p:grpSp>
        <p:nvGrpSpPr>
          <p:cNvPr id="165054" name="Group 190"/>
          <p:cNvGrpSpPr>
            <a:grpSpLocks/>
          </p:cNvGrpSpPr>
          <p:nvPr/>
        </p:nvGrpSpPr>
        <p:grpSpPr bwMode="auto">
          <a:xfrm>
            <a:off x="4244975" y="3240088"/>
            <a:ext cx="4756150" cy="2840037"/>
            <a:chOff x="2674" y="2041"/>
            <a:chExt cx="2996" cy="1789"/>
          </a:xfrm>
        </p:grpSpPr>
        <p:sp>
          <p:nvSpPr>
            <p:cNvPr id="164976" name="Line 112"/>
            <p:cNvSpPr>
              <a:spLocks noChangeShapeType="1"/>
            </p:cNvSpPr>
            <p:nvPr/>
          </p:nvSpPr>
          <p:spPr bwMode="auto">
            <a:xfrm flipV="1">
              <a:off x="3321" y="3057"/>
              <a:ext cx="289" cy="4"/>
            </a:xfrm>
            <a:prstGeom prst="line">
              <a:avLst/>
            </a:prstGeom>
            <a:noFill/>
            <a:ln w="19050">
              <a:solidFill>
                <a:schemeClr val="tx1"/>
              </a:solidFill>
              <a:round/>
              <a:headEnd/>
              <a:tailEnd type="stealth" w="med" len="lg"/>
            </a:ln>
            <a:extLst>
              <a:ext uri="{909E8E84-426E-40DD-AFC4-6F175D3DCCD1}">
                <a14:hiddenFill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164977" name="Line 113"/>
            <p:cNvSpPr>
              <a:spLocks noChangeShapeType="1"/>
            </p:cNvSpPr>
            <p:nvPr/>
          </p:nvSpPr>
          <p:spPr bwMode="auto">
            <a:xfrm flipV="1">
              <a:off x="3280" y="3712"/>
              <a:ext cx="1733" cy="9"/>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164978" name="Line 114"/>
            <p:cNvSpPr>
              <a:spLocks noChangeShapeType="1"/>
            </p:cNvSpPr>
            <p:nvPr/>
          </p:nvSpPr>
          <p:spPr bwMode="auto">
            <a:xfrm>
              <a:off x="4396" y="3008"/>
              <a:ext cx="613" cy="1"/>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164979" name="Rectangle 115"/>
            <p:cNvSpPr>
              <a:spLocks noChangeArrowheads="1"/>
            </p:cNvSpPr>
            <p:nvPr/>
          </p:nvSpPr>
          <p:spPr bwMode="auto">
            <a:xfrm rot="5400000">
              <a:off x="3508" y="3292"/>
              <a:ext cx="272" cy="90"/>
            </a:xfrm>
            <a:prstGeom prst="rect">
              <a:avLst/>
            </a:prstGeom>
            <a:solidFill>
              <a:srgbClr val="FFFFCC"/>
            </a:solidFill>
            <a:ln w="31750">
              <a:solidFill>
                <a:srgbClr val="000000"/>
              </a:solidFill>
              <a:miter lim="800000"/>
              <a:headEnd/>
              <a:tailEnd/>
            </a:ln>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164980" name="Oval 116"/>
            <p:cNvSpPr>
              <a:spLocks noChangeArrowheads="1"/>
            </p:cNvSpPr>
            <p:nvPr/>
          </p:nvSpPr>
          <p:spPr bwMode="auto">
            <a:xfrm>
              <a:off x="3244" y="2985"/>
              <a:ext cx="45" cy="45"/>
            </a:xfrm>
            <a:prstGeom prst="ellipse">
              <a:avLst/>
            </a:prstGeom>
            <a:noFill/>
            <a:ln w="19050">
              <a:solidFill>
                <a:schemeClr val="tx1"/>
              </a:solidFill>
              <a:round/>
              <a:headEnd/>
              <a:tailEnd/>
            </a:ln>
            <a:effectLst/>
            <a:extLst>
              <a:ext uri="{909E8E84-426E-40DD-AFC4-6F175D3DCCD1}">
                <a14:hiddenFill xmlns:a14="http://schemas.microsoft.com/office/drawing/2010/main">
                  <a:solidFill>
                    <a:srgbClr val="00CC66"/>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164981" name="Oval 117"/>
            <p:cNvSpPr>
              <a:spLocks noChangeArrowheads="1"/>
            </p:cNvSpPr>
            <p:nvPr/>
          </p:nvSpPr>
          <p:spPr bwMode="auto">
            <a:xfrm>
              <a:off x="3244" y="3698"/>
              <a:ext cx="45" cy="45"/>
            </a:xfrm>
            <a:prstGeom prst="ellipse">
              <a:avLst/>
            </a:prstGeom>
            <a:noFill/>
            <a:ln w="19050">
              <a:solidFill>
                <a:schemeClr val="tx1"/>
              </a:solidFill>
              <a:round/>
              <a:headEnd/>
              <a:tailEnd/>
            </a:ln>
            <a:effectLst/>
            <a:extLst>
              <a:ext uri="{909E8E84-426E-40DD-AFC4-6F175D3DCCD1}">
                <a14:hiddenFill xmlns:a14="http://schemas.microsoft.com/office/drawing/2010/main">
                  <a:solidFill>
                    <a:srgbClr val="00CC66"/>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164982" name="Oval 118"/>
            <p:cNvSpPr>
              <a:spLocks noChangeArrowheads="1"/>
            </p:cNvSpPr>
            <p:nvPr/>
          </p:nvSpPr>
          <p:spPr bwMode="auto">
            <a:xfrm>
              <a:off x="5005" y="2985"/>
              <a:ext cx="45" cy="45"/>
            </a:xfrm>
            <a:prstGeom prst="ellipse">
              <a:avLst/>
            </a:prstGeom>
            <a:noFill/>
            <a:ln w="19050">
              <a:solidFill>
                <a:schemeClr val="tx1"/>
              </a:solidFill>
              <a:round/>
              <a:headEnd/>
              <a:tailEnd/>
            </a:ln>
            <a:effectLst/>
            <a:extLst>
              <a:ext uri="{909E8E84-426E-40DD-AFC4-6F175D3DCCD1}">
                <a14:hiddenFill xmlns:a14="http://schemas.microsoft.com/office/drawing/2010/main">
                  <a:solidFill>
                    <a:srgbClr val="00CC66"/>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164983" name="Oval 119"/>
            <p:cNvSpPr>
              <a:spLocks noChangeArrowheads="1"/>
            </p:cNvSpPr>
            <p:nvPr/>
          </p:nvSpPr>
          <p:spPr bwMode="auto">
            <a:xfrm>
              <a:off x="5005" y="3690"/>
              <a:ext cx="45" cy="45"/>
            </a:xfrm>
            <a:prstGeom prst="ellipse">
              <a:avLst/>
            </a:prstGeom>
            <a:noFill/>
            <a:ln w="19050">
              <a:solidFill>
                <a:schemeClr val="tx1"/>
              </a:solidFill>
              <a:round/>
              <a:headEnd/>
              <a:tailEnd/>
            </a:ln>
            <a:effectLst/>
            <a:extLst>
              <a:ext uri="{909E8E84-426E-40DD-AFC4-6F175D3DCCD1}">
                <a14:hiddenFill xmlns:a14="http://schemas.microsoft.com/office/drawing/2010/main">
                  <a:solidFill>
                    <a:srgbClr val="00CC66"/>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164984" name="Line 120"/>
            <p:cNvSpPr>
              <a:spLocks noChangeShapeType="1"/>
            </p:cNvSpPr>
            <p:nvPr/>
          </p:nvSpPr>
          <p:spPr bwMode="auto">
            <a:xfrm flipV="1">
              <a:off x="3636" y="3009"/>
              <a:ext cx="0" cy="19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164985" name="Line 121"/>
            <p:cNvSpPr>
              <a:spLocks noChangeShapeType="1"/>
            </p:cNvSpPr>
            <p:nvPr/>
          </p:nvSpPr>
          <p:spPr bwMode="auto">
            <a:xfrm>
              <a:off x="3636" y="3477"/>
              <a:ext cx="0" cy="25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164989" name="Line 125"/>
            <p:cNvSpPr>
              <a:spLocks noChangeShapeType="1"/>
            </p:cNvSpPr>
            <p:nvPr/>
          </p:nvSpPr>
          <p:spPr bwMode="auto">
            <a:xfrm>
              <a:off x="4403" y="3000"/>
              <a:ext cx="0" cy="729"/>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164990" name="Line 126"/>
            <p:cNvSpPr>
              <a:spLocks noChangeShapeType="1"/>
            </p:cNvSpPr>
            <p:nvPr/>
          </p:nvSpPr>
          <p:spPr bwMode="auto">
            <a:xfrm>
              <a:off x="4332" y="3473"/>
              <a:ext cx="0" cy="208"/>
            </a:xfrm>
            <a:prstGeom prst="line">
              <a:avLst/>
            </a:prstGeom>
            <a:noFill/>
            <a:ln w="19050">
              <a:solidFill>
                <a:schemeClr val="tx1"/>
              </a:solidFill>
              <a:round/>
              <a:headEnd/>
              <a:tailEnd type="stealth" w="med" len="lg"/>
            </a:ln>
            <a:extLst>
              <a:ext uri="{909E8E84-426E-40DD-AFC4-6F175D3DCCD1}">
                <a14:hiddenFill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164991" name="Rectangle 127"/>
            <p:cNvSpPr>
              <a:spLocks noChangeArrowheads="1"/>
            </p:cNvSpPr>
            <p:nvPr/>
          </p:nvSpPr>
          <p:spPr bwMode="auto">
            <a:xfrm rot="5400000">
              <a:off x="4705" y="3337"/>
              <a:ext cx="272" cy="90"/>
            </a:xfrm>
            <a:prstGeom prst="rect">
              <a:avLst/>
            </a:prstGeom>
            <a:solidFill>
              <a:srgbClr val="FFFFCC"/>
            </a:solidFill>
            <a:ln w="31750">
              <a:solidFill>
                <a:srgbClr val="000000"/>
              </a:solidFill>
              <a:miter lim="800000"/>
              <a:headEnd/>
              <a:tailEnd/>
            </a:ln>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164992" name="Line 128"/>
            <p:cNvSpPr>
              <a:spLocks noChangeShapeType="1"/>
            </p:cNvSpPr>
            <p:nvPr/>
          </p:nvSpPr>
          <p:spPr bwMode="auto">
            <a:xfrm flipV="1">
              <a:off x="4843" y="3009"/>
              <a:ext cx="0" cy="240"/>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164993" name="Line 129"/>
            <p:cNvSpPr>
              <a:spLocks noChangeShapeType="1"/>
            </p:cNvSpPr>
            <p:nvPr/>
          </p:nvSpPr>
          <p:spPr bwMode="auto">
            <a:xfrm>
              <a:off x="4843" y="3513"/>
              <a:ext cx="0" cy="21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164994" name="Rectangle 130"/>
            <p:cNvSpPr>
              <a:spLocks noChangeArrowheads="1"/>
            </p:cNvSpPr>
            <p:nvPr/>
          </p:nvSpPr>
          <p:spPr bwMode="auto">
            <a:xfrm>
              <a:off x="3658" y="3205"/>
              <a:ext cx="275" cy="2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000" b="1" i="1"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R</a:t>
              </a:r>
              <a:r>
                <a:rPr kumimoji="1" lang="en-US" altLang="zh-CN" sz="2000" b="1" i="0" u="none" strike="noStrike" kern="1200" cap="none" spc="0" normalizeH="0" baseline="-2500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1</a:t>
              </a:r>
            </a:p>
          </p:txBody>
        </p:sp>
        <p:sp>
          <p:nvSpPr>
            <p:cNvPr id="164995" name="Rectangle 131"/>
            <p:cNvSpPr>
              <a:spLocks noChangeArrowheads="1"/>
            </p:cNvSpPr>
            <p:nvPr/>
          </p:nvSpPr>
          <p:spPr bwMode="auto">
            <a:xfrm>
              <a:off x="4548" y="3234"/>
              <a:ext cx="276" cy="2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000" b="1" i="1"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R</a:t>
              </a:r>
              <a:r>
                <a:rPr kumimoji="1" lang="en-US" altLang="zh-CN" sz="2000" b="1" i="0" u="none" strike="noStrike" kern="1200" cap="none" spc="0" normalizeH="0" baseline="-2500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2</a:t>
              </a:r>
            </a:p>
          </p:txBody>
        </p:sp>
        <p:graphicFrame>
          <p:nvGraphicFramePr>
            <p:cNvPr id="164996" name="Object 132"/>
            <p:cNvGraphicFramePr>
              <a:graphicFrameLocks noChangeAspect="1"/>
            </p:cNvGraphicFramePr>
            <p:nvPr/>
          </p:nvGraphicFramePr>
          <p:xfrm>
            <a:off x="4022" y="3412"/>
            <a:ext cx="276" cy="269"/>
          </p:xfrm>
          <a:graphic>
            <a:graphicData uri="http://schemas.openxmlformats.org/presentationml/2006/ole">
              <mc:AlternateContent xmlns:mc="http://schemas.openxmlformats.org/markup-compatibility/2006">
                <mc:Choice xmlns:v="urn:schemas-microsoft-com:vml" Requires="v">
                  <p:oleObj spid="_x0000_s243743" name="Equation" r:id="rId15" imgW="253800" imgH="241200" progId="Equation.3">
                    <p:embed/>
                  </p:oleObj>
                </mc:Choice>
                <mc:Fallback>
                  <p:oleObj name="Equation" r:id="rId15" imgW="253800" imgH="241200" progId="Equation.3">
                    <p:embed/>
                    <p:pic>
                      <p:nvPicPr>
                        <p:cNvPr id="164996" name="Object 132"/>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022" y="3412"/>
                          <a:ext cx="276" cy="26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64997" name="Line 133"/>
            <p:cNvSpPr>
              <a:spLocks noChangeShapeType="1"/>
            </p:cNvSpPr>
            <p:nvPr/>
          </p:nvSpPr>
          <p:spPr bwMode="auto">
            <a:xfrm>
              <a:off x="3291" y="3004"/>
              <a:ext cx="345" cy="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164999" name="Oval 135"/>
            <p:cNvSpPr>
              <a:spLocks noChangeArrowheads="1"/>
            </p:cNvSpPr>
            <p:nvPr/>
          </p:nvSpPr>
          <p:spPr bwMode="auto">
            <a:xfrm>
              <a:off x="5622" y="2582"/>
              <a:ext cx="45" cy="45"/>
            </a:xfrm>
            <a:prstGeom prst="ellipse">
              <a:avLst/>
            </a:prstGeom>
            <a:noFill/>
            <a:ln w="19050">
              <a:solidFill>
                <a:schemeClr val="tx1"/>
              </a:solidFill>
              <a:round/>
              <a:headEnd/>
              <a:tailEnd/>
            </a:ln>
            <a:effectLst/>
            <a:extLst>
              <a:ext uri="{909E8E84-426E-40DD-AFC4-6F175D3DCCD1}">
                <a14:hiddenFill xmlns:a14="http://schemas.microsoft.com/office/drawing/2010/main">
                  <a:solidFill>
                    <a:srgbClr val="00CC66"/>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165000" name="Line 136"/>
            <p:cNvSpPr>
              <a:spLocks noChangeShapeType="1"/>
            </p:cNvSpPr>
            <p:nvPr/>
          </p:nvSpPr>
          <p:spPr bwMode="auto">
            <a:xfrm>
              <a:off x="5272" y="2604"/>
              <a:ext cx="349" cy="0"/>
            </a:xfrm>
            <a:prstGeom prst="line">
              <a:avLst/>
            </a:prstGeom>
            <a:noFill/>
            <a:ln w="19050">
              <a:solidFill>
                <a:schemeClr val="tx1"/>
              </a:solidFill>
              <a:round/>
              <a:headEnd/>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165001" name="Line 137"/>
            <p:cNvSpPr>
              <a:spLocks noChangeShapeType="1"/>
            </p:cNvSpPr>
            <p:nvPr/>
          </p:nvSpPr>
          <p:spPr bwMode="auto">
            <a:xfrm>
              <a:off x="5031" y="2358"/>
              <a:ext cx="248" cy="258"/>
            </a:xfrm>
            <a:prstGeom prst="line">
              <a:avLst/>
            </a:prstGeom>
            <a:noFill/>
            <a:ln w="19050">
              <a:solidFill>
                <a:schemeClr val="tx1"/>
              </a:solidFill>
              <a:round/>
              <a:headEnd/>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165002" name="Line 138"/>
            <p:cNvSpPr>
              <a:spLocks noChangeShapeType="1"/>
            </p:cNvSpPr>
            <p:nvPr/>
          </p:nvSpPr>
          <p:spPr bwMode="auto">
            <a:xfrm flipV="1">
              <a:off x="5043" y="2603"/>
              <a:ext cx="228" cy="408"/>
            </a:xfrm>
            <a:prstGeom prst="line">
              <a:avLst/>
            </a:prstGeom>
            <a:noFill/>
            <a:ln w="19050">
              <a:solidFill>
                <a:schemeClr val="tx1"/>
              </a:solidFill>
              <a:round/>
              <a:headEnd/>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165004" name="Line 140"/>
            <p:cNvSpPr>
              <a:spLocks noChangeShapeType="1"/>
            </p:cNvSpPr>
            <p:nvPr/>
          </p:nvSpPr>
          <p:spPr bwMode="auto">
            <a:xfrm flipV="1">
              <a:off x="5048" y="3264"/>
              <a:ext cx="320" cy="435"/>
            </a:xfrm>
            <a:prstGeom prst="line">
              <a:avLst/>
            </a:prstGeom>
            <a:noFill/>
            <a:ln w="19050">
              <a:solidFill>
                <a:schemeClr val="tx1"/>
              </a:solidFill>
              <a:round/>
              <a:headEnd/>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165005" name="Line 141"/>
            <p:cNvSpPr>
              <a:spLocks noChangeShapeType="1"/>
            </p:cNvSpPr>
            <p:nvPr/>
          </p:nvSpPr>
          <p:spPr bwMode="auto">
            <a:xfrm>
              <a:off x="5041" y="2874"/>
              <a:ext cx="334" cy="390"/>
            </a:xfrm>
            <a:prstGeom prst="line">
              <a:avLst/>
            </a:prstGeom>
            <a:noFill/>
            <a:ln w="19050">
              <a:solidFill>
                <a:schemeClr val="tx1"/>
              </a:solidFill>
              <a:round/>
              <a:headEnd/>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165006" name="Line 142"/>
            <p:cNvSpPr>
              <a:spLocks noChangeShapeType="1"/>
            </p:cNvSpPr>
            <p:nvPr/>
          </p:nvSpPr>
          <p:spPr bwMode="auto">
            <a:xfrm flipV="1">
              <a:off x="5366" y="3257"/>
              <a:ext cx="271" cy="5"/>
            </a:xfrm>
            <a:prstGeom prst="line">
              <a:avLst/>
            </a:prstGeom>
            <a:noFill/>
            <a:ln w="19050">
              <a:solidFill>
                <a:schemeClr val="tx1"/>
              </a:solidFill>
              <a:round/>
              <a:headEnd/>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165007" name="Oval 143"/>
            <p:cNvSpPr>
              <a:spLocks noChangeArrowheads="1"/>
            </p:cNvSpPr>
            <p:nvPr/>
          </p:nvSpPr>
          <p:spPr bwMode="auto">
            <a:xfrm>
              <a:off x="5625" y="3240"/>
              <a:ext cx="45" cy="45"/>
            </a:xfrm>
            <a:prstGeom prst="ellipse">
              <a:avLst/>
            </a:prstGeom>
            <a:noFill/>
            <a:ln w="19050">
              <a:solidFill>
                <a:schemeClr val="tx1"/>
              </a:solidFill>
              <a:round/>
              <a:headEnd/>
              <a:tailEnd/>
            </a:ln>
            <a:effectLst/>
            <a:extLst>
              <a:ext uri="{909E8E84-426E-40DD-AFC4-6F175D3DCCD1}">
                <a14:hiddenFill xmlns:a14="http://schemas.microsoft.com/office/drawing/2010/main">
                  <a:solidFill>
                    <a:srgbClr val="00CC66"/>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165009" name="Rectangle 145"/>
            <p:cNvSpPr>
              <a:spLocks noChangeArrowheads="1"/>
            </p:cNvSpPr>
            <p:nvPr/>
          </p:nvSpPr>
          <p:spPr bwMode="auto">
            <a:xfrm>
              <a:off x="3788" y="2064"/>
              <a:ext cx="27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000" b="1" i="1"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R</a:t>
              </a:r>
              <a:r>
                <a:rPr kumimoji="1" lang="en-US" altLang="zh-CN" sz="2000" b="1" i="0" u="none" strike="noStrike" kern="1200" cap="none" spc="0" normalizeH="0" baseline="-2500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f</a:t>
              </a:r>
            </a:p>
          </p:txBody>
        </p:sp>
        <p:sp>
          <p:nvSpPr>
            <p:cNvPr id="165010" name="Rectangle 146"/>
            <p:cNvSpPr>
              <a:spLocks noChangeArrowheads="1"/>
            </p:cNvSpPr>
            <p:nvPr/>
          </p:nvSpPr>
          <p:spPr bwMode="auto">
            <a:xfrm>
              <a:off x="3799" y="2309"/>
              <a:ext cx="263" cy="93"/>
            </a:xfrm>
            <a:prstGeom prst="rect">
              <a:avLst/>
            </a:prstGeom>
            <a:solidFill>
              <a:srgbClr val="FFFFCC"/>
            </a:solidFill>
            <a:ln w="31750">
              <a:solidFill>
                <a:srgbClr val="000000"/>
              </a:solidFill>
              <a:miter lim="800000"/>
              <a:headEnd/>
              <a:tailEnd/>
            </a:ln>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165011" name="Line 147"/>
            <p:cNvSpPr>
              <a:spLocks noChangeShapeType="1"/>
            </p:cNvSpPr>
            <p:nvPr/>
          </p:nvSpPr>
          <p:spPr bwMode="auto">
            <a:xfrm flipH="1">
              <a:off x="3290" y="2361"/>
              <a:ext cx="515" cy="4"/>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165012" name="Line 148"/>
            <p:cNvSpPr>
              <a:spLocks noChangeShapeType="1"/>
            </p:cNvSpPr>
            <p:nvPr/>
          </p:nvSpPr>
          <p:spPr bwMode="auto">
            <a:xfrm>
              <a:off x="4071" y="2358"/>
              <a:ext cx="923"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165013" name="Line 149"/>
            <p:cNvSpPr>
              <a:spLocks noChangeShapeType="1"/>
            </p:cNvSpPr>
            <p:nvPr/>
          </p:nvSpPr>
          <p:spPr bwMode="auto">
            <a:xfrm>
              <a:off x="3283" y="2868"/>
              <a:ext cx="1725" cy="0"/>
            </a:xfrm>
            <a:prstGeom prst="line">
              <a:avLst/>
            </a:prstGeom>
            <a:noFill/>
            <a:ln w="19050">
              <a:solidFill>
                <a:schemeClr val="tx1"/>
              </a:solidFill>
              <a:round/>
              <a:headEnd/>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165014" name="Oval 150"/>
            <p:cNvSpPr>
              <a:spLocks noChangeArrowheads="1"/>
            </p:cNvSpPr>
            <p:nvPr/>
          </p:nvSpPr>
          <p:spPr bwMode="auto">
            <a:xfrm>
              <a:off x="4995" y="2330"/>
              <a:ext cx="45" cy="45"/>
            </a:xfrm>
            <a:prstGeom prst="ellipse">
              <a:avLst/>
            </a:prstGeom>
            <a:noFill/>
            <a:ln w="19050">
              <a:solidFill>
                <a:schemeClr val="tx1"/>
              </a:solidFill>
              <a:round/>
              <a:headEnd/>
              <a:tailEnd/>
            </a:ln>
            <a:effectLst/>
            <a:extLst>
              <a:ext uri="{909E8E84-426E-40DD-AFC4-6F175D3DCCD1}">
                <a14:hiddenFill xmlns:a14="http://schemas.microsoft.com/office/drawing/2010/main">
                  <a:solidFill>
                    <a:srgbClr val="00CC66"/>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165015" name="Oval 151"/>
            <p:cNvSpPr>
              <a:spLocks noChangeArrowheads="1"/>
            </p:cNvSpPr>
            <p:nvPr/>
          </p:nvSpPr>
          <p:spPr bwMode="auto">
            <a:xfrm>
              <a:off x="5005" y="2849"/>
              <a:ext cx="45" cy="45"/>
            </a:xfrm>
            <a:prstGeom prst="ellipse">
              <a:avLst/>
            </a:prstGeom>
            <a:noFill/>
            <a:ln w="19050">
              <a:solidFill>
                <a:schemeClr val="tx1"/>
              </a:solidFill>
              <a:round/>
              <a:headEnd/>
              <a:tailEnd/>
            </a:ln>
            <a:effectLst/>
            <a:extLst>
              <a:ext uri="{909E8E84-426E-40DD-AFC4-6F175D3DCCD1}">
                <a14:hiddenFill xmlns:a14="http://schemas.microsoft.com/office/drawing/2010/main">
                  <a:solidFill>
                    <a:srgbClr val="00CC66"/>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165016" name="Oval 152"/>
            <p:cNvSpPr>
              <a:spLocks noChangeArrowheads="1"/>
            </p:cNvSpPr>
            <p:nvPr/>
          </p:nvSpPr>
          <p:spPr bwMode="auto">
            <a:xfrm>
              <a:off x="3244" y="2849"/>
              <a:ext cx="45" cy="45"/>
            </a:xfrm>
            <a:prstGeom prst="ellipse">
              <a:avLst/>
            </a:prstGeom>
            <a:noFill/>
            <a:ln w="19050">
              <a:solidFill>
                <a:schemeClr val="tx1"/>
              </a:solidFill>
              <a:round/>
              <a:headEnd/>
              <a:tailEnd/>
            </a:ln>
            <a:effectLst/>
            <a:extLst>
              <a:ext uri="{909E8E84-426E-40DD-AFC4-6F175D3DCCD1}">
                <a14:hiddenFill xmlns:a14="http://schemas.microsoft.com/office/drawing/2010/main">
                  <a:solidFill>
                    <a:srgbClr val="00CC66"/>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165017" name="Oval 153"/>
            <p:cNvSpPr>
              <a:spLocks noChangeArrowheads="1"/>
            </p:cNvSpPr>
            <p:nvPr/>
          </p:nvSpPr>
          <p:spPr bwMode="auto">
            <a:xfrm>
              <a:off x="3241" y="2339"/>
              <a:ext cx="45" cy="45"/>
            </a:xfrm>
            <a:prstGeom prst="ellipse">
              <a:avLst/>
            </a:prstGeom>
            <a:noFill/>
            <a:ln w="19050">
              <a:solidFill>
                <a:schemeClr val="tx1"/>
              </a:solidFill>
              <a:round/>
              <a:headEnd/>
              <a:tailEnd/>
            </a:ln>
            <a:effectLst/>
            <a:extLst>
              <a:ext uri="{909E8E84-426E-40DD-AFC4-6F175D3DCCD1}">
                <a14:hiddenFill xmlns:a14="http://schemas.microsoft.com/office/drawing/2010/main">
                  <a:solidFill>
                    <a:srgbClr val="00CC66"/>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165019" name="Line 155"/>
            <p:cNvSpPr>
              <a:spLocks noChangeShapeType="1"/>
            </p:cNvSpPr>
            <p:nvPr/>
          </p:nvSpPr>
          <p:spPr bwMode="auto">
            <a:xfrm flipH="1">
              <a:off x="2994" y="2364"/>
              <a:ext cx="245" cy="325"/>
            </a:xfrm>
            <a:prstGeom prst="line">
              <a:avLst/>
            </a:prstGeom>
            <a:noFill/>
            <a:ln w="19050">
              <a:solidFill>
                <a:schemeClr val="tx1"/>
              </a:solidFill>
              <a:round/>
              <a:headEnd/>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165020" name="Line 156"/>
            <p:cNvSpPr>
              <a:spLocks noChangeShapeType="1"/>
            </p:cNvSpPr>
            <p:nvPr/>
          </p:nvSpPr>
          <p:spPr bwMode="auto">
            <a:xfrm>
              <a:off x="2998" y="2681"/>
              <a:ext cx="247" cy="323"/>
            </a:xfrm>
            <a:prstGeom prst="line">
              <a:avLst/>
            </a:prstGeom>
            <a:noFill/>
            <a:ln w="19050">
              <a:solidFill>
                <a:schemeClr val="tx1"/>
              </a:solidFill>
              <a:round/>
              <a:headEnd/>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165021" name="Line 157"/>
            <p:cNvSpPr>
              <a:spLocks noChangeShapeType="1"/>
            </p:cNvSpPr>
            <p:nvPr/>
          </p:nvSpPr>
          <p:spPr bwMode="auto">
            <a:xfrm flipV="1">
              <a:off x="2714" y="2682"/>
              <a:ext cx="284" cy="3"/>
            </a:xfrm>
            <a:prstGeom prst="line">
              <a:avLst/>
            </a:prstGeom>
            <a:noFill/>
            <a:ln w="19050">
              <a:solidFill>
                <a:schemeClr val="tx1"/>
              </a:solidFill>
              <a:round/>
              <a:headEnd/>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165022" name="Oval 158"/>
            <p:cNvSpPr>
              <a:spLocks noChangeArrowheads="1"/>
            </p:cNvSpPr>
            <p:nvPr/>
          </p:nvSpPr>
          <p:spPr bwMode="auto">
            <a:xfrm>
              <a:off x="2674" y="2665"/>
              <a:ext cx="45" cy="45"/>
            </a:xfrm>
            <a:prstGeom prst="ellipse">
              <a:avLst/>
            </a:prstGeom>
            <a:noFill/>
            <a:ln w="19050">
              <a:solidFill>
                <a:schemeClr val="tx1"/>
              </a:solidFill>
              <a:round/>
              <a:headEnd/>
              <a:tailEnd/>
            </a:ln>
            <a:effectLst/>
            <a:extLst>
              <a:ext uri="{909E8E84-426E-40DD-AFC4-6F175D3DCCD1}">
                <a14:hiddenFill xmlns:a14="http://schemas.microsoft.com/office/drawing/2010/main">
                  <a:solidFill>
                    <a:srgbClr val="00CC66"/>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165024" name="Line 160"/>
            <p:cNvSpPr>
              <a:spLocks noChangeShapeType="1"/>
            </p:cNvSpPr>
            <p:nvPr/>
          </p:nvSpPr>
          <p:spPr bwMode="auto">
            <a:xfrm flipH="1">
              <a:off x="3051" y="2876"/>
              <a:ext cx="199" cy="437"/>
            </a:xfrm>
            <a:prstGeom prst="line">
              <a:avLst/>
            </a:prstGeom>
            <a:noFill/>
            <a:ln w="19050">
              <a:solidFill>
                <a:schemeClr val="tx1"/>
              </a:solidFill>
              <a:round/>
              <a:headEnd/>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165025" name="Line 161"/>
            <p:cNvSpPr>
              <a:spLocks noChangeShapeType="1"/>
            </p:cNvSpPr>
            <p:nvPr/>
          </p:nvSpPr>
          <p:spPr bwMode="auto">
            <a:xfrm>
              <a:off x="3054" y="3306"/>
              <a:ext cx="187" cy="414"/>
            </a:xfrm>
            <a:prstGeom prst="line">
              <a:avLst/>
            </a:prstGeom>
            <a:noFill/>
            <a:ln w="19050">
              <a:solidFill>
                <a:schemeClr val="tx1"/>
              </a:solidFill>
              <a:round/>
              <a:headEnd/>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165026" name="Line 162"/>
            <p:cNvSpPr>
              <a:spLocks noChangeShapeType="1"/>
            </p:cNvSpPr>
            <p:nvPr/>
          </p:nvSpPr>
          <p:spPr bwMode="auto">
            <a:xfrm>
              <a:off x="2739" y="3312"/>
              <a:ext cx="306" cy="0"/>
            </a:xfrm>
            <a:prstGeom prst="line">
              <a:avLst/>
            </a:prstGeom>
            <a:noFill/>
            <a:ln w="19050">
              <a:solidFill>
                <a:schemeClr val="tx1"/>
              </a:solidFill>
              <a:round/>
              <a:headEnd/>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165027" name="Oval 163"/>
            <p:cNvSpPr>
              <a:spLocks noChangeArrowheads="1"/>
            </p:cNvSpPr>
            <p:nvPr/>
          </p:nvSpPr>
          <p:spPr bwMode="auto">
            <a:xfrm>
              <a:off x="2689" y="3290"/>
              <a:ext cx="45" cy="45"/>
            </a:xfrm>
            <a:prstGeom prst="ellipse">
              <a:avLst/>
            </a:prstGeom>
            <a:noFill/>
            <a:ln w="19050">
              <a:solidFill>
                <a:schemeClr val="tx1"/>
              </a:solidFill>
              <a:round/>
              <a:headEnd/>
              <a:tailEnd/>
            </a:ln>
            <a:effectLst/>
            <a:extLst>
              <a:ext uri="{909E8E84-426E-40DD-AFC4-6F175D3DCCD1}">
                <a14:hiddenFill xmlns:a14="http://schemas.microsoft.com/office/drawing/2010/main">
                  <a:solidFill>
                    <a:srgbClr val="00CC66"/>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165029" name="Rectangle 165"/>
            <p:cNvSpPr>
              <a:spLocks noChangeArrowheads="1"/>
            </p:cNvSpPr>
            <p:nvPr/>
          </p:nvSpPr>
          <p:spPr bwMode="auto">
            <a:xfrm>
              <a:off x="3366" y="2041"/>
              <a:ext cx="1512" cy="873"/>
            </a:xfrm>
            <a:prstGeom prst="rect">
              <a:avLst/>
            </a:prstGeom>
            <a:noFill/>
            <a:ln w="19050">
              <a:solidFill>
                <a:srgbClr val="CC0000"/>
              </a:solidFill>
              <a:prstDash val="dash"/>
              <a:miter lim="800000"/>
              <a:headEnd/>
              <a:tailEnd type="none" w="med" len="lg"/>
            </a:ln>
            <a:effectLst/>
            <a:extLst>
              <a:ext uri="{909E8E84-426E-40DD-AFC4-6F175D3DCCD1}">
                <a14:hiddenFill xmlns:a14="http://schemas.microsoft.com/office/drawing/2010/main">
                  <a:solidFill>
                    <a:srgbClr val="FFFFCC">
                      <a:alpha val="50000"/>
                    </a:srgbClr>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graphicFrame>
          <p:nvGraphicFramePr>
            <p:cNvPr id="165030" name="Object 166"/>
            <p:cNvGraphicFramePr>
              <a:graphicFrameLocks noChangeAspect="1"/>
            </p:cNvGraphicFramePr>
            <p:nvPr/>
          </p:nvGraphicFramePr>
          <p:xfrm>
            <a:off x="3933" y="2474"/>
            <a:ext cx="411" cy="277"/>
          </p:xfrm>
          <a:graphic>
            <a:graphicData uri="http://schemas.openxmlformats.org/presentationml/2006/ole">
              <mc:AlternateContent xmlns:mc="http://schemas.openxmlformats.org/markup-compatibility/2006">
                <mc:Choice xmlns:v="urn:schemas-microsoft-com:vml" Requires="v">
                  <p:oleObj spid="_x0000_s243744" name="Equation" r:id="rId17" imgW="190440" imgH="164880" progId="Equation.3">
                    <p:embed/>
                  </p:oleObj>
                </mc:Choice>
                <mc:Fallback>
                  <p:oleObj name="Equation" r:id="rId17" imgW="190440" imgH="164880" progId="Equation.3">
                    <p:embed/>
                    <p:pic>
                      <p:nvPicPr>
                        <p:cNvPr id="165030" name="Object 166"/>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933" y="2474"/>
                          <a:ext cx="411" cy="2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65032" name="Rectangle 168"/>
            <p:cNvSpPr>
              <a:spLocks noChangeArrowheads="1"/>
            </p:cNvSpPr>
            <p:nvPr/>
          </p:nvSpPr>
          <p:spPr bwMode="auto">
            <a:xfrm>
              <a:off x="3368" y="2966"/>
              <a:ext cx="1529" cy="864"/>
            </a:xfrm>
            <a:prstGeom prst="rect">
              <a:avLst/>
            </a:prstGeom>
            <a:noFill/>
            <a:ln w="19050">
              <a:solidFill>
                <a:schemeClr val="accent2"/>
              </a:solidFill>
              <a:prstDash val="dash"/>
              <a:miter lim="800000"/>
              <a:headEnd/>
              <a:tailEnd type="none" w="med" len="lg"/>
            </a:ln>
            <a:effectLst/>
            <a:extLst>
              <a:ext uri="{909E8E84-426E-40DD-AFC4-6F175D3DCCD1}">
                <a14:hiddenFill xmlns:a14="http://schemas.microsoft.com/office/drawing/2010/main">
                  <a:solidFill>
                    <a:srgbClr val="FFFFCC">
                      <a:alpha val="50000"/>
                    </a:srgbClr>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graphicFrame>
          <p:nvGraphicFramePr>
            <p:cNvPr id="165033" name="Object 169"/>
            <p:cNvGraphicFramePr>
              <a:graphicFrameLocks noChangeAspect="1"/>
            </p:cNvGraphicFramePr>
            <p:nvPr/>
          </p:nvGraphicFramePr>
          <p:xfrm>
            <a:off x="3908" y="3027"/>
            <a:ext cx="308" cy="269"/>
          </p:xfrm>
          <a:graphic>
            <a:graphicData uri="http://schemas.openxmlformats.org/presentationml/2006/ole">
              <mc:AlternateContent xmlns:mc="http://schemas.openxmlformats.org/markup-compatibility/2006">
                <mc:Choice xmlns:v="urn:schemas-microsoft-com:vml" Requires="v">
                  <p:oleObj spid="_x0000_s243745" name="Equation" r:id="rId19" imgW="203040" imgH="164880" progId="Equation.3">
                    <p:embed/>
                  </p:oleObj>
                </mc:Choice>
                <mc:Fallback>
                  <p:oleObj name="Equation" r:id="rId19" imgW="203040" imgH="164880" progId="Equation.3">
                    <p:embed/>
                    <p:pic>
                      <p:nvPicPr>
                        <p:cNvPr id="165033" name="Object 169"/>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3908" y="3027"/>
                          <a:ext cx="308" cy="26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5052" name="Object 188"/>
            <p:cNvGraphicFramePr>
              <a:graphicFrameLocks noChangeAspect="1"/>
            </p:cNvGraphicFramePr>
            <p:nvPr/>
          </p:nvGraphicFramePr>
          <p:xfrm>
            <a:off x="3311" y="3082"/>
            <a:ext cx="204" cy="283"/>
          </p:xfrm>
          <a:graphic>
            <a:graphicData uri="http://schemas.openxmlformats.org/presentationml/2006/ole">
              <mc:AlternateContent xmlns:mc="http://schemas.openxmlformats.org/markup-compatibility/2006">
                <mc:Choice xmlns:v="urn:schemas-microsoft-com:vml" Requires="v">
                  <p:oleObj spid="_x0000_s243746" name="Equation" r:id="rId21" imgW="177480" imgH="241200" progId="Equation.3">
                    <p:embed/>
                  </p:oleObj>
                </mc:Choice>
                <mc:Fallback>
                  <p:oleObj name="Equation" r:id="rId21" imgW="177480" imgH="241200" progId="Equation.3">
                    <p:embed/>
                    <p:pic>
                      <p:nvPicPr>
                        <p:cNvPr id="165052" name="Object 188"/>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3311" y="3082"/>
                          <a:ext cx="204" cy="28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64986" name="AutoShape 122"/>
            <p:cNvSpPr>
              <a:spLocks noChangeArrowheads="1"/>
            </p:cNvSpPr>
            <p:nvPr/>
          </p:nvSpPr>
          <p:spPr bwMode="auto">
            <a:xfrm>
              <a:off x="4287" y="3129"/>
              <a:ext cx="232" cy="384"/>
            </a:xfrm>
            <a:prstGeom prst="diamond">
              <a:avLst/>
            </a:prstGeom>
            <a:solidFill>
              <a:schemeClr val="accent1"/>
            </a:solidFill>
            <a:ln w="31750">
              <a:solidFill>
                <a:schemeClr val="tx1"/>
              </a:solidFill>
              <a:miter lim="800000"/>
              <a:headEnd/>
              <a:tailEnd/>
            </a:ln>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164987" name="Line 123"/>
            <p:cNvSpPr>
              <a:spLocks noChangeShapeType="1"/>
            </p:cNvSpPr>
            <p:nvPr/>
          </p:nvSpPr>
          <p:spPr bwMode="auto">
            <a:xfrm>
              <a:off x="4287" y="3321"/>
              <a:ext cx="232"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24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grpSp>
    </p:spTree>
    <p:extLst>
      <p:ext uri="{BB962C8B-B14F-4D97-AF65-F5344CB8AC3E}">
        <p14:creationId xmlns:p14="http://schemas.microsoft.com/office/powerpoint/2010/main" val="172526760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65051"/>
                                        </p:tgtEl>
                                        <p:attrNameLst>
                                          <p:attrName>style.visibility</p:attrName>
                                        </p:attrNameLst>
                                      </p:cBhvr>
                                      <p:to>
                                        <p:strVal val="visible"/>
                                      </p:to>
                                    </p:set>
                                    <p:animEffect transition="in" filter="wipe(left)">
                                      <p:cBhvr>
                                        <p:cTn id="7" dur="500"/>
                                        <p:tgtEl>
                                          <p:spTgt spid="16505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64910">
                                            <p:txEl>
                                              <p:pRg st="0" end="0"/>
                                            </p:txEl>
                                          </p:spTgt>
                                        </p:tgtEl>
                                        <p:attrNameLst>
                                          <p:attrName>style.visibility</p:attrName>
                                        </p:attrNameLst>
                                      </p:cBhvr>
                                      <p:to>
                                        <p:strVal val="visible"/>
                                      </p:to>
                                    </p:set>
                                    <p:animEffect transition="in" filter="wipe(left)">
                                      <p:cBhvr>
                                        <p:cTn id="12" dur="500"/>
                                        <p:tgtEl>
                                          <p:spTgt spid="164910">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65049"/>
                                        </p:tgtEl>
                                        <p:attrNameLst>
                                          <p:attrName>style.visibility</p:attrName>
                                        </p:attrNameLst>
                                      </p:cBhvr>
                                      <p:to>
                                        <p:strVal val="visible"/>
                                      </p:to>
                                    </p:set>
                                    <p:animEffect transition="in" filter="wipe(left)">
                                      <p:cBhvr>
                                        <p:cTn id="17" dur="500"/>
                                        <p:tgtEl>
                                          <p:spTgt spid="16504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32" fill="hold" nodeType="clickEffect">
                                  <p:stCondLst>
                                    <p:cond delay="0"/>
                                  </p:stCondLst>
                                  <p:childTnLst>
                                    <p:set>
                                      <p:cBhvr>
                                        <p:cTn id="21" dur="1" fill="hold">
                                          <p:stCondLst>
                                            <p:cond delay="0"/>
                                          </p:stCondLst>
                                        </p:cTn>
                                        <p:tgtEl>
                                          <p:spTgt spid="165034"/>
                                        </p:tgtEl>
                                        <p:attrNameLst>
                                          <p:attrName>style.visibility</p:attrName>
                                        </p:attrNameLst>
                                      </p:cBhvr>
                                      <p:to>
                                        <p:strVal val="visible"/>
                                      </p:to>
                                    </p:set>
                                    <p:animEffect transition="in" filter="box(out)">
                                      <p:cBhvr>
                                        <p:cTn id="22" dur="500"/>
                                        <p:tgtEl>
                                          <p:spTgt spid="16503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165054"/>
                                        </p:tgtEl>
                                        <p:attrNameLst>
                                          <p:attrName>style.visibility</p:attrName>
                                        </p:attrNameLst>
                                      </p:cBhvr>
                                      <p:to>
                                        <p:strVal val="visible"/>
                                      </p:to>
                                    </p:set>
                                    <p:animEffect transition="in" filter="wipe(left)">
                                      <p:cBhvr>
                                        <p:cTn id="27" dur="500"/>
                                        <p:tgtEl>
                                          <p:spTgt spid="165054"/>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2" presetClass="entr" presetSubtype="4" fill="hold" grpId="0" nodeType="clickEffect">
                                  <p:stCondLst>
                                    <p:cond delay="0"/>
                                  </p:stCondLst>
                                  <p:childTnLst>
                                    <p:set>
                                      <p:cBhvr>
                                        <p:cTn id="31" dur="1" fill="hold">
                                          <p:stCondLst>
                                            <p:cond delay="0"/>
                                          </p:stCondLst>
                                        </p:cTn>
                                        <p:tgtEl>
                                          <p:spTgt spid="165041"/>
                                        </p:tgtEl>
                                        <p:attrNameLst>
                                          <p:attrName>style.visibility</p:attrName>
                                        </p:attrNameLst>
                                      </p:cBhvr>
                                      <p:to>
                                        <p:strVal val="visible"/>
                                      </p:to>
                                    </p:set>
                                    <p:animEffect transition="in" filter="slide(fromBottom)">
                                      <p:cBhvr>
                                        <p:cTn id="32" dur="500"/>
                                        <p:tgtEl>
                                          <p:spTgt spid="1650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4910" grpId="0" build="p" autoUpdateAnimBg="0"/>
      <p:bldP spid="165041" grpId="0" animBg="1" autoUpdateAnimBg="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65953" name="Object 65"/>
          <p:cNvGraphicFramePr>
            <a:graphicFrameLocks noChangeAspect="1"/>
          </p:cNvGraphicFramePr>
          <p:nvPr/>
        </p:nvGraphicFramePr>
        <p:xfrm>
          <a:off x="4868863" y="928688"/>
          <a:ext cx="2168525" cy="1731962"/>
        </p:xfrm>
        <a:graphic>
          <a:graphicData uri="http://schemas.openxmlformats.org/presentationml/2006/ole">
            <mc:AlternateContent xmlns:mc="http://schemas.openxmlformats.org/markup-compatibility/2006">
              <mc:Choice xmlns:v="urn:schemas-microsoft-com:vml" Requires="v">
                <p:oleObj spid="_x0000_s244744" name="Equation" r:id="rId3" imgW="1079280" imgH="863280" progId="Equation.3">
                  <p:embed/>
                </p:oleObj>
              </mc:Choice>
              <mc:Fallback>
                <p:oleObj name="Equation" r:id="rId3" imgW="1079280" imgH="863280" progId="Equation.3">
                  <p:embed/>
                  <p:pic>
                    <p:nvPicPr>
                      <p:cNvPr id="165953" name="Object 6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68863" y="928688"/>
                        <a:ext cx="2168525" cy="17319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5954" name="Object 66"/>
          <p:cNvGraphicFramePr>
            <a:graphicFrameLocks noChangeAspect="1"/>
          </p:cNvGraphicFramePr>
          <p:nvPr/>
        </p:nvGraphicFramePr>
        <p:xfrm>
          <a:off x="1166813" y="903288"/>
          <a:ext cx="2563812" cy="1703387"/>
        </p:xfrm>
        <a:graphic>
          <a:graphicData uri="http://schemas.openxmlformats.org/presentationml/2006/ole">
            <mc:AlternateContent xmlns:mc="http://schemas.openxmlformats.org/markup-compatibility/2006">
              <mc:Choice xmlns:v="urn:schemas-microsoft-com:vml" Requires="v">
                <p:oleObj spid="_x0000_s244745" name="Equation" r:id="rId5" imgW="1333440" imgH="888840" progId="Equation.3">
                  <p:embed/>
                </p:oleObj>
              </mc:Choice>
              <mc:Fallback>
                <p:oleObj name="Equation" r:id="rId5" imgW="1333440" imgH="888840" progId="Equation.3">
                  <p:embed/>
                  <p:pic>
                    <p:nvPicPr>
                      <p:cNvPr id="165954" name="Object 6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66813" y="903288"/>
                        <a:ext cx="2563812" cy="17033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6077" name="Object 189"/>
          <p:cNvGraphicFramePr>
            <a:graphicFrameLocks noChangeAspect="1"/>
          </p:cNvGraphicFramePr>
          <p:nvPr/>
        </p:nvGraphicFramePr>
        <p:xfrm>
          <a:off x="1316038" y="3178175"/>
          <a:ext cx="5592762" cy="2076450"/>
        </p:xfrm>
        <a:graphic>
          <a:graphicData uri="http://schemas.openxmlformats.org/presentationml/2006/ole">
            <mc:AlternateContent xmlns:mc="http://schemas.openxmlformats.org/markup-compatibility/2006">
              <mc:Choice xmlns:v="urn:schemas-microsoft-com:vml" Requires="v">
                <p:oleObj spid="_x0000_s244746" name="Equation" r:id="rId7" imgW="2527200" imgH="939600" progId="Equation.3">
                  <p:embed/>
                </p:oleObj>
              </mc:Choice>
              <mc:Fallback>
                <p:oleObj name="Equation" r:id="rId7" imgW="2527200" imgH="939600" progId="Equation.3">
                  <p:embed/>
                  <p:pic>
                    <p:nvPicPr>
                      <p:cNvPr id="166077" name="Object 18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316038" y="3178175"/>
                        <a:ext cx="5592762" cy="2076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280882842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nodeType="clickEffect">
                                  <p:stCondLst>
                                    <p:cond delay="0"/>
                                  </p:stCondLst>
                                  <p:childTnLst>
                                    <p:set>
                                      <p:cBhvr>
                                        <p:cTn id="6" dur="1" fill="hold">
                                          <p:stCondLst>
                                            <p:cond delay="0"/>
                                          </p:stCondLst>
                                        </p:cTn>
                                        <p:tgtEl>
                                          <p:spTgt spid="165953"/>
                                        </p:tgtEl>
                                        <p:attrNameLst>
                                          <p:attrName>style.visibility</p:attrName>
                                        </p:attrNameLst>
                                      </p:cBhvr>
                                      <p:to>
                                        <p:strVal val="visible"/>
                                      </p:to>
                                    </p:set>
                                    <p:animEffect transition="in" filter="box(out)">
                                      <p:cBhvr>
                                        <p:cTn id="7" dur="500"/>
                                        <p:tgtEl>
                                          <p:spTgt spid="16595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32" fill="hold" nodeType="clickEffect">
                                  <p:stCondLst>
                                    <p:cond delay="0"/>
                                  </p:stCondLst>
                                  <p:childTnLst>
                                    <p:set>
                                      <p:cBhvr>
                                        <p:cTn id="11" dur="1" fill="hold">
                                          <p:stCondLst>
                                            <p:cond delay="0"/>
                                          </p:stCondLst>
                                        </p:cTn>
                                        <p:tgtEl>
                                          <p:spTgt spid="166077"/>
                                        </p:tgtEl>
                                        <p:attrNameLst>
                                          <p:attrName>style.visibility</p:attrName>
                                        </p:attrNameLst>
                                      </p:cBhvr>
                                      <p:to>
                                        <p:strVal val="visible"/>
                                      </p:to>
                                    </p:set>
                                    <p:animEffect transition="in" filter="box(out)">
                                      <p:cBhvr>
                                        <p:cTn id="12" dur="500"/>
                                        <p:tgtEl>
                                          <p:spTgt spid="1660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标题 1"/>
          <p:cNvSpPr>
            <a:spLocks noGrp="1"/>
          </p:cNvSpPr>
          <p:nvPr>
            <p:ph type="title"/>
          </p:nvPr>
        </p:nvSpPr>
        <p:spPr>
          <a:xfrm>
            <a:off x="628650" y="-8733"/>
            <a:ext cx="7886700" cy="1325563"/>
          </a:xfrm>
        </p:spPr>
        <p:txBody>
          <a:bodyPr/>
          <a:lstStyle/>
          <a:p>
            <a:pPr algn="ctr"/>
            <a:r>
              <a:rPr lang="zh-CN" altLang="en-US" dirty="0"/>
              <a:t>作业</a:t>
            </a:r>
          </a:p>
        </p:txBody>
      </p:sp>
      <p:sp>
        <p:nvSpPr>
          <p:cNvPr id="44035" name="内容占位符 2"/>
          <p:cNvSpPr>
            <a:spLocks noGrp="1"/>
          </p:cNvSpPr>
          <p:nvPr>
            <p:ph idx="1"/>
          </p:nvPr>
        </p:nvSpPr>
        <p:spPr>
          <a:xfrm>
            <a:off x="380372" y="1124744"/>
            <a:ext cx="8294688" cy="5181600"/>
          </a:xfrm>
        </p:spPr>
        <p:txBody>
          <a:bodyPr/>
          <a:lstStyle/>
          <a:p>
            <a:r>
              <a:rPr lang="en-US" altLang="zh-CN" dirty="0"/>
              <a:t>16.2</a:t>
            </a:r>
            <a:r>
              <a:rPr lang="zh-CN" altLang="en-US" dirty="0"/>
              <a:t>节：</a:t>
            </a:r>
            <a:r>
              <a:rPr lang="en-US" altLang="zh-CN" dirty="0"/>
              <a:t>16-2</a:t>
            </a:r>
          </a:p>
          <a:p>
            <a:r>
              <a:rPr lang="en-US" altLang="zh-CN" dirty="0"/>
              <a:t>16.3</a:t>
            </a:r>
            <a:r>
              <a:rPr lang="zh-CN" altLang="en-US" dirty="0"/>
              <a:t>节：</a:t>
            </a:r>
            <a:r>
              <a:rPr lang="en-US" altLang="zh-CN" dirty="0"/>
              <a:t>16-11</a:t>
            </a:r>
            <a:r>
              <a:rPr lang="zh-CN" altLang="en-US" dirty="0"/>
              <a:t>，</a:t>
            </a:r>
            <a:r>
              <a:rPr lang="en-US" altLang="zh-CN" dirty="0"/>
              <a:t>16-16</a:t>
            </a:r>
          </a:p>
          <a:p>
            <a:r>
              <a:rPr lang="en-US" altLang="zh-CN" dirty="0"/>
              <a:t>16.4</a:t>
            </a:r>
            <a:r>
              <a:rPr lang="zh-CN" altLang="en-US" dirty="0"/>
              <a:t>节：</a:t>
            </a:r>
            <a:r>
              <a:rPr lang="en-US" altLang="zh-CN" dirty="0"/>
              <a:t>16-26</a:t>
            </a:r>
          </a:p>
          <a:p>
            <a:r>
              <a:rPr lang="en-US" altLang="zh-CN" dirty="0"/>
              <a:t>16.5</a:t>
            </a:r>
            <a:r>
              <a:rPr lang="zh-CN" altLang="en-US" dirty="0"/>
              <a:t>节：</a:t>
            </a:r>
            <a:r>
              <a:rPr lang="en-US" altLang="zh-CN" dirty="0"/>
              <a:t>16-30</a:t>
            </a:r>
          </a:p>
          <a:p>
            <a:r>
              <a:rPr lang="zh-CN" altLang="en-US"/>
              <a:t>综合</a:t>
            </a:r>
            <a:r>
              <a:rPr lang="zh-CN" altLang="en-US" smtClean="0"/>
              <a:t>：</a:t>
            </a:r>
            <a:r>
              <a:rPr lang="en-US" altLang="zh-CN" smtClean="0"/>
              <a:t>16-38</a:t>
            </a:r>
            <a:endParaRPr lang="en-US" altLang="zh-CN" dirty="0"/>
          </a:p>
          <a:p>
            <a:endParaRPr lang="en-US" altLang="zh-CN" dirty="0"/>
          </a:p>
        </p:txBody>
      </p:sp>
      <p:sp>
        <p:nvSpPr>
          <p:cNvPr id="4" name="日期占位符 3"/>
          <p:cNvSpPr>
            <a:spLocks noGrp="1"/>
          </p:cNvSpPr>
          <p:nvPr>
            <p:ph type="dt" sz="quarter" idx="10"/>
          </p:nvPr>
        </p:nvSpPr>
        <p:spPr/>
        <p:txBody>
          <a:bodyPr/>
          <a:lstStyle/>
          <a:p>
            <a:pPr>
              <a:defRPr/>
            </a:pPr>
            <a:fld id="{D04BC380-5849-4E82-9448-222F2C781241}" type="datetime1">
              <a:rPr lang="zh-CN" altLang="en-US" smtClean="0"/>
              <a:pPr>
                <a:defRPr/>
              </a:pPr>
              <a:t>2019/6/4</a:t>
            </a:fld>
            <a:endParaRPr lang="en-US" altLang="zh-CN"/>
          </a:p>
        </p:txBody>
      </p:sp>
      <p:sp>
        <p:nvSpPr>
          <p:cNvPr id="6" name="灯片编号占位符 5"/>
          <p:cNvSpPr>
            <a:spLocks noGrp="1"/>
          </p:cNvSpPr>
          <p:nvPr>
            <p:ph type="sldNum" sz="quarter" idx="12"/>
          </p:nvPr>
        </p:nvSpPr>
        <p:spPr/>
        <p:txBody>
          <a:bodyPr/>
          <a:lstStyle/>
          <a:p>
            <a:pPr>
              <a:defRPr/>
            </a:pPr>
            <a:fld id="{DABECC24-E164-4786-A8C5-2CB7D75106FC}" type="slidenum">
              <a:rPr lang="en-US" altLang="zh-CN" smtClean="0"/>
              <a:pPr>
                <a:defRPr/>
              </a:pPr>
              <a:t>61</a:t>
            </a:fld>
            <a:endParaRPr lang="en-US" altLang="zh-CN"/>
          </a:p>
        </p:txBody>
      </p:sp>
    </p:spTree>
    <p:extLst>
      <p:ext uri="{BB962C8B-B14F-4D97-AF65-F5344CB8AC3E}">
        <p14:creationId xmlns:p14="http://schemas.microsoft.com/office/powerpoint/2010/main" val="2293047927"/>
      </p:ext>
    </p:extLst>
  </p:cSld>
  <p:clrMapOvr>
    <a:masterClrMapping/>
  </p:clrMapOvr>
  <p:timing>
    <p:tnLst>
      <p:par>
        <p:cTn id="1" dur="indefinite" restart="never" nodeType="tmRoot"/>
      </p:par>
    </p:tnLst>
  </p:timing>
</p:sld>
</file>

<file path=ppt/theme/theme1.xml><?xml version="1.0" encoding="utf-8"?>
<a:theme xmlns:a="http://schemas.openxmlformats.org/drawingml/2006/main" name="空演示文稿">
  <a:themeElements>
    <a:clrScheme name="空演示文稿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空演示文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rgbClr val="D5FFFF"/>
        </a:solidFill>
        <a:ln w="9525" cap="flat" cmpd="sng" algn="ctr">
          <a:solidFill>
            <a:schemeClr val="tx1"/>
          </a:solidFill>
          <a:prstDash val="solid"/>
          <a:round/>
          <a:headEnd type="none" w="med" len="med"/>
          <a:tailEnd type="stealth" w="med" len="lg"/>
        </a:ln>
        <a:effectLst/>
        <a:extLst>
          <a:ext uri="{AF507438-7753-43E0-B8FC-AC1667EBCBE1}">
            <a14:hiddenEffects xmlns:a14="http://schemas.microsoft.com/office/drawing/2010/main">
              <a:effectLst>
                <a:outerShdw dist="35921" dir="2700000" algn="ctr" rotWithShape="0">
                  <a:srgbClr val="808080"/>
                </a:outerShdw>
              </a:effectLst>
            </a14:hiddenEffects>
          </a:ext>
        </a:extLst>
      </a:spPr>
      <a:bodyPr vert="horz" wrap="none" lIns="91440" tIns="45720" rIns="9144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1" lang="zh-CN" altLang="en-US" sz="2400" b="1" i="0" u="none" strike="noStrike" cap="none" normalizeH="0" baseline="0" smtClean="0">
            <a:ln>
              <a:noFill/>
            </a:ln>
            <a:solidFill>
              <a:schemeClr val="tx1"/>
            </a:solidFill>
            <a:effectLst/>
            <a:latin typeface="宋体" panose="02010600030101010101" pitchFamily="2" charset="-122"/>
            <a:ea typeface="宋体" panose="02010600030101010101" pitchFamily="2" charset="-122"/>
          </a:defRPr>
        </a:defPPr>
      </a:lstStyle>
    </a:spDef>
    <a:lnDef>
      <a:spPr bwMode="auto">
        <a:xfrm>
          <a:off x="0" y="0"/>
          <a:ext cx="1" cy="1"/>
        </a:xfrm>
        <a:custGeom>
          <a:avLst/>
          <a:gdLst/>
          <a:ahLst/>
          <a:cxnLst/>
          <a:rect l="0" t="0" r="0" b="0"/>
          <a:pathLst/>
        </a:custGeom>
        <a:solidFill>
          <a:srgbClr val="D5FFFF"/>
        </a:solidFill>
        <a:ln w="9525" cap="flat" cmpd="sng" algn="ctr">
          <a:solidFill>
            <a:schemeClr val="tx1"/>
          </a:solidFill>
          <a:prstDash val="solid"/>
          <a:round/>
          <a:headEnd type="none" w="med" len="med"/>
          <a:tailEnd type="stealth" w="med" len="lg"/>
        </a:ln>
        <a:effectLst/>
        <a:extLst>
          <a:ext uri="{AF507438-7753-43E0-B8FC-AC1667EBCBE1}">
            <a14:hiddenEffects xmlns:a14="http://schemas.microsoft.com/office/drawing/2010/main">
              <a:effectLst>
                <a:outerShdw dist="35921" dir="2700000" algn="ctr" rotWithShape="0">
                  <a:srgbClr val="808080"/>
                </a:outerShdw>
              </a:effectLst>
            </a14:hiddenEffects>
          </a:ext>
        </a:extLst>
      </a:spPr>
      <a:bodyPr vert="horz" wrap="none" lIns="91440" tIns="45720" rIns="9144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1" lang="zh-CN" altLang="en-US" sz="2400" b="1" i="0" u="none" strike="noStrike" cap="none" normalizeH="0" baseline="0" smtClean="0">
            <a:ln>
              <a:noFill/>
            </a:ln>
            <a:solidFill>
              <a:schemeClr val="tx1"/>
            </a:solidFill>
            <a:effectLst/>
            <a:latin typeface="宋体" panose="02010600030101010101" pitchFamily="2" charset="-122"/>
            <a:ea typeface="宋体" panose="02010600030101010101" pitchFamily="2" charset="-122"/>
          </a:defRPr>
        </a:defPPr>
      </a:lstStyle>
    </a:lnDef>
  </a:objectDefaults>
  <a:extraClrSchemeLst>
    <a:extraClrScheme>
      <a:clrScheme name="空演示文稿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空演示文稿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空演示文稿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空演示文稿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空演示文稿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空演示文稿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空演示文稿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设计模板">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FF3300"/>
      </a:hlink>
      <a:folHlink>
        <a:srgbClr val="FF3300"/>
      </a:folHlink>
    </a:clrScheme>
    <a:fontScheme name="默认设计模板">
      <a:majorFont>
        <a:latin typeface="Times New Roman"/>
        <a:ea typeface="华文隶书"/>
        <a:cs typeface=""/>
      </a:majorFont>
      <a:minorFont>
        <a:latin typeface="Times New Roman"/>
        <a:ea typeface="华文楷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a:noFill/>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50000"/>
          </a:spcBef>
          <a:spcAft>
            <a:spcPct val="0"/>
          </a:spcAft>
          <a:buClrTx/>
          <a:buSzTx/>
          <a:buFontTx/>
          <a:buNone/>
          <a:tabLst/>
          <a:defRPr kumimoji="1" lang="zh-CN" altLang="en-US" sz="1800" b="0" i="0" u="none" strike="noStrike" cap="none" normalizeH="0" baseline="0" smtClean="0">
            <a:ln>
              <a:noFill/>
            </a:ln>
            <a:solidFill>
              <a:schemeClr val="tx1"/>
            </a:solidFill>
            <a:effectLst/>
            <a:latin typeface="幼圆" pitchFamily="49" charset="-122"/>
            <a:ea typeface="幼圆" pitchFamily="49" charset="-122"/>
          </a:defRPr>
        </a:defPPr>
      </a:lstStyle>
    </a:spDef>
    <a:lnDef>
      <a:spPr bwMode="auto">
        <a:xfrm>
          <a:off x="0" y="0"/>
          <a:ext cx="1" cy="1"/>
        </a:xfrm>
        <a:custGeom>
          <a:avLst/>
          <a:gdLst/>
          <a:ahLst/>
          <a:cxnLst/>
          <a:rect l="0" t="0" r="0" b="0"/>
          <a:pathLst/>
        </a:custGeom>
        <a:solidFill>
          <a:schemeClr val="accent1"/>
        </a:solidFill>
        <a:ln>
          <a:noFill/>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50000"/>
          </a:spcBef>
          <a:spcAft>
            <a:spcPct val="0"/>
          </a:spcAft>
          <a:buClrTx/>
          <a:buSzTx/>
          <a:buFontTx/>
          <a:buNone/>
          <a:tabLst/>
          <a:defRPr kumimoji="1" lang="zh-CN" altLang="en-US" sz="1800" b="0" i="0" u="none" strike="noStrike" cap="none" normalizeH="0" baseline="0" smtClean="0">
            <a:ln>
              <a:noFill/>
            </a:ln>
            <a:solidFill>
              <a:schemeClr val="tx1"/>
            </a:solidFill>
            <a:effectLst/>
            <a:latin typeface="幼圆" pitchFamily="49" charset="-122"/>
            <a:ea typeface="幼圆" pitchFamily="49" charset="-122"/>
          </a:defRPr>
        </a:defPPr>
      </a:lstStyle>
    </a:lnDef>
  </a:objectDefaults>
  <a:extraClrSchemeLst>
    <a:extraClrScheme>
      <a:clrScheme name="默认设计模板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1_默认设计模板">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FF3300"/>
      </a:hlink>
      <a:folHlink>
        <a:srgbClr val="FF3300"/>
      </a:folHlink>
    </a:clrScheme>
    <a:fontScheme name="默认设计模板">
      <a:majorFont>
        <a:latin typeface="Times New Roman"/>
        <a:ea typeface="华文隶书"/>
        <a:cs typeface=""/>
      </a:majorFont>
      <a:minorFont>
        <a:latin typeface="Times New Roman"/>
        <a:ea typeface="华文楷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a:noFill/>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50000"/>
          </a:spcBef>
          <a:spcAft>
            <a:spcPct val="0"/>
          </a:spcAft>
          <a:buClrTx/>
          <a:buSzTx/>
          <a:buFontTx/>
          <a:buNone/>
          <a:tabLst/>
          <a:defRPr kumimoji="1" lang="zh-CN" altLang="en-US" sz="1800" b="0" i="0" u="none" strike="noStrike" cap="none" normalizeH="0" baseline="0" smtClean="0">
            <a:ln>
              <a:noFill/>
            </a:ln>
            <a:solidFill>
              <a:schemeClr val="tx1"/>
            </a:solidFill>
            <a:effectLst/>
            <a:latin typeface="幼圆" pitchFamily="49" charset="-122"/>
            <a:ea typeface="幼圆" pitchFamily="49" charset="-122"/>
          </a:defRPr>
        </a:defPPr>
      </a:lstStyle>
    </a:spDef>
    <a:lnDef>
      <a:spPr bwMode="auto">
        <a:xfrm>
          <a:off x="0" y="0"/>
          <a:ext cx="1" cy="1"/>
        </a:xfrm>
        <a:custGeom>
          <a:avLst/>
          <a:gdLst/>
          <a:ahLst/>
          <a:cxnLst/>
          <a:rect l="0" t="0" r="0" b="0"/>
          <a:pathLst/>
        </a:custGeom>
        <a:solidFill>
          <a:schemeClr val="accent1"/>
        </a:solidFill>
        <a:ln>
          <a:noFill/>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50000"/>
          </a:spcBef>
          <a:spcAft>
            <a:spcPct val="0"/>
          </a:spcAft>
          <a:buClrTx/>
          <a:buSzTx/>
          <a:buFontTx/>
          <a:buNone/>
          <a:tabLst/>
          <a:defRPr kumimoji="1" lang="zh-CN" altLang="en-US" sz="1800" b="0" i="0" u="none" strike="noStrike" cap="none" normalizeH="0" baseline="0" smtClean="0">
            <a:ln>
              <a:noFill/>
            </a:ln>
            <a:solidFill>
              <a:schemeClr val="tx1"/>
            </a:solidFill>
            <a:effectLst/>
            <a:latin typeface="幼圆" pitchFamily="49" charset="-122"/>
            <a:ea typeface="幼圆" pitchFamily="49" charset="-122"/>
          </a:defRPr>
        </a:defPPr>
      </a:lstStyle>
    </a:lnDef>
  </a:objectDefaults>
  <a:extraClrSchemeLst>
    <a:extraClrScheme>
      <a:clrScheme name="默认设计模板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2_默认设计模板">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FF3300"/>
      </a:hlink>
      <a:folHlink>
        <a:srgbClr val="FF3300"/>
      </a:folHlink>
    </a:clrScheme>
    <a:fontScheme name="默认设计模板">
      <a:majorFont>
        <a:latin typeface="Times New Roman"/>
        <a:ea typeface="华文隶书"/>
        <a:cs typeface=""/>
      </a:majorFont>
      <a:minorFont>
        <a:latin typeface="Times New Roman"/>
        <a:ea typeface="华文楷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a:noFill/>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50000"/>
          </a:spcBef>
          <a:spcAft>
            <a:spcPct val="0"/>
          </a:spcAft>
          <a:buClrTx/>
          <a:buSzTx/>
          <a:buFontTx/>
          <a:buNone/>
          <a:tabLst/>
          <a:defRPr kumimoji="1" lang="zh-CN" altLang="en-US" sz="1800" b="0" i="0" u="none" strike="noStrike" cap="none" normalizeH="0" baseline="0" smtClean="0">
            <a:ln>
              <a:noFill/>
            </a:ln>
            <a:solidFill>
              <a:schemeClr val="tx1"/>
            </a:solidFill>
            <a:effectLst/>
            <a:latin typeface="幼圆" pitchFamily="49" charset="-122"/>
            <a:ea typeface="幼圆" pitchFamily="49" charset="-122"/>
          </a:defRPr>
        </a:defPPr>
      </a:lstStyle>
    </a:spDef>
    <a:lnDef>
      <a:spPr bwMode="auto">
        <a:xfrm>
          <a:off x="0" y="0"/>
          <a:ext cx="1" cy="1"/>
        </a:xfrm>
        <a:custGeom>
          <a:avLst/>
          <a:gdLst/>
          <a:ahLst/>
          <a:cxnLst/>
          <a:rect l="0" t="0" r="0" b="0"/>
          <a:pathLst/>
        </a:custGeom>
        <a:solidFill>
          <a:schemeClr val="accent1"/>
        </a:solidFill>
        <a:ln>
          <a:noFill/>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50000"/>
          </a:spcBef>
          <a:spcAft>
            <a:spcPct val="0"/>
          </a:spcAft>
          <a:buClrTx/>
          <a:buSzTx/>
          <a:buFontTx/>
          <a:buNone/>
          <a:tabLst/>
          <a:defRPr kumimoji="1" lang="zh-CN" altLang="en-US" sz="1800" b="0" i="0" u="none" strike="noStrike" cap="none" normalizeH="0" baseline="0" smtClean="0">
            <a:ln>
              <a:noFill/>
            </a:ln>
            <a:solidFill>
              <a:schemeClr val="tx1"/>
            </a:solidFill>
            <a:effectLst/>
            <a:latin typeface="幼圆" pitchFamily="49" charset="-122"/>
            <a:ea typeface="幼圆" pitchFamily="49" charset="-122"/>
          </a:defRPr>
        </a:defPPr>
      </a:lstStyle>
    </a:lnDef>
  </a:objectDefaults>
  <a:extraClrSchemeLst>
    <a:extraClrScheme>
      <a:clrScheme name="默认设计模板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3_默认设计模板">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FF3300"/>
      </a:hlink>
      <a:folHlink>
        <a:srgbClr val="FF3300"/>
      </a:folHlink>
    </a:clrScheme>
    <a:fontScheme name="默认设计模板">
      <a:majorFont>
        <a:latin typeface="Times New Roman"/>
        <a:ea typeface="华文隶书"/>
        <a:cs typeface=""/>
      </a:majorFont>
      <a:minorFont>
        <a:latin typeface="Times New Roman"/>
        <a:ea typeface="华文楷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a:noFill/>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50000"/>
          </a:spcBef>
          <a:spcAft>
            <a:spcPct val="0"/>
          </a:spcAft>
          <a:buClrTx/>
          <a:buSzTx/>
          <a:buFontTx/>
          <a:buNone/>
          <a:tabLst/>
          <a:defRPr kumimoji="1" lang="zh-CN" altLang="en-US" sz="1800" b="0" i="0" u="none" strike="noStrike" cap="none" normalizeH="0" baseline="0" smtClean="0">
            <a:ln>
              <a:noFill/>
            </a:ln>
            <a:solidFill>
              <a:schemeClr val="tx1"/>
            </a:solidFill>
            <a:effectLst/>
            <a:latin typeface="幼圆" pitchFamily="49" charset="-122"/>
            <a:ea typeface="幼圆" pitchFamily="49" charset="-122"/>
          </a:defRPr>
        </a:defPPr>
      </a:lstStyle>
    </a:spDef>
    <a:lnDef>
      <a:spPr bwMode="auto">
        <a:xfrm>
          <a:off x="0" y="0"/>
          <a:ext cx="1" cy="1"/>
        </a:xfrm>
        <a:custGeom>
          <a:avLst/>
          <a:gdLst/>
          <a:ahLst/>
          <a:cxnLst/>
          <a:rect l="0" t="0" r="0" b="0"/>
          <a:pathLst/>
        </a:custGeom>
        <a:solidFill>
          <a:schemeClr val="accent1"/>
        </a:solidFill>
        <a:ln>
          <a:noFill/>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50000"/>
          </a:spcBef>
          <a:spcAft>
            <a:spcPct val="0"/>
          </a:spcAft>
          <a:buClrTx/>
          <a:buSzTx/>
          <a:buFontTx/>
          <a:buNone/>
          <a:tabLst/>
          <a:defRPr kumimoji="1" lang="zh-CN" altLang="en-US" sz="1800" b="0" i="0" u="none" strike="noStrike" cap="none" normalizeH="0" baseline="0" smtClean="0">
            <a:ln>
              <a:noFill/>
            </a:ln>
            <a:solidFill>
              <a:schemeClr val="tx1"/>
            </a:solidFill>
            <a:effectLst/>
            <a:latin typeface="幼圆" pitchFamily="49" charset="-122"/>
            <a:ea typeface="幼圆" pitchFamily="49" charset="-122"/>
          </a:defRPr>
        </a:defPPr>
      </a:lstStyle>
    </a:lnDef>
  </a:objectDefaults>
  <a:extraClrSchemeLst>
    <a:extraClrScheme>
      <a:clrScheme name="默认设计模板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4_默认设计模板">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FF3300"/>
      </a:hlink>
      <a:folHlink>
        <a:srgbClr val="FF3300"/>
      </a:folHlink>
    </a:clrScheme>
    <a:fontScheme name="默认设计模板">
      <a:majorFont>
        <a:latin typeface="Times New Roman"/>
        <a:ea typeface="华文隶书"/>
        <a:cs typeface=""/>
      </a:majorFont>
      <a:minorFont>
        <a:latin typeface="Times New Roman"/>
        <a:ea typeface="华文楷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a:noFill/>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50000"/>
          </a:spcBef>
          <a:spcAft>
            <a:spcPct val="0"/>
          </a:spcAft>
          <a:buClrTx/>
          <a:buSzTx/>
          <a:buFontTx/>
          <a:buNone/>
          <a:tabLst/>
          <a:defRPr kumimoji="1" lang="zh-CN" altLang="en-US" sz="1800" b="0" i="0" u="none" strike="noStrike" cap="none" normalizeH="0" baseline="0" smtClean="0">
            <a:ln>
              <a:noFill/>
            </a:ln>
            <a:solidFill>
              <a:schemeClr val="tx1"/>
            </a:solidFill>
            <a:effectLst/>
            <a:latin typeface="幼圆" pitchFamily="49" charset="-122"/>
            <a:ea typeface="幼圆" pitchFamily="49" charset="-122"/>
          </a:defRPr>
        </a:defPPr>
      </a:lstStyle>
    </a:spDef>
    <a:lnDef>
      <a:spPr bwMode="auto">
        <a:xfrm>
          <a:off x="0" y="0"/>
          <a:ext cx="1" cy="1"/>
        </a:xfrm>
        <a:custGeom>
          <a:avLst/>
          <a:gdLst/>
          <a:ahLst/>
          <a:cxnLst/>
          <a:rect l="0" t="0" r="0" b="0"/>
          <a:pathLst/>
        </a:custGeom>
        <a:solidFill>
          <a:schemeClr val="accent1"/>
        </a:solidFill>
        <a:ln>
          <a:noFill/>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50000"/>
          </a:spcBef>
          <a:spcAft>
            <a:spcPct val="0"/>
          </a:spcAft>
          <a:buClrTx/>
          <a:buSzTx/>
          <a:buFontTx/>
          <a:buNone/>
          <a:tabLst/>
          <a:defRPr kumimoji="1" lang="zh-CN" altLang="en-US" sz="1800" b="0" i="0" u="none" strike="noStrike" cap="none" normalizeH="0" baseline="0" smtClean="0">
            <a:ln>
              <a:noFill/>
            </a:ln>
            <a:solidFill>
              <a:schemeClr val="tx1"/>
            </a:solidFill>
            <a:effectLst/>
            <a:latin typeface="幼圆" pitchFamily="49" charset="-122"/>
            <a:ea typeface="幼圆" pitchFamily="49" charset="-122"/>
          </a:defRPr>
        </a:defPPr>
      </a:lstStyle>
    </a:lnDef>
  </a:objectDefaults>
  <a:extraClrSchemeLst>
    <a:extraClrScheme>
      <a:clrScheme name="默认设计模板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5_默认设计模板">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FF3300"/>
      </a:hlink>
      <a:folHlink>
        <a:srgbClr val="FF3300"/>
      </a:folHlink>
    </a:clrScheme>
    <a:fontScheme name="默认设计模板">
      <a:majorFont>
        <a:latin typeface="Times New Roman"/>
        <a:ea typeface="华文隶书"/>
        <a:cs typeface=""/>
      </a:majorFont>
      <a:minorFont>
        <a:latin typeface="Times New Roman"/>
        <a:ea typeface="华文楷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a:noFill/>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50000"/>
          </a:spcBef>
          <a:spcAft>
            <a:spcPct val="0"/>
          </a:spcAft>
          <a:buClrTx/>
          <a:buSzTx/>
          <a:buFontTx/>
          <a:buNone/>
          <a:tabLst/>
          <a:defRPr kumimoji="1" lang="zh-CN" altLang="en-US" sz="1800" b="0" i="0" u="none" strike="noStrike" cap="none" normalizeH="0" baseline="0" smtClean="0">
            <a:ln>
              <a:noFill/>
            </a:ln>
            <a:solidFill>
              <a:schemeClr val="tx1"/>
            </a:solidFill>
            <a:effectLst/>
            <a:latin typeface="幼圆" pitchFamily="49" charset="-122"/>
            <a:ea typeface="幼圆" pitchFamily="49" charset="-122"/>
          </a:defRPr>
        </a:defPPr>
      </a:lstStyle>
    </a:spDef>
    <a:lnDef>
      <a:spPr bwMode="auto">
        <a:xfrm>
          <a:off x="0" y="0"/>
          <a:ext cx="1" cy="1"/>
        </a:xfrm>
        <a:custGeom>
          <a:avLst/>
          <a:gdLst/>
          <a:ahLst/>
          <a:cxnLst/>
          <a:rect l="0" t="0" r="0" b="0"/>
          <a:pathLst/>
        </a:custGeom>
        <a:solidFill>
          <a:schemeClr val="accent1"/>
        </a:solidFill>
        <a:ln>
          <a:noFill/>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50000"/>
          </a:spcBef>
          <a:spcAft>
            <a:spcPct val="0"/>
          </a:spcAft>
          <a:buClrTx/>
          <a:buSzTx/>
          <a:buFontTx/>
          <a:buNone/>
          <a:tabLst/>
          <a:defRPr kumimoji="1" lang="zh-CN" altLang="en-US" sz="1800" b="0" i="0" u="none" strike="noStrike" cap="none" normalizeH="0" baseline="0" smtClean="0">
            <a:ln>
              <a:noFill/>
            </a:ln>
            <a:solidFill>
              <a:schemeClr val="tx1"/>
            </a:solidFill>
            <a:effectLst/>
            <a:latin typeface="幼圆" pitchFamily="49" charset="-122"/>
            <a:ea typeface="幼圆" pitchFamily="49" charset="-122"/>
          </a:defRPr>
        </a:defPPr>
      </a:lstStyle>
    </a:lnDef>
  </a:objectDefaults>
  <a:extraClrSchemeLst>
    <a:extraClrScheme>
      <a:clrScheme name="默认设计模板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8.xml><?xml version="1.0" encoding="utf-8"?>
<a:theme xmlns:a="http://schemas.openxmlformats.org/drawingml/2006/main" name="6_默认设计模板">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FF3300"/>
      </a:hlink>
      <a:folHlink>
        <a:srgbClr val="FF3300"/>
      </a:folHlink>
    </a:clrScheme>
    <a:fontScheme name="默认设计模板">
      <a:majorFont>
        <a:latin typeface="Times New Roman"/>
        <a:ea typeface="华文隶书"/>
        <a:cs typeface=""/>
      </a:majorFont>
      <a:minorFont>
        <a:latin typeface="Times New Roman"/>
        <a:ea typeface="华文楷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a:noFill/>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50000"/>
          </a:spcBef>
          <a:spcAft>
            <a:spcPct val="0"/>
          </a:spcAft>
          <a:buClrTx/>
          <a:buSzTx/>
          <a:buFontTx/>
          <a:buNone/>
          <a:tabLst/>
          <a:defRPr kumimoji="1" lang="zh-CN" altLang="en-US" sz="1800" b="0" i="0" u="none" strike="noStrike" cap="none" normalizeH="0" baseline="0" smtClean="0">
            <a:ln>
              <a:noFill/>
            </a:ln>
            <a:solidFill>
              <a:schemeClr val="tx1"/>
            </a:solidFill>
            <a:effectLst/>
            <a:latin typeface="幼圆" pitchFamily="49" charset="-122"/>
            <a:ea typeface="幼圆" pitchFamily="49" charset="-122"/>
          </a:defRPr>
        </a:defPPr>
      </a:lstStyle>
    </a:spDef>
    <a:lnDef>
      <a:spPr bwMode="auto">
        <a:xfrm>
          <a:off x="0" y="0"/>
          <a:ext cx="1" cy="1"/>
        </a:xfrm>
        <a:custGeom>
          <a:avLst/>
          <a:gdLst/>
          <a:ahLst/>
          <a:cxnLst/>
          <a:rect l="0" t="0" r="0" b="0"/>
          <a:pathLst/>
        </a:custGeom>
        <a:solidFill>
          <a:schemeClr val="accent1"/>
        </a:solidFill>
        <a:ln>
          <a:noFill/>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50000"/>
          </a:spcBef>
          <a:spcAft>
            <a:spcPct val="0"/>
          </a:spcAft>
          <a:buClrTx/>
          <a:buSzTx/>
          <a:buFontTx/>
          <a:buNone/>
          <a:tabLst/>
          <a:defRPr kumimoji="1" lang="zh-CN" altLang="en-US" sz="1800" b="0" i="0" u="none" strike="noStrike" cap="none" normalizeH="0" baseline="0" smtClean="0">
            <a:ln>
              <a:noFill/>
            </a:ln>
            <a:solidFill>
              <a:schemeClr val="tx1"/>
            </a:solidFill>
            <a:effectLst/>
            <a:latin typeface="幼圆" pitchFamily="49" charset="-122"/>
            <a:ea typeface="幼圆" pitchFamily="49" charset="-122"/>
          </a:defRPr>
        </a:defPPr>
      </a:lstStyle>
    </a:lnDef>
  </a:objectDefaults>
  <a:extraClrSchemeLst>
    <a:extraClrScheme>
      <a:clrScheme name="默认设计模板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9.xml><?xml version="1.0" encoding="utf-8"?>
<a:theme xmlns:a="http://schemas.openxmlformats.org/drawingml/2006/main" name="7_默认设计模板">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FF3300"/>
      </a:hlink>
      <a:folHlink>
        <a:srgbClr val="FF3300"/>
      </a:folHlink>
    </a:clrScheme>
    <a:fontScheme name="默认设计模板">
      <a:majorFont>
        <a:latin typeface="Times New Roman"/>
        <a:ea typeface="华文隶书"/>
        <a:cs typeface=""/>
      </a:majorFont>
      <a:minorFont>
        <a:latin typeface="Times New Roman"/>
        <a:ea typeface="华文中宋"/>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a:noFill/>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50000"/>
          </a:spcBef>
          <a:spcAft>
            <a:spcPct val="0"/>
          </a:spcAft>
          <a:buClrTx/>
          <a:buSzTx/>
          <a:buFontTx/>
          <a:buNone/>
          <a:tabLst/>
          <a:defRPr kumimoji="1" lang="zh-CN" altLang="en-US" sz="1800" b="0" i="0" u="none" strike="noStrike" cap="none" normalizeH="0" baseline="0" smtClean="0">
            <a:ln>
              <a:noFill/>
            </a:ln>
            <a:solidFill>
              <a:schemeClr val="tx1"/>
            </a:solidFill>
            <a:effectLst/>
            <a:latin typeface="幼圆" panose="02010509060101010101" pitchFamily="49" charset="-122"/>
            <a:ea typeface="幼圆" panose="02010509060101010101" pitchFamily="49" charset="-122"/>
          </a:defRPr>
        </a:defPPr>
      </a:lstStyle>
    </a:spDef>
    <a:lnDef>
      <a:spPr bwMode="auto">
        <a:xfrm>
          <a:off x="0" y="0"/>
          <a:ext cx="1" cy="1"/>
        </a:xfrm>
        <a:custGeom>
          <a:avLst/>
          <a:gdLst/>
          <a:ahLst/>
          <a:cxnLst/>
          <a:rect l="0" t="0" r="0" b="0"/>
          <a:pathLst/>
        </a:custGeom>
        <a:solidFill>
          <a:schemeClr val="accent1"/>
        </a:solidFill>
        <a:ln>
          <a:noFill/>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50000"/>
          </a:spcBef>
          <a:spcAft>
            <a:spcPct val="0"/>
          </a:spcAft>
          <a:buClrTx/>
          <a:buSzTx/>
          <a:buFontTx/>
          <a:buNone/>
          <a:tabLst/>
          <a:defRPr kumimoji="1" lang="zh-CN" altLang="en-US" sz="1800" b="0" i="0" u="none" strike="noStrike" cap="none" normalizeH="0" baseline="0" smtClean="0">
            <a:ln>
              <a:noFill/>
            </a:ln>
            <a:solidFill>
              <a:schemeClr val="tx1"/>
            </a:solidFill>
            <a:effectLst/>
            <a:latin typeface="幼圆" panose="02010509060101010101" pitchFamily="49" charset="-122"/>
            <a:ea typeface="幼圆" panose="02010509060101010101" pitchFamily="49" charset="-122"/>
          </a:defRPr>
        </a:defPPr>
      </a:lstStyle>
    </a:lnDef>
  </a:objectDefaults>
  <a:extraClrSchemeLst>
    <a:extraClrScheme>
      <a:clrScheme name="默认设计模板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8_默认设计模板">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FF3300"/>
      </a:hlink>
      <a:folHlink>
        <a:srgbClr val="FF3300"/>
      </a:folHlink>
    </a:clrScheme>
    <a:fontScheme name="默认设计模板">
      <a:majorFont>
        <a:latin typeface="Times New Roman"/>
        <a:ea typeface="华文隶书"/>
        <a:cs typeface=""/>
      </a:majorFont>
      <a:minorFont>
        <a:latin typeface="Times New Roman"/>
        <a:ea typeface="华文楷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a:noFill/>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50000"/>
          </a:spcBef>
          <a:spcAft>
            <a:spcPct val="0"/>
          </a:spcAft>
          <a:buClrTx/>
          <a:buSzTx/>
          <a:buFontTx/>
          <a:buNone/>
          <a:tabLst/>
          <a:defRPr kumimoji="1" lang="zh-CN" altLang="en-US" sz="1800" b="0" i="0" u="none" strike="noStrike" cap="none" normalizeH="0" baseline="0" smtClean="0">
            <a:ln>
              <a:noFill/>
            </a:ln>
            <a:solidFill>
              <a:schemeClr val="tx1"/>
            </a:solidFill>
            <a:effectLst/>
            <a:latin typeface="幼圆" pitchFamily="49" charset="-122"/>
            <a:ea typeface="幼圆" pitchFamily="49" charset="-122"/>
          </a:defRPr>
        </a:defPPr>
      </a:lstStyle>
    </a:spDef>
    <a:lnDef>
      <a:spPr bwMode="auto">
        <a:xfrm>
          <a:off x="0" y="0"/>
          <a:ext cx="1" cy="1"/>
        </a:xfrm>
        <a:custGeom>
          <a:avLst/>
          <a:gdLst/>
          <a:ahLst/>
          <a:cxnLst/>
          <a:rect l="0" t="0" r="0" b="0"/>
          <a:pathLst/>
        </a:custGeom>
        <a:solidFill>
          <a:schemeClr val="accent1"/>
        </a:solidFill>
        <a:ln>
          <a:noFill/>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50000"/>
          </a:spcBef>
          <a:spcAft>
            <a:spcPct val="0"/>
          </a:spcAft>
          <a:buClrTx/>
          <a:buSzTx/>
          <a:buFontTx/>
          <a:buNone/>
          <a:tabLst/>
          <a:defRPr kumimoji="1" lang="zh-CN" altLang="en-US" sz="1800" b="0" i="0" u="none" strike="noStrike" cap="none" normalizeH="0" baseline="0" smtClean="0">
            <a:ln>
              <a:noFill/>
            </a:ln>
            <a:solidFill>
              <a:schemeClr val="tx1"/>
            </a:solidFill>
            <a:effectLst/>
            <a:latin typeface="幼圆" pitchFamily="49" charset="-122"/>
            <a:ea typeface="幼圆" pitchFamily="49" charset="-122"/>
          </a:defRPr>
        </a:defPPr>
      </a:lstStyle>
    </a:lnDef>
  </a:objectDefaults>
  <a:extraClrSchemeLst>
    <a:extraClrScheme>
      <a:clrScheme name="默认设计模板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11.xml><?xml version="1.0" encoding="utf-8"?>
<a:theme xmlns:a="http://schemas.openxmlformats.org/drawingml/2006/main" name="9_默认设计模板">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FF3300"/>
      </a:hlink>
      <a:folHlink>
        <a:srgbClr val="FF3300"/>
      </a:folHlink>
    </a:clrScheme>
    <a:fontScheme name="默认设计模板">
      <a:majorFont>
        <a:latin typeface="Times New Roman"/>
        <a:ea typeface="华文隶书"/>
        <a:cs typeface=""/>
      </a:majorFont>
      <a:minorFont>
        <a:latin typeface="Times New Roman"/>
        <a:ea typeface="华文楷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a:noFill/>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50000"/>
          </a:spcBef>
          <a:spcAft>
            <a:spcPct val="0"/>
          </a:spcAft>
          <a:buClrTx/>
          <a:buSzTx/>
          <a:buFontTx/>
          <a:buNone/>
          <a:tabLst/>
          <a:defRPr kumimoji="1" lang="zh-CN" altLang="en-US" sz="1800" b="0" i="0" u="none" strike="noStrike" cap="none" normalizeH="0" baseline="0" smtClean="0">
            <a:ln>
              <a:noFill/>
            </a:ln>
            <a:solidFill>
              <a:schemeClr val="tx1"/>
            </a:solidFill>
            <a:effectLst/>
            <a:latin typeface="幼圆" pitchFamily="49" charset="-122"/>
            <a:ea typeface="幼圆" pitchFamily="49" charset="-122"/>
          </a:defRPr>
        </a:defPPr>
      </a:lstStyle>
    </a:spDef>
    <a:lnDef>
      <a:spPr bwMode="auto">
        <a:xfrm>
          <a:off x="0" y="0"/>
          <a:ext cx="1" cy="1"/>
        </a:xfrm>
        <a:custGeom>
          <a:avLst/>
          <a:gdLst/>
          <a:ahLst/>
          <a:cxnLst/>
          <a:rect l="0" t="0" r="0" b="0"/>
          <a:pathLst/>
        </a:custGeom>
        <a:solidFill>
          <a:schemeClr val="accent1"/>
        </a:solidFill>
        <a:ln>
          <a:noFill/>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50000"/>
          </a:spcBef>
          <a:spcAft>
            <a:spcPct val="0"/>
          </a:spcAft>
          <a:buClrTx/>
          <a:buSzTx/>
          <a:buFontTx/>
          <a:buNone/>
          <a:tabLst/>
          <a:defRPr kumimoji="1" lang="zh-CN" altLang="en-US" sz="1800" b="0" i="0" u="none" strike="noStrike" cap="none" normalizeH="0" baseline="0" smtClean="0">
            <a:ln>
              <a:noFill/>
            </a:ln>
            <a:solidFill>
              <a:schemeClr val="tx1"/>
            </a:solidFill>
            <a:effectLst/>
            <a:latin typeface="幼圆" pitchFamily="49" charset="-122"/>
            <a:ea typeface="幼圆" pitchFamily="49" charset="-122"/>
          </a:defRPr>
        </a:defPPr>
      </a:lstStyle>
    </a:lnDef>
  </a:objectDefaults>
  <a:extraClrSchemeLst>
    <a:extraClrScheme>
      <a:clrScheme name="默认设计模板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12.xml><?xml version="1.0" encoding="utf-8"?>
<a:theme xmlns:a="http://schemas.openxmlformats.org/drawingml/2006/main" name="1_空演示文稿">
  <a:themeElements>
    <a:clrScheme name="空演示文稿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空演示文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rgbClr val="D5FFFF"/>
        </a:solidFill>
        <a:ln w="9525" cap="flat" cmpd="sng" algn="ctr">
          <a:solidFill>
            <a:schemeClr val="tx1"/>
          </a:solidFill>
          <a:prstDash val="solid"/>
          <a:round/>
          <a:headEnd type="none" w="med" len="med"/>
          <a:tailEnd type="stealth" w="med" len="lg"/>
        </a:ln>
        <a:effectLst/>
        <a:extLst>
          <a:ext uri="{AF507438-7753-43E0-B8FC-AC1667EBCBE1}">
            <a14:hiddenEffects xmlns:a14="http://schemas.microsoft.com/office/drawing/2010/main">
              <a:effectLst>
                <a:outerShdw dist="35921" dir="2700000" algn="ctr" rotWithShape="0">
                  <a:srgbClr val="808080"/>
                </a:outerShdw>
              </a:effectLst>
            </a14:hiddenEffects>
          </a:ext>
        </a:extLst>
      </a:spPr>
      <a:bodyPr vert="horz" wrap="none" lIns="91440" tIns="45720" rIns="9144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1" lang="zh-CN" altLang="en-US" sz="2400" b="1" i="0" u="none" strike="noStrike" cap="none" normalizeH="0" baseline="0" smtClean="0">
            <a:ln>
              <a:noFill/>
            </a:ln>
            <a:solidFill>
              <a:schemeClr val="tx1"/>
            </a:solidFill>
            <a:effectLst/>
            <a:latin typeface="宋体" panose="02010600030101010101" pitchFamily="2" charset="-122"/>
            <a:ea typeface="宋体" panose="02010600030101010101" pitchFamily="2" charset="-122"/>
          </a:defRPr>
        </a:defPPr>
      </a:lstStyle>
    </a:spDef>
    <a:lnDef>
      <a:spPr bwMode="auto">
        <a:xfrm>
          <a:off x="0" y="0"/>
          <a:ext cx="1" cy="1"/>
        </a:xfrm>
        <a:custGeom>
          <a:avLst/>
          <a:gdLst/>
          <a:ahLst/>
          <a:cxnLst/>
          <a:rect l="0" t="0" r="0" b="0"/>
          <a:pathLst/>
        </a:custGeom>
        <a:solidFill>
          <a:srgbClr val="D5FFFF"/>
        </a:solidFill>
        <a:ln w="9525" cap="flat" cmpd="sng" algn="ctr">
          <a:solidFill>
            <a:schemeClr val="tx1"/>
          </a:solidFill>
          <a:prstDash val="solid"/>
          <a:round/>
          <a:headEnd type="none" w="med" len="med"/>
          <a:tailEnd type="stealth" w="med" len="lg"/>
        </a:ln>
        <a:effectLst/>
        <a:extLst>
          <a:ext uri="{AF507438-7753-43E0-B8FC-AC1667EBCBE1}">
            <a14:hiddenEffects xmlns:a14="http://schemas.microsoft.com/office/drawing/2010/main">
              <a:effectLst>
                <a:outerShdw dist="35921" dir="2700000" algn="ctr" rotWithShape="0">
                  <a:srgbClr val="808080"/>
                </a:outerShdw>
              </a:effectLst>
            </a14:hiddenEffects>
          </a:ext>
        </a:extLst>
      </a:spPr>
      <a:bodyPr vert="horz" wrap="none" lIns="91440" tIns="45720" rIns="9144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1" lang="zh-CN" altLang="en-US" sz="2400" b="1" i="0" u="none" strike="noStrike" cap="none" normalizeH="0" baseline="0" smtClean="0">
            <a:ln>
              <a:noFill/>
            </a:ln>
            <a:solidFill>
              <a:schemeClr val="tx1"/>
            </a:solidFill>
            <a:effectLst/>
            <a:latin typeface="宋体" panose="02010600030101010101" pitchFamily="2" charset="-122"/>
            <a:ea typeface="宋体" panose="02010600030101010101" pitchFamily="2" charset="-122"/>
          </a:defRPr>
        </a:defPPr>
      </a:lstStyle>
    </a:lnDef>
  </a:objectDefaults>
  <a:extraClrSchemeLst>
    <a:extraClrScheme>
      <a:clrScheme name="空演示文稿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空演示文稿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空演示文稿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空演示文稿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空演示文稿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空演示文稿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空演示文稿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3.xml><?xml version="1.0" encoding="utf-8"?>
<a:theme xmlns:a="http://schemas.openxmlformats.org/drawingml/2006/main" name="2_空演示文稿">
  <a:themeElements>
    <a:clrScheme name="空演示文稿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空演示文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rgbClr val="D5FFFF"/>
        </a:solidFill>
        <a:ln w="9525" cap="flat" cmpd="sng" algn="ctr">
          <a:solidFill>
            <a:schemeClr val="tx1"/>
          </a:solidFill>
          <a:prstDash val="solid"/>
          <a:round/>
          <a:headEnd type="none" w="med" len="med"/>
          <a:tailEnd type="stealth" w="med" len="lg"/>
        </a:ln>
        <a:effectLst/>
        <a:extLst>
          <a:ext uri="{AF507438-7753-43E0-B8FC-AC1667EBCBE1}">
            <a14:hiddenEffects xmlns:a14="http://schemas.microsoft.com/office/drawing/2010/main">
              <a:effectLst>
                <a:outerShdw dist="35921" dir="2700000" algn="ctr" rotWithShape="0">
                  <a:srgbClr val="808080"/>
                </a:outerShdw>
              </a:effectLst>
            </a14:hiddenEffects>
          </a:ext>
        </a:extLst>
      </a:spPr>
      <a:bodyPr vert="horz" wrap="none" lIns="91440" tIns="45720" rIns="9144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1" lang="zh-CN" altLang="en-US" sz="2400" b="1" i="0" u="none" strike="noStrike" cap="none" normalizeH="0" baseline="0" smtClean="0">
            <a:ln>
              <a:noFill/>
            </a:ln>
            <a:solidFill>
              <a:schemeClr val="tx1"/>
            </a:solidFill>
            <a:effectLst/>
            <a:latin typeface="宋体" panose="02010600030101010101" pitchFamily="2" charset="-122"/>
            <a:ea typeface="宋体" panose="02010600030101010101" pitchFamily="2" charset="-122"/>
          </a:defRPr>
        </a:defPPr>
      </a:lstStyle>
    </a:spDef>
    <a:lnDef>
      <a:spPr bwMode="auto">
        <a:xfrm>
          <a:off x="0" y="0"/>
          <a:ext cx="1" cy="1"/>
        </a:xfrm>
        <a:custGeom>
          <a:avLst/>
          <a:gdLst/>
          <a:ahLst/>
          <a:cxnLst/>
          <a:rect l="0" t="0" r="0" b="0"/>
          <a:pathLst/>
        </a:custGeom>
        <a:solidFill>
          <a:srgbClr val="D5FFFF"/>
        </a:solidFill>
        <a:ln w="9525" cap="flat" cmpd="sng" algn="ctr">
          <a:solidFill>
            <a:schemeClr val="tx1"/>
          </a:solidFill>
          <a:prstDash val="solid"/>
          <a:round/>
          <a:headEnd type="none" w="med" len="med"/>
          <a:tailEnd type="stealth" w="med" len="lg"/>
        </a:ln>
        <a:effectLst/>
        <a:extLst>
          <a:ext uri="{AF507438-7753-43E0-B8FC-AC1667EBCBE1}">
            <a14:hiddenEffects xmlns:a14="http://schemas.microsoft.com/office/drawing/2010/main">
              <a:effectLst>
                <a:outerShdw dist="35921" dir="2700000" algn="ctr" rotWithShape="0">
                  <a:srgbClr val="808080"/>
                </a:outerShdw>
              </a:effectLst>
            </a14:hiddenEffects>
          </a:ext>
        </a:extLst>
      </a:spPr>
      <a:bodyPr vert="horz" wrap="none" lIns="91440" tIns="45720" rIns="9144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1" lang="zh-CN" altLang="en-US" sz="2400" b="1" i="0" u="none" strike="noStrike" cap="none" normalizeH="0" baseline="0" smtClean="0">
            <a:ln>
              <a:noFill/>
            </a:ln>
            <a:solidFill>
              <a:schemeClr val="tx1"/>
            </a:solidFill>
            <a:effectLst/>
            <a:latin typeface="宋体" panose="02010600030101010101" pitchFamily="2" charset="-122"/>
            <a:ea typeface="宋体" panose="02010600030101010101" pitchFamily="2" charset="-122"/>
          </a:defRPr>
        </a:defPPr>
      </a:lstStyle>
    </a:lnDef>
  </a:objectDefaults>
  <a:extraClrSchemeLst>
    <a:extraClrScheme>
      <a:clrScheme name="空演示文稿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空演示文稿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空演示文稿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空演示文稿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空演示文稿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空演示文稿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空演示文稿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4.xml><?xml version="1.0" encoding="utf-8"?>
<a:theme xmlns:a="http://schemas.openxmlformats.org/drawingml/2006/main" name="Office 主题​​">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5.xml><?xml version="1.0" encoding="utf-8"?>
<a:theme xmlns:a="http://schemas.openxmlformats.org/drawingml/2006/main" name="Office 主题​​">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C:\Office97\Templates\空演示文稿.pot</Template>
  <TotalTime>3781</TotalTime>
  <Words>2508</Words>
  <Application>Microsoft Office PowerPoint</Application>
  <PresentationFormat>全屏显示(4:3)</PresentationFormat>
  <Paragraphs>795</Paragraphs>
  <Slides>61</Slides>
  <Notes>2</Notes>
  <HiddenSlides>0</HiddenSlides>
  <MMClips>0</MMClips>
  <ScaleCrop>false</ScaleCrop>
  <HeadingPairs>
    <vt:vector size="8" baseType="variant">
      <vt:variant>
        <vt:lpstr>已用的字体</vt:lpstr>
      </vt:variant>
      <vt:variant>
        <vt:i4>16</vt:i4>
      </vt:variant>
      <vt:variant>
        <vt:lpstr>主题</vt:lpstr>
      </vt:variant>
      <vt:variant>
        <vt:i4>13</vt:i4>
      </vt:variant>
      <vt:variant>
        <vt:lpstr>嵌入 OLE 服务器</vt:lpstr>
      </vt:variant>
      <vt:variant>
        <vt:i4>6</vt:i4>
      </vt:variant>
      <vt:variant>
        <vt:lpstr>幻灯片标题</vt:lpstr>
      </vt:variant>
      <vt:variant>
        <vt:i4>61</vt:i4>
      </vt:variant>
    </vt:vector>
  </HeadingPairs>
  <TitlesOfParts>
    <vt:vector size="96" baseType="lpstr">
      <vt:lpstr>CG Times</vt:lpstr>
      <vt:lpstr>黑体</vt:lpstr>
      <vt:lpstr>华文楷体</vt:lpstr>
      <vt:lpstr>华文隶书</vt:lpstr>
      <vt:lpstr>华文宋体</vt:lpstr>
      <vt:lpstr>华文新魏</vt:lpstr>
      <vt:lpstr>华文中宋</vt:lpstr>
      <vt:lpstr>楷体_GB2312</vt:lpstr>
      <vt:lpstr>隶书</vt:lpstr>
      <vt:lpstr>宋体</vt:lpstr>
      <vt:lpstr>微软雅黑</vt:lpstr>
      <vt:lpstr>幼圆</vt:lpstr>
      <vt:lpstr>Arial</vt:lpstr>
      <vt:lpstr>Symbol</vt:lpstr>
      <vt:lpstr>Times New Roman</vt:lpstr>
      <vt:lpstr>Wingdings</vt:lpstr>
      <vt:lpstr>空演示文稿</vt:lpstr>
      <vt:lpstr>默认设计模板</vt:lpstr>
      <vt:lpstr>1_默认设计模板</vt:lpstr>
      <vt:lpstr>2_默认设计模板</vt:lpstr>
      <vt:lpstr>3_默认设计模板</vt:lpstr>
      <vt:lpstr>4_默认设计模板</vt:lpstr>
      <vt:lpstr>5_默认设计模板</vt:lpstr>
      <vt:lpstr>6_默认设计模板</vt:lpstr>
      <vt:lpstr>7_默认设计模板</vt:lpstr>
      <vt:lpstr>8_默认设计模板</vt:lpstr>
      <vt:lpstr>9_默认设计模板</vt:lpstr>
      <vt:lpstr>1_空演示文稿</vt:lpstr>
      <vt:lpstr>2_空演示文稿</vt:lpstr>
      <vt:lpstr>VISIO</vt:lpstr>
      <vt:lpstr>Equation</vt:lpstr>
      <vt:lpstr>Visio</vt:lpstr>
      <vt:lpstr>公式</vt:lpstr>
      <vt:lpstr>Flash 文档</vt:lpstr>
      <vt:lpstr>剪辑</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互易定理　（第四章内容回顾！）</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作业</vt:lpstr>
    </vt:vector>
  </TitlesOfParts>
  <Manager/>
  <Company>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没有幻灯片标题</dc:title>
  <dc:creator>sun</dc:creator>
  <cp:lastModifiedBy>y y</cp:lastModifiedBy>
  <cp:revision>192</cp:revision>
  <cp:lastPrinted>2002-05-15T16:46:03Z</cp:lastPrinted>
  <dcterms:created xsi:type="dcterms:W3CDTF">2000-04-07T11:58:52Z</dcterms:created>
  <dcterms:modified xsi:type="dcterms:W3CDTF">2019-06-04T01:34:40Z</dcterms:modified>
</cp:coreProperties>
</file>